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等线" panose="02010600030101010101" pitchFamily="2" charset="-122"/>
      <p:regular r:id="rId3"/>
      <p:bold r:id="rId4"/>
    </p:embeddedFont>
    <p:embeddedFont>
      <p:font typeface="等线 Light" panose="02010600030101010101" pitchFamily="2" charset="-122"/>
      <p:regular r:id="rId5"/>
    </p:embeddedFont>
  </p:embeddedFontLst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F3355-B895-40A5-BE96-22B7B68D924C}" type="datetimeFigureOut">
              <a:rPr lang="zh-CN" altLang="en-US" smtClean="0"/>
              <a:t>2024/5/25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09F99-857F-47BF-B88B-A8A6E69F41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98822" y="213816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教师</a:t>
            </a:r>
          </a:p>
        </p:txBody>
      </p:sp>
      <p:sp>
        <p:nvSpPr>
          <p:cNvPr id="5" name="矩形 4"/>
          <p:cNvSpPr/>
          <p:nvPr/>
        </p:nvSpPr>
        <p:spPr>
          <a:xfrm>
            <a:off x="8309800" y="213816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学生</a:t>
            </a:r>
          </a:p>
        </p:txBody>
      </p:sp>
      <p:sp>
        <p:nvSpPr>
          <p:cNvPr id="6" name="矩形 5"/>
          <p:cNvSpPr/>
          <p:nvPr/>
        </p:nvSpPr>
        <p:spPr>
          <a:xfrm>
            <a:off x="2598822" y="2020943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系别</a:t>
            </a:r>
          </a:p>
        </p:txBody>
      </p:sp>
      <p:sp>
        <p:nvSpPr>
          <p:cNvPr id="7" name="矩形 6"/>
          <p:cNvSpPr/>
          <p:nvPr/>
        </p:nvSpPr>
        <p:spPr>
          <a:xfrm>
            <a:off x="8309809" y="2020942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专业</a:t>
            </a:r>
          </a:p>
        </p:txBody>
      </p:sp>
      <p:sp>
        <p:nvSpPr>
          <p:cNvPr id="8" name="矩形 7"/>
          <p:cNvSpPr/>
          <p:nvPr/>
        </p:nvSpPr>
        <p:spPr>
          <a:xfrm>
            <a:off x="5454312" y="3179203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课程</a:t>
            </a:r>
          </a:p>
        </p:txBody>
      </p:sp>
      <p:sp>
        <p:nvSpPr>
          <p:cNvPr id="9" name="矩形 8"/>
          <p:cNvSpPr/>
          <p:nvPr/>
        </p:nvSpPr>
        <p:spPr>
          <a:xfrm>
            <a:off x="5454312" y="4668404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教学班级</a:t>
            </a:r>
          </a:p>
        </p:txBody>
      </p:sp>
      <p:sp>
        <p:nvSpPr>
          <p:cNvPr id="10" name="矩形 9"/>
          <p:cNvSpPr/>
          <p:nvPr/>
        </p:nvSpPr>
        <p:spPr>
          <a:xfrm>
            <a:off x="5454312" y="6157604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课程信息</a:t>
            </a:r>
          </a:p>
        </p:txBody>
      </p:sp>
      <p:sp>
        <p:nvSpPr>
          <p:cNvPr id="11" name="矩形 10"/>
          <p:cNvSpPr/>
          <p:nvPr/>
        </p:nvSpPr>
        <p:spPr>
          <a:xfrm>
            <a:off x="2598822" y="6157603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教室</a:t>
            </a:r>
          </a:p>
        </p:txBody>
      </p:sp>
      <p:sp>
        <p:nvSpPr>
          <p:cNvPr id="12" name="流程图: 决策 11"/>
          <p:cNvSpPr/>
          <p:nvPr/>
        </p:nvSpPr>
        <p:spPr>
          <a:xfrm>
            <a:off x="5213679" y="86480"/>
            <a:ext cx="1764631" cy="75197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导师</a:t>
            </a:r>
          </a:p>
        </p:txBody>
      </p:sp>
      <p:sp>
        <p:nvSpPr>
          <p:cNvPr id="15" name="流程图: 决策 14"/>
          <p:cNvSpPr/>
          <p:nvPr/>
        </p:nvSpPr>
        <p:spPr>
          <a:xfrm>
            <a:off x="5215279" y="1893603"/>
            <a:ext cx="1764631" cy="75197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开设</a:t>
            </a:r>
          </a:p>
        </p:txBody>
      </p:sp>
      <p:sp>
        <p:nvSpPr>
          <p:cNvPr id="17" name="流程图: 决策 16"/>
          <p:cNvSpPr/>
          <p:nvPr/>
        </p:nvSpPr>
        <p:spPr>
          <a:xfrm>
            <a:off x="2960799" y="867287"/>
            <a:ext cx="559413" cy="83556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雇佣</a:t>
            </a:r>
          </a:p>
        </p:txBody>
      </p:sp>
      <p:sp>
        <p:nvSpPr>
          <p:cNvPr id="21" name="流程图: 决策 20"/>
          <p:cNvSpPr/>
          <p:nvPr/>
        </p:nvSpPr>
        <p:spPr>
          <a:xfrm>
            <a:off x="5287469" y="5484156"/>
            <a:ext cx="1617049" cy="355001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具体信息</a:t>
            </a:r>
          </a:p>
        </p:txBody>
      </p:sp>
      <p:sp>
        <p:nvSpPr>
          <p:cNvPr id="24" name="流程图: 决策 23"/>
          <p:cNvSpPr/>
          <p:nvPr/>
        </p:nvSpPr>
        <p:spPr>
          <a:xfrm>
            <a:off x="8671790" y="867287"/>
            <a:ext cx="559413" cy="83556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对应</a:t>
            </a:r>
          </a:p>
        </p:txBody>
      </p:sp>
      <p:sp>
        <p:nvSpPr>
          <p:cNvPr id="25" name="流程图: 决策 24"/>
          <p:cNvSpPr/>
          <p:nvPr/>
        </p:nvSpPr>
        <p:spPr>
          <a:xfrm>
            <a:off x="8309800" y="3150059"/>
            <a:ext cx="1283369" cy="55067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所属</a:t>
            </a:r>
          </a:p>
        </p:txBody>
      </p:sp>
      <p:sp>
        <p:nvSpPr>
          <p:cNvPr id="26" name="流程图: 决策 25"/>
          <p:cNvSpPr/>
          <p:nvPr/>
        </p:nvSpPr>
        <p:spPr>
          <a:xfrm>
            <a:off x="5287469" y="3994955"/>
            <a:ext cx="1617049" cy="35500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映射</a:t>
            </a:r>
          </a:p>
        </p:txBody>
      </p:sp>
      <p:sp>
        <p:nvSpPr>
          <p:cNvPr id="27" name="流程图: 决策 26"/>
          <p:cNvSpPr/>
          <p:nvPr/>
        </p:nvSpPr>
        <p:spPr>
          <a:xfrm>
            <a:off x="1027161" y="2204233"/>
            <a:ext cx="559413" cy="83556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授课</a:t>
            </a:r>
          </a:p>
        </p:txBody>
      </p:sp>
      <p:sp>
        <p:nvSpPr>
          <p:cNvPr id="28" name="流程图: 决策 27"/>
          <p:cNvSpPr/>
          <p:nvPr/>
        </p:nvSpPr>
        <p:spPr>
          <a:xfrm>
            <a:off x="10605426" y="2204233"/>
            <a:ext cx="559413" cy="835564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修读</a:t>
            </a:r>
          </a:p>
        </p:txBody>
      </p:sp>
      <p:cxnSp>
        <p:nvCxnSpPr>
          <p:cNvPr id="30" name="直接连接符 29"/>
          <p:cNvCxnSpPr>
            <a:stCxn id="12" idx="3"/>
            <a:endCxn id="5" idx="1"/>
          </p:cNvCxnSpPr>
          <p:nvPr/>
        </p:nvCxnSpPr>
        <p:spPr>
          <a:xfrm>
            <a:off x="6978310" y="462468"/>
            <a:ext cx="1331490" cy="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5" idx="2"/>
            <a:endCxn id="24" idx="0"/>
          </p:cNvCxnSpPr>
          <p:nvPr/>
        </p:nvCxnSpPr>
        <p:spPr>
          <a:xfrm>
            <a:off x="8951485" y="711121"/>
            <a:ext cx="12" cy="1561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6" idx="2"/>
            <a:endCxn id="9" idx="0"/>
          </p:cNvCxnSpPr>
          <p:nvPr/>
        </p:nvCxnSpPr>
        <p:spPr>
          <a:xfrm>
            <a:off x="6095994" y="4349957"/>
            <a:ext cx="3" cy="3184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21" idx="2"/>
            <a:endCxn id="10" idx="0"/>
          </p:cNvCxnSpPr>
          <p:nvPr/>
        </p:nvCxnSpPr>
        <p:spPr>
          <a:xfrm>
            <a:off x="6095994" y="5839157"/>
            <a:ext cx="3" cy="3184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流程图: 决策 44"/>
          <p:cNvSpPr/>
          <p:nvPr/>
        </p:nvSpPr>
        <p:spPr>
          <a:xfrm>
            <a:off x="4098757" y="6228754"/>
            <a:ext cx="1138989" cy="35500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上课</a:t>
            </a:r>
          </a:p>
        </p:txBody>
      </p:sp>
      <p:cxnSp>
        <p:nvCxnSpPr>
          <p:cNvPr id="47" name="直接连接符 46"/>
          <p:cNvCxnSpPr>
            <a:stCxn id="45" idx="3"/>
            <a:endCxn id="10" idx="1"/>
          </p:cNvCxnSpPr>
          <p:nvPr/>
        </p:nvCxnSpPr>
        <p:spPr>
          <a:xfrm>
            <a:off x="5237746" y="6406255"/>
            <a:ext cx="216566" cy="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15" idx="3"/>
            <a:endCxn id="7" idx="1"/>
          </p:cNvCxnSpPr>
          <p:nvPr/>
        </p:nvCxnSpPr>
        <p:spPr>
          <a:xfrm>
            <a:off x="6979910" y="2269591"/>
            <a:ext cx="1329899" cy="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4" idx="2"/>
            <a:endCxn id="17" idx="0"/>
          </p:cNvCxnSpPr>
          <p:nvPr/>
        </p:nvCxnSpPr>
        <p:spPr>
          <a:xfrm flipH="1">
            <a:off x="3240506" y="711121"/>
            <a:ext cx="1" cy="1561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17" idx="2"/>
            <a:endCxn id="6" idx="0"/>
          </p:cNvCxnSpPr>
          <p:nvPr/>
        </p:nvCxnSpPr>
        <p:spPr>
          <a:xfrm>
            <a:off x="3240506" y="1702851"/>
            <a:ext cx="1" cy="31809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12" idx="1"/>
            <a:endCxn id="4" idx="3"/>
          </p:cNvCxnSpPr>
          <p:nvPr/>
        </p:nvCxnSpPr>
        <p:spPr>
          <a:xfrm flipH="1">
            <a:off x="3882191" y="462468"/>
            <a:ext cx="1331488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24" idx="2"/>
            <a:endCxn id="7" idx="0"/>
          </p:cNvCxnSpPr>
          <p:nvPr/>
        </p:nvCxnSpPr>
        <p:spPr>
          <a:xfrm flipH="1">
            <a:off x="8951494" y="1702851"/>
            <a:ext cx="3" cy="31809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26" idx="0"/>
            <a:endCxn id="8" idx="2"/>
          </p:cNvCxnSpPr>
          <p:nvPr/>
        </p:nvCxnSpPr>
        <p:spPr>
          <a:xfrm flipV="1">
            <a:off x="6095994" y="3676508"/>
            <a:ext cx="3" cy="31844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21" idx="0"/>
            <a:endCxn id="9" idx="2"/>
          </p:cNvCxnSpPr>
          <p:nvPr/>
        </p:nvCxnSpPr>
        <p:spPr>
          <a:xfrm flipV="1">
            <a:off x="6095994" y="5165709"/>
            <a:ext cx="3" cy="31844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45" idx="1"/>
            <a:endCxn id="11" idx="3"/>
          </p:cNvCxnSpPr>
          <p:nvPr/>
        </p:nvCxnSpPr>
        <p:spPr>
          <a:xfrm flipH="1">
            <a:off x="3882191" y="6406255"/>
            <a:ext cx="216566" cy="1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连接符: 肘形 78"/>
          <p:cNvCxnSpPr>
            <a:stCxn id="4" idx="1"/>
            <a:endCxn id="27" idx="0"/>
          </p:cNvCxnSpPr>
          <p:nvPr/>
        </p:nvCxnSpPr>
        <p:spPr>
          <a:xfrm rot="10800000" flipV="1">
            <a:off x="1306868" y="462469"/>
            <a:ext cx="1291954" cy="1741764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连接符: 肘形 80"/>
          <p:cNvCxnSpPr>
            <a:stCxn id="27" idx="2"/>
            <a:endCxn id="9" idx="1"/>
          </p:cNvCxnSpPr>
          <p:nvPr/>
        </p:nvCxnSpPr>
        <p:spPr>
          <a:xfrm rot="16200000" flipH="1">
            <a:off x="2441960" y="1904705"/>
            <a:ext cx="1877260" cy="4147444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连接符: 肘形 85"/>
          <p:cNvCxnSpPr>
            <a:cxnSpLocks/>
            <a:stCxn id="25" idx="1"/>
            <a:endCxn id="8" idx="3"/>
          </p:cNvCxnSpPr>
          <p:nvPr/>
        </p:nvCxnSpPr>
        <p:spPr>
          <a:xfrm rot="10800000" flipV="1">
            <a:off x="6737682" y="3425394"/>
            <a:ext cx="1572119" cy="2461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连接符: 肘形 100"/>
          <p:cNvCxnSpPr>
            <a:stCxn id="9" idx="3"/>
            <a:endCxn id="28" idx="2"/>
          </p:cNvCxnSpPr>
          <p:nvPr/>
        </p:nvCxnSpPr>
        <p:spPr>
          <a:xfrm flipV="1">
            <a:off x="6737681" y="3039797"/>
            <a:ext cx="4147452" cy="1877260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连接符: 肘形 103"/>
          <p:cNvCxnSpPr>
            <a:stCxn id="5" idx="3"/>
            <a:endCxn id="28" idx="0"/>
          </p:cNvCxnSpPr>
          <p:nvPr/>
        </p:nvCxnSpPr>
        <p:spPr>
          <a:xfrm>
            <a:off x="9593169" y="462469"/>
            <a:ext cx="1291964" cy="1741764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15" idx="1"/>
            <a:endCxn id="6" idx="3"/>
          </p:cNvCxnSpPr>
          <p:nvPr/>
        </p:nvCxnSpPr>
        <p:spPr>
          <a:xfrm flipH="1">
            <a:off x="3882191" y="2269591"/>
            <a:ext cx="1333088" cy="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流程图: 决策 1"/>
          <p:cNvSpPr/>
          <p:nvPr/>
        </p:nvSpPr>
        <p:spPr>
          <a:xfrm>
            <a:off x="2605405" y="3206750"/>
            <a:ext cx="1276985" cy="4699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开展</a:t>
            </a:r>
          </a:p>
        </p:txBody>
      </p:sp>
      <p:cxnSp>
        <p:nvCxnSpPr>
          <p:cNvPr id="3" name="直接连接符 2"/>
          <p:cNvCxnSpPr>
            <a:stCxn id="2" idx="3"/>
            <a:endCxn id="8" idx="1"/>
          </p:cNvCxnSpPr>
          <p:nvPr/>
        </p:nvCxnSpPr>
        <p:spPr>
          <a:xfrm flipV="1">
            <a:off x="3882390" y="3428365"/>
            <a:ext cx="1571625" cy="133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2" idx="0"/>
            <a:endCxn id="6" idx="2"/>
          </p:cNvCxnSpPr>
          <p:nvPr/>
        </p:nvCxnSpPr>
        <p:spPr>
          <a:xfrm flipH="1" flipV="1">
            <a:off x="3240405" y="2518410"/>
            <a:ext cx="3810" cy="68834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B05F188C-2731-E718-B5D1-9E15F12E5A94}"/>
              </a:ext>
            </a:extLst>
          </p:cNvPr>
          <p:cNvCxnSpPr>
            <a:cxnSpLocks/>
            <a:stCxn id="25" idx="0"/>
            <a:endCxn id="7" idx="2"/>
          </p:cNvCxnSpPr>
          <p:nvPr/>
        </p:nvCxnSpPr>
        <p:spPr>
          <a:xfrm flipV="1">
            <a:off x="8951485" y="2518247"/>
            <a:ext cx="9" cy="6318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9AA0B78-B75E-2B77-7301-D855C1FFA589}"/>
              </a:ext>
            </a:extLst>
          </p:cNvPr>
          <p:cNvSpPr/>
          <p:nvPr/>
        </p:nvSpPr>
        <p:spPr>
          <a:xfrm>
            <a:off x="8309800" y="6153805"/>
            <a:ext cx="1283369" cy="497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教务</a:t>
            </a:r>
            <a:endParaRPr lang="zh-CN" alt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a8c9ac9d-70e6-4e9c-a396-3d3048e63fd4"/>
  <p:tag name="COMMONDATA" val="eyJoZGlkIjoiMDc0MGM2ODk0OWY3YzkwNDk1YTkwOTAwZDAxZGMxYz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 Light</vt:lpstr>
      <vt:lpstr>Arial</vt:lpstr>
      <vt:lpstr>等线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江涛</dc:creator>
  <cp:lastModifiedBy>江涛 刘</cp:lastModifiedBy>
  <cp:revision>4</cp:revision>
  <dcterms:created xsi:type="dcterms:W3CDTF">2023-07-01T04:00:00Z</dcterms:created>
  <dcterms:modified xsi:type="dcterms:W3CDTF">2024-05-25T10:27:38Z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08C0DB542528409EA643DAED91A0239C_12</vt:lpwstr>
  </property>
  <property fmtid="{D5CDD505-2E9C-101B-9397-08002B2CF9AE}" pid="3" name="KSOProductBuildVer">
    <vt:lpwstr>2052-11.1.0.14309</vt:lpwstr>
  </property>
</Properties>
</file>