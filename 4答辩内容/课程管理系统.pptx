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heme/themeOverride2.xml" ContentType="application/vnd.openxmlformats-officedocument.themeOverr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heme/themeOverride3.xml" ContentType="application/vnd.openxmlformats-officedocument.themeOverr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heme/themeOverride4.xml" ContentType="application/vnd.openxmlformats-officedocument.themeOverride+xml"/>
  <Override PartName="/ppt/notesSlides/notesSlide26.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notesSlides/notesSlide30.xml" ContentType="application/vnd.openxmlformats-officedocument.presentationml.notesSlide+xml"/>
  <Override PartName="/ppt/tags/tag26.xml" ContentType="application/vnd.openxmlformats-officedocument.presentationml.tags+xml"/>
  <Override PartName="/ppt/notesSlides/notesSlide31.xml" ContentType="application/vnd.openxmlformats-officedocument.presentationml.notesSlide+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heme/themeOverride5.xml" ContentType="application/vnd.openxmlformats-officedocument.themeOverr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99"/>
  </p:notesMasterIdLst>
  <p:sldIdLst>
    <p:sldId id="256" r:id="rId5"/>
    <p:sldId id="274" r:id="rId6"/>
    <p:sldId id="258" r:id="rId7"/>
    <p:sldId id="398" r:id="rId8"/>
    <p:sldId id="291" r:id="rId9"/>
    <p:sldId id="297" r:id="rId10"/>
    <p:sldId id="298" r:id="rId11"/>
    <p:sldId id="289" r:id="rId12"/>
    <p:sldId id="290" r:id="rId13"/>
    <p:sldId id="403" r:id="rId14"/>
    <p:sldId id="292" r:id="rId15"/>
    <p:sldId id="400" r:id="rId16"/>
    <p:sldId id="277" r:id="rId17"/>
    <p:sldId id="402" r:id="rId18"/>
    <p:sldId id="401" r:id="rId19"/>
    <p:sldId id="410" r:id="rId20"/>
    <p:sldId id="1677" r:id="rId21"/>
    <p:sldId id="279" r:id="rId22"/>
    <p:sldId id="1692" r:id="rId23"/>
    <p:sldId id="294" r:id="rId24"/>
    <p:sldId id="1653" r:id="rId25"/>
    <p:sldId id="295" r:id="rId26"/>
    <p:sldId id="287" r:id="rId27"/>
    <p:sldId id="302" r:id="rId28"/>
    <p:sldId id="284" r:id="rId29"/>
    <p:sldId id="1648" r:id="rId30"/>
    <p:sldId id="1649" r:id="rId31"/>
    <p:sldId id="261" r:id="rId32"/>
    <p:sldId id="293" r:id="rId33"/>
    <p:sldId id="1681" r:id="rId34"/>
    <p:sldId id="1675" r:id="rId35"/>
    <p:sldId id="1683" r:id="rId36"/>
    <p:sldId id="1655" r:id="rId37"/>
    <p:sldId id="1684" r:id="rId38"/>
    <p:sldId id="1656" r:id="rId39"/>
    <p:sldId id="1685" r:id="rId40"/>
    <p:sldId id="1686" r:id="rId41"/>
    <p:sldId id="1687" r:id="rId42"/>
    <p:sldId id="1688" r:id="rId43"/>
    <p:sldId id="1689" r:id="rId44"/>
    <p:sldId id="1690" r:id="rId45"/>
    <p:sldId id="1691" r:id="rId46"/>
    <p:sldId id="1654" r:id="rId47"/>
    <p:sldId id="1650" r:id="rId48"/>
    <p:sldId id="1651" r:id="rId49"/>
    <p:sldId id="1652" r:id="rId50"/>
    <p:sldId id="1657" r:id="rId51"/>
    <p:sldId id="1661" r:id="rId52"/>
    <p:sldId id="1662" r:id="rId53"/>
    <p:sldId id="1663" r:id="rId54"/>
    <p:sldId id="266" r:id="rId55"/>
    <p:sldId id="257" r:id="rId56"/>
    <p:sldId id="1664" r:id="rId57"/>
    <p:sldId id="259" r:id="rId58"/>
    <p:sldId id="263" r:id="rId59"/>
    <p:sldId id="260" r:id="rId60"/>
    <p:sldId id="1665" r:id="rId61"/>
    <p:sldId id="1659" r:id="rId62"/>
    <p:sldId id="433" r:id="rId63"/>
    <p:sldId id="434" r:id="rId64"/>
    <p:sldId id="435" r:id="rId65"/>
    <p:sldId id="437" r:id="rId66"/>
    <p:sldId id="436" r:id="rId67"/>
    <p:sldId id="432" r:id="rId68"/>
    <p:sldId id="428" r:id="rId69"/>
    <p:sldId id="429" r:id="rId70"/>
    <p:sldId id="430" r:id="rId71"/>
    <p:sldId id="431" r:id="rId72"/>
    <p:sldId id="1660" r:id="rId73"/>
    <p:sldId id="1676" r:id="rId74"/>
    <p:sldId id="1666" r:id="rId75"/>
    <p:sldId id="1667" r:id="rId76"/>
    <p:sldId id="1668" r:id="rId77"/>
    <p:sldId id="1669" r:id="rId78"/>
    <p:sldId id="264" r:id="rId79"/>
    <p:sldId id="1670" r:id="rId80"/>
    <p:sldId id="1671" r:id="rId81"/>
    <p:sldId id="269" r:id="rId82"/>
    <p:sldId id="267" r:id="rId83"/>
    <p:sldId id="270" r:id="rId84"/>
    <p:sldId id="268" r:id="rId85"/>
    <p:sldId id="271" r:id="rId86"/>
    <p:sldId id="273" r:id="rId87"/>
    <p:sldId id="272" r:id="rId88"/>
    <p:sldId id="1672" r:id="rId89"/>
    <p:sldId id="1682" r:id="rId90"/>
    <p:sldId id="283" r:id="rId91"/>
    <p:sldId id="1673" r:id="rId92"/>
    <p:sldId id="1678" r:id="rId93"/>
    <p:sldId id="1694" r:id="rId94"/>
    <p:sldId id="299" r:id="rId95"/>
    <p:sldId id="1679" r:id="rId96"/>
    <p:sldId id="1680" r:id="rId97"/>
    <p:sldId id="1674" r:id="rId98"/>
  </p:sldIdLst>
  <p:sldSz cx="12192000" cy="6858000"/>
  <p:notesSz cx="6858000" cy="9144000"/>
  <p:custDataLst>
    <p:tags r:id="rId10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24582"/>
    <a:srgbClr val="BFBFBF"/>
    <a:srgbClr val="FFFFFF"/>
    <a:srgbClr val="7F7F7F"/>
    <a:srgbClr val="0062A4"/>
    <a:srgbClr val="124682"/>
    <a:srgbClr val="124683"/>
    <a:srgbClr val="00728F"/>
    <a:srgbClr val="000000"/>
    <a:srgbClr val="01367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83" autoAdjust="0"/>
    <p:restoredTop sz="94370" autoAdjust="0"/>
  </p:normalViewPr>
  <p:slideViewPr>
    <p:cSldViewPr snapToGrid="0">
      <p:cViewPr varScale="1">
        <p:scale>
          <a:sx n="86" d="100"/>
          <a:sy n="86" d="100"/>
        </p:scale>
        <p:origin x="518" y="67"/>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viewProps" Target="viewProps.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103"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notesMaster" Target="notesMasters/notesMaster1.xml"/><Relationship Id="rId10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tableStyles" Target="tableStyle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tags" Target="tags/tag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3" Type="http://schemas.openxmlformats.org/officeDocument/2006/relationships/customXml" Target="../customXml/item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7-09T06:19:14.209"/>
    </inkml:context>
    <inkml:brush xml:id="br0">
      <inkml:brushProperty name="width" value="0.35" units="cm"/>
      <inkml:brushProperty name="height" value="0.35" units="cm"/>
      <inkml:brushProperty name="color" value="#FFFFFF"/>
    </inkml:brush>
  </inkml:definitions>
  <inkml:trace contextRef="#ctx0" brushRef="#br0">0 184 24575,'0'0'0,"1"-1"0,-1 0 0,1 1 0,-1-1 0,0 0 0,1 1 0,-1-1 0,1 1 0,0-1 0,-1 0 0,1 1 0,-1-1 0,1 1 0,0 0 0,-1-1 0,1 1 0,0 0 0,0-1 0,-1 1 0,1 0 0,0 0 0,0-1 0,-1 1 0,1 0 0,1 0 0,26-4 0,226 8 0,-133 1 0,921 2 0,-743-8 0,-119 10 0,222 37 0,15 3 0,-276-43 0,62 6 0,-84 2 0,338 38 0,6-27 0,-255-13 0,-5-1 0,-58-12 0,232-31 0,-303 20 0,-1-3 0,0-4 0,-1-2 0,130-59 0,-188 73 0,9-4 0,34-21 0,-52 29 0,-1 0 0,0 0 0,0 0 0,-1 0 0,1-1 0,-1 1 0,1-1 0,-1 0 0,0 0 0,0 0 0,-1 0 0,0-1 0,1 1 0,1-8 0,-3 10 0,-2 0 0,1 0 0,0 0 0,0 0 0,0 0 0,-1 0 0,1 0 0,-1 0 0,0 0 0,0 0 0,1 0 0,-1 1 0,0-1 0,-1 0 0,1 0 0,0 1 0,0-1 0,-1 1 0,1-1 0,-1 1 0,1 0 0,-1-1 0,1 1 0,-1 0 0,0 0 0,0 0 0,0 0 0,0 1 0,-3-2 0,-7-3 0,0 1 0,0 0 0,-17-3 0,-55-7 0,-145-6 0,-85 20 0,155 2 0,-572-17 0,-87 4 0,581 11 0,228 2 0,23 3 0,28 3 0,922 96 0,-423-92 0,-534-12 0,-1 0 0,0 0 0,0 1 0,1 0 0,-1 0 0,0 0 0,11 5 0,-17-6 0,0 0 0,0 0 0,0 0 0,0 0 0,0 0 0,-1 0 0,1 0 0,0 0 0,0 0 0,0 0 0,0 0 0,0 0 0,0 1 0,0-1 0,0 0 0,0 0 0,-1 0 0,1 0 0,0 0 0,0 0 0,0 0 0,0 0 0,0 0 0,0 0 0,0 1 0,0-1 0,0 0 0,0 0 0,0 0 0,0 0 0,0 0 0,0 0 0,0 0 0,0 1 0,0-1 0,0 0 0,0 0 0,0 0 0,0 0 0,0 0 0,0 0 0,0 0 0,0 1 0,0-1 0,0 0 0,0 0 0,0 0 0,0 0 0,0 0 0,0 0 0,0 0 0,1 0 0,-1 0 0,0 1 0,0-1 0,0 0 0,0 0 0,0 0 0,0 0 0,0 0 0,0 0 0,1 0 0,-20 4 0,-26 1 0,-503-16 0,2-42 0,326 30 0,-45-11 0,241 29 0,46 2 0,294 15 0,-84-1 0,-31-7-1365,-132-4-5461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7-09T06:19:14.210"/>
    </inkml:context>
    <inkml:brush xml:id="br0">
      <inkml:brushProperty name="width" value="0.35" units="cm"/>
      <inkml:brushProperty name="height" value="0.35" units="cm"/>
      <inkml:brushProperty name="color" value="#FFFFFF"/>
    </inkml:brush>
  </inkml:definitions>
  <inkml:trace contextRef="#ctx0" brushRef="#br0">636 631 24575,'0'2'0,"1"0"0,-1-1 0,1 1 0,-1 0 0,1-1 0,0 1 0,0 0 0,0-1 0,-1 1 0,1-1 0,1 1 0,-1-1 0,0 0 0,0 1 0,2 0 0,26 21 0,-23-18 0,31 20 0,2-1 0,1-3 0,0 0 0,56 18 0,177 47 0,-264-84 0,168 44 0,217 25 0,189-7 0,-430-50 0,274 21 0,173 18 0,-423-33 0,226 31 0,-351-39 0,-51-12 0,-1 0 0,0 0 0,0 0 0,0 0 0,0 0 0,0 0 0,0 0 0,0 1 0,0-1 0,1 0 0,-1 0 0,0 0 0,0 0 0,0 0 0,0 0 0,0 0 0,0 0 0,0 0 0,0 0 0,1 0 0,-1 0 0,0 0 0,0 0 0,0 0 0,0 1 0,0-1 0,0 0 0,0 0 0,0 0 0,0 0 0,0 0 0,0 0 0,0 0 0,0 0 0,0 1 0,0-1 0,0 0 0,0 0 0,0 0 0,0 0 0,0 0 0,0 0 0,0 0 0,0 0 0,0 1 0,0-1 0,0 0 0,0 0 0,0 0 0,0 0 0,0 0 0,0 0 0,0 0 0,0 0 0,0 1 0,0-1 0,0 0 0,-1 0 0,1 0 0,0 0 0,0 0 0,0 0 0,0 0 0,0 0 0,-17 4 0,-205-5 0,184-1 0,-207-10 0,-2021-74-2721,2243 86 2686,-173-10-4,183 7 39,21 0 0,32 0 0,789-3 626,-503 7-475,741 0-74,-960-3 234,-84-3-243,-23 5-67,0 0-1,0 0 0,0 0 0,0 0 0,1 0 0,-1 0 1,0 0-1,0 0 0,0-1 0,0 1 0,0 0 0,0 0 1,1 0-1,-1 0 0,0 0 0,0 0 0,0-1 0,0 1 1,0 0-1,0 0 0,0 0 0,0 0 0,0-1 0,0 1 1,0 0-1,0 0 0,0 0 0,0 0 0,0-1 0,0 1 1,0 0-1,0 0 0,0 0 0,0 0 0,0-1 0,0 1 1,0 0-1,0 0 0,0 0 0,0 0 0,0-1 0,0 1 1,0 0-1,0 0 0,-1 0 0,1 0 0,0 0 0,0 0 1,0-1-1,0 1 0,0 0 0,-1 0 0,1 0 0,0 0 1,0 0-1,0 0 0,0 0 0,-1 0 0,-9-5 0,-1 1 0,0 0 0,-1 1 0,-17-3 0,-952-120-936,247 83 137,111 9 1019,5-33-118,485 44-142,-168-50 0,227 46 204,51 13 230,22 13-375,1 1 0,-1-1 0,1 1 1,-1-1-1,1 1 0,-1-1 0,1 1 0,0-1 0,-1 0 0,1 1 0,0-1 0,-1 1 0,1-1 1,0 0-1,0 1 0,0-1 0,0 0 0,-1 0 0,1 1 0,0-1 0,1 0 0,0-2 24,0 1 0,1 0-1,-1 0 1,1 0-1,0 0 1,0 0-1,-1 0 1,1 0 0,1 1-1,-1-1 1,0 1-1,0-1 1,0 1 0,1 0-1,-1 0 1,1 0-1,2-1 1,52-18 244,0 2-1,2 2 1,70-9-1,138-16-408,507-22-1717,6 36 146,-386 16 1443,-280 5 250,-99 3 0,-29 0 0,-223-8 0,141 8 0,-215-5-86,-1346-30 545,1602 37-244,-10 1-61,-97-14 1,156 13-155,0 0 0,-1 0 0,1-1 0,0 0 0,0 0 0,-10-6 0,15 8 0,1 0 0,-1-1 0,1 1 0,-1 0 0,1-1 0,-1 1 0,1 0 0,-1-1 0,1 1 0,0-1 0,-1 1 0,1-1 0,0 1 0,-1-1 0,1 1 0,0-1 0,0 1 0,-1-1 0,1 1 0,0-1 0,0 1 0,0-1 0,0 0 0,0 1 0,0-1 0,0 1 0,0-1 0,0 1 0,0-1 0,0 0 0,0 1 0,0-1 0,1 1 0,-1-1 0,0 1 0,0-1 0,1 1 0,-1-1 0,0 1 0,0-1 0,1 1 0,-1-1 0,1 0 0,4-3 23,-1 0 0,1 0 0,-1 0 0,1 1 0,0 0 0,0 0 0,1 0 0,-1 0 0,8-2 0,65-18 667,-72 21-627,542-101 1226,-455 89-1340,1247-125-523,-1215 138 574,-118 1 0,0 0 0,0 1 0,-1 0 0,1 0 0,0 0 0,8 4 0,-15-5 0,0 0 0,1 0 0,-1 0 0,0 0 0,0 0 0,0 0 0,1 1 0,-1-1 0,0 0 0,0 0 0,1 0 0,-1 1 0,0-1 0,0 0 0,0 0 0,0 0 0,1 1 0,-1-1 0,0 0 0,0 0 0,0 1 0,0-1 0,0 0 0,0 0 0,0 1 0,0-1 0,0 0 0,0 0 0,0 1 0,0-1 0,0 0 0,0 1 0,0-1 0,0 0 0,-11 11 0,-17 1 0,0 0 0,-1-2 0,0-1 0,-45 8 0,67-15 0,-209 37 454,-368 21 0,486-53 64,57-1-408,82 1-132,757 39-634,8-36-71,-746-9 721,244-1 6,-264 0 0,-81-1 0,31 1 1,-1069 20 885,1014-11-451,48-3-368,17-6-66,0 1-1,0-1 0,0 0 1,0 0-1,0 0 1,0 0-1,-1 0 0,1 0 1,0 1-1,0-1 0,0 0 1,0 0-1,0 0 1,0 0-1,0 1 0,0-1 1,0 0-1,0 0 1,0 0-1,0 0 0,0 1 1,0-1-1,0 0 0,0 0 1,0 0-1,0 1 1,0-1-1,0 0 0,0 0 1,0 0-1,0 0 1,1 0-1,-1 1 0,0-1 1,0 0-1,0 0 0,0 0 1,0 0-1,0 0 1,0 0-1,1 1 0,-1-1 1,0 0-1,30 10-17,46 3 17,130 4 0,-116-12 0,858 60-1365,-875-61-5461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7-09T06:19:14.211"/>
    </inkml:context>
    <inkml:brush xml:id="br0">
      <inkml:brushProperty name="width" value="0.35" units="cm"/>
      <inkml:brushProperty name="height" value="0.35" units="cm"/>
      <inkml:brushProperty name="color" value="#FFFFFF"/>
    </inkml:brush>
  </inkml:definitions>
  <inkml:trace contextRef="#ctx0" brushRef="#br0">345 4 24575,'-91'-1'0,"23"-1"0,-93 9 0,139 0 0,22-7 0,-1 0 0,1 0 0,0 0 0,0 1 0,0-1 0,0 0 0,0 0 0,-1 0 0,1 1 0,0-1 0,0 0 0,0 0 0,0 0 0,0 1 0,0-1 0,0 0 0,0 0 0,0 0 0,0 1 0,0-1 0,0 0 0,0 0 0,0 0 0,0 1 0,0-1 0,0 0 0,0 0 0,0 0 0,0 1 0,0-1 0,0 0 0,0 0 0,1 0 0,-1 1 0,0-1 0,0 0 0,0 0 0,0 0 0,0 0 0,0 1 0,1-1 0,-1 0 0,0 0 0,0 0 0,1 0 0,3 3 0,1 0 0,0-1 0,0 1 0,0-1 0,10 2 0,643 139-79,-582-130-6,846 112-453,7-54 245,-696-63 457,-894-49 551,536 31-752,-282-26-359,-213-15 29,868 53 1131,782 52-1966,-344-12 694,-352-29 157,-289-11 351,-84-1 0,-1024-56 43,5-85-1,980 124-42,77 16 0,0 0 0,0-1 0,0 1 0,0 0 0,1 0 0,-1-1 0,0 1 0,0-1 0,0 1 0,1-1 0,-1 1 0,0-1 0,0 1 0,1-1 0,-1 0 0,1 1 0,-1-1 0,1 0 0,-2-1 0,2 2 0,0-1 0,0 1 0,1-1 0,-1 1 0,0-1 0,0 1 0,0-1 0,0 1 0,1-1 0,-1 1 0,0 0 0,0-1 0,1 1 0,-1-1 0,0 1 0,1 0 0,-1-1 0,1 1 0,-1 0 0,0-1 0,1 1 0,-1 0 0,1-1 0,0 1 0,39-16 0,50-8-1,0 5-1,94-8 1,195-5 66,333 6 303,-593 30-121,-89 3-185,-30-7-61,1 0-1,-1 0 1,1 0-1,-1 0 1,0 1-1,1-1 1,-1 0-1,0 0 1,1 0-1,-1 1 1,0-1-1,1 0 1,-1 0-1,0 1 1,1-1-1,-1 0 1,0 1-1,0-1 1,1 0 0,-1 1-1,0-1 1,0 0-1,0 1 1,0-1-1,0 1 1,1-1-1,-1 0 1,0 1-1,0 0 1,-2 1-2,1-1 0,0 1 0,-1 0 0,0-1 0,1 1 0,-1-1 0,0 1 0,0-1 0,0 0 0,0 0 0,0 0 0,0 0 0,0 0 0,0 0 0,-3 0 0,-36 13 154,-1-3-1,0-1 1,-75 8-1,-137-1 560,59-15-2009</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6D8963-CFCD-4740-AF60-049850373CDF}" type="datetimeFigureOut">
              <a:rPr lang="zh-CN" altLang="en-US" smtClean="0"/>
              <a:t>2023/7/10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E6FDB6-6D2B-46C1-9FA1-D82906A37C3A}"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大家好！我们的项目名称是</a:t>
            </a:r>
            <a:r>
              <a:rPr lang="en-US" altLang="zh-CN" dirty="0"/>
              <a:t>《</a:t>
            </a:r>
            <a:r>
              <a:rPr lang="zh-CN" altLang="en-US" dirty="0"/>
              <a:t>基于</a:t>
            </a:r>
            <a:r>
              <a:rPr lang="en-US" altLang="zh-CN" dirty="0"/>
              <a:t>Spring Boot </a:t>
            </a:r>
            <a:r>
              <a:rPr lang="zh-CN" altLang="en-US" dirty="0"/>
              <a:t>与 </a:t>
            </a:r>
            <a:r>
              <a:rPr lang="en-US" altLang="zh-CN" dirty="0"/>
              <a:t>Vue </a:t>
            </a:r>
            <a:r>
              <a:rPr lang="zh-CN" altLang="en-US" dirty="0"/>
              <a:t>的课程管理系统重构与实现</a:t>
            </a:r>
            <a:r>
              <a:rPr lang="en-US" altLang="zh-CN" dirty="0"/>
              <a:t>》</a:t>
            </a:r>
            <a:r>
              <a:rPr lang="zh-CN" altLang="en-US" dirty="0"/>
              <a:t>。</a:t>
            </a:r>
          </a:p>
        </p:txBody>
      </p:sp>
      <p:sp>
        <p:nvSpPr>
          <p:cNvPr id="4" name="灯片编号占位符 3"/>
          <p:cNvSpPr>
            <a:spLocks noGrp="1"/>
          </p:cNvSpPr>
          <p:nvPr>
            <p:ph type="sldNum" sz="quarter" idx="5"/>
          </p:nvPr>
        </p:nvSpPr>
        <p:spPr/>
        <p:txBody>
          <a:bodyPr/>
          <a:lstStyle/>
          <a:p>
            <a:fld id="{E9E6FDB6-6D2B-46C1-9FA1-D82906A37C3A}"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下面我们将按照以下项目概述、功能演示、个人陈述和项目总结四部分展开项目答辩。（读慢点）</a:t>
            </a:r>
          </a:p>
        </p:txBody>
      </p:sp>
      <p:sp>
        <p:nvSpPr>
          <p:cNvPr id="4" name="灯片编号占位符 3"/>
          <p:cNvSpPr>
            <a:spLocks noGrp="1"/>
          </p:cNvSpPr>
          <p:nvPr>
            <p:ph type="sldNum" sz="quarter" idx="5"/>
          </p:nvPr>
        </p:nvSpPr>
        <p:spPr/>
        <p:txBody>
          <a:bodyPr/>
          <a:lstStyle/>
          <a:p>
            <a:fld id="{E9E6FDB6-6D2B-46C1-9FA1-D82906A37C3A}" type="slidenum">
              <a:rPr lang="zh-CN" altLang="en-US" smtClean="0"/>
              <a:t>2</a:t>
            </a:fld>
            <a:endParaRPr lang="zh-CN" altLang="en-US"/>
          </a:p>
        </p:txBody>
      </p:sp>
    </p:spTree>
    <p:extLst>
      <p:ext uri="{BB962C8B-B14F-4D97-AF65-F5344CB8AC3E}">
        <p14:creationId xmlns:p14="http://schemas.microsoft.com/office/powerpoint/2010/main" val="26101815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第一部分项目概述。</a:t>
            </a:r>
          </a:p>
        </p:txBody>
      </p:sp>
      <p:sp>
        <p:nvSpPr>
          <p:cNvPr id="4" name="灯片编号占位符 3"/>
          <p:cNvSpPr>
            <a:spLocks noGrp="1"/>
          </p:cNvSpPr>
          <p:nvPr>
            <p:ph type="sldNum" sz="quarter" idx="5"/>
          </p:nvPr>
        </p:nvSpPr>
        <p:spPr/>
        <p:txBody>
          <a:bodyPr/>
          <a:lstStyle/>
          <a:p>
            <a:fld id="{E9E6FDB6-6D2B-46C1-9FA1-D82906A37C3A}" type="slidenum">
              <a:rPr lang="zh-CN" altLang="en-US" smtClean="0"/>
              <a:t>3</a:t>
            </a:fld>
            <a:endParaRPr lang="zh-CN" altLang="en-US"/>
          </a:p>
        </p:txBody>
      </p:sp>
    </p:spTree>
    <p:extLst>
      <p:ext uri="{BB962C8B-B14F-4D97-AF65-F5344CB8AC3E}">
        <p14:creationId xmlns:p14="http://schemas.microsoft.com/office/powerpoint/2010/main" val="14578908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我们的课程系统是前后端开发分离的系统，其中前端主要使用</a:t>
            </a:r>
            <a:r>
              <a:rPr lang="en-US" altLang="zh-CN" dirty="0"/>
              <a:t>Vue</a:t>
            </a:r>
            <a:r>
              <a:rPr lang="zh-CN" altLang="en-US" dirty="0"/>
              <a:t>进行开发，后端主要使用</a:t>
            </a:r>
            <a:r>
              <a:rPr lang="en-US" altLang="zh-CN" dirty="0"/>
              <a:t>Spring Boot</a:t>
            </a:r>
            <a:r>
              <a:rPr lang="zh-CN" altLang="en-US" dirty="0"/>
              <a:t>进行开发，主要平台是</a:t>
            </a:r>
            <a:r>
              <a:rPr lang="en-US" altLang="zh-CN" dirty="0"/>
              <a:t>Web</a:t>
            </a:r>
            <a:r>
              <a:rPr lang="zh-CN" altLang="en-US" dirty="0"/>
              <a:t>端服务。</a:t>
            </a:r>
          </a:p>
        </p:txBody>
      </p:sp>
      <p:sp>
        <p:nvSpPr>
          <p:cNvPr id="4" name="灯片编号占位符 3"/>
          <p:cNvSpPr>
            <a:spLocks noGrp="1"/>
          </p:cNvSpPr>
          <p:nvPr>
            <p:ph type="sldNum" sz="quarter" idx="5"/>
          </p:nvPr>
        </p:nvSpPr>
        <p:spPr/>
        <p:txBody>
          <a:bodyPr/>
          <a:lstStyle/>
          <a:p>
            <a:fld id="{2B735503-9D21-443F-BC18-5459550EB72F}" type="slidenum">
              <a:rPr lang="zh-CN" altLang="en-US" smtClean="0"/>
              <a:t>4</a:t>
            </a:fld>
            <a:endParaRPr lang="zh-CN" altLang="en-US"/>
          </a:p>
        </p:txBody>
      </p:sp>
    </p:spTree>
    <p:extLst>
      <p:ext uri="{BB962C8B-B14F-4D97-AF65-F5344CB8AC3E}">
        <p14:creationId xmlns:p14="http://schemas.microsoft.com/office/powerpoint/2010/main" val="35853853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我们需要更加便捷的方式来管理课程，因此我们做了以下需求分析。</a:t>
            </a:r>
          </a:p>
        </p:txBody>
      </p:sp>
      <p:sp>
        <p:nvSpPr>
          <p:cNvPr id="4" name="灯片编号占位符 3"/>
          <p:cNvSpPr>
            <a:spLocks noGrp="1"/>
          </p:cNvSpPr>
          <p:nvPr>
            <p:ph type="sldNum" sz="quarter" idx="5"/>
          </p:nvPr>
        </p:nvSpPr>
        <p:spPr/>
        <p:txBody>
          <a:bodyPr/>
          <a:lstStyle/>
          <a:p>
            <a:fld id="{E9E6FDB6-6D2B-46C1-9FA1-D82906A37C3A}" type="slidenum">
              <a:rPr lang="zh-CN" altLang="en-US" smtClean="0"/>
              <a:t>5</a:t>
            </a:fld>
            <a:endParaRPr lang="zh-CN" altLang="en-US"/>
          </a:p>
        </p:txBody>
      </p:sp>
    </p:spTree>
    <p:extLst>
      <p:ext uri="{BB962C8B-B14F-4D97-AF65-F5344CB8AC3E}">
        <p14:creationId xmlns:p14="http://schemas.microsoft.com/office/powerpoint/2010/main" val="34027602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从用户需求、功能需求、用户界面需求与性能和数据需求四个角度出发，我们从项目需求中分析出三种角色、四大模块以及五个规范。在进行用户需求分析时，我们采用面向对象的概念来帮助理清需求之间的关系，识别出需求中的实体、属性和行为，并通过对象之间的关联和交互来满足用户需求。</a:t>
            </a:r>
          </a:p>
        </p:txBody>
      </p:sp>
      <p:sp>
        <p:nvSpPr>
          <p:cNvPr id="4" name="灯片编号占位符 3"/>
          <p:cNvSpPr>
            <a:spLocks noGrp="1"/>
          </p:cNvSpPr>
          <p:nvPr>
            <p:ph type="sldNum" sz="quarter" idx="5"/>
          </p:nvPr>
        </p:nvSpPr>
        <p:spPr/>
        <p:txBody>
          <a:bodyPr/>
          <a:lstStyle/>
          <a:p>
            <a:fld id="{E9E6FDB6-6D2B-46C1-9FA1-D82906A37C3A}" type="slidenum">
              <a:rPr lang="zh-CN" altLang="en-US" smtClean="0"/>
              <a:t>6</a:t>
            </a:fld>
            <a:endParaRPr lang="zh-CN" altLang="en-US"/>
          </a:p>
        </p:txBody>
      </p:sp>
    </p:spTree>
    <p:extLst>
      <p:ext uri="{BB962C8B-B14F-4D97-AF65-F5344CB8AC3E}">
        <p14:creationId xmlns:p14="http://schemas.microsoft.com/office/powerpoint/2010/main" val="2661612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依照用户需求我们分离出三种角色。</a:t>
            </a:r>
          </a:p>
        </p:txBody>
      </p:sp>
      <p:sp>
        <p:nvSpPr>
          <p:cNvPr id="4" name="灯片编号占位符 3"/>
          <p:cNvSpPr>
            <a:spLocks noGrp="1"/>
          </p:cNvSpPr>
          <p:nvPr>
            <p:ph type="sldNum" sz="quarter" idx="5"/>
          </p:nvPr>
        </p:nvSpPr>
        <p:spPr/>
        <p:txBody>
          <a:bodyPr/>
          <a:lstStyle/>
          <a:p>
            <a:fld id="{E9E6FDB6-6D2B-46C1-9FA1-D82906A37C3A}" type="slidenum">
              <a:rPr lang="zh-CN" altLang="en-US" smtClean="0"/>
              <a:t>7</a:t>
            </a:fld>
            <a:endParaRPr lang="zh-CN" altLang="en-US"/>
          </a:p>
        </p:txBody>
      </p:sp>
    </p:spTree>
    <p:extLst>
      <p:ext uri="{BB962C8B-B14F-4D97-AF65-F5344CB8AC3E}">
        <p14:creationId xmlns:p14="http://schemas.microsoft.com/office/powerpoint/2010/main" val="18060749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依照功能需求我们又总结出四大模块，对应着不同角色对于课程管理系统的统一需求。其中，登录注册界面作为系统网页入口，支持多端浏览器使用</a:t>
            </a:r>
            <a:r>
              <a:rPr lang="en-US" altLang="zh-CN" dirty="0"/>
              <a:t>……</a:t>
            </a:r>
            <a:endParaRPr lang="zh-CN" altLang="en-US" dirty="0"/>
          </a:p>
        </p:txBody>
      </p:sp>
      <p:sp>
        <p:nvSpPr>
          <p:cNvPr id="4" name="灯片编号占位符 3"/>
          <p:cNvSpPr>
            <a:spLocks noGrp="1"/>
          </p:cNvSpPr>
          <p:nvPr>
            <p:ph type="sldNum" sz="quarter" idx="5"/>
          </p:nvPr>
        </p:nvSpPr>
        <p:spPr/>
        <p:txBody>
          <a:bodyPr/>
          <a:lstStyle/>
          <a:p>
            <a:fld id="{E9E6FDB6-6D2B-46C1-9FA1-D82906A37C3A}" type="slidenum">
              <a:rPr lang="zh-CN" altLang="en-US" smtClean="0"/>
              <a:t>8</a:t>
            </a:fld>
            <a:endParaRPr lang="zh-CN" altLang="en-US"/>
          </a:p>
        </p:txBody>
      </p:sp>
    </p:spTree>
    <p:extLst>
      <p:ext uri="{BB962C8B-B14F-4D97-AF65-F5344CB8AC3E}">
        <p14:creationId xmlns:p14="http://schemas.microsoft.com/office/powerpoint/2010/main" val="2018867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在功能需求确定后我们依照用户界面需求确定了五个规范中的</a:t>
            </a:r>
            <a:r>
              <a:rPr lang="zh-CN" altLang="en-US" sz="1200" dirty="0"/>
              <a:t>功能规范和用户界面规范。我们需要完成系统功能的实现，并满足用户的交互需求，在此分析基础和规范要求之上，我们进行了页面的原型设计。以下是页面原型设计的展示。</a:t>
            </a:r>
            <a:endParaRPr lang="zh-CN" altLang="en-US" dirty="0"/>
          </a:p>
        </p:txBody>
      </p:sp>
      <p:sp>
        <p:nvSpPr>
          <p:cNvPr id="4" name="灯片编号占位符 3"/>
          <p:cNvSpPr>
            <a:spLocks noGrp="1"/>
          </p:cNvSpPr>
          <p:nvPr>
            <p:ph type="sldNum" sz="quarter" idx="5"/>
          </p:nvPr>
        </p:nvSpPr>
        <p:spPr/>
        <p:txBody>
          <a:bodyPr/>
          <a:lstStyle/>
          <a:p>
            <a:fld id="{E9E6FDB6-6D2B-46C1-9FA1-D82906A37C3A}" type="slidenum">
              <a:rPr lang="zh-CN" altLang="en-US" smtClean="0"/>
              <a:t>9</a:t>
            </a:fld>
            <a:endParaRPr lang="zh-CN" altLang="en-US"/>
          </a:p>
        </p:txBody>
      </p:sp>
    </p:spTree>
    <p:extLst>
      <p:ext uri="{BB962C8B-B14F-4D97-AF65-F5344CB8AC3E}">
        <p14:creationId xmlns:p14="http://schemas.microsoft.com/office/powerpoint/2010/main" val="28885454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通过页面原型的设计，项目的目标与方向更加明确，这也为后续项目进度的顺利推进奠定了良好的基础。</a:t>
            </a:r>
          </a:p>
        </p:txBody>
      </p:sp>
      <p:sp>
        <p:nvSpPr>
          <p:cNvPr id="4" name="灯片编号占位符 3"/>
          <p:cNvSpPr>
            <a:spLocks noGrp="1"/>
          </p:cNvSpPr>
          <p:nvPr>
            <p:ph type="sldNum" sz="quarter" idx="5"/>
          </p:nvPr>
        </p:nvSpPr>
        <p:spPr/>
        <p:txBody>
          <a:bodyPr/>
          <a:lstStyle/>
          <a:p>
            <a:fld id="{E9E6FDB6-6D2B-46C1-9FA1-D82906A37C3A}" type="slidenum">
              <a:rPr lang="zh-CN" altLang="en-US" smtClean="0"/>
              <a:t>10</a:t>
            </a:fld>
            <a:endParaRPr lang="zh-CN" altLang="en-US"/>
          </a:p>
        </p:txBody>
      </p:sp>
    </p:spTree>
    <p:extLst>
      <p:ext uri="{BB962C8B-B14F-4D97-AF65-F5344CB8AC3E}">
        <p14:creationId xmlns:p14="http://schemas.microsoft.com/office/powerpoint/2010/main" val="5448559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此之上，我们团队从性能和数据需求角度出发，分析出使系统更为可靠的性能规范以及数据安全规范，同时，为保证系统的正常开发进度，组内成员确定了系统的可维护性规范，并进一步撰写了项目的前后端编码规范。</a:t>
            </a:r>
          </a:p>
        </p:txBody>
      </p:sp>
      <p:sp>
        <p:nvSpPr>
          <p:cNvPr id="4" name="灯片编号占位符 3"/>
          <p:cNvSpPr>
            <a:spLocks noGrp="1"/>
          </p:cNvSpPr>
          <p:nvPr>
            <p:ph type="sldNum" sz="quarter" idx="5"/>
          </p:nvPr>
        </p:nvSpPr>
        <p:spPr/>
        <p:txBody>
          <a:bodyPr/>
          <a:lstStyle/>
          <a:p>
            <a:fld id="{E9E6FDB6-6D2B-46C1-9FA1-D82906A37C3A}" type="slidenum">
              <a:rPr lang="zh-CN" altLang="en-US" smtClean="0"/>
              <a:t>11</a:t>
            </a:fld>
            <a:endParaRPr lang="zh-CN" altLang="en-US"/>
          </a:p>
        </p:txBody>
      </p:sp>
    </p:spTree>
    <p:extLst>
      <p:ext uri="{BB962C8B-B14F-4D97-AF65-F5344CB8AC3E}">
        <p14:creationId xmlns:p14="http://schemas.microsoft.com/office/powerpoint/2010/main" val="25891642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团队在语言、命名、文件结构、注释、错误处理、数据库操作等方面做了细致的规则制定，确保了项目的稳定性与可维护性，也为项目扩展留下了充足的空间。</a:t>
            </a:r>
          </a:p>
        </p:txBody>
      </p:sp>
      <p:sp>
        <p:nvSpPr>
          <p:cNvPr id="4" name="灯片编号占位符 3"/>
          <p:cNvSpPr>
            <a:spLocks noGrp="1"/>
          </p:cNvSpPr>
          <p:nvPr>
            <p:ph type="sldNum" sz="quarter" idx="5"/>
          </p:nvPr>
        </p:nvSpPr>
        <p:spPr/>
        <p:txBody>
          <a:bodyPr/>
          <a:lstStyle/>
          <a:p>
            <a:fld id="{E9E6FDB6-6D2B-46C1-9FA1-D82906A37C3A}" type="slidenum">
              <a:rPr lang="zh-CN" altLang="en-US" smtClean="0"/>
              <a:t>12</a:t>
            </a:fld>
            <a:endParaRPr lang="zh-CN" altLang="en-US"/>
          </a:p>
        </p:txBody>
      </p:sp>
    </p:spTree>
    <p:extLst>
      <p:ext uri="{BB962C8B-B14F-4D97-AF65-F5344CB8AC3E}">
        <p14:creationId xmlns:p14="http://schemas.microsoft.com/office/powerpoint/2010/main" val="26551812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整个实训过程中，团队合理利用时间，有着详细的项目计划和安排。大致分为五个阶段，包括总体把握、需求分析、实现设计、开发阶段以及测试收尾。提前的总体把握对项目起着重要的宏观调控作用；有着充足思考的需求分析与方案设计确保了后续系统设计开发的顺利进行，也为实现设计和开发阶段留有了充足的准备时间。整个项目进度在宏观监督与细化工作的辅助作用下有条不紊地推进。</a:t>
            </a:r>
          </a:p>
        </p:txBody>
      </p:sp>
      <p:sp>
        <p:nvSpPr>
          <p:cNvPr id="4" name="灯片编号占位符 3"/>
          <p:cNvSpPr>
            <a:spLocks noGrp="1"/>
          </p:cNvSpPr>
          <p:nvPr>
            <p:ph type="sldNum" sz="quarter" idx="5"/>
          </p:nvPr>
        </p:nvSpPr>
        <p:spPr/>
        <p:txBody>
          <a:bodyPr/>
          <a:lstStyle/>
          <a:p>
            <a:fld id="{E9E6FDB6-6D2B-46C1-9FA1-D82906A37C3A}" type="slidenum">
              <a:rPr lang="zh-CN" altLang="en-US" smtClean="0"/>
              <a:t>13</a:t>
            </a:fld>
            <a:endParaRPr lang="zh-CN" altLang="en-US"/>
          </a:p>
        </p:txBody>
      </p:sp>
    </p:spTree>
    <p:extLst>
      <p:ext uri="{BB962C8B-B14F-4D97-AF65-F5344CB8AC3E}">
        <p14:creationId xmlns:p14="http://schemas.microsoft.com/office/powerpoint/2010/main" val="4935660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在整个项目过程中，我们项目设有文档跟踪，能够确保项目文档的有效管理和更新的过程，也为团队协作提供了良好的软件保障。</a:t>
            </a:r>
          </a:p>
        </p:txBody>
      </p:sp>
      <p:sp>
        <p:nvSpPr>
          <p:cNvPr id="4" name="灯片编号占位符 3"/>
          <p:cNvSpPr>
            <a:spLocks noGrp="1"/>
          </p:cNvSpPr>
          <p:nvPr>
            <p:ph type="sldNum" sz="quarter" idx="5"/>
          </p:nvPr>
        </p:nvSpPr>
        <p:spPr/>
        <p:txBody>
          <a:bodyPr/>
          <a:lstStyle/>
          <a:p>
            <a:fld id="{E9E6FDB6-6D2B-46C1-9FA1-D82906A37C3A}" type="slidenum">
              <a:rPr lang="zh-CN" altLang="en-US" smtClean="0"/>
              <a:t>14</a:t>
            </a:fld>
            <a:endParaRPr lang="zh-CN" altLang="en-US"/>
          </a:p>
        </p:txBody>
      </p:sp>
    </p:spTree>
    <p:extLst>
      <p:ext uri="{BB962C8B-B14F-4D97-AF65-F5344CB8AC3E}">
        <p14:creationId xmlns:p14="http://schemas.microsoft.com/office/powerpoint/2010/main" val="42172486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同时，项目团队内对团队工作和个人工作有着充分的记录工作，确保课程管理系统开发的稳步推进。</a:t>
            </a:r>
          </a:p>
        </p:txBody>
      </p:sp>
      <p:sp>
        <p:nvSpPr>
          <p:cNvPr id="4" name="灯片编号占位符 3"/>
          <p:cNvSpPr>
            <a:spLocks noGrp="1"/>
          </p:cNvSpPr>
          <p:nvPr>
            <p:ph type="sldNum" sz="quarter" idx="5"/>
          </p:nvPr>
        </p:nvSpPr>
        <p:spPr/>
        <p:txBody>
          <a:bodyPr/>
          <a:lstStyle/>
          <a:p>
            <a:fld id="{E9E6FDB6-6D2B-46C1-9FA1-D82906A37C3A}" type="slidenum">
              <a:rPr lang="zh-CN" altLang="en-US" smtClean="0"/>
              <a:t>15</a:t>
            </a:fld>
            <a:endParaRPr lang="zh-CN" altLang="en-US"/>
          </a:p>
        </p:txBody>
      </p:sp>
    </p:spTree>
    <p:extLst>
      <p:ext uri="{BB962C8B-B14F-4D97-AF65-F5344CB8AC3E}">
        <p14:creationId xmlns:p14="http://schemas.microsoft.com/office/powerpoint/2010/main" val="38209405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并且，我们有众多的文档表格成果，在开发过程中不断地完善它们。</a:t>
            </a:r>
          </a:p>
        </p:txBody>
      </p:sp>
      <p:sp>
        <p:nvSpPr>
          <p:cNvPr id="4" name="灯片编号占位符 3"/>
          <p:cNvSpPr>
            <a:spLocks noGrp="1"/>
          </p:cNvSpPr>
          <p:nvPr>
            <p:ph type="sldNum" sz="quarter" idx="5"/>
          </p:nvPr>
        </p:nvSpPr>
        <p:spPr/>
        <p:txBody>
          <a:bodyPr/>
          <a:lstStyle/>
          <a:p>
            <a:fld id="{E9E6FDB6-6D2B-46C1-9FA1-D82906A37C3A}" type="slidenum">
              <a:rPr lang="zh-CN" altLang="en-US" smtClean="0"/>
              <a:t>16</a:t>
            </a:fld>
            <a:endParaRPr lang="zh-CN" altLang="en-US"/>
          </a:p>
        </p:txBody>
      </p:sp>
    </p:spTree>
    <p:extLst>
      <p:ext uri="{BB962C8B-B14F-4D97-AF65-F5344CB8AC3E}">
        <p14:creationId xmlns:p14="http://schemas.microsoft.com/office/powerpoint/2010/main" val="21566728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在项目进度推进的过程中，团队为保障工作协调，撰写了众多开发文档。伴随着系统开发版本的更新，开发文档也在持续地迭代跟进。由于篇幅限制，其余文档在这里不做展示。</a:t>
            </a:r>
          </a:p>
        </p:txBody>
      </p:sp>
      <p:sp>
        <p:nvSpPr>
          <p:cNvPr id="4" name="灯片编号占位符 3"/>
          <p:cNvSpPr>
            <a:spLocks noGrp="1"/>
          </p:cNvSpPr>
          <p:nvPr>
            <p:ph type="sldNum" sz="quarter" idx="5"/>
          </p:nvPr>
        </p:nvSpPr>
        <p:spPr/>
        <p:txBody>
          <a:bodyPr/>
          <a:lstStyle/>
          <a:p>
            <a:fld id="{E9E6FDB6-6D2B-46C1-9FA1-D82906A37C3A}" type="slidenum">
              <a:rPr lang="zh-CN" altLang="en-US" smtClean="0"/>
              <a:t>17</a:t>
            </a:fld>
            <a:endParaRPr lang="zh-CN" altLang="en-US"/>
          </a:p>
        </p:txBody>
      </p:sp>
    </p:spTree>
    <p:extLst>
      <p:ext uri="{BB962C8B-B14F-4D97-AF65-F5344CB8AC3E}">
        <p14:creationId xmlns:p14="http://schemas.microsoft.com/office/powerpoint/2010/main" val="12773604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当然，项目的稳步推进离不开高效的团队合作。在项目中，我们临时工作室合理分工，分为</a:t>
            </a:r>
            <a:r>
              <a:rPr lang="en-US" altLang="zh-CN" dirty="0"/>
              <a:t>4</a:t>
            </a:r>
            <a:r>
              <a:rPr lang="zh-CN" altLang="en-US" dirty="0"/>
              <a:t>位前端工程师与</a:t>
            </a:r>
            <a:r>
              <a:rPr lang="en-US" altLang="zh-CN" dirty="0"/>
              <a:t>3</a:t>
            </a:r>
            <a:r>
              <a:rPr lang="zh-CN" altLang="en-US" dirty="0"/>
              <a:t>为后端工程师，</a:t>
            </a:r>
            <a:r>
              <a:rPr lang="en-US" altLang="zh-CN" dirty="0"/>
              <a:t>……</a:t>
            </a:r>
            <a:r>
              <a:rPr lang="zh-CN" altLang="en-US" dirty="0"/>
              <a:t>；我们也会开展例会，</a:t>
            </a:r>
            <a:r>
              <a:rPr lang="en-US" altLang="zh-CN" dirty="0"/>
              <a:t>……</a:t>
            </a:r>
            <a:r>
              <a:rPr lang="zh-CN" altLang="en-US" dirty="0"/>
              <a:t>；同时，我们团队互助友爱，</a:t>
            </a:r>
            <a:r>
              <a:rPr lang="en-US" altLang="zh-CN" dirty="0"/>
              <a:t>……</a:t>
            </a:r>
            <a:r>
              <a:rPr lang="zh-CN" altLang="en-US" dirty="0"/>
              <a:t>；项目团队中有着</a:t>
            </a:r>
            <a:r>
              <a:rPr lang="en-US" altLang="zh-CN" dirty="0"/>
              <a:t>……</a:t>
            </a:r>
            <a:r>
              <a:rPr lang="zh-CN" altLang="en-US" dirty="0"/>
              <a:t>，能够</a:t>
            </a:r>
            <a:r>
              <a:rPr lang="en-US" altLang="zh-CN" dirty="0"/>
              <a:t>……</a:t>
            </a:r>
            <a:r>
              <a:rPr lang="zh-CN" altLang="en-US" dirty="0"/>
              <a:t>。以上就是我们课程管理系统的项目概述。</a:t>
            </a:r>
          </a:p>
        </p:txBody>
      </p:sp>
      <p:sp>
        <p:nvSpPr>
          <p:cNvPr id="4" name="灯片编号占位符 3"/>
          <p:cNvSpPr>
            <a:spLocks noGrp="1"/>
          </p:cNvSpPr>
          <p:nvPr>
            <p:ph type="sldNum" sz="quarter" idx="5"/>
          </p:nvPr>
        </p:nvSpPr>
        <p:spPr/>
        <p:txBody>
          <a:bodyPr/>
          <a:lstStyle/>
          <a:p>
            <a:fld id="{E9E6FDB6-6D2B-46C1-9FA1-D82906A37C3A}" type="slidenum">
              <a:rPr lang="zh-CN" altLang="en-US" smtClean="0"/>
              <a:t>18</a:t>
            </a:fld>
            <a:endParaRPr lang="zh-CN" altLang="en-US"/>
          </a:p>
        </p:txBody>
      </p:sp>
    </p:spTree>
    <p:extLst>
      <p:ext uri="{BB962C8B-B14F-4D97-AF65-F5344CB8AC3E}">
        <p14:creationId xmlns:p14="http://schemas.microsoft.com/office/powerpoint/2010/main" val="39458449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fld id="{E9E6FDB6-6D2B-46C1-9FA1-D82906A37C3A}" type="slidenum">
              <a:rPr lang="zh-CN" altLang="en-US" smtClean="0"/>
              <a:t>19</a:t>
            </a:fld>
            <a:endParaRPr lang="zh-CN" altLang="en-US"/>
          </a:p>
        </p:txBody>
      </p:sp>
    </p:spTree>
    <p:extLst>
      <p:ext uri="{BB962C8B-B14F-4D97-AF65-F5344CB8AC3E}">
        <p14:creationId xmlns:p14="http://schemas.microsoft.com/office/powerpoint/2010/main" val="152379166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接下来进行第二部分</a:t>
            </a:r>
            <a:r>
              <a:rPr lang="en-US" altLang="zh-CN" dirty="0"/>
              <a:t>——</a:t>
            </a:r>
            <a:r>
              <a:rPr lang="zh-CN" altLang="en-US" dirty="0"/>
              <a:t>课程管理系统的功能演示。以下是我们项目课程系统的功能流程。</a:t>
            </a:r>
          </a:p>
        </p:txBody>
      </p:sp>
      <p:sp>
        <p:nvSpPr>
          <p:cNvPr id="4" name="灯片编号占位符 3"/>
          <p:cNvSpPr>
            <a:spLocks noGrp="1"/>
          </p:cNvSpPr>
          <p:nvPr>
            <p:ph type="sldNum" sz="quarter" idx="5"/>
          </p:nvPr>
        </p:nvSpPr>
        <p:spPr/>
        <p:txBody>
          <a:bodyPr/>
          <a:lstStyle/>
          <a:p>
            <a:fld id="{E9E6FDB6-6D2B-46C1-9FA1-D82906A37C3A}" type="slidenum">
              <a:rPr lang="zh-CN" altLang="en-US" smtClean="0"/>
              <a:t>20</a:t>
            </a:fld>
            <a:endParaRPr lang="zh-CN" altLang="en-US"/>
          </a:p>
        </p:txBody>
      </p:sp>
    </p:spTree>
    <p:extLst>
      <p:ext uri="{BB962C8B-B14F-4D97-AF65-F5344CB8AC3E}">
        <p14:creationId xmlns:p14="http://schemas.microsoft.com/office/powerpoint/2010/main" val="28725802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用户通过登录注册界面进入管理系统，从而实现不同的功能需求。下面进行具体功能描述，请稍等。</a:t>
            </a:r>
          </a:p>
        </p:txBody>
      </p:sp>
      <p:sp>
        <p:nvSpPr>
          <p:cNvPr id="4" name="灯片编号占位符 3"/>
          <p:cNvSpPr>
            <a:spLocks noGrp="1"/>
          </p:cNvSpPr>
          <p:nvPr>
            <p:ph type="sldNum" sz="quarter" idx="5"/>
          </p:nvPr>
        </p:nvSpPr>
        <p:spPr/>
        <p:txBody>
          <a:bodyPr/>
          <a:lstStyle/>
          <a:p>
            <a:fld id="{E9E6FDB6-6D2B-46C1-9FA1-D82906A37C3A}" type="slidenum">
              <a:rPr lang="zh-CN" altLang="en-US" smtClean="0"/>
              <a:t>21</a:t>
            </a:fld>
            <a:endParaRPr lang="zh-CN" altLang="en-US"/>
          </a:p>
        </p:txBody>
      </p:sp>
    </p:spTree>
    <p:extLst>
      <p:ext uri="{BB962C8B-B14F-4D97-AF65-F5344CB8AC3E}">
        <p14:creationId xmlns:p14="http://schemas.microsoft.com/office/powerpoint/2010/main" val="22564948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该课程管理系统还有具有稳定性、安全性以及可扩展性，所以在未来该系统有更多的改进方向。</a:t>
            </a:r>
          </a:p>
        </p:txBody>
      </p:sp>
      <p:sp>
        <p:nvSpPr>
          <p:cNvPr id="4" name="灯片编号占位符 3"/>
          <p:cNvSpPr>
            <a:spLocks noGrp="1"/>
          </p:cNvSpPr>
          <p:nvPr>
            <p:ph type="sldNum" sz="quarter" idx="5"/>
          </p:nvPr>
        </p:nvSpPr>
        <p:spPr/>
        <p:txBody>
          <a:bodyPr/>
          <a:lstStyle/>
          <a:p>
            <a:fld id="{E9E6FDB6-6D2B-46C1-9FA1-D82906A37C3A}" type="slidenum">
              <a:rPr lang="zh-CN" altLang="en-US" smtClean="0"/>
              <a:t>23</a:t>
            </a:fld>
            <a:endParaRPr lang="zh-CN" altLang="en-US"/>
          </a:p>
        </p:txBody>
      </p:sp>
    </p:spTree>
    <p:extLst>
      <p:ext uri="{BB962C8B-B14F-4D97-AF65-F5344CB8AC3E}">
        <p14:creationId xmlns:p14="http://schemas.microsoft.com/office/powerpoint/2010/main" val="41356316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当然，在项目中我们也遇到了多种问题，项目包含着众多的遗憾。例如：</a:t>
            </a:r>
            <a:r>
              <a:rPr lang="en-US" altLang="zh-CN" dirty="0"/>
              <a:t>……</a:t>
            </a:r>
            <a:endParaRPr lang="zh-CN" altLang="en-US" dirty="0"/>
          </a:p>
        </p:txBody>
      </p:sp>
      <p:sp>
        <p:nvSpPr>
          <p:cNvPr id="4" name="灯片编号占位符 3"/>
          <p:cNvSpPr>
            <a:spLocks noGrp="1"/>
          </p:cNvSpPr>
          <p:nvPr>
            <p:ph type="sldNum" sz="quarter" idx="5"/>
          </p:nvPr>
        </p:nvSpPr>
        <p:spPr/>
        <p:txBody>
          <a:bodyPr/>
          <a:lstStyle/>
          <a:p>
            <a:fld id="{E9E6FDB6-6D2B-46C1-9FA1-D82906A37C3A}" type="slidenum">
              <a:rPr lang="zh-CN" altLang="en-US" smtClean="0"/>
              <a:t>24</a:t>
            </a:fld>
            <a:endParaRPr lang="zh-CN" altLang="en-US"/>
          </a:p>
        </p:txBody>
      </p:sp>
    </p:spTree>
    <p:extLst>
      <p:ext uri="{BB962C8B-B14F-4D97-AF65-F5344CB8AC3E}">
        <p14:creationId xmlns:p14="http://schemas.microsoft.com/office/powerpoint/2010/main" val="328405779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但是，这也意味着我们还有更大的进步空间，我们的项目还有许多可改进方向。</a:t>
            </a:r>
          </a:p>
        </p:txBody>
      </p:sp>
      <p:sp>
        <p:nvSpPr>
          <p:cNvPr id="4" name="灯片编号占位符 3"/>
          <p:cNvSpPr>
            <a:spLocks noGrp="1"/>
          </p:cNvSpPr>
          <p:nvPr>
            <p:ph type="sldNum" sz="quarter" idx="5"/>
          </p:nvPr>
        </p:nvSpPr>
        <p:spPr/>
        <p:txBody>
          <a:bodyPr/>
          <a:lstStyle/>
          <a:p>
            <a:fld id="{E9E6FDB6-6D2B-46C1-9FA1-D82906A37C3A}" type="slidenum">
              <a:rPr lang="zh-CN" altLang="en-US" smtClean="0"/>
              <a:t>25</a:t>
            </a:fld>
            <a:endParaRPr lang="zh-CN" altLang="en-US"/>
          </a:p>
        </p:txBody>
      </p:sp>
    </p:spTree>
    <p:extLst>
      <p:ext uri="{BB962C8B-B14F-4D97-AF65-F5344CB8AC3E}">
        <p14:creationId xmlns:p14="http://schemas.microsoft.com/office/powerpoint/2010/main" val="170844041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当然，在这段实训学习过程中，我们也有着充足的收获。</a:t>
            </a:r>
          </a:p>
        </p:txBody>
      </p:sp>
      <p:sp>
        <p:nvSpPr>
          <p:cNvPr id="4" name="灯片编号占位符 3"/>
          <p:cNvSpPr>
            <a:spLocks noGrp="1"/>
          </p:cNvSpPr>
          <p:nvPr>
            <p:ph type="sldNum" sz="quarter" idx="5"/>
          </p:nvPr>
        </p:nvSpPr>
        <p:spPr/>
        <p:txBody>
          <a:bodyPr/>
          <a:lstStyle/>
          <a:p>
            <a:fld id="{E9E6FDB6-6D2B-46C1-9FA1-D82906A37C3A}" type="slidenum">
              <a:rPr lang="zh-CN" altLang="en-US" smtClean="0"/>
              <a:t>26</a:t>
            </a:fld>
            <a:endParaRPr lang="zh-CN" altLang="en-US"/>
          </a:p>
        </p:txBody>
      </p:sp>
    </p:spTree>
    <p:extLst>
      <p:ext uri="{BB962C8B-B14F-4D97-AF65-F5344CB8AC3E}">
        <p14:creationId xmlns:p14="http://schemas.microsoft.com/office/powerpoint/2010/main" val="37506858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接下来进入第三部分</a:t>
            </a:r>
            <a:r>
              <a:rPr lang="en-US" altLang="zh-CN" dirty="0"/>
              <a:t>——</a:t>
            </a:r>
            <a:r>
              <a:rPr lang="zh-CN" altLang="en-US" dirty="0"/>
              <a:t>个人陈述。</a:t>
            </a:r>
          </a:p>
        </p:txBody>
      </p:sp>
      <p:sp>
        <p:nvSpPr>
          <p:cNvPr id="4" name="灯片编号占位符 3"/>
          <p:cNvSpPr>
            <a:spLocks noGrp="1"/>
          </p:cNvSpPr>
          <p:nvPr>
            <p:ph type="sldNum" sz="quarter" idx="5"/>
          </p:nvPr>
        </p:nvSpPr>
        <p:spPr/>
        <p:txBody>
          <a:bodyPr/>
          <a:lstStyle/>
          <a:p>
            <a:fld id="{E9E6FDB6-6D2B-46C1-9FA1-D82906A37C3A}" type="slidenum">
              <a:rPr lang="zh-CN" altLang="en-US" smtClean="0"/>
              <a:t>29</a:t>
            </a:fld>
            <a:endParaRPr lang="zh-CN" altLang="en-US"/>
          </a:p>
        </p:txBody>
      </p:sp>
    </p:spTree>
    <p:extLst>
      <p:ext uri="{BB962C8B-B14F-4D97-AF65-F5344CB8AC3E}">
        <p14:creationId xmlns:p14="http://schemas.microsoft.com/office/powerpoint/2010/main" val="349721676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在项目组内，作为项目经理，我主要负责整个项目的整体把握、文档撰写、进度监督与团队协调，同时负责</a:t>
            </a:r>
            <a:r>
              <a:rPr lang="zh-CN" altLang="en-US" sz="1200" b="0" dirty="0"/>
              <a:t>设计数据库，</a:t>
            </a:r>
            <a:r>
              <a:rPr lang="zh-CN" altLang="en-US" dirty="0"/>
              <a:t>管理数据库相关内容以及后端部分中学生端功能的开发。</a:t>
            </a:r>
          </a:p>
        </p:txBody>
      </p:sp>
      <p:sp>
        <p:nvSpPr>
          <p:cNvPr id="4" name="灯片编号占位符 3"/>
          <p:cNvSpPr>
            <a:spLocks noGrp="1"/>
          </p:cNvSpPr>
          <p:nvPr>
            <p:ph type="sldNum" sz="quarter" idx="5"/>
          </p:nvPr>
        </p:nvSpPr>
        <p:spPr/>
        <p:txBody>
          <a:bodyPr/>
          <a:lstStyle/>
          <a:p>
            <a:fld id="{E9E6FDB6-6D2B-46C1-9FA1-D82906A37C3A}" type="slidenum">
              <a:rPr lang="zh-CN" altLang="en-US" smtClean="0"/>
              <a:t>89</a:t>
            </a:fld>
            <a:endParaRPr lang="zh-CN" altLang="en-US"/>
          </a:p>
        </p:txBody>
      </p:sp>
    </p:spTree>
    <p:extLst>
      <p:ext uri="{BB962C8B-B14F-4D97-AF65-F5344CB8AC3E}">
        <p14:creationId xmlns:p14="http://schemas.microsoft.com/office/powerpoint/2010/main" val="12893138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我们最终的数据库</a:t>
            </a:r>
            <a:r>
              <a:rPr lang="en-US" altLang="zh-CN" dirty="0"/>
              <a:t>E-R</a:t>
            </a:r>
            <a:r>
              <a:rPr lang="zh-CN" altLang="en-US" dirty="0"/>
              <a:t>模型如图所示。总共有</a:t>
            </a:r>
            <a:r>
              <a:rPr lang="en-US" altLang="zh-CN" dirty="0"/>
              <a:t>9</a:t>
            </a:r>
            <a:r>
              <a:rPr lang="zh-CN" altLang="en-US" dirty="0"/>
              <a:t>个实体集，</a:t>
            </a:r>
            <a:r>
              <a:rPr lang="en-US" altLang="zh-CN" dirty="0"/>
              <a:t>11</a:t>
            </a:r>
            <a:r>
              <a:rPr lang="zh-CN" altLang="en-US" dirty="0"/>
              <a:t>个联系集，生成的物理模型中表格共计有</a:t>
            </a:r>
            <a:r>
              <a:rPr lang="en-US" altLang="zh-CN" dirty="0"/>
              <a:t>12</a:t>
            </a:r>
            <a:r>
              <a:rPr lang="zh-CN" altLang="en-US" dirty="0"/>
              <a:t>个。</a:t>
            </a:r>
          </a:p>
        </p:txBody>
      </p:sp>
      <p:sp>
        <p:nvSpPr>
          <p:cNvPr id="4" name="灯片编号占位符 3"/>
          <p:cNvSpPr>
            <a:spLocks noGrp="1"/>
          </p:cNvSpPr>
          <p:nvPr>
            <p:ph type="sldNum" sz="quarter" idx="5"/>
          </p:nvPr>
        </p:nvSpPr>
        <p:spPr/>
        <p:txBody>
          <a:bodyPr/>
          <a:lstStyle/>
          <a:p>
            <a:fld id="{E9E6FDB6-6D2B-46C1-9FA1-D82906A37C3A}" type="slidenum">
              <a:rPr lang="zh-CN" altLang="en-US" smtClean="0"/>
              <a:t>90</a:t>
            </a:fld>
            <a:endParaRPr lang="zh-CN" altLang="en-US"/>
          </a:p>
        </p:txBody>
      </p:sp>
    </p:spTree>
    <p:extLst>
      <p:ext uri="{BB962C8B-B14F-4D97-AF65-F5344CB8AC3E}">
        <p14:creationId xmlns:p14="http://schemas.microsoft.com/office/powerpoint/2010/main" val="240114962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在设计过程中，我们团队考虑了范式规范、命名规范、数据类型规范、主键外键规范、索引规范、数据完整性规范等，确保数据库的一致性、可靠性、易用性与安全性。</a:t>
            </a:r>
          </a:p>
        </p:txBody>
      </p:sp>
      <p:sp>
        <p:nvSpPr>
          <p:cNvPr id="4" name="灯片编号占位符 3"/>
          <p:cNvSpPr>
            <a:spLocks noGrp="1"/>
          </p:cNvSpPr>
          <p:nvPr>
            <p:ph type="sldNum" sz="quarter" idx="5"/>
          </p:nvPr>
        </p:nvSpPr>
        <p:spPr/>
        <p:txBody>
          <a:bodyPr/>
          <a:lstStyle/>
          <a:p>
            <a:fld id="{E9E6FDB6-6D2B-46C1-9FA1-D82906A37C3A}" type="slidenum">
              <a:rPr lang="zh-CN" altLang="en-US" smtClean="0"/>
              <a:t>91</a:t>
            </a:fld>
            <a:endParaRPr lang="zh-CN" altLang="en-US"/>
          </a:p>
        </p:txBody>
      </p:sp>
    </p:spTree>
    <p:extLst>
      <p:ext uri="{BB962C8B-B14F-4D97-AF65-F5344CB8AC3E}">
        <p14:creationId xmlns:p14="http://schemas.microsoft.com/office/powerpoint/2010/main" val="27453291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我们在实训开展初期就做了需求分析与数据库设计，在需求分析确定无误后，经过多次团队讨论迭代确定了最终的数据库。在开发初期阶段我负责了数据库的数据初始化用于测试使用，在最终测试阶段我们又进行了原库备份处理，重新插入了较现实且质量高的数据内容。</a:t>
            </a:r>
          </a:p>
        </p:txBody>
      </p:sp>
      <p:sp>
        <p:nvSpPr>
          <p:cNvPr id="4" name="灯片编号占位符 3"/>
          <p:cNvSpPr>
            <a:spLocks noGrp="1"/>
          </p:cNvSpPr>
          <p:nvPr>
            <p:ph type="sldNum" sz="quarter" idx="5"/>
          </p:nvPr>
        </p:nvSpPr>
        <p:spPr/>
        <p:txBody>
          <a:bodyPr/>
          <a:lstStyle/>
          <a:p>
            <a:fld id="{E9E6FDB6-6D2B-46C1-9FA1-D82906A37C3A}" type="slidenum">
              <a:rPr lang="zh-CN" altLang="en-US" smtClean="0"/>
              <a:t>92</a:t>
            </a:fld>
            <a:endParaRPr lang="zh-CN" altLang="en-US"/>
          </a:p>
        </p:txBody>
      </p:sp>
    </p:spTree>
    <p:extLst>
      <p:ext uri="{BB962C8B-B14F-4D97-AF65-F5344CB8AC3E}">
        <p14:creationId xmlns:p14="http://schemas.microsoft.com/office/powerpoint/2010/main" val="176223750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后端学生端开发主要实现了相关数据的</a:t>
            </a:r>
            <a:r>
              <a:rPr lang="en-US" altLang="zh-CN" dirty="0"/>
              <a:t>CRUD</a:t>
            </a:r>
            <a:r>
              <a:rPr lang="zh-CN" altLang="en-US" dirty="0"/>
              <a:t>操作，并前端协调提供了一些重要信息。包括该课程是否已经选择、选课是否冲突和绩点计算问题等内容。</a:t>
            </a:r>
          </a:p>
        </p:txBody>
      </p:sp>
      <p:sp>
        <p:nvSpPr>
          <p:cNvPr id="4" name="灯片编号占位符 3"/>
          <p:cNvSpPr>
            <a:spLocks noGrp="1"/>
          </p:cNvSpPr>
          <p:nvPr>
            <p:ph type="sldNum" sz="quarter" idx="5"/>
          </p:nvPr>
        </p:nvSpPr>
        <p:spPr/>
        <p:txBody>
          <a:bodyPr/>
          <a:lstStyle/>
          <a:p>
            <a:fld id="{E9E6FDB6-6D2B-46C1-9FA1-D82906A37C3A}" type="slidenum">
              <a:rPr lang="zh-CN" altLang="en-US" smtClean="0"/>
              <a:t>93</a:t>
            </a:fld>
            <a:endParaRPr lang="zh-CN" altLang="en-US"/>
          </a:p>
        </p:txBody>
      </p:sp>
    </p:spTree>
    <p:extLst>
      <p:ext uri="{BB962C8B-B14F-4D97-AF65-F5344CB8AC3E}">
        <p14:creationId xmlns:p14="http://schemas.microsoft.com/office/powerpoint/2010/main" val="316130133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slideMaster" Target="../slideMasters/slideMaster1.xml"/><Relationship Id="rId5" Type="http://schemas.openxmlformats.org/officeDocument/2006/relationships/tags" Target="../tags/tag6.xml"/><Relationship Id="rId4" Type="http://schemas.openxmlformats.org/officeDocument/2006/relationships/tags" Target="../tags/tag5.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userDrawn="1">
  <p:cSld name="标题幻灯片">
    <p:spTree>
      <p:nvGrpSpPr>
        <p:cNvPr id="1" name=""/>
        <p:cNvGrpSpPr/>
        <p:nvPr/>
      </p:nvGrpSpPr>
      <p:grpSpPr>
        <a:xfrm>
          <a:off x="0" y="0"/>
          <a:ext cx="0" cy="0"/>
          <a:chOff x="0" y="0"/>
          <a:chExt cx="0" cy="0"/>
        </a:xfrm>
      </p:grpSpPr>
      <p:sp>
        <p:nvSpPr>
          <p:cNvPr id="20" name="矩形 19"/>
          <p:cNvSpPr/>
          <p:nvPr userDrawn="1"/>
        </p:nvSpPr>
        <p:spPr>
          <a:xfrm>
            <a:off x="0" y="0"/>
            <a:ext cx="12191999" cy="6852930"/>
          </a:xfrm>
          <a:prstGeom prst="rect">
            <a:avLst/>
          </a:prstGeom>
          <a:blipFill>
            <a:blip r:embed="rId2"/>
            <a:srcRect/>
            <a:stretch>
              <a:fillRect t="-18206" b="-306"/>
            </a:stretch>
          </a:blipFill>
          <a:ln w="90241" cap="flat">
            <a:noFill/>
            <a:prstDash val="solid"/>
            <a:miter/>
          </a:ln>
        </p:spPr>
        <p:txBody>
          <a:bodyPr rtlCol="0" anchor="ctr"/>
          <a:lstStyle/>
          <a:p>
            <a:endParaRPr lang="zh-CN" altLang="en-US"/>
          </a:p>
        </p:txBody>
      </p:sp>
      <p:sp>
        <p:nvSpPr>
          <p:cNvPr id="21" name="任意多边形: 形状 20"/>
          <p:cNvSpPr/>
          <p:nvPr userDrawn="1"/>
        </p:nvSpPr>
        <p:spPr>
          <a:xfrm flipH="1">
            <a:off x="-7890" y="0"/>
            <a:ext cx="12204534" cy="6802594"/>
          </a:xfrm>
          <a:custGeom>
            <a:avLst/>
            <a:gdLst>
              <a:gd name="connsiteX0" fmla="*/ 8297179 w 13361351"/>
              <a:gd name="connsiteY0" fmla="*/ 453010 h 7650525"/>
              <a:gd name="connsiteX1" fmla="*/ 12802120 w 13361351"/>
              <a:gd name="connsiteY1" fmla="*/ 453010 h 7650525"/>
              <a:gd name="connsiteX2" fmla="*/ 12802120 w 13361351"/>
              <a:gd name="connsiteY2" fmla="*/ 4896691 h 7650525"/>
              <a:gd name="connsiteX3" fmla="*/ 6356171 w 13361351"/>
              <a:gd name="connsiteY3" fmla="*/ 7255603 h 7650525"/>
              <a:gd name="connsiteX4" fmla="*/ 641485 w 13361351"/>
              <a:gd name="connsiteY4" fmla="*/ 4616172 h 7650525"/>
              <a:gd name="connsiteX5" fmla="*/ 641485 w 13361351"/>
              <a:gd name="connsiteY5" fmla="*/ 3455842 h 7650525"/>
              <a:gd name="connsiteX0-1" fmla="*/ 7655694 w 12160635"/>
              <a:gd name="connsiteY0-2" fmla="*/ 0 h 6802593"/>
              <a:gd name="connsiteX1-3" fmla="*/ 12160635 w 12160635"/>
              <a:gd name="connsiteY1-4" fmla="*/ 0 h 6802593"/>
              <a:gd name="connsiteX2-5" fmla="*/ 12160635 w 12160635"/>
              <a:gd name="connsiteY2-6" fmla="*/ 4215081 h 6802593"/>
              <a:gd name="connsiteX3-7" fmla="*/ 5714686 w 12160635"/>
              <a:gd name="connsiteY3-8" fmla="*/ 6802593 h 6802593"/>
              <a:gd name="connsiteX4-9" fmla="*/ 0 w 12160635"/>
              <a:gd name="connsiteY4-10" fmla="*/ 4163162 h 6802593"/>
              <a:gd name="connsiteX5-11" fmla="*/ 0 w 12160635"/>
              <a:gd name="connsiteY5-12" fmla="*/ 3002832 h 6802593"/>
              <a:gd name="connsiteX6" fmla="*/ 7655694 w 12160635"/>
              <a:gd name="connsiteY6" fmla="*/ 0 h 680259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 y="connsiteY6"/>
              </a:cxn>
            </a:cxnLst>
            <a:rect l="l" t="t" r="r" b="b"/>
            <a:pathLst>
              <a:path w="12160635" h="6802593">
                <a:moveTo>
                  <a:pt x="7655694" y="0"/>
                </a:moveTo>
                <a:lnTo>
                  <a:pt x="12160635" y="0"/>
                </a:lnTo>
                <a:lnTo>
                  <a:pt x="12160635" y="4215081"/>
                </a:lnTo>
                <a:lnTo>
                  <a:pt x="5714686" y="6802593"/>
                </a:lnTo>
                <a:lnTo>
                  <a:pt x="0" y="4163162"/>
                </a:lnTo>
                <a:lnTo>
                  <a:pt x="0" y="3002832"/>
                </a:lnTo>
                <a:lnTo>
                  <a:pt x="7655694" y="0"/>
                </a:lnTo>
                <a:close/>
              </a:path>
            </a:pathLst>
          </a:custGeom>
          <a:solidFill>
            <a:schemeClr val="accent4">
              <a:lumMod val="90000"/>
              <a:lumOff val="10000"/>
              <a:alpha val="92000"/>
            </a:schemeClr>
          </a:solidFill>
          <a:ln w="90241" cap="flat">
            <a:noFill/>
            <a:prstDash val="solid"/>
            <a:miter/>
          </a:ln>
        </p:spPr>
        <p:txBody>
          <a:bodyPr rtlCol="0" anchor="ctr"/>
          <a:lstStyle/>
          <a:p>
            <a:endParaRPr lang="zh-CN" altLang="en-US"/>
          </a:p>
        </p:txBody>
      </p:sp>
      <p:sp>
        <p:nvSpPr>
          <p:cNvPr id="9801" name="副标题 9800"/>
          <p:cNvSpPr>
            <a:spLocks noGrp="1"/>
          </p:cNvSpPr>
          <p:nvPr userDrawn="1">
            <p:ph type="subTitle" idx="1"/>
          </p:nvPr>
        </p:nvSpPr>
        <p:spPr>
          <a:xfrm>
            <a:off x="2794312" y="3531136"/>
            <a:ext cx="4531425" cy="466960"/>
          </a:xfrm>
          <a:prstGeom prst="roundRect">
            <a:avLst>
              <a:gd name="adj" fmla="val 0"/>
            </a:avLst>
          </a:prstGeom>
          <a:noFill/>
          <a:ln>
            <a:noFill/>
          </a:ln>
        </p:spPr>
        <p:txBody>
          <a:bodyPr anchor="t">
            <a:normAutofit/>
          </a:bodyPr>
          <a:lstStyle>
            <a:lvl1pPr marL="0" indent="0" algn="l">
              <a:buNone/>
              <a:defRPr sz="1400" i="0" u="none">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2" name="文本占位符 11"/>
          <p:cNvSpPr>
            <a:spLocks noGrp="1"/>
          </p:cNvSpPr>
          <p:nvPr userDrawn="1">
            <p:ph type="body" sz="quarter" idx="10" hasCustomPrompt="1"/>
          </p:nvPr>
        </p:nvSpPr>
        <p:spPr>
          <a:xfrm>
            <a:off x="2794312" y="4283572"/>
            <a:ext cx="4156680" cy="296271"/>
          </a:xfrm>
        </p:spPr>
        <p:txBody>
          <a:bodyPr vert="horz" anchor="ctr">
            <a:noAutofit/>
          </a:bodyPr>
          <a:lstStyle>
            <a:lvl1pPr marL="0" indent="0" algn="l">
              <a:buNone/>
              <a:defRPr sz="1500" b="0" i="0" u="none">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p>
        </p:txBody>
      </p:sp>
      <p:sp>
        <p:nvSpPr>
          <p:cNvPr id="13" name="文本占位符 12"/>
          <p:cNvSpPr>
            <a:spLocks noGrp="1"/>
          </p:cNvSpPr>
          <p:nvPr userDrawn="1">
            <p:ph type="body" sz="quarter" idx="11" hasCustomPrompt="1"/>
          </p:nvPr>
        </p:nvSpPr>
        <p:spPr>
          <a:xfrm>
            <a:off x="2794312" y="4699121"/>
            <a:ext cx="4156680" cy="296271"/>
          </a:xfrm>
        </p:spPr>
        <p:txBody>
          <a:bodyPr vert="horz" anchor="ctr">
            <a:noAutofit/>
          </a:bodyPr>
          <a:lstStyle>
            <a:lvl1pPr marL="0" indent="0" algn="l">
              <a:buNone/>
              <a:defRPr sz="1500" b="0" i="0" u="none">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Date</a:t>
            </a:r>
            <a:endParaRPr lang="zh-CN" altLang="en-US" dirty="0"/>
          </a:p>
        </p:txBody>
      </p:sp>
      <p:sp>
        <p:nvSpPr>
          <p:cNvPr id="9802" name="标题 9801"/>
          <p:cNvSpPr>
            <a:spLocks noGrp="1"/>
          </p:cNvSpPr>
          <p:nvPr userDrawn="1">
            <p:ph type="ctrTitle"/>
          </p:nvPr>
        </p:nvSpPr>
        <p:spPr>
          <a:xfrm>
            <a:off x="2794312" y="1128113"/>
            <a:ext cx="5054288" cy="2220915"/>
          </a:xfrm>
        </p:spPr>
        <p:txBody>
          <a:bodyPr anchor="b">
            <a:noAutofit/>
          </a:bodyPr>
          <a:lstStyle>
            <a:lvl1pPr algn="l">
              <a:defRPr sz="4800" i="0" u="none">
                <a:solidFill>
                  <a:schemeClr val="bg1"/>
                </a:solidFill>
              </a:defRPr>
            </a:lvl1pPr>
          </a:lstStyle>
          <a:p>
            <a:r>
              <a:rPr lang="en-US" dirty="0"/>
              <a:t>Click to edit Master title style</a:t>
            </a:r>
            <a:endParaRPr lang="zh-CN" altLang="en-US" dirty="0"/>
          </a:p>
        </p:txBody>
      </p:sp>
      <p:sp>
        <p:nvSpPr>
          <p:cNvPr id="30" name="任意多边形: 形状 29"/>
          <p:cNvSpPr/>
          <p:nvPr/>
        </p:nvSpPr>
        <p:spPr>
          <a:xfrm>
            <a:off x="6950992" y="2627582"/>
            <a:ext cx="5922758" cy="4668921"/>
          </a:xfrm>
          <a:custGeom>
            <a:avLst/>
            <a:gdLst>
              <a:gd name="connsiteX0" fmla="*/ 4794339 w 5416764"/>
              <a:gd name="connsiteY0" fmla="*/ 3863870 h 4271543"/>
              <a:gd name="connsiteX1" fmla="*/ 4794339 w 5416764"/>
              <a:gd name="connsiteY1" fmla="*/ 453010 h 4271543"/>
              <a:gd name="connsiteX2" fmla="*/ 641485 w 5416764"/>
              <a:gd name="connsiteY2" fmla="*/ 2046870 h 4271543"/>
            </a:gdLst>
            <a:ahLst/>
            <a:cxnLst>
              <a:cxn ang="0">
                <a:pos x="connsiteX0" y="connsiteY0"/>
              </a:cxn>
              <a:cxn ang="0">
                <a:pos x="connsiteX1" y="connsiteY1"/>
              </a:cxn>
              <a:cxn ang="0">
                <a:pos x="connsiteX2" y="connsiteY2"/>
              </a:cxn>
            </a:cxnLst>
            <a:rect l="l" t="t" r="r" b="b"/>
            <a:pathLst>
              <a:path w="5416764" h="4271543">
                <a:moveTo>
                  <a:pt x="4794339" y="3863870"/>
                </a:moveTo>
                <a:lnTo>
                  <a:pt x="4794339" y="453010"/>
                </a:lnTo>
                <a:lnTo>
                  <a:pt x="641485" y="2046870"/>
                </a:lnTo>
                <a:close/>
              </a:path>
            </a:pathLst>
          </a:custGeom>
          <a:solidFill>
            <a:schemeClr val="tx1">
              <a:alpha val="78000"/>
            </a:schemeClr>
          </a:solidFill>
          <a:ln w="90241" cap="flat">
            <a:noFill/>
            <a:prstDash val="solid"/>
            <a:miter/>
          </a:ln>
        </p:spPr>
        <p:txBody>
          <a:bodyPr rtlCol="0" anchor="ctr"/>
          <a:lstStyle/>
          <a:p>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userDrawn="1">
  <p:cSld name="节标题">
    <p:bg>
      <p:bgPr>
        <a:solidFill>
          <a:schemeClr val="bg1"/>
        </a:solidFill>
        <a:effectLst/>
      </p:bgPr>
    </p:bg>
    <p:spTree>
      <p:nvGrpSpPr>
        <p:cNvPr id="1" name=""/>
        <p:cNvGrpSpPr/>
        <p:nvPr/>
      </p:nvGrpSpPr>
      <p:grpSpPr>
        <a:xfrm>
          <a:off x="0" y="0"/>
          <a:ext cx="0" cy="0"/>
          <a:chOff x="0" y="0"/>
          <a:chExt cx="0" cy="0"/>
        </a:xfrm>
      </p:grpSpPr>
      <p:sp>
        <p:nvSpPr>
          <p:cNvPr id="216" name="任意多边形: 形状 215"/>
          <p:cNvSpPr/>
          <p:nvPr/>
        </p:nvSpPr>
        <p:spPr>
          <a:xfrm>
            <a:off x="-641710" y="-453010"/>
            <a:ext cx="13409585" cy="7650526"/>
          </a:xfrm>
          <a:custGeom>
            <a:avLst/>
            <a:gdLst>
              <a:gd name="connsiteX0" fmla="*/ 8297179 w 13361351"/>
              <a:gd name="connsiteY0" fmla="*/ 453010 h 7650525"/>
              <a:gd name="connsiteX1" fmla="*/ 12802120 w 13361351"/>
              <a:gd name="connsiteY1" fmla="*/ 453010 h 7650525"/>
              <a:gd name="connsiteX2" fmla="*/ 12802120 w 13361351"/>
              <a:gd name="connsiteY2" fmla="*/ 4896691 h 7650525"/>
              <a:gd name="connsiteX3" fmla="*/ 6356171 w 13361351"/>
              <a:gd name="connsiteY3" fmla="*/ 7255603 h 7650525"/>
              <a:gd name="connsiteX4" fmla="*/ 641485 w 13361351"/>
              <a:gd name="connsiteY4" fmla="*/ 4616172 h 7650525"/>
              <a:gd name="connsiteX5" fmla="*/ 641485 w 13361351"/>
              <a:gd name="connsiteY5" fmla="*/ 3455842 h 765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61351" h="7650525">
                <a:moveTo>
                  <a:pt x="8297179" y="453010"/>
                </a:moveTo>
                <a:lnTo>
                  <a:pt x="12802120" y="453010"/>
                </a:lnTo>
                <a:lnTo>
                  <a:pt x="12802120" y="4896691"/>
                </a:lnTo>
                <a:lnTo>
                  <a:pt x="6356171" y="7255603"/>
                </a:lnTo>
                <a:lnTo>
                  <a:pt x="641485" y="4616172"/>
                </a:lnTo>
                <a:lnTo>
                  <a:pt x="641485" y="3455842"/>
                </a:lnTo>
                <a:close/>
              </a:path>
            </a:pathLst>
          </a:custGeom>
          <a:blipFill>
            <a:blip r:embed="rId2"/>
            <a:srcRect/>
            <a:stretch>
              <a:fillRect l="-127" t="-13225" r="127" b="-5899"/>
            </a:stretch>
          </a:blipFill>
          <a:ln w="90241" cap="flat">
            <a:noFill/>
            <a:prstDash val="solid"/>
            <a:miter/>
          </a:ln>
        </p:spPr>
        <p:txBody>
          <a:bodyPr rtlCol="0" anchor="ctr"/>
          <a:lstStyle/>
          <a:p>
            <a:endParaRPr lang="zh-CN" altLang="en-US"/>
          </a:p>
        </p:txBody>
      </p:sp>
      <p:sp>
        <p:nvSpPr>
          <p:cNvPr id="217" name="任意多边形: 形状 216"/>
          <p:cNvSpPr/>
          <p:nvPr/>
        </p:nvSpPr>
        <p:spPr>
          <a:xfrm>
            <a:off x="7398555" y="2677872"/>
            <a:ext cx="5418666" cy="4271544"/>
          </a:xfrm>
          <a:custGeom>
            <a:avLst/>
            <a:gdLst>
              <a:gd name="connsiteX0" fmla="*/ 4794339 w 5416764"/>
              <a:gd name="connsiteY0" fmla="*/ 3863870 h 4271543"/>
              <a:gd name="connsiteX1" fmla="*/ 4794339 w 5416764"/>
              <a:gd name="connsiteY1" fmla="*/ 453010 h 4271543"/>
              <a:gd name="connsiteX2" fmla="*/ 641485 w 5416764"/>
              <a:gd name="connsiteY2" fmla="*/ 2046870 h 4271543"/>
            </a:gdLst>
            <a:ahLst/>
            <a:cxnLst>
              <a:cxn ang="0">
                <a:pos x="connsiteX0" y="connsiteY0"/>
              </a:cxn>
              <a:cxn ang="0">
                <a:pos x="connsiteX1" y="connsiteY1"/>
              </a:cxn>
              <a:cxn ang="0">
                <a:pos x="connsiteX2" y="connsiteY2"/>
              </a:cxn>
            </a:cxnLst>
            <a:rect l="l" t="t" r="r" b="b"/>
            <a:pathLst>
              <a:path w="5416764" h="4271543">
                <a:moveTo>
                  <a:pt x="4794339" y="3863870"/>
                </a:moveTo>
                <a:lnTo>
                  <a:pt x="4794339" y="453010"/>
                </a:lnTo>
                <a:lnTo>
                  <a:pt x="641485" y="2046870"/>
                </a:lnTo>
                <a:close/>
              </a:path>
            </a:pathLst>
          </a:custGeom>
          <a:solidFill>
            <a:schemeClr val="bg1">
              <a:alpha val="41000"/>
            </a:schemeClr>
          </a:solidFill>
          <a:ln w="90241" cap="flat">
            <a:noFill/>
            <a:prstDash val="solid"/>
            <a:miter/>
          </a:ln>
        </p:spPr>
        <p:txBody>
          <a:bodyPr rtlCol="0" anchor="ctr"/>
          <a:lstStyle/>
          <a:p>
            <a:endParaRPr lang="zh-CN" altLang="en-US"/>
          </a:p>
        </p:txBody>
      </p:sp>
      <p:sp>
        <p:nvSpPr>
          <p:cNvPr id="222" name="任意多边形: 形状 221"/>
          <p:cNvSpPr/>
          <p:nvPr/>
        </p:nvSpPr>
        <p:spPr>
          <a:xfrm>
            <a:off x="-6860" y="40187"/>
            <a:ext cx="9557689" cy="6817813"/>
          </a:xfrm>
          <a:custGeom>
            <a:avLst/>
            <a:gdLst>
              <a:gd name="connsiteX0" fmla="*/ 0 w 9557689"/>
              <a:gd name="connsiteY0" fmla="*/ 0 h 6817813"/>
              <a:gd name="connsiteX1" fmla="*/ 9557689 w 9557689"/>
              <a:gd name="connsiteY1" fmla="*/ 4260558 h 6817813"/>
              <a:gd name="connsiteX2" fmla="*/ 3940930 w 9557689"/>
              <a:gd name="connsiteY2" fmla="*/ 6817813 h 6817813"/>
              <a:gd name="connsiteX3" fmla="*/ 2412881 w 9557689"/>
              <a:gd name="connsiteY3" fmla="*/ 6817813 h 6817813"/>
              <a:gd name="connsiteX4" fmla="*/ 0 w 9557689"/>
              <a:gd name="connsiteY4" fmla="*/ 5670416 h 68178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57689" h="6817813">
                <a:moveTo>
                  <a:pt x="0" y="0"/>
                </a:moveTo>
                <a:lnTo>
                  <a:pt x="9557689" y="4260558"/>
                </a:lnTo>
                <a:lnTo>
                  <a:pt x="3940930" y="6817813"/>
                </a:lnTo>
                <a:lnTo>
                  <a:pt x="2412881" y="6817813"/>
                </a:lnTo>
                <a:lnTo>
                  <a:pt x="0" y="5670416"/>
                </a:lnTo>
                <a:close/>
              </a:path>
            </a:pathLst>
          </a:custGeom>
          <a:solidFill>
            <a:schemeClr val="bg1">
              <a:alpha val="72000"/>
            </a:schemeClr>
          </a:solidFill>
          <a:ln w="90241" cap="flat">
            <a:noFill/>
            <a:prstDash val="solid"/>
            <a:miter/>
          </a:ln>
        </p:spPr>
        <p:txBody>
          <a:bodyPr rtlCol="0" anchor="ctr"/>
          <a:lstStyle/>
          <a:p>
            <a:endParaRPr lang="zh-CN" altLang="en-US"/>
          </a:p>
        </p:txBody>
      </p:sp>
      <p:sp>
        <p:nvSpPr>
          <p:cNvPr id="219" name="任意多边形: 形状 218"/>
          <p:cNvSpPr/>
          <p:nvPr/>
        </p:nvSpPr>
        <p:spPr>
          <a:xfrm>
            <a:off x="-786570" y="-554579"/>
            <a:ext cx="4608760" cy="3718303"/>
          </a:xfrm>
          <a:custGeom>
            <a:avLst/>
            <a:gdLst>
              <a:gd name="connsiteX0" fmla="*/ 641485 w 3791734"/>
              <a:gd name="connsiteY0" fmla="*/ 2633410 h 3060210"/>
              <a:gd name="connsiteX1" fmla="*/ 641485 w 3791734"/>
              <a:gd name="connsiteY1" fmla="*/ 453010 h 3060210"/>
              <a:gd name="connsiteX2" fmla="*/ 3196392 w 3791734"/>
              <a:gd name="connsiteY2" fmla="*/ 1626091 h 3060210"/>
            </a:gdLst>
            <a:ahLst/>
            <a:cxnLst>
              <a:cxn ang="0">
                <a:pos x="connsiteX0" y="connsiteY0"/>
              </a:cxn>
              <a:cxn ang="0">
                <a:pos x="connsiteX1" y="connsiteY1"/>
              </a:cxn>
              <a:cxn ang="0">
                <a:pos x="connsiteX2" y="connsiteY2"/>
              </a:cxn>
            </a:cxnLst>
            <a:rect l="l" t="t" r="r" b="b"/>
            <a:pathLst>
              <a:path w="3791734" h="3060210">
                <a:moveTo>
                  <a:pt x="641485" y="2633410"/>
                </a:moveTo>
                <a:lnTo>
                  <a:pt x="641485" y="453010"/>
                </a:lnTo>
                <a:lnTo>
                  <a:pt x="3196392" y="1626091"/>
                </a:lnTo>
                <a:close/>
              </a:path>
            </a:pathLst>
          </a:custGeom>
          <a:solidFill>
            <a:schemeClr val="accent4"/>
          </a:solidFill>
          <a:ln w="90241" cap="flat">
            <a:noFill/>
            <a:prstDash val="solid"/>
            <a:miter/>
          </a:ln>
        </p:spPr>
        <p:txBody>
          <a:bodyPr rtlCol="0" anchor="ctr"/>
          <a:lstStyle/>
          <a:p>
            <a:endParaRPr lang="zh-CN" altLang="en-US"/>
          </a:p>
        </p:txBody>
      </p:sp>
      <p:sp>
        <p:nvSpPr>
          <p:cNvPr id="12" name="任意多边形: 形状 11"/>
          <p:cNvSpPr/>
          <p:nvPr userDrawn="1"/>
        </p:nvSpPr>
        <p:spPr>
          <a:xfrm>
            <a:off x="2540000" y="-2105098"/>
            <a:ext cx="45719" cy="45719"/>
          </a:xfrm>
          <a:custGeom>
            <a:avLst/>
            <a:gdLst/>
            <a:ahLst/>
            <a:cxnLst/>
            <a:rect l="l" t="t" r="r" b="b"/>
            <a:pathLst>
              <a:path w="9525" h="9525"/>
            </a:pathLst>
          </a:custGeom>
          <a:solidFill>
            <a:srgbClr val="FFCB1C"/>
          </a:solidFill>
          <a:ln w="9525" cap="flat">
            <a:noFill/>
            <a:prstDash val="solid"/>
            <a:miter/>
          </a:ln>
        </p:spPr>
        <p:txBody>
          <a:bodyPr rtlCol="0" anchor="ctr"/>
          <a:lstStyle/>
          <a:p>
            <a:endParaRPr lang="zh-CN" altLang="en-US"/>
          </a:p>
        </p:txBody>
      </p:sp>
      <p:sp>
        <p:nvSpPr>
          <p:cNvPr id="235" name="任意多边形: 形状 234"/>
          <p:cNvSpPr/>
          <p:nvPr userDrawn="1"/>
        </p:nvSpPr>
        <p:spPr>
          <a:xfrm>
            <a:off x="-4958" y="0"/>
            <a:ext cx="6855266" cy="6855266"/>
          </a:xfrm>
          <a:custGeom>
            <a:avLst/>
            <a:gdLst>
              <a:gd name="connsiteX0" fmla="*/ 7144 w 4772025"/>
              <a:gd name="connsiteY0" fmla="*/ 7144 h 4772025"/>
              <a:gd name="connsiteX1" fmla="*/ 4769644 w 4772025"/>
              <a:gd name="connsiteY1" fmla="*/ 7144 h 4772025"/>
              <a:gd name="connsiteX2" fmla="*/ 4769644 w 4772025"/>
              <a:gd name="connsiteY2" fmla="*/ 4769644 h 4772025"/>
              <a:gd name="connsiteX3" fmla="*/ 7144 w 4772025"/>
              <a:gd name="connsiteY3" fmla="*/ 4769644 h 4772025"/>
            </a:gdLst>
            <a:ahLst/>
            <a:cxnLst>
              <a:cxn ang="0">
                <a:pos x="connsiteX0" y="connsiteY0"/>
              </a:cxn>
              <a:cxn ang="0">
                <a:pos x="connsiteX1" y="connsiteY1"/>
              </a:cxn>
              <a:cxn ang="0">
                <a:pos x="connsiteX2" y="connsiteY2"/>
              </a:cxn>
              <a:cxn ang="0">
                <a:pos x="connsiteX3" y="connsiteY3"/>
              </a:cxn>
            </a:cxnLst>
            <a:rect l="l" t="t" r="r" b="b"/>
            <a:pathLst>
              <a:path w="4772025" h="4772025">
                <a:moveTo>
                  <a:pt x="7144" y="7144"/>
                </a:moveTo>
                <a:lnTo>
                  <a:pt x="4769644" y="7144"/>
                </a:lnTo>
                <a:lnTo>
                  <a:pt x="4769644" y="4769644"/>
                </a:lnTo>
                <a:lnTo>
                  <a:pt x="7144" y="4769644"/>
                </a:lnTo>
                <a:close/>
              </a:path>
            </a:pathLst>
          </a:custGeom>
          <a:noFill/>
          <a:ln w="9525" cap="flat">
            <a:noFill/>
            <a:prstDash val="solid"/>
            <a:miter/>
          </a:ln>
        </p:spPr>
        <p:txBody>
          <a:bodyPr rtlCol="0" anchor="ctr"/>
          <a:lstStyle/>
          <a:p>
            <a:endParaRPr lang="zh-CN" altLang="en-US"/>
          </a:p>
        </p:txBody>
      </p:sp>
      <p:sp>
        <p:nvSpPr>
          <p:cNvPr id="20" name="标题 19"/>
          <p:cNvSpPr>
            <a:spLocks noGrp="1"/>
          </p:cNvSpPr>
          <p:nvPr userDrawn="1">
            <p:ph type="title"/>
          </p:nvPr>
        </p:nvSpPr>
        <p:spPr>
          <a:xfrm>
            <a:off x="3873816" y="3378208"/>
            <a:ext cx="4442135" cy="895350"/>
          </a:xfrm>
        </p:spPr>
        <p:txBody>
          <a:bodyPr anchor="b">
            <a:normAutofit/>
          </a:bodyPr>
          <a:lstStyle>
            <a:lvl1pPr algn="l">
              <a:defRPr sz="2400" b="1">
                <a:solidFill>
                  <a:schemeClr val="accent4"/>
                </a:solidFill>
              </a:defRPr>
            </a:lvl1pPr>
          </a:lstStyle>
          <a:p>
            <a:r>
              <a:rPr lang="en-US" dirty="0"/>
              <a:t>Click to edit Master title style</a:t>
            </a:r>
            <a:endParaRPr lang="zh-CN" altLang="en-US" dirty="0"/>
          </a:p>
        </p:txBody>
      </p:sp>
      <p:sp>
        <p:nvSpPr>
          <p:cNvPr id="21" name="文本占位符 20"/>
          <p:cNvSpPr>
            <a:spLocks noGrp="1"/>
          </p:cNvSpPr>
          <p:nvPr userDrawn="1">
            <p:ph type="body" idx="1"/>
          </p:nvPr>
        </p:nvSpPr>
        <p:spPr>
          <a:xfrm>
            <a:off x="3874932" y="4273558"/>
            <a:ext cx="4442135" cy="1015623"/>
          </a:xfrm>
        </p:spPr>
        <p:txBody>
          <a:bodyPr anchor="t">
            <a:normAutofit/>
          </a:bodyPr>
          <a:lstStyle>
            <a:lvl1pPr marL="0" indent="0" algn="l">
              <a:lnSpc>
                <a:spcPct val="100000"/>
              </a:lnSpc>
              <a:buNone/>
              <a:defRPr sz="1100">
                <a:solidFill>
                  <a:schemeClr val="accent4"/>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6489D9C7-5DC6-4263-87FF-7C99F6FB63C3}" type="datetime1">
              <a:rPr lang="zh-CN" altLang="en-US" smtClean="0"/>
              <a:t>2023/7/10</a:t>
            </a:fld>
            <a:endParaRPr lang="zh-CN" altLang="en-US"/>
          </a:p>
        </p:txBody>
      </p:sp>
      <p:sp>
        <p:nvSpPr>
          <p:cNvPr id="4" name="页脚占位符 3"/>
          <p:cNvSpPr>
            <a:spLocks noGrp="1"/>
          </p:cNvSpPr>
          <p:nvPr>
            <p:ph type="ftr" sz="quarter" idx="11"/>
          </p:nvPr>
        </p:nvSpPr>
        <p:spPr/>
        <p:txBody>
          <a:bodyPr/>
          <a:lstStyle/>
          <a:p>
            <a:r>
              <a:rPr lang="en-US" altLang="zh-CN"/>
              <a:t>OfficePLUS</a:t>
            </a:r>
            <a:endParaRPr lang="zh-CN" altLang="en-US" dirty="0"/>
          </a:p>
        </p:txBody>
      </p:sp>
      <p:sp>
        <p:nvSpPr>
          <p:cNvPr id="5" name="灯片编号占位符 4"/>
          <p:cNvSpPr>
            <a:spLocks noGrp="1"/>
          </p:cNvSpPr>
          <p:nvPr>
            <p:ph type="sldNum" sz="quarter" idx="12"/>
          </p:nvPr>
        </p:nvSpPr>
        <p:spPr/>
        <p:txBody>
          <a:bodyPr/>
          <a:lstStyle/>
          <a:p>
            <a:fld id="{5DD3DB80-B894-403A-B48E-6FDC1A72010E}" type="slidenum">
              <a:rPr lang="zh-CN" altLang="en-US" smtClean="0"/>
              <a:t>‹#›</a:t>
            </a:fld>
            <a:endParaRPr lang="zh-CN" altLang="en-US"/>
          </a:p>
        </p:txBody>
      </p:sp>
      <p:sp>
        <p:nvSpPr>
          <p:cNvPr id="6" name="标题 5"/>
          <p:cNvSpPr>
            <a:spLocks noGrp="1"/>
          </p:cNvSpPr>
          <p:nvPr>
            <p:ph type="title"/>
          </p:nvPr>
        </p:nvSpPr>
        <p:spPr/>
        <p:txBody>
          <a:bodyPr/>
          <a:lstStyle>
            <a:lvl1pPr>
              <a:defRPr/>
            </a:lvl1pPr>
          </a:lstStyle>
          <a:p>
            <a:r>
              <a:rPr lang="en-US" altLang="zh-CN" dirty="0"/>
              <a:t>Click to edit Master title style</a:t>
            </a:r>
            <a:endParaRPr lang="zh-CN" altLang="en-US" dirty="0"/>
          </a:p>
        </p:txBody>
      </p:sp>
      <p:sp>
        <p:nvSpPr>
          <p:cNvPr id="8" name="内容占位符 7"/>
          <p:cNvSpPr>
            <a:spLocks noGrp="1"/>
          </p:cNvSpPr>
          <p:nvPr>
            <p:ph sz="quarter" idx="13"/>
          </p:nvPr>
        </p:nvSpPr>
        <p:spPr>
          <a:xfrm>
            <a:off x="669925" y="1130299"/>
            <a:ext cx="10850563" cy="5006975"/>
          </a:xfrm>
        </p:spPr>
        <p:txBody>
          <a:bodyPr/>
          <a:lstStyle>
            <a:lvl1pPr>
              <a:defRPr/>
            </a:lvl1pPr>
            <a:lvl2pPr>
              <a:defRPr/>
            </a:lvl2pPr>
            <a:lvl3pPr>
              <a:defRPr/>
            </a:lvl3pPr>
            <a:lvl4pPr>
              <a:defRPr/>
            </a:lvl4pPr>
            <a:lvl5pPr>
              <a:defRPr/>
            </a:lvl5pPr>
          </a:lstStyle>
          <a:p>
            <a:pPr lvl="0"/>
            <a:r>
              <a:rPr lang="en-US" altLang="zh-CN" dirty="0"/>
              <a:t>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userDrawn="1">
  <p:cSld name="仅标题页">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en-US" altLang="zh-CN" dirty="0"/>
              <a:t>Click to edit Master title style</a:t>
            </a:r>
            <a:endParaRPr lang="en-US" dirty="0"/>
          </a:p>
        </p:txBody>
      </p:sp>
      <p:sp>
        <p:nvSpPr>
          <p:cNvPr id="3" name="日期占位符 2"/>
          <p:cNvSpPr>
            <a:spLocks noGrp="1"/>
          </p:cNvSpPr>
          <p:nvPr>
            <p:ph type="dt" sz="half" idx="10"/>
          </p:nvPr>
        </p:nvSpPr>
        <p:spPr/>
        <p:txBody>
          <a:bodyPr/>
          <a:lstStyle/>
          <a:p>
            <a:fld id="{6489D9C7-5DC6-4263-87FF-7C99F6FB63C3}" type="datetime1">
              <a:rPr lang="zh-CN" altLang="en-US" smtClean="0"/>
              <a:t>2023/7/10</a:t>
            </a:fld>
            <a:endParaRPr lang="zh-CN" altLang="en-US"/>
          </a:p>
        </p:txBody>
      </p:sp>
      <p:sp>
        <p:nvSpPr>
          <p:cNvPr id="4" name="页脚占位符 3"/>
          <p:cNvSpPr>
            <a:spLocks noGrp="1"/>
          </p:cNvSpPr>
          <p:nvPr>
            <p:ph type="ftr" sz="quarter" idx="11"/>
          </p:nvPr>
        </p:nvSpPr>
        <p:spPr/>
        <p:txBody>
          <a:bodyPr/>
          <a:lstStyle/>
          <a:p>
            <a:r>
              <a:rPr lang="en-US" altLang="zh-CN"/>
              <a:t>OfficePLUS</a:t>
            </a:r>
            <a:endParaRPr lang="zh-CN" altLang="en-US" dirty="0"/>
          </a:p>
        </p:txBody>
      </p:sp>
      <p:sp>
        <p:nvSpPr>
          <p:cNvPr id="5" name="灯片编号占位符 4"/>
          <p:cNvSpPr>
            <a:spLocks noGrp="1"/>
          </p:cNvSpPr>
          <p:nvPr>
            <p:ph type="sldNum" sz="quarter" idx="12"/>
          </p:nvPr>
        </p:nvSpPr>
        <p:spPr/>
        <p:txBody>
          <a:bodyPr/>
          <a:lstStyle/>
          <a:p>
            <a:fld id="{5DD3DB80-B894-403A-B48E-6FDC1A72010E}"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目录">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末尾幻灯片">
    <p:bg>
      <p:bgPr>
        <a:solidFill>
          <a:schemeClr val="bg1"/>
        </a:solidFill>
        <a:effectLst/>
      </p:bgPr>
    </p:bg>
    <p:spTree>
      <p:nvGrpSpPr>
        <p:cNvPr id="1" name=""/>
        <p:cNvGrpSpPr/>
        <p:nvPr/>
      </p:nvGrpSpPr>
      <p:grpSpPr>
        <a:xfrm>
          <a:off x="0" y="0"/>
          <a:ext cx="0" cy="0"/>
          <a:chOff x="0" y="0"/>
          <a:chExt cx="0" cy="0"/>
        </a:xfrm>
      </p:grpSpPr>
      <p:sp>
        <p:nvSpPr>
          <p:cNvPr id="247" name="矩形 246"/>
          <p:cNvSpPr/>
          <p:nvPr userDrawn="1"/>
        </p:nvSpPr>
        <p:spPr>
          <a:xfrm>
            <a:off x="0" y="0"/>
            <a:ext cx="12191999" cy="6852930"/>
          </a:xfrm>
          <a:prstGeom prst="rect">
            <a:avLst/>
          </a:prstGeom>
          <a:blipFill>
            <a:blip r:embed="rId2"/>
            <a:srcRect/>
            <a:stretch>
              <a:fillRect t="-9256" b="-9256"/>
            </a:stretch>
          </a:blipFill>
          <a:ln w="90241" cap="flat">
            <a:noFill/>
            <a:prstDash val="solid"/>
            <a:miter/>
          </a:ln>
        </p:spPr>
        <p:txBody>
          <a:bodyPr rtlCol="0" anchor="ctr"/>
          <a:lstStyle/>
          <a:p>
            <a:endParaRPr lang="zh-CN" altLang="en-US"/>
          </a:p>
        </p:txBody>
      </p:sp>
      <p:sp>
        <p:nvSpPr>
          <p:cNvPr id="243" name="任意多边形: 形状 242"/>
          <p:cNvSpPr/>
          <p:nvPr/>
        </p:nvSpPr>
        <p:spPr>
          <a:xfrm>
            <a:off x="-641710" y="-453010"/>
            <a:ext cx="13409585" cy="7650526"/>
          </a:xfrm>
          <a:custGeom>
            <a:avLst/>
            <a:gdLst>
              <a:gd name="connsiteX0" fmla="*/ 8297179 w 13361351"/>
              <a:gd name="connsiteY0" fmla="*/ 453010 h 7650525"/>
              <a:gd name="connsiteX1" fmla="*/ 12802120 w 13361351"/>
              <a:gd name="connsiteY1" fmla="*/ 453010 h 7650525"/>
              <a:gd name="connsiteX2" fmla="*/ 12802120 w 13361351"/>
              <a:gd name="connsiteY2" fmla="*/ 4896691 h 7650525"/>
              <a:gd name="connsiteX3" fmla="*/ 6356171 w 13361351"/>
              <a:gd name="connsiteY3" fmla="*/ 7255603 h 7650525"/>
              <a:gd name="connsiteX4" fmla="*/ 641485 w 13361351"/>
              <a:gd name="connsiteY4" fmla="*/ 4616172 h 7650525"/>
              <a:gd name="connsiteX5" fmla="*/ 641485 w 13361351"/>
              <a:gd name="connsiteY5" fmla="*/ 3455842 h 765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61351" h="7650525">
                <a:moveTo>
                  <a:pt x="8297179" y="453010"/>
                </a:moveTo>
                <a:lnTo>
                  <a:pt x="12802120" y="453010"/>
                </a:lnTo>
                <a:lnTo>
                  <a:pt x="12802120" y="4896691"/>
                </a:lnTo>
                <a:lnTo>
                  <a:pt x="6356171" y="7255603"/>
                </a:lnTo>
                <a:lnTo>
                  <a:pt x="641485" y="4616172"/>
                </a:lnTo>
                <a:lnTo>
                  <a:pt x="641485" y="3455842"/>
                </a:lnTo>
                <a:close/>
              </a:path>
            </a:pathLst>
          </a:custGeom>
          <a:solidFill>
            <a:schemeClr val="bg1">
              <a:alpha val="76000"/>
            </a:schemeClr>
          </a:solidFill>
          <a:ln w="90241" cap="flat">
            <a:noFill/>
            <a:prstDash val="solid"/>
            <a:miter/>
          </a:ln>
        </p:spPr>
        <p:txBody>
          <a:bodyPr rtlCol="0" anchor="ctr"/>
          <a:lstStyle/>
          <a:p>
            <a:endParaRPr lang="zh-CN" altLang="en-US"/>
          </a:p>
        </p:txBody>
      </p:sp>
      <p:sp>
        <p:nvSpPr>
          <p:cNvPr id="244" name="任意多边形: 形状 243"/>
          <p:cNvSpPr/>
          <p:nvPr/>
        </p:nvSpPr>
        <p:spPr>
          <a:xfrm>
            <a:off x="8218519" y="3447139"/>
            <a:ext cx="3976058" cy="3410861"/>
          </a:xfrm>
          <a:custGeom>
            <a:avLst/>
            <a:gdLst>
              <a:gd name="connsiteX0" fmla="*/ 4794339 w 5416764"/>
              <a:gd name="connsiteY0" fmla="*/ 3863870 h 4271543"/>
              <a:gd name="connsiteX1" fmla="*/ 4794339 w 5416764"/>
              <a:gd name="connsiteY1" fmla="*/ 453010 h 4271543"/>
              <a:gd name="connsiteX2" fmla="*/ 641485 w 5416764"/>
              <a:gd name="connsiteY2" fmla="*/ 2046870 h 4271543"/>
              <a:gd name="connsiteX0-1" fmla="*/ 3964234 w 3964234"/>
              <a:gd name="connsiteY0-2" fmla="*/ 3410860 h 3410860"/>
              <a:gd name="connsiteX1-3" fmla="*/ 3964234 w 3964234"/>
              <a:gd name="connsiteY1-4" fmla="*/ 0 h 3410860"/>
              <a:gd name="connsiteX2-5" fmla="*/ 0 w 3964234"/>
              <a:gd name="connsiteY2-6" fmla="*/ 1680946 h 3410860"/>
              <a:gd name="connsiteX3" fmla="*/ 3964234 w 3964234"/>
              <a:gd name="connsiteY3" fmla="*/ 3410860 h 3410860"/>
              <a:gd name="connsiteX0-7" fmla="*/ 4022271 w 4022271"/>
              <a:gd name="connsiteY0-8" fmla="*/ 3410860 h 3410860"/>
              <a:gd name="connsiteX1-9" fmla="*/ 4022271 w 4022271"/>
              <a:gd name="connsiteY1-10" fmla="*/ 0 h 3410860"/>
              <a:gd name="connsiteX2-11" fmla="*/ 0 w 4022271"/>
              <a:gd name="connsiteY2-12" fmla="*/ 1637404 h 3410860"/>
              <a:gd name="connsiteX3-13" fmla="*/ 4022271 w 4022271"/>
              <a:gd name="connsiteY3-14" fmla="*/ 3410860 h 3410860"/>
              <a:gd name="connsiteX0-15" fmla="*/ 3974663 w 3974663"/>
              <a:gd name="connsiteY0-16" fmla="*/ 3410860 h 3410860"/>
              <a:gd name="connsiteX1-17" fmla="*/ 3974663 w 3974663"/>
              <a:gd name="connsiteY1-18" fmla="*/ 0 h 3410860"/>
              <a:gd name="connsiteX2-19" fmla="*/ 0 w 3974663"/>
              <a:gd name="connsiteY2-20" fmla="*/ 1656455 h 3410860"/>
              <a:gd name="connsiteX3-21" fmla="*/ 3974663 w 3974663"/>
              <a:gd name="connsiteY3-22" fmla="*/ 3410860 h 3410860"/>
            </a:gdLst>
            <a:ahLst/>
            <a:cxnLst>
              <a:cxn ang="0">
                <a:pos x="connsiteX0-1" y="connsiteY0-2"/>
              </a:cxn>
              <a:cxn ang="0">
                <a:pos x="connsiteX1-3" y="connsiteY1-4"/>
              </a:cxn>
              <a:cxn ang="0">
                <a:pos x="connsiteX2-5" y="connsiteY2-6"/>
              </a:cxn>
              <a:cxn ang="0">
                <a:pos x="connsiteX3-13" y="connsiteY3-14"/>
              </a:cxn>
            </a:cxnLst>
            <a:rect l="l" t="t" r="r" b="b"/>
            <a:pathLst>
              <a:path w="3974663" h="3410860">
                <a:moveTo>
                  <a:pt x="3974663" y="3410860"/>
                </a:moveTo>
                <a:lnTo>
                  <a:pt x="3974663" y="0"/>
                </a:lnTo>
                <a:lnTo>
                  <a:pt x="0" y="1656455"/>
                </a:lnTo>
                <a:lnTo>
                  <a:pt x="3974663" y="3410860"/>
                </a:lnTo>
                <a:close/>
              </a:path>
            </a:pathLst>
          </a:custGeom>
          <a:solidFill>
            <a:schemeClr val="accent1">
              <a:alpha val="83000"/>
            </a:schemeClr>
          </a:solidFill>
          <a:ln w="90241" cap="flat">
            <a:noFill/>
            <a:prstDash val="solid"/>
            <a:miter/>
          </a:ln>
        </p:spPr>
        <p:txBody>
          <a:bodyPr rtlCol="0" anchor="ctr"/>
          <a:lstStyle/>
          <a:p>
            <a:endParaRPr lang="zh-CN" altLang="en-US"/>
          </a:p>
        </p:txBody>
      </p:sp>
      <p:sp>
        <p:nvSpPr>
          <p:cNvPr id="246" name="任意多边形: 形状 245"/>
          <p:cNvSpPr/>
          <p:nvPr/>
        </p:nvSpPr>
        <p:spPr>
          <a:xfrm>
            <a:off x="-641710" y="409437"/>
            <a:ext cx="3793067" cy="3060210"/>
          </a:xfrm>
          <a:custGeom>
            <a:avLst/>
            <a:gdLst>
              <a:gd name="connsiteX0" fmla="*/ 641485 w 3791734"/>
              <a:gd name="connsiteY0" fmla="*/ 2633410 h 3060210"/>
              <a:gd name="connsiteX1" fmla="*/ 641485 w 3791734"/>
              <a:gd name="connsiteY1" fmla="*/ 453010 h 3060210"/>
              <a:gd name="connsiteX2" fmla="*/ 3196392 w 3791734"/>
              <a:gd name="connsiteY2" fmla="*/ 1626091 h 3060210"/>
            </a:gdLst>
            <a:ahLst/>
            <a:cxnLst>
              <a:cxn ang="0">
                <a:pos x="connsiteX0" y="connsiteY0"/>
              </a:cxn>
              <a:cxn ang="0">
                <a:pos x="connsiteX1" y="connsiteY1"/>
              </a:cxn>
              <a:cxn ang="0">
                <a:pos x="connsiteX2" y="connsiteY2"/>
              </a:cxn>
            </a:cxnLst>
            <a:rect l="l" t="t" r="r" b="b"/>
            <a:pathLst>
              <a:path w="3791734" h="3060210">
                <a:moveTo>
                  <a:pt x="641485" y="2633410"/>
                </a:moveTo>
                <a:lnTo>
                  <a:pt x="641485" y="453010"/>
                </a:lnTo>
                <a:lnTo>
                  <a:pt x="3196392" y="1626091"/>
                </a:lnTo>
                <a:close/>
              </a:path>
            </a:pathLst>
          </a:custGeom>
          <a:solidFill>
            <a:schemeClr val="accent4"/>
          </a:solidFill>
          <a:ln w="90241" cap="flat">
            <a:noFill/>
            <a:prstDash val="solid"/>
            <a:miter/>
          </a:ln>
        </p:spPr>
        <p:txBody>
          <a:bodyPr rtlCol="0" anchor="ctr"/>
          <a:lstStyle/>
          <a:p>
            <a:endParaRPr lang="zh-CN" altLang="en-US"/>
          </a:p>
        </p:txBody>
      </p:sp>
      <p:sp>
        <p:nvSpPr>
          <p:cNvPr id="13" name="标题 12"/>
          <p:cNvSpPr>
            <a:spLocks noGrp="1"/>
          </p:cNvSpPr>
          <p:nvPr>
            <p:ph type="ctrTitle" hasCustomPrompt="1"/>
          </p:nvPr>
        </p:nvSpPr>
        <p:spPr>
          <a:xfrm>
            <a:off x="4906389" y="2328181"/>
            <a:ext cx="3312130" cy="1087683"/>
          </a:xfrm>
        </p:spPr>
        <p:txBody>
          <a:bodyPr anchor="b">
            <a:normAutofit/>
          </a:bodyPr>
          <a:lstStyle>
            <a:lvl1pPr marL="0" indent="0" algn="ctr">
              <a:buFont typeface="Arial" panose="020B0604020202020204" pitchFamily="34" charset="0"/>
              <a:buNone/>
              <a:defRPr sz="3200">
                <a:solidFill>
                  <a:schemeClr val="accent4"/>
                </a:solidFill>
              </a:defRPr>
            </a:lvl1pPr>
          </a:lstStyle>
          <a:p>
            <a:r>
              <a:rPr lang="en-US" altLang="zh-CN" dirty="0"/>
              <a:t>Conclusion</a:t>
            </a:r>
            <a:endParaRPr lang="zh-CN" altLang="en-US" dirty="0"/>
          </a:p>
        </p:txBody>
      </p:sp>
      <p:sp>
        <p:nvSpPr>
          <p:cNvPr id="15" name="文本占位符 14"/>
          <p:cNvSpPr>
            <a:spLocks noGrp="1"/>
          </p:cNvSpPr>
          <p:nvPr>
            <p:ph type="body" sz="quarter" idx="18" hasCustomPrompt="1"/>
          </p:nvPr>
        </p:nvSpPr>
        <p:spPr>
          <a:xfrm>
            <a:off x="4906389" y="4090585"/>
            <a:ext cx="3312130" cy="310871"/>
          </a:xfrm>
        </p:spPr>
        <p:txBody>
          <a:bodyPr vert="horz" lIns="91440" tIns="45720" rIns="91440" bIns="45720" rtlCol="0">
            <a:normAutofit/>
          </a:bodyPr>
          <a:lstStyle>
            <a:lvl1pPr marL="0" indent="0" algn="ctr">
              <a:buNone/>
              <a:defRPr lang="zh-CN" altLang="en-US" sz="1500" smtClean="0">
                <a:solidFill>
                  <a:schemeClr val="accent4"/>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marL="228600" marR="0" lvl="0" indent="-228600" fontAlgn="auto">
              <a:spcAft>
                <a:spcPts val="0"/>
              </a:spcAft>
              <a:buClrTx/>
              <a:buSzTx/>
            </a:pPr>
            <a:r>
              <a:rPr lang="en-US" altLang="zh-CN" dirty="0"/>
              <a:t>Data</a:t>
            </a:r>
          </a:p>
        </p:txBody>
      </p:sp>
      <p:sp>
        <p:nvSpPr>
          <p:cNvPr id="6" name="文本占位符 5"/>
          <p:cNvSpPr>
            <a:spLocks noGrp="1"/>
          </p:cNvSpPr>
          <p:nvPr>
            <p:ph type="body" sz="quarter" idx="10" hasCustomPrompt="1"/>
          </p:nvPr>
        </p:nvSpPr>
        <p:spPr>
          <a:xfrm>
            <a:off x="4906389" y="3794314"/>
            <a:ext cx="3312130" cy="296271"/>
          </a:xfrm>
        </p:spPr>
        <p:txBody>
          <a:bodyPr vert="horz" anchor="ctr">
            <a:noAutofit/>
          </a:bodyPr>
          <a:lstStyle>
            <a:lvl1pPr marL="0" indent="0" algn="ctr">
              <a:buNone/>
              <a:defRPr sz="1500" b="0">
                <a:solidFill>
                  <a:schemeClr val="accent4"/>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p>
        </p:txBody>
      </p:sp>
    </p:spTree>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Blank-OfficePLUS">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93523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grpSp>
        <p:nvGrpSpPr>
          <p:cNvPr id="7" name="组合 6">
            <a:extLst>
              <a:ext uri="{FF2B5EF4-FFF2-40B4-BE49-F238E27FC236}">
                <a16:creationId xmlns:a16="http://schemas.microsoft.com/office/drawing/2014/main" id="{59173497-1457-E4CB-F563-22F3335650DD}"/>
              </a:ext>
            </a:extLst>
          </p:cNvPr>
          <p:cNvGrpSpPr/>
          <p:nvPr userDrawn="1"/>
        </p:nvGrpSpPr>
        <p:grpSpPr>
          <a:xfrm>
            <a:off x="0" y="0"/>
            <a:ext cx="12192000" cy="6858000"/>
            <a:chOff x="0" y="0"/>
            <a:chExt cx="12192000" cy="6858000"/>
          </a:xfrm>
        </p:grpSpPr>
        <p:pic>
          <p:nvPicPr>
            <p:cNvPr id="10" name="图片 9">
              <a:extLst>
                <a:ext uri="{FF2B5EF4-FFF2-40B4-BE49-F238E27FC236}">
                  <a16:creationId xmlns:a16="http://schemas.microsoft.com/office/drawing/2014/main" id="{2888B2A6-0D62-285C-B362-54E28E929248}"/>
                </a:ext>
              </a:extLst>
            </p:cNvPr>
            <p:cNvPicPr>
              <a:picLocks noChangeAspect="1"/>
            </p:cNvPicPr>
            <p:nvPr/>
          </p:nvPicPr>
          <p:blipFill rotWithShape="1">
            <a:blip r:embed="rId2">
              <a:duotone>
                <a:schemeClr val="bg2">
                  <a:shade val="45000"/>
                  <a:satMod val="135000"/>
                </a:schemeClr>
                <a:prstClr val="white"/>
              </a:duotone>
              <a:extLst>
                <a:ext uri="{28A0092B-C50C-407E-A947-70E740481C1C}">
                  <a14:useLocalDpi xmlns:a14="http://schemas.microsoft.com/office/drawing/2010/main" val="0"/>
                </a:ext>
              </a:extLst>
            </a:blip>
            <a:srcRect t="-14257" b="40586"/>
            <a:stretch/>
          </p:blipFill>
          <p:spPr>
            <a:xfrm>
              <a:off x="0" y="869552"/>
              <a:ext cx="12192000" cy="5988448"/>
            </a:xfrm>
            <a:prstGeom prst="rect">
              <a:avLst/>
            </a:prstGeom>
          </p:spPr>
        </p:pic>
        <p:sp>
          <p:nvSpPr>
            <p:cNvPr id="11" name="矩形 10">
              <a:extLst>
                <a:ext uri="{FF2B5EF4-FFF2-40B4-BE49-F238E27FC236}">
                  <a16:creationId xmlns:a16="http://schemas.microsoft.com/office/drawing/2014/main" id="{EA876B8F-7435-8CE1-3135-F0C32BFFB918}"/>
                </a:ext>
              </a:extLst>
            </p:cNvPr>
            <p:cNvSpPr/>
            <p:nvPr/>
          </p:nvSpPr>
          <p:spPr>
            <a:xfrm>
              <a:off x="0" y="0"/>
              <a:ext cx="12192000" cy="6858000"/>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3" name="组合 12">
              <a:extLst>
                <a:ext uri="{FF2B5EF4-FFF2-40B4-BE49-F238E27FC236}">
                  <a16:creationId xmlns:a16="http://schemas.microsoft.com/office/drawing/2014/main" id="{1D5FBF34-D630-B8F1-6DA3-BE52B988DEF0}"/>
                </a:ext>
              </a:extLst>
            </p:cNvPr>
            <p:cNvGrpSpPr/>
            <p:nvPr/>
          </p:nvGrpSpPr>
          <p:grpSpPr>
            <a:xfrm>
              <a:off x="1" y="2"/>
              <a:ext cx="12191999" cy="2334407"/>
              <a:chOff x="1" y="2"/>
              <a:chExt cx="12191999" cy="2552702"/>
            </a:xfrm>
          </p:grpSpPr>
          <p:sp>
            <p:nvSpPr>
              <p:cNvPr id="15" name="任意多边形: 形状 14">
                <a:extLst>
                  <a:ext uri="{FF2B5EF4-FFF2-40B4-BE49-F238E27FC236}">
                    <a16:creationId xmlns:a16="http://schemas.microsoft.com/office/drawing/2014/main" id="{0925267E-5D00-CC6C-F4FB-3F5BF8399058}"/>
                  </a:ext>
                </a:extLst>
              </p:cNvPr>
              <p:cNvSpPr/>
              <p:nvPr/>
            </p:nvSpPr>
            <p:spPr>
              <a:xfrm rot="16200000" flipH="1">
                <a:off x="1775462" y="-1775457"/>
                <a:ext cx="2552700" cy="6103622"/>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0 h 6858000"/>
                  <a:gd name="connsiteX0" fmla="*/ 0 w 12192000"/>
                  <a:gd name="connsiteY0" fmla="*/ 19050 h 6877050"/>
                  <a:gd name="connsiteX1" fmla="*/ 6667500 w 12192000"/>
                  <a:gd name="connsiteY1" fmla="*/ 0 h 6877050"/>
                  <a:gd name="connsiteX2" fmla="*/ 12192000 w 12192000"/>
                  <a:gd name="connsiteY2" fmla="*/ 6877050 h 6877050"/>
                  <a:gd name="connsiteX3" fmla="*/ 0 w 12192000"/>
                  <a:gd name="connsiteY3" fmla="*/ 6877050 h 6877050"/>
                  <a:gd name="connsiteX4" fmla="*/ 0 w 12192000"/>
                  <a:gd name="connsiteY4" fmla="*/ 19050 h 6877050"/>
                  <a:gd name="connsiteX0" fmla="*/ 0 w 7639050"/>
                  <a:gd name="connsiteY0" fmla="*/ 19050 h 6877050"/>
                  <a:gd name="connsiteX1" fmla="*/ 6667500 w 7639050"/>
                  <a:gd name="connsiteY1" fmla="*/ 0 h 6877050"/>
                  <a:gd name="connsiteX2" fmla="*/ 7639050 w 7639050"/>
                  <a:gd name="connsiteY2" fmla="*/ 6877050 h 6877050"/>
                  <a:gd name="connsiteX3" fmla="*/ 0 w 7639050"/>
                  <a:gd name="connsiteY3" fmla="*/ 6877050 h 6877050"/>
                  <a:gd name="connsiteX4" fmla="*/ 0 w 7639050"/>
                  <a:gd name="connsiteY4" fmla="*/ 19050 h 6877050"/>
                  <a:gd name="connsiteX0" fmla="*/ 0 w 7639050"/>
                  <a:gd name="connsiteY0" fmla="*/ 19050 h 6877050"/>
                  <a:gd name="connsiteX1" fmla="*/ 5600700 w 7639050"/>
                  <a:gd name="connsiteY1" fmla="*/ 0 h 6877050"/>
                  <a:gd name="connsiteX2" fmla="*/ 7639050 w 7639050"/>
                  <a:gd name="connsiteY2" fmla="*/ 6877050 h 6877050"/>
                  <a:gd name="connsiteX3" fmla="*/ 0 w 7639050"/>
                  <a:gd name="connsiteY3" fmla="*/ 6877050 h 6877050"/>
                  <a:gd name="connsiteX4" fmla="*/ 0 w 7639050"/>
                  <a:gd name="connsiteY4" fmla="*/ 19050 h 6877050"/>
                  <a:gd name="connsiteX0" fmla="*/ 0 w 7277100"/>
                  <a:gd name="connsiteY0" fmla="*/ 19050 h 6896100"/>
                  <a:gd name="connsiteX1" fmla="*/ 5600700 w 7277100"/>
                  <a:gd name="connsiteY1" fmla="*/ 0 h 6896100"/>
                  <a:gd name="connsiteX2" fmla="*/ 7277100 w 7277100"/>
                  <a:gd name="connsiteY2" fmla="*/ 6896100 h 6896100"/>
                  <a:gd name="connsiteX3" fmla="*/ 0 w 7277100"/>
                  <a:gd name="connsiteY3" fmla="*/ 6877050 h 6896100"/>
                  <a:gd name="connsiteX4" fmla="*/ 0 w 7277100"/>
                  <a:gd name="connsiteY4" fmla="*/ 19050 h 6896100"/>
                  <a:gd name="connsiteX0" fmla="*/ 0 w 7277100"/>
                  <a:gd name="connsiteY0" fmla="*/ 38100 h 6915150"/>
                  <a:gd name="connsiteX1" fmla="*/ 5238750 w 7277100"/>
                  <a:gd name="connsiteY1" fmla="*/ 0 h 6915150"/>
                  <a:gd name="connsiteX2" fmla="*/ 7277100 w 7277100"/>
                  <a:gd name="connsiteY2" fmla="*/ 6915150 h 6915150"/>
                  <a:gd name="connsiteX3" fmla="*/ 0 w 7277100"/>
                  <a:gd name="connsiteY3" fmla="*/ 6896100 h 6915150"/>
                  <a:gd name="connsiteX4" fmla="*/ 0 w 7277100"/>
                  <a:gd name="connsiteY4" fmla="*/ 38100 h 6915150"/>
                  <a:gd name="connsiteX0" fmla="*/ 0 w 7277100"/>
                  <a:gd name="connsiteY0" fmla="*/ 7366 h 6915150"/>
                  <a:gd name="connsiteX1" fmla="*/ 5238750 w 7277100"/>
                  <a:gd name="connsiteY1" fmla="*/ 0 h 6915150"/>
                  <a:gd name="connsiteX2" fmla="*/ 7277100 w 7277100"/>
                  <a:gd name="connsiteY2" fmla="*/ 6915150 h 6915150"/>
                  <a:gd name="connsiteX3" fmla="*/ 0 w 7277100"/>
                  <a:gd name="connsiteY3" fmla="*/ 6896100 h 6915150"/>
                  <a:gd name="connsiteX4" fmla="*/ 0 w 7277100"/>
                  <a:gd name="connsiteY4" fmla="*/ 7366 h 6915150"/>
                  <a:gd name="connsiteX0" fmla="*/ 0 w 7283450"/>
                  <a:gd name="connsiteY0" fmla="*/ 963 h 6915150"/>
                  <a:gd name="connsiteX1" fmla="*/ 5245100 w 7283450"/>
                  <a:gd name="connsiteY1" fmla="*/ 0 h 6915150"/>
                  <a:gd name="connsiteX2" fmla="*/ 7283450 w 7283450"/>
                  <a:gd name="connsiteY2" fmla="*/ 6915150 h 6915150"/>
                  <a:gd name="connsiteX3" fmla="*/ 6350 w 7283450"/>
                  <a:gd name="connsiteY3" fmla="*/ 6896100 h 6915150"/>
                  <a:gd name="connsiteX4" fmla="*/ 0 w 7283450"/>
                  <a:gd name="connsiteY4" fmla="*/ 963 h 6915150"/>
                  <a:gd name="connsiteX0" fmla="*/ 0 w 7283450"/>
                  <a:gd name="connsiteY0" fmla="*/ 963 h 6921712"/>
                  <a:gd name="connsiteX1" fmla="*/ 5245100 w 7283450"/>
                  <a:gd name="connsiteY1" fmla="*/ 0 h 6921712"/>
                  <a:gd name="connsiteX2" fmla="*/ 7283450 w 7283450"/>
                  <a:gd name="connsiteY2" fmla="*/ 6915150 h 6921712"/>
                  <a:gd name="connsiteX3" fmla="*/ 6350 w 7283450"/>
                  <a:gd name="connsiteY3" fmla="*/ 6921712 h 6921712"/>
                  <a:gd name="connsiteX4" fmla="*/ 0 w 7283450"/>
                  <a:gd name="connsiteY4" fmla="*/ 963 h 69217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83450" h="6921712">
                    <a:moveTo>
                      <a:pt x="0" y="963"/>
                    </a:moveTo>
                    <a:lnTo>
                      <a:pt x="5245100" y="0"/>
                    </a:lnTo>
                    <a:lnTo>
                      <a:pt x="7283450" y="6915150"/>
                    </a:lnTo>
                    <a:lnTo>
                      <a:pt x="6350" y="6921712"/>
                    </a:lnTo>
                    <a:cubicBezTo>
                      <a:pt x="4233" y="4623333"/>
                      <a:pt x="2117" y="2299342"/>
                      <a:pt x="0" y="963"/>
                    </a:cubicBezTo>
                    <a:close/>
                  </a:path>
                </a:pathLst>
              </a:custGeom>
              <a:solidFill>
                <a:srgbClr val="004474"/>
              </a:solidFill>
              <a:ln>
                <a:noFill/>
              </a:ln>
              <a:effectLst>
                <a:outerShdw blurRad="2794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形状 15">
                <a:extLst>
                  <a:ext uri="{FF2B5EF4-FFF2-40B4-BE49-F238E27FC236}">
                    <a16:creationId xmlns:a16="http://schemas.microsoft.com/office/drawing/2014/main" id="{AED5DF4E-453E-4C6E-A806-CD3888C1676A}"/>
                  </a:ext>
                </a:extLst>
              </p:cNvPr>
              <p:cNvSpPr/>
              <p:nvPr/>
            </p:nvSpPr>
            <p:spPr>
              <a:xfrm rot="5400000">
                <a:off x="7860029" y="-1779267"/>
                <a:ext cx="2552701" cy="611124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0 h 6858000"/>
                  <a:gd name="connsiteX0" fmla="*/ 0 w 12192000"/>
                  <a:gd name="connsiteY0" fmla="*/ 19050 h 6877050"/>
                  <a:gd name="connsiteX1" fmla="*/ 6667500 w 12192000"/>
                  <a:gd name="connsiteY1" fmla="*/ 0 h 6877050"/>
                  <a:gd name="connsiteX2" fmla="*/ 12192000 w 12192000"/>
                  <a:gd name="connsiteY2" fmla="*/ 6877050 h 6877050"/>
                  <a:gd name="connsiteX3" fmla="*/ 0 w 12192000"/>
                  <a:gd name="connsiteY3" fmla="*/ 6877050 h 6877050"/>
                  <a:gd name="connsiteX4" fmla="*/ 0 w 12192000"/>
                  <a:gd name="connsiteY4" fmla="*/ 19050 h 6877050"/>
                  <a:gd name="connsiteX0" fmla="*/ 0 w 7639050"/>
                  <a:gd name="connsiteY0" fmla="*/ 19050 h 6877050"/>
                  <a:gd name="connsiteX1" fmla="*/ 6667500 w 7639050"/>
                  <a:gd name="connsiteY1" fmla="*/ 0 h 6877050"/>
                  <a:gd name="connsiteX2" fmla="*/ 7639050 w 7639050"/>
                  <a:gd name="connsiteY2" fmla="*/ 6877050 h 6877050"/>
                  <a:gd name="connsiteX3" fmla="*/ 0 w 7639050"/>
                  <a:gd name="connsiteY3" fmla="*/ 6877050 h 6877050"/>
                  <a:gd name="connsiteX4" fmla="*/ 0 w 7639050"/>
                  <a:gd name="connsiteY4" fmla="*/ 19050 h 6877050"/>
                  <a:gd name="connsiteX0" fmla="*/ 0 w 7639050"/>
                  <a:gd name="connsiteY0" fmla="*/ 19050 h 6877050"/>
                  <a:gd name="connsiteX1" fmla="*/ 5600700 w 7639050"/>
                  <a:gd name="connsiteY1" fmla="*/ 0 h 6877050"/>
                  <a:gd name="connsiteX2" fmla="*/ 7639050 w 7639050"/>
                  <a:gd name="connsiteY2" fmla="*/ 6877050 h 6877050"/>
                  <a:gd name="connsiteX3" fmla="*/ 0 w 7639050"/>
                  <a:gd name="connsiteY3" fmla="*/ 6877050 h 6877050"/>
                  <a:gd name="connsiteX4" fmla="*/ 0 w 7639050"/>
                  <a:gd name="connsiteY4" fmla="*/ 19050 h 6877050"/>
                  <a:gd name="connsiteX0" fmla="*/ 0 w 7277100"/>
                  <a:gd name="connsiteY0" fmla="*/ 19050 h 6896100"/>
                  <a:gd name="connsiteX1" fmla="*/ 5600700 w 7277100"/>
                  <a:gd name="connsiteY1" fmla="*/ 0 h 6896100"/>
                  <a:gd name="connsiteX2" fmla="*/ 7277100 w 7277100"/>
                  <a:gd name="connsiteY2" fmla="*/ 6896100 h 6896100"/>
                  <a:gd name="connsiteX3" fmla="*/ 0 w 7277100"/>
                  <a:gd name="connsiteY3" fmla="*/ 6877050 h 6896100"/>
                  <a:gd name="connsiteX4" fmla="*/ 0 w 7277100"/>
                  <a:gd name="connsiteY4" fmla="*/ 19050 h 6896100"/>
                  <a:gd name="connsiteX0" fmla="*/ 0 w 7277100"/>
                  <a:gd name="connsiteY0" fmla="*/ 38100 h 6915150"/>
                  <a:gd name="connsiteX1" fmla="*/ 5238750 w 7277100"/>
                  <a:gd name="connsiteY1" fmla="*/ 0 h 6915150"/>
                  <a:gd name="connsiteX2" fmla="*/ 7277100 w 7277100"/>
                  <a:gd name="connsiteY2" fmla="*/ 6915150 h 6915150"/>
                  <a:gd name="connsiteX3" fmla="*/ 0 w 7277100"/>
                  <a:gd name="connsiteY3" fmla="*/ 6896100 h 6915150"/>
                  <a:gd name="connsiteX4" fmla="*/ 0 w 7277100"/>
                  <a:gd name="connsiteY4" fmla="*/ 38100 h 6915150"/>
                  <a:gd name="connsiteX0" fmla="*/ 0 w 7277100"/>
                  <a:gd name="connsiteY0" fmla="*/ 7366 h 6915150"/>
                  <a:gd name="connsiteX1" fmla="*/ 5238750 w 7277100"/>
                  <a:gd name="connsiteY1" fmla="*/ 0 h 6915150"/>
                  <a:gd name="connsiteX2" fmla="*/ 7277100 w 7277100"/>
                  <a:gd name="connsiteY2" fmla="*/ 6915150 h 6915150"/>
                  <a:gd name="connsiteX3" fmla="*/ 0 w 7277100"/>
                  <a:gd name="connsiteY3" fmla="*/ 6896100 h 6915150"/>
                  <a:gd name="connsiteX4" fmla="*/ 0 w 7277100"/>
                  <a:gd name="connsiteY4" fmla="*/ 7366 h 6915150"/>
                  <a:gd name="connsiteX0" fmla="*/ 0 w 7283450"/>
                  <a:gd name="connsiteY0" fmla="*/ 963 h 6915150"/>
                  <a:gd name="connsiteX1" fmla="*/ 5245100 w 7283450"/>
                  <a:gd name="connsiteY1" fmla="*/ 0 h 6915150"/>
                  <a:gd name="connsiteX2" fmla="*/ 7283450 w 7283450"/>
                  <a:gd name="connsiteY2" fmla="*/ 6915150 h 6915150"/>
                  <a:gd name="connsiteX3" fmla="*/ 6350 w 7283450"/>
                  <a:gd name="connsiteY3" fmla="*/ 6896100 h 6915150"/>
                  <a:gd name="connsiteX4" fmla="*/ 0 w 7283450"/>
                  <a:gd name="connsiteY4" fmla="*/ 963 h 6915150"/>
                  <a:gd name="connsiteX0" fmla="*/ 0 w 7283450"/>
                  <a:gd name="connsiteY0" fmla="*/ 963 h 6921712"/>
                  <a:gd name="connsiteX1" fmla="*/ 5245100 w 7283450"/>
                  <a:gd name="connsiteY1" fmla="*/ 0 h 6921712"/>
                  <a:gd name="connsiteX2" fmla="*/ 7283450 w 7283450"/>
                  <a:gd name="connsiteY2" fmla="*/ 6915150 h 6921712"/>
                  <a:gd name="connsiteX3" fmla="*/ 6350 w 7283450"/>
                  <a:gd name="connsiteY3" fmla="*/ 6921712 h 6921712"/>
                  <a:gd name="connsiteX4" fmla="*/ 0 w 7283450"/>
                  <a:gd name="connsiteY4" fmla="*/ 963 h 69217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83450" h="6921712">
                    <a:moveTo>
                      <a:pt x="0" y="963"/>
                    </a:moveTo>
                    <a:lnTo>
                      <a:pt x="5245100" y="0"/>
                    </a:lnTo>
                    <a:lnTo>
                      <a:pt x="7283450" y="6915150"/>
                    </a:lnTo>
                    <a:lnTo>
                      <a:pt x="6350" y="6921712"/>
                    </a:lnTo>
                    <a:cubicBezTo>
                      <a:pt x="4233" y="4623333"/>
                      <a:pt x="2117" y="2299342"/>
                      <a:pt x="0" y="963"/>
                    </a:cubicBezTo>
                    <a:close/>
                  </a:path>
                </a:pathLst>
              </a:custGeom>
              <a:solidFill>
                <a:srgbClr val="0062A4"/>
              </a:solidFill>
              <a:ln>
                <a:noFill/>
              </a:ln>
              <a:effectLst>
                <a:outerShdw blurRad="2286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等腰三角形 13">
              <a:extLst>
                <a:ext uri="{FF2B5EF4-FFF2-40B4-BE49-F238E27FC236}">
                  <a16:creationId xmlns:a16="http://schemas.microsoft.com/office/drawing/2014/main" id="{F898715B-EDF7-27B8-FE84-24DA37FC925B}"/>
                </a:ext>
              </a:extLst>
            </p:cNvPr>
            <p:cNvSpPr/>
            <p:nvPr/>
          </p:nvSpPr>
          <p:spPr>
            <a:xfrm flipV="1">
              <a:off x="5936600" y="5246049"/>
              <a:ext cx="280699" cy="179287"/>
            </a:xfrm>
            <a:prstGeom prst="triangle">
              <a:avLst/>
            </a:prstGeom>
            <a:solidFill>
              <a:srgbClr val="003E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a:extLst>
              <a:ext uri="{FF2B5EF4-FFF2-40B4-BE49-F238E27FC236}">
                <a16:creationId xmlns:a16="http://schemas.microsoft.com/office/drawing/2014/main" id="{E545B57F-7D9D-4AD8-9FE4-E5267D65BB87}"/>
              </a:ext>
            </a:extLst>
          </p:cNvPr>
          <p:cNvSpPr>
            <a:spLocks noGrp="1"/>
          </p:cNvSpPr>
          <p:nvPr>
            <p:ph type="ctrTitle" hasCustomPrompt="1"/>
          </p:nvPr>
        </p:nvSpPr>
        <p:spPr>
          <a:xfrm>
            <a:off x="660400" y="3556000"/>
            <a:ext cx="10858500" cy="1173162"/>
          </a:xfrm>
        </p:spPr>
        <p:txBody>
          <a:bodyPr vert="horz" lIns="91440" tIns="45720" rIns="91440" bIns="45720" rtlCol="0" anchor="b">
            <a:noAutofit/>
          </a:bodyPr>
          <a:lstStyle>
            <a:lvl1pPr marL="0" algn="ctr" defTabSz="914400" rtl="0" eaLnBrk="1" latinLnBrk="0" hangingPunct="1">
              <a:defRPr lang="zh-CN" altLang="en-US" sz="6600" b="1" kern="1200" dirty="0">
                <a:solidFill>
                  <a:srgbClr val="003E68"/>
                </a:solidFill>
                <a:latin typeface="+mn-lt"/>
                <a:ea typeface="+mn-ea"/>
                <a:cs typeface="+mn-cs"/>
              </a:defRPr>
            </a:lvl1pPr>
          </a:lstStyle>
          <a:p>
            <a:pPr lvl="0" defTabSz="914354"/>
            <a:r>
              <a:rPr lang="en-US" altLang="zh-CN" dirty="0"/>
              <a:t>Click to edit </a:t>
            </a:r>
            <a:br>
              <a:rPr lang="en-US" altLang="zh-CN" dirty="0"/>
            </a:br>
            <a:r>
              <a:rPr lang="en-US" altLang="zh-CN" dirty="0"/>
              <a:t>Master title style</a:t>
            </a:r>
            <a:endParaRPr lang="zh-CN" altLang="en-US" dirty="0"/>
          </a:p>
        </p:txBody>
      </p:sp>
      <p:sp>
        <p:nvSpPr>
          <p:cNvPr id="3" name="副标题 2">
            <a:extLst>
              <a:ext uri="{FF2B5EF4-FFF2-40B4-BE49-F238E27FC236}">
                <a16:creationId xmlns:a16="http://schemas.microsoft.com/office/drawing/2014/main" id="{42DDB65F-C302-4F35-9CCB-12FB82E2590D}"/>
              </a:ext>
            </a:extLst>
          </p:cNvPr>
          <p:cNvSpPr>
            <a:spLocks noGrp="1"/>
          </p:cNvSpPr>
          <p:nvPr>
            <p:ph type="subTitle" idx="1"/>
          </p:nvPr>
        </p:nvSpPr>
        <p:spPr>
          <a:xfrm>
            <a:off x="660400" y="2735262"/>
            <a:ext cx="10858500" cy="535853"/>
          </a:xfrm>
        </p:spPr>
        <p:txBody>
          <a:bodyPr vert="horz" lIns="91440" tIns="45720" rIns="91440" bIns="45720" rtlCol="0" anchor="t">
            <a:normAutofit/>
          </a:bodyPr>
          <a:lstStyle>
            <a:lvl1pPr marL="0" indent="0" algn="ctr" defTabSz="914400" rtl="0" eaLnBrk="1" latinLnBrk="0" hangingPunct="1">
              <a:spcBef>
                <a:spcPts val="0"/>
              </a:spcBef>
              <a:buNone/>
              <a:defRPr lang="zh-CN" altLang="en-US" sz="1600" kern="1200" dirty="0">
                <a:solidFill>
                  <a:srgbClr val="003E68"/>
                </a:solidFill>
                <a:latin typeface="+mn-lt"/>
                <a:ea typeface="+mn-ea"/>
                <a:cs typeface="+mn-cs"/>
              </a:defRPr>
            </a:lvl1pPr>
          </a:lstStyle>
          <a:p>
            <a:pPr marL="228600" lvl="0" indent="-228600" defTabSz="914354"/>
            <a:r>
              <a:rPr lang="en-US" altLang="zh-CN" dirty="0"/>
              <a:t>Click to edit Master subtitle style</a:t>
            </a:r>
            <a:endParaRPr lang="zh-CN" altLang="en-US" dirty="0"/>
          </a:p>
        </p:txBody>
      </p:sp>
      <p:sp>
        <p:nvSpPr>
          <p:cNvPr id="8" name="文本占位符 7">
            <a:extLst>
              <a:ext uri="{FF2B5EF4-FFF2-40B4-BE49-F238E27FC236}">
                <a16:creationId xmlns:a16="http://schemas.microsoft.com/office/drawing/2014/main" id="{44C4A721-803B-47CB-B99E-1D01E8E0169F}"/>
              </a:ext>
            </a:extLst>
          </p:cNvPr>
          <p:cNvSpPr>
            <a:spLocks noGrp="1"/>
          </p:cNvSpPr>
          <p:nvPr>
            <p:ph type="body" sz="quarter" idx="13" hasCustomPrompt="1"/>
          </p:nvPr>
        </p:nvSpPr>
        <p:spPr>
          <a:xfrm>
            <a:off x="5949950" y="6041844"/>
            <a:ext cx="5568950" cy="296271"/>
          </a:xfrm>
        </p:spPr>
        <p:txBody>
          <a:bodyPr vert="horz" lIns="91440" tIns="45720" rIns="91440" bIns="45720" rtlCol="0" anchor="ctr">
            <a:normAutofit/>
          </a:bodyPr>
          <a:lstStyle>
            <a:lvl1pPr marL="0" indent="0" algn="r">
              <a:buNone/>
              <a:defRPr lang="en-US" altLang="zh-CN" sz="1000" b="0" smtClean="0"/>
            </a:lvl1pPr>
            <a:lvl2pPr>
              <a:defRPr lang="en-US" altLang="zh-CN" sz="1600" smtClean="0"/>
            </a:lvl2pPr>
            <a:lvl3pPr>
              <a:defRPr lang="en-US" altLang="zh-CN" sz="1400" smtClean="0"/>
            </a:lvl3pPr>
            <a:lvl4pPr>
              <a:defRPr lang="en-US" altLang="zh-CN" sz="1200" smtClean="0"/>
            </a:lvl4pPr>
            <a:lvl5pPr>
              <a:defRPr lang="zh-CN" altLang="en-US" sz="1200"/>
            </a:lvl5pPr>
          </a:lstStyle>
          <a:p>
            <a:r>
              <a:rPr lang="en-US" altLang="zh-CN" dirty="0"/>
              <a:t>Speaker name and title</a:t>
            </a:r>
          </a:p>
        </p:txBody>
      </p:sp>
      <p:sp>
        <p:nvSpPr>
          <p:cNvPr id="9" name="文本占位符 8">
            <a:extLst>
              <a:ext uri="{FF2B5EF4-FFF2-40B4-BE49-F238E27FC236}">
                <a16:creationId xmlns:a16="http://schemas.microsoft.com/office/drawing/2014/main" id="{CA939A61-406D-45DC-B757-059EFAA05866}"/>
              </a:ext>
            </a:extLst>
          </p:cNvPr>
          <p:cNvSpPr>
            <a:spLocks noGrp="1"/>
          </p:cNvSpPr>
          <p:nvPr>
            <p:ph type="body" sz="quarter" idx="14" hasCustomPrompt="1"/>
          </p:nvPr>
        </p:nvSpPr>
        <p:spPr>
          <a:xfrm>
            <a:off x="660400" y="6041844"/>
            <a:ext cx="5568950" cy="296271"/>
          </a:xfrm>
        </p:spPr>
        <p:txBody>
          <a:bodyPr vert="horz" lIns="91440" tIns="45720" rIns="91440" bIns="45720" rtlCol="0" anchor="ctr">
            <a:normAutofit/>
          </a:bodyPr>
          <a:lstStyle>
            <a:lvl1pPr marL="0" indent="0">
              <a:buNone/>
              <a:defRPr lang="en-US" altLang="zh-CN" sz="1000" b="0" smtClean="0"/>
            </a:lvl1pPr>
            <a:lvl2pPr>
              <a:defRPr lang="en-US" altLang="zh-CN" sz="1600" smtClean="0"/>
            </a:lvl2pPr>
            <a:lvl3pPr>
              <a:defRPr lang="en-US" altLang="zh-CN" sz="1400" smtClean="0"/>
            </a:lvl3pPr>
            <a:lvl4pPr>
              <a:defRPr lang="en-US" altLang="zh-CN" sz="1200" smtClean="0"/>
            </a:lvl4pPr>
            <a:lvl5pPr>
              <a:defRPr lang="zh-CN" altLang="en-US" sz="1200"/>
            </a:lvl5pPr>
          </a:lstStyle>
          <a:p>
            <a:r>
              <a:rPr lang="en-US" altLang="zh-CN" dirty="0"/>
              <a:t>OfficePLUS</a:t>
            </a:r>
            <a:endParaRPr lang="en-US" altLang="en-US" dirty="0"/>
          </a:p>
        </p:txBody>
      </p:sp>
      <p:sp>
        <p:nvSpPr>
          <p:cNvPr id="12" name="文本占位符 11">
            <a:extLst>
              <a:ext uri="{FF2B5EF4-FFF2-40B4-BE49-F238E27FC236}">
                <a16:creationId xmlns:a16="http://schemas.microsoft.com/office/drawing/2014/main" id="{4EF3F9F2-2DBE-4016-9D2B-F5CF4BE8EBCE}"/>
              </a:ext>
            </a:extLst>
          </p:cNvPr>
          <p:cNvSpPr>
            <a:spLocks noGrp="1"/>
          </p:cNvSpPr>
          <p:nvPr>
            <p:ph type="body" sz="quarter" idx="15" hasCustomPrompt="1"/>
          </p:nvPr>
        </p:nvSpPr>
        <p:spPr>
          <a:xfrm>
            <a:off x="660400" y="519885"/>
            <a:ext cx="1039091" cy="296271"/>
          </a:xfrm>
        </p:spPr>
        <p:txBody>
          <a:bodyPr vert="horz" wrap="none" lIns="91440" tIns="45720" rIns="91440" bIns="45720" rtlCol="0" anchor="ctr">
            <a:normAutofit/>
          </a:bodyPr>
          <a:lstStyle>
            <a:lvl1pPr marL="0" indent="0">
              <a:buNone/>
              <a:defRPr lang="en-US" altLang="zh-CN" sz="1200" b="1" smtClean="0">
                <a:solidFill>
                  <a:schemeClr val="bg1"/>
                </a:solidFill>
              </a:defRPr>
            </a:lvl1pPr>
            <a:lvl2pPr>
              <a:defRPr lang="en-US" altLang="zh-CN" sz="1600" smtClean="0"/>
            </a:lvl2pPr>
            <a:lvl3pPr>
              <a:defRPr lang="en-US" altLang="zh-CN" sz="1400" smtClean="0"/>
            </a:lvl3pPr>
            <a:lvl4pPr>
              <a:defRPr lang="en-US" altLang="zh-CN" sz="1200" smtClean="0"/>
            </a:lvl4pPr>
            <a:lvl5pPr>
              <a:defRPr lang="zh-CN" altLang="en-US" sz="1200"/>
            </a:lvl5pPr>
          </a:lstStyle>
          <a:p>
            <a:r>
              <a:rPr lang="en-US" altLang="zh-CN" dirty="0"/>
              <a:t>LGOO HERE</a:t>
            </a:r>
          </a:p>
        </p:txBody>
      </p:sp>
    </p:spTree>
    <p:extLst>
      <p:ext uri="{BB962C8B-B14F-4D97-AF65-F5344CB8AC3E}">
        <p14:creationId xmlns:p14="http://schemas.microsoft.com/office/powerpoint/2010/main" val="35738920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p>
        </p:txBody>
      </p:sp>
      <p:sp>
        <p:nvSpPr>
          <p:cNvPr id="3" name="副标题 2"/>
          <p:cNvSpPr>
            <a:spLocks noGrp="1"/>
          </p:cNvSpPr>
          <p:nvPr>
            <p:ph type="subTitle" idx="1"/>
            <p:custDataLst>
              <p:tags r:id="rId2"/>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2023/7/10</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dirty="0"/>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Tree>
    <p:extLst>
      <p:ext uri="{BB962C8B-B14F-4D97-AF65-F5344CB8AC3E}">
        <p14:creationId xmlns:p14="http://schemas.microsoft.com/office/powerpoint/2010/main" val="9978471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Section Header">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7F14FD5F-B95D-EEDB-45C9-646609D23310}"/>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6744"/>
          <a:stretch/>
        </p:blipFill>
        <p:spPr>
          <a:xfrm flipH="1">
            <a:off x="-1" y="-10886"/>
            <a:ext cx="12192001" cy="6868886"/>
          </a:xfrm>
          <a:prstGeom prst="rect">
            <a:avLst/>
          </a:prstGeom>
        </p:spPr>
      </p:pic>
      <p:sp>
        <p:nvSpPr>
          <p:cNvPr id="7" name="矩形 6">
            <a:extLst>
              <a:ext uri="{FF2B5EF4-FFF2-40B4-BE49-F238E27FC236}">
                <a16:creationId xmlns:a16="http://schemas.microsoft.com/office/drawing/2014/main" id="{9F958E0D-7A64-3475-5C59-19B48E14506B}"/>
              </a:ext>
            </a:extLst>
          </p:cNvPr>
          <p:cNvSpPr/>
          <p:nvPr userDrawn="1"/>
        </p:nvSpPr>
        <p:spPr>
          <a:xfrm>
            <a:off x="-1" y="-12700"/>
            <a:ext cx="12192001" cy="6868886"/>
          </a:xfrm>
          <a:prstGeom prst="rect">
            <a:avLst/>
          </a:prstGeom>
          <a:gradFill>
            <a:gsLst>
              <a:gs pos="100000">
                <a:schemeClr val="accent1">
                  <a:alpha val="70000"/>
                </a:schemeClr>
              </a:gs>
              <a:gs pos="0">
                <a:schemeClr val="accent1">
                  <a:alpha val="8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p>
        </p:txBody>
      </p:sp>
      <p:sp>
        <p:nvSpPr>
          <p:cNvPr id="8" name="标题 1">
            <a:extLst>
              <a:ext uri="{FF2B5EF4-FFF2-40B4-BE49-F238E27FC236}">
                <a16:creationId xmlns:a16="http://schemas.microsoft.com/office/drawing/2014/main" id="{4785355B-06FD-76BD-822F-A7890055F6AA}"/>
              </a:ext>
            </a:extLst>
          </p:cNvPr>
          <p:cNvSpPr>
            <a:spLocks noGrp="1"/>
          </p:cNvSpPr>
          <p:nvPr>
            <p:ph type="title" hasCustomPrompt="1"/>
          </p:nvPr>
        </p:nvSpPr>
        <p:spPr>
          <a:xfrm>
            <a:off x="660400" y="3763708"/>
            <a:ext cx="10858500" cy="535531"/>
          </a:xfrm>
        </p:spPr>
        <p:txBody>
          <a:bodyPr vert="horz" wrap="square" lIns="91440" tIns="45720" rIns="91440" bIns="45720" rtlCol="0" anchor="b">
            <a:spAutoFit/>
          </a:bodyPr>
          <a:lstStyle>
            <a:lvl1pPr algn="ctr">
              <a:defRPr lang="zh-CN" altLang="en-US" sz="3200">
                <a:solidFill>
                  <a:schemeClr val="bg1"/>
                </a:solidFill>
              </a:defRPr>
            </a:lvl1pPr>
          </a:lstStyle>
          <a:p>
            <a:pPr lvl="0" defTabSz="914354"/>
            <a:r>
              <a:rPr lang="en-US" altLang="zh-CN" dirty="0"/>
              <a:t>Click to edit Master title style</a:t>
            </a:r>
            <a:endParaRPr lang="zh-CN" altLang="en-US" dirty="0"/>
          </a:p>
        </p:txBody>
      </p:sp>
      <p:sp>
        <p:nvSpPr>
          <p:cNvPr id="9" name="文本占位符 2">
            <a:extLst>
              <a:ext uri="{FF2B5EF4-FFF2-40B4-BE49-F238E27FC236}">
                <a16:creationId xmlns:a16="http://schemas.microsoft.com/office/drawing/2014/main" id="{9589F03F-E02B-293A-811A-7A4CCAF2E424}"/>
              </a:ext>
            </a:extLst>
          </p:cNvPr>
          <p:cNvSpPr>
            <a:spLocks noGrp="1"/>
          </p:cNvSpPr>
          <p:nvPr>
            <p:ph type="body" idx="1" hasCustomPrompt="1"/>
          </p:nvPr>
        </p:nvSpPr>
        <p:spPr>
          <a:xfrm>
            <a:off x="660400" y="4299239"/>
            <a:ext cx="10858500" cy="313932"/>
          </a:xfrm>
        </p:spPr>
        <p:txBody>
          <a:bodyPr wrap="square">
            <a:spAutoFit/>
          </a:bodyPr>
          <a:lstStyle>
            <a:lvl1pPr marL="0" indent="0" algn="ctr">
              <a:buNone/>
              <a:defRPr lang="en-US" altLang="zh-CN" sz="1600" kern="1200">
                <a:solidFill>
                  <a:schemeClr val="bg1"/>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CN" dirty="0"/>
              <a:t>Click to edit Master text styles</a:t>
            </a:r>
          </a:p>
        </p:txBody>
      </p:sp>
      <p:sp>
        <p:nvSpPr>
          <p:cNvPr id="10" name="日期占位符 3">
            <a:extLst>
              <a:ext uri="{FF2B5EF4-FFF2-40B4-BE49-F238E27FC236}">
                <a16:creationId xmlns:a16="http://schemas.microsoft.com/office/drawing/2014/main" id="{FAF069AC-8524-FA44-0269-1A2C40B8970A}"/>
              </a:ext>
            </a:extLst>
          </p:cNvPr>
          <p:cNvSpPr>
            <a:spLocks noGrp="1"/>
          </p:cNvSpPr>
          <p:nvPr>
            <p:ph type="dt" sz="half" idx="10"/>
          </p:nvPr>
        </p:nvSpPr>
        <p:spPr>
          <a:xfrm>
            <a:off x="5504656" y="6438900"/>
            <a:ext cx="1802924" cy="215900"/>
          </a:xfrm>
        </p:spPr>
        <p:txBody>
          <a:bodyPr/>
          <a:lstStyle>
            <a:lvl1pPr>
              <a:defRPr>
                <a:solidFill>
                  <a:schemeClr val="bg1"/>
                </a:solidFill>
              </a:defRPr>
            </a:lvl1pPr>
          </a:lstStyle>
          <a:p>
            <a:fld id="{6834F10D-3A58-4285-A9DB-D9098A7BEDDD}" type="datetime1">
              <a:rPr lang="en-US" altLang="zh-CN" smtClean="0"/>
              <a:t>7/10/2023</a:t>
            </a:fld>
            <a:endParaRPr lang="en-US"/>
          </a:p>
        </p:txBody>
      </p:sp>
      <p:sp>
        <p:nvSpPr>
          <p:cNvPr id="11" name="页脚占位符 4">
            <a:extLst>
              <a:ext uri="{FF2B5EF4-FFF2-40B4-BE49-F238E27FC236}">
                <a16:creationId xmlns:a16="http://schemas.microsoft.com/office/drawing/2014/main" id="{EC446279-2E21-9B07-6161-53D60AD44508}"/>
              </a:ext>
            </a:extLst>
          </p:cNvPr>
          <p:cNvSpPr>
            <a:spLocks noGrp="1"/>
          </p:cNvSpPr>
          <p:nvPr>
            <p:ph type="ftr" sz="quarter" idx="11"/>
          </p:nvPr>
        </p:nvSpPr>
        <p:spPr>
          <a:xfrm>
            <a:off x="660401" y="6438900"/>
            <a:ext cx="3992171" cy="215900"/>
          </a:xfrm>
        </p:spPr>
        <p:txBody>
          <a:bodyPr/>
          <a:lstStyle>
            <a:lvl1pPr>
              <a:defRPr>
                <a:solidFill>
                  <a:schemeClr val="bg1"/>
                </a:solidFill>
              </a:defRPr>
            </a:lvl1pPr>
          </a:lstStyle>
          <a:p>
            <a:endParaRPr lang="zh-CN" altLang="en-US" dirty="0"/>
          </a:p>
        </p:txBody>
      </p:sp>
      <p:sp>
        <p:nvSpPr>
          <p:cNvPr id="12" name="灯片编号占位符 5">
            <a:extLst>
              <a:ext uri="{FF2B5EF4-FFF2-40B4-BE49-F238E27FC236}">
                <a16:creationId xmlns:a16="http://schemas.microsoft.com/office/drawing/2014/main" id="{7A574BCF-5954-0928-C3DE-FCC025EDE6D8}"/>
              </a:ext>
            </a:extLst>
          </p:cNvPr>
          <p:cNvSpPr>
            <a:spLocks noGrp="1"/>
          </p:cNvSpPr>
          <p:nvPr>
            <p:ph type="sldNum" sz="quarter" idx="12"/>
          </p:nvPr>
        </p:nvSpPr>
        <p:spPr>
          <a:xfrm>
            <a:off x="8857452" y="6438900"/>
            <a:ext cx="2661448" cy="215900"/>
          </a:xfrm>
        </p:spPr>
        <p:txBody>
          <a:bodyPr/>
          <a:lstStyle>
            <a:lvl1pPr>
              <a:defRPr>
                <a:solidFill>
                  <a:schemeClr val="bg1"/>
                </a:solidFill>
              </a:defRPr>
            </a:lvl1pPr>
          </a:lstStyle>
          <a:p>
            <a:fld id="{7F65B630-C7FF-41C0-9923-C5E5E29EED81}" type="slidenum">
              <a:rPr lang="en-US" altLang="zh-CN" smtClean="0"/>
              <a:pPr/>
              <a:t>‹#›</a:t>
            </a:fld>
            <a:endParaRPr lang="en-US"/>
          </a:p>
        </p:txBody>
      </p:sp>
    </p:spTree>
    <p:extLst>
      <p:ext uri="{BB962C8B-B14F-4D97-AF65-F5344CB8AC3E}">
        <p14:creationId xmlns:p14="http://schemas.microsoft.com/office/powerpoint/2010/main" val="38948801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9924" y="1"/>
            <a:ext cx="10850563" cy="1028699"/>
          </a:xfrm>
          <a:prstGeom prst="rect">
            <a:avLst/>
          </a:prstGeom>
        </p:spPr>
        <p:txBody>
          <a:bodyPr vert="horz" lIns="91440" tIns="45720" rIns="91440" bIns="45720" rtlCol="0" anchor="b">
            <a:normAutofit/>
          </a:bodyPr>
          <a:lstStyle/>
          <a:p>
            <a:r>
              <a:rPr lang="en-US" altLang="zh-CN" dirty="0"/>
              <a:t>Click to edit Master title style</a:t>
            </a:r>
            <a:endParaRPr lang="zh-CN" altLang="en-US" dirty="0"/>
          </a:p>
        </p:txBody>
      </p:sp>
      <p:sp>
        <p:nvSpPr>
          <p:cNvPr id="3" name="文本占位符 2"/>
          <p:cNvSpPr>
            <a:spLocks noGrp="1"/>
          </p:cNvSpPr>
          <p:nvPr>
            <p:ph type="body" idx="1"/>
          </p:nvPr>
        </p:nvSpPr>
        <p:spPr>
          <a:xfrm>
            <a:off x="669924" y="1123950"/>
            <a:ext cx="10850563" cy="5019675"/>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zh-CN" altLang="en-US" dirty="0"/>
          </a:p>
        </p:txBody>
      </p:sp>
      <p:cxnSp>
        <p:nvCxnSpPr>
          <p:cNvPr id="7" name="直接连接符 6"/>
          <p:cNvCxnSpPr/>
          <p:nvPr userDrawn="1"/>
        </p:nvCxnSpPr>
        <p:spPr>
          <a:xfrm>
            <a:off x="669924" y="1028700"/>
            <a:ext cx="10850563"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8" name="日期占位符 7"/>
          <p:cNvSpPr>
            <a:spLocks noGrp="1"/>
          </p:cNvSpPr>
          <p:nvPr>
            <p:ph type="dt" sz="half" idx="2"/>
          </p:nvPr>
        </p:nvSpPr>
        <p:spPr>
          <a:xfrm>
            <a:off x="5401732" y="6240463"/>
            <a:ext cx="1388536" cy="206381"/>
          </a:xfrm>
          <a:prstGeom prst="rect">
            <a:avLst/>
          </a:prstGeom>
        </p:spPr>
        <p:txBody>
          <a:bodyPr vert="horz" lIns="91440" tIns="45720" rIns="91440" bIns="45720" rtlCol="0" anchor="ctr"/>
          <a:lstStyle>
            <a:lvl1pPr algn="ctr">
              <a:defRPr sz="1000">
                <a:solidFill>
                  <a:schemeClr val="tx1">
                    <a:lumMod val="50000"/>
                    <a:lumOff val="50000"/>
                  </a:schemeClr>
                </a:solidFill>
              </a:defRPr>
            </a:lvl1pPr>
          </a:lstStyle>
          <a:p>
            <a:fld id="{6489D9C7-5DC6-4263-87FF-7C99F6FB63C3}" type="datetime1">
              <a:rPr lang="zh-CN" altLang="en-US" smtClean="0"/>
              <a:t>2023/7/10</a:t>
            </a:fld>
            <a:endParaRPr lang="zh-CN" altLang="en-US"/>
          </a:p>
        </p:txBody>
      </p:sp>
      <p:sp>
        <p:nvSpPr>
          <p:cNvPr id="9" name="页脚占位符 8"/>
          <p:cNvSpPr>
            <a:spLocks noGrp="1"/>
          </p:cNvSpPr>
          <p:nvPr>
            <p:ph type="ftr" sz="quarter" idx="3"/>
          </p:nvPr>
        </p:nvSpPr>
        <p:spPr>
          <a:xfrm>
            <a:off x="669924" y="6240463"/>
            <a:ext cx="4140201" cy="206381"/>
          </a:xfrm>
          <a:prstGeom prst="rect">
            <a:avLst/>
          </a:prstGeom>
        </p:spPr>
        <p:txBody>
          <a:bodyPr vert="horz" lIns="91440" tIns="45720" rIns="91440" bIns="45720" rtlCol="0" anchor="ctr"/>
          <a:lstStyle>
            <a:lvl1pPr algn="l">
              <a:defRPr sz="1000">
                <a:solidFill>
                  <a:schemeClr val="tx1">
                    <a:lumMod val="50000"/>
                    <a:lumOff val="50000"/>
                  </a:schemeClr>
                </a:solidFill>
              </a:defRPr>
            </a:lvl1pPr>
          </a:lstStyle>
          <a:p>
            <a:r>
              <a:rPr lang="en-US" altLang="zh-CN" dirty="0"/>
              <a:t>OfficePLUS</a:t>
            </a:r>
            <a:endParaRPr lang="zh-CN" altLang="en-US" dirty="0"/>
          </a:p>
        </p:txBody>
      </p:sp>
      <p:sp>
        <p:nvSpPr>
          <p:cNvPr id="10" name="灯片编号占位符 9"/>
          <p:cNvSpPr>
            <a:spLocks noGrp="1"/>
          </p:cNvSpPr>
          <p:nvPr>
            <p:ph type="sldNum" sz="quarter" idx="4"/>
          </p:nvPr>
        </p:nvSpPr>
        <p:spPr>
          <a:xfrm>
            <a:off x="8610599" y="6240463"/>
            <a:ext cx="2909888" cy="206381"/>
          </a:xfrm>
          <a:prstGeom prst="rect">
            <a:avLst/>
          </a:prstGeom>
        </p:spPr>
        <p:txBody>
          <a:bodyPr vert="horz" lIns="91440" tIns="45720" rIns="91440" bIns="45720" rtlCol="0" anchor="ctr"/>
          <a:lstStyle>
            <a:lvl1pPr algn="r">
              <a:defRPr sz="1000">
                <a:solidFill>
                  <a:schemeClr val="tx1">
                    <a:lumMod val="50000"/>
                    <a:lumOff val="50000"/>
                  </a:schemeClr>
                </a:solidFill>
              </a:defRPr>
            </a:lvl1pPr>
          </a:lstStyle>
          <a:p>
            <a:fld id="{5DD3DB80-B894-403A-B48E-6FDC1A72010E}"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8" r:id="rId9"/>
    <p:sldLayoutId id="2147483659" r:id="rId10"/>
    <p:sldLayoutId id="2147483660" r:id="rId11"/>
  </p:sldLayoutIdLst>
  <p:hf hd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hemeOverride" Target="../theme/themeOverride1.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7.jpeg"/><Relationship Id="rId7" Type="http://schemas.openxmlformats.org/officeDocument/2006/relationships/customXml" Target="../ink/ink2.xml"/><Relationship Id="rId12"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9.png"/><Relationship Id="rId11" Type="http://schemas.openxmlformats.org/officeDocument/2006/relationships/image" Target="../media/image12.png"/><Relationship Id="rId5" Type="http://schemas.openxmlformats.org/officeDocument/2006/relationships/customXml" Target="../ink/ink1.xml"/><Relationship Id="rId10" Type="http://schemas.openxmlformats.org/officeDocument/2006/relationships/image" Target="../media/image11.png"/><Relationship Id="rId4" Type="http://schemas.openxmlformats.org/officeDocument/2006/relationships/image" Target="../media/image8.png"/><Relationship Id="rId9" Type="http://schemas.openxmlformats.org/officeDocument/2006/relationships/customXml" Target="../ink/ink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themeOverride" Target="../theme/themeOverride4.xml"/></Relationships>
</file>

<file path=ppt/slides/_rels/slide30.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4.xml"/><Relationship Id="rId5" Type="http://schemas.openxmlformats.org/officeDocument/2006/relationships/image" Target="../media/image30.png"/><Relationship Id="rId4" Type="http://schemas.openxmlformats.org/officeDocument/2006/relationships/image" Target="../media/image29.png"/></Relationships>
</file>

<file path=ppt/slides/_rels/slide3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7.png"/><Relationship Id="rId1" Type="http://schemas.openxmlformats.org/officeDocument/2006/relationships/slideLayout" Target="../slideLayouts/slideLayout4.xml"/><Relationship Id="rId4" Type="http://schemas.openxmlformats.org/officeDocument/2006/relationships/image" Target="../media/image32.png"/></Relationships>
</file>

<file path=ppt/slides/_rels/slide3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4.xml"/><Relationship Id="rId4" Type="http://schemas.openxmlformats.org/officeDocument/2006/relationships/image" Target="../media/image37.png"/></Relationships>
</file>

<file path=ppt/slides/_rels/slide3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4.xml"/><Relationship Id="rId4" Type="http://schemas.openxmlformats.org/officeDocument/2006/relationships/image" Target="../media/image40.png"/></Relationships>
</file>

<file path=ppt/slides/_rels/slide3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38.png"/><Relationship Id="rId1" Type="http://schemas.openxmlformats.org/officeDocument/2006/relationships/slideLayout" Target="../slideLayouts/slideLayout4.xml"/><Relationship Id="rId4" Type="http://schemas.openxmlformats.org/officeDocument/2006/relationships/image" Target="../media/image42.png"/></Relationships>
</file>

<file path=ppt/slides/_rels/slide3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4.xml"/><Relationship Id="rId4" Type="http://schemas.openxmlformats.org/officeDocument/2006/relationships/image" Target="../media/image45.png"/></Relationships>
</file>

<file path=ppt/slides/_rels/slide4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4.xml"/><Relationship Id="rId4" Type="http://schemas.openxmlformats.org/officeDocument/2006/relationships/image" Target="../media/image5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4.xml"/><Relationship Id="rId5" Type="http://schemas.openxmlformats.org/officeDocument/2006/relationships/image" Target="../media/image56.png"/><Relationship Id="rId4" Type="http://schemas.openxmlformats.org/officeDocument/2006/relationships/image" Target="../media/image55.png"/></Relationships>
</file>

<file path=ppt/slides/_rels/slide4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7.png"/><Relationship Id="rId1" Type="http://schemas.openxmlformats.org/officeDocument/2006/relationships/slideLayout" Target="../slideLayouts/slideLayout4.xml"/><Relationship Id="rId5" Type="http://schemas.openxmlformats.org/officeDocument/2006/relationships/image" Target="../media/image59.png"/><Relationship Id="rId4" Type="http://schemas.openxmlformats.org/officeDocument/2006/relationships/image" Target="../media/image58.png"/></Relationships>
</file>

<file path=ppt/slides/_rels/slide4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4.xml"/><Relationship Id="rId5" Type="http://schemas.openxmlformats.org/officeDocument/2006/relationships/image" Target="../media/image62.png"/><Relationship Id="rId4" Type="http://schemas.openxmlformats.org/officeDocument/2006/relationships/image" Target="../media/image5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slideLayout" Target="../slideLayouts/slideLayout10.xml"/><Relationship Id="rId1" Type="http://schemas.openxmlformats.org/officeDocument/2006/relationships/tags" Target="../tags/tag7.xml"/></Relationships>
</file>

<file path=ppt/slides/_rels/slide4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slideLayout" Target="../slideLayouts/slideLayout10.xml"/><Relationship Id="rId1" Type="http://schemas.openxmlformats.org/officeDocument/2006/relationships/tags" Target="../tags/tag8.xml"/></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10.xml"/><Relationship Id="rId1" Type="http://schemas.openxmlformats.org/officeDocument/2006/relationships/tags" Target="../tags/tag9.xml"/><Relationship Id="rId5" Type="http://schemas.openxmlformats.org/officeDocument/2006/relationships/image" Target="../media/image66.png"/><Relationship Id="rId4" Type="http://schemas.openxmlformats.org/officeDocument/2006/relationships/image" Target="../media/image65.png"/></Relationships>
</file>

<file path=ppt/slides/_rels/slide51.xml.rels><?xml version="1.0" encoding="UTF-8" standalone="yes"?>
<Relationships xmlns="http://schemas.openxmlformats.org/package/2006/relationships"><Relationship Id="rId3" Type="http://schemas.openxmlformats.org/officeDocument/2006/relationships/tags" Target="../tags/tag13.xml"/><Relationship Id="rId2" Type="http://schemas.openxmlformats.org/officeDocument/2006/relationships/tags" Target="../tags/tag12.xml"/><Relationship Id="rId1" Type="http://schemas.openxmlformats.org/officeDocument/2006/relationships/tags" Target="../tags/tag11.xml"/><Relationship Id="rId5" Type="http://schemas.openxmlformats.org/officeDocument/2006/relationships/image" Target="../media/image67.png"/><Relationship Id="rId4" Type="http://schemas.openxmlformats.org/officeDocument/2006/relationships/slideLayout" Target="../slideLayouts/slideLayout10.xml"/></Relationships>
</file>

<file path=ppt/slides/_rels/slide5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slideLayout" Target="../slideLayouts/slideLayout10.xml"/><Relationship Id="rId1" Type="http://schemas.openxmlformats.org/officeDocument/2006/relationships/tags" Target="../tags/tag14.xml"/></Relationships>
</file>

<file path=ppt/slides/_rels/slide53.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slideLayout" Target="../slideLayouts/slideLayout10.xml"/><Relationship Id="rId1" Type="http://schemas.openxmlformats.org/officeDocument/2006/relationships/tags" Target="../tags/tag15.xml"/></Relationships>
</file>

<file path=ppt/slides/_rels/slide5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slideLayout" Target="../slideLayouts/slideLayout10.xml"/><Relationship Id="rId1" Type="http://schemas.openxmlformats.org/officeDocument/2006/relationships/tags" Target="../tags/tag16.xml"/></Relationships>
</file>

<file path=ppt/slides/_rels/slide55.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5" Type="http://schemas.openxmlformats.org/officeDocument/2006/relationships/image" Target="../media/image71.png"/><Relationship Id="rId4" Type="http://schemas.openxmlformats.org/officeDocument/2006/relationships/slideLayout" Target="../slideLayouts/slideLayout10.xml"/></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21.xml"/><Relationship Id="rId1" Type="http://schemas.openxmlformats.org/officeDocument/2006/relationships/tags" Target="../tags/tag20.xml"/><Relationship Id="rId5" Type="http://schemas.openxmlformats.org/officeDocument/2006/relationships/image" Target="../media/image73.jpeg"/><Relationship Id="rId4" Type="http://schemas.openxmlformats.org/officeDocument/2006/relationships/image" Target="../media/image7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8.xml.rels><?xml version="1.0" encoding="UTF-8" standalone="yes"?>
<Relationships xmlns="http://schemas.openxmlformats.org/package/2006/relationships"><Relationship Id="rId2" Type="http://schemas.openxmlformats.org/officeDocument/2006/relationships/image" Target="../media/image74.jpeg"/><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4.xml"/><Relationship Id="rId4" Type="http://schemas.openxmlformats.org/officeDocument/2006/relationships/image" Target="../media/image77.png"/></Relationships>
</file>

<file path=ppt/slides/_rels/slide60.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27.xml"/><Relationship Id="rId1" Type="http://schemas.openxmlformats.org/officeDocument/2006/relationships/slideLayout" Target="../slideLayouts/slideLayout4.xml"/><Relationship Id="rId4" Type="http://schemas.openxmlformats.org/officeDocument/2006/relationships/image" Target="../media/image80.png"/></Relationships>
</file>

<file path=ppt/slides/_rels/slide62.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1.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slideLayout" Target="../slideLayouts/slideLayout4.xml"/><Relationship Id="rId1" Type="http://schemas.openxmlformats.org/officeDocument/2006/relationships/tags" Target="../tags/tag22.xml"/></Relationships>
</file>

<file path=ppt/slides/_rels/slide73.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slideLayout" Target="../slideLayouts/slideLayout4.xml"/><Relationship Id="rId1" Type="http://schemas.openxmlformats.org/officeDocument/2006/relationships/tags" Target="../tags/tag23.xml"/></Relationships>
</file>

<file path=ppt/slides/_rels/slide75.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slideLayout" Target="../slideLayouts/slideLayout4.xml"/><Relationship Id="rId1" Type="http://schemas.openxmlformats.org/officeDocument/2006/relationships/tags" Target="../tags/tag24.xml"/></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4.xml"/><Relationship Id="rId1" Type="http://schemas.openxmlformats.org/officeDocument/2006/relationships/tags" Target="../tags/tag25.xml"/><Relationship Id="rId4" Type="http://schemas.openxmlformats.org/officeDocument/2006/relationships/image" Target="../media/image92.png"/></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4.xml"/><Relationship Id="rId1" Type="http://schemas.openxmlformats.org/officeDocument/2006/relationships/tags" Target="../tags/tag26.xml"/><Relationship Id="rId4" Type="http://schemas.openxmlformats.org/officeDocument/2006/relationships/image" Target="../media/image93.png"/></Relationships>
</file>

<file path=ppt/slides/_rels/slide78.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slideLayout" Target="../slideLayouts/slideLayout4.xml"/><Relationship Id="rId1" Type="http://schemas.openxmlformats.org/officeDocument/2006/relationships/tags" Target="../tags/tag27.xml"/></Relationships>
</file>

<file path=ppt/slides/_rels/slide79.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slideLayout" Target="../slideLayouts/slideLayout4.xml"/><Relationship Id="rId1" Type="http://schemas.openxmlformats.org/officeDocument/2006/relationships/tags" Target="../tags/tag28.xml"/></Relationships>
</file>

<file path=ppt/slides/_rels/slide80.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slideLayout" Target="../slideLayouts/slideLayout4.xml"/><Relationship Id="rId1" Type="http://schemas.openxmlformats.org/officeDocument/2006/relationships/tags" Target="../tags/tag29.xml"/></Relationships>
</file>

<file path=ppt/slides/_rels/slide81.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slideLayout" Target="../slideLayouts/slideLayout4.xml"/><Relationship Id="rId1" Type="http://schemas.openxmlformats.org/officeDocument/2006/relationships/tags" Target="../tags/tag30.xml"/></Relationships>
</file>

<file path=ppt/slides/_rels/slide82.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slideLayout" Target="../slideLayouts/slideLayout4.xml"/><Relationship Id="rId1" Type="http://schemas.openxmlformats.org/officeDocument/2006/relationships/tags" Target="../tags/tag31.xml"/></Relationships>
</file>

<file path=ppt/slides/_rels/slide83.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slideLayout" Target="../slideLayouts/slideLayout4.xml"/><Relationship Id="rId1" Type="http://schemas.openxmlformats.org/officeDocument/2006/relationships/tags" Target="../tags/tag32.xml"/></Relationships>
</file>

<file path=ppt/slides/_rels/slide84.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slideLayout" Target="../slideLayouts/slideLayout4.xml"/><Relationship Id="rId1" Type="http://schemas.openxmlformats.org/officeDocument/2006/relationships/tags" Target="../tags/tag3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6.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slideLayout" Target="../slideLayouts/slideLayout4.xml"/><Relationship Id="rId1" Type="http://schemas.openxmlformats.org/officeDocument/2006/relationships/themeOverride" Target="../theme/themeOverride5.xml"/><Relationship Id="rId6" Type="http://schemas.openxmlformats.org/officeDocument/2006/relationships/image" Target="../media/image104.png"/><Relationship Id="rId5" Type="http://schemas.openxmlformats.org/officeDocument/2006/relationships/image" Target="../media/image103.png"/><Relationship Id="rId4" Type="http://schemas.openxmlformats.org/officeDocument/2006/relationships/image" Target="../media/image102.png"/></Relationships>
</file>

<file path=ppt/slides/_rels/slide87.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5.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9.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notesSlide" Target="../notesSlides/notesSlide32.xml"/><Relationship Id="rId1" Type="http://schemas.openxmlformats.org/officeDocument/2006/relationships/slideLayout" Target="../slideLayouts/slideLayout4.xml"/><Relationship Id="rId4" Type="http://schemas.openxmlformats.org/officeDocument/2006/relationships/hyperlink" Target="https://pxhere.com/zh/photo/1563439" TargetMode="External"/></Relationships>
</file>

<file path=ppt/slides/_rels/slide90.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35.xml"/><Relationship Id="rId1" Type="http://schemas.openxmlformats.org/officeDocument/2006/relationships/slideLayout" Target="../slideLayouts/slideLayout4.xml"/><Relationship Id="rId4" Type="http://schemas.openxmlformats.org/officeDocument/2006/relationships/image" Target="../media/image108.png"/></Relationships>
</file>

<file path=ppt/slides/_rels/slide93.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副标题 4"/>
          <p:cNvSpPr>
            <a:spLocks noGrp="1"/>
          </p:cNvSpPr>
          <p:nvPr>
            <p:ph type="subTitle" idx="1"/>
          </p:nvPr>
        </p:nvSpPr>
        <p:spPr>
          <a:xfrm>
            <a:off x="1708893" y="4005854"/>
            <a:ext cx="5182234" cy="1335400"/>
          </a:xfrm>
          <a:prstGeom prst="roundRect">
            <a:avLst>
              <a:gd name="adj" fmla="val 0"/>
            </a:avLst>
          </a:prstGeom>
          <a:noFill/>
          <a:ln w="15875">
            <a:noFill/>
          </a:ln>
        </p:spPr>
        <p:txBody>
          <a:bodyPr anchor="ctr">
            <a:noAutofit/>
          </a:bodyPr>
          <a:lstStyle/>
          <a:p>
            <a:pPr algn="l">
              <a:lnSpc>
                <a:spcPct val="150000"/>
              </a:lnSpc>
              <a:spcBef>
                <a:spcPts val="0"/>
              </a:spcBef>
            </a:pPr>
            <a:r>
              <a:rPr lang="zh-CN" altLang="en-US" sz="1800" spc="300" dirty="0">
                <a:solidFill>
                  <a:schemeClr val="tx1"/>
                </a:solidFill>
                <a:cs typeface="+mn-ea"/>
                <a:sym typeface="+mn-lt"/>
              </a:rPr>
              <a:t>项目经理：刘江涛</a:t>
            </a:r>
            <a:endParaRPr lang="en-US" altLang="zh-CN" sz="1800" spc="300" dirty="0">
              <a:solidFill>
                <a:schemeClr val="tx1"/>
              </a:solidFill>
              <a:cs typeface="+mn-ea"/>
              <a:sym typeface="+mn-lt"/>
            </a:endParaRPr>
          </a:p>
          <a:p>
            <a:pPr algn="l">
              <a:lnSpc>
                <a:spcPct val="150000"/>
              </a:lnSpc>
              <a:spcBef>
                <a:spcPts val="0"/>
              </a:spcBef>
            </a:pPr>
            <a:r>
              <a:rPr lang="zh-CN" altLang="en-US" sz="1800" spc="300" dirty="0">
                <a:solidFill>
                  <a:schemeClr val="tx1"/>
                </a:solidFill>
                <a:cs typeface="+mn-ea"/>
                <a:sym typeface="+mn-lt"/>
              </a:rPr>
              <a:t>组内成员：唐婉婷 赵家熠 张婷婷</a:t>
            </a:r>
            <a:endParaRPr lang="en-US" altLang="zh-CN" sz="1800" spc="300" dirty="0">
              <a:solidFill>
                <a:schemeClr val="tx1"/>
              </a:solidFill>
              <a:cs typeface="+mn-ea"/>
              <a:sym typeface="+mn-lt"/>
            </a:endParaRPr>
          </a:p>
          <a:p>
            <a:pPr algn="l">
              <a:lnSpc>
                <a:spcPct val="150000"/>
              </a:lnSpc>
              <a:spcBef>
                <a:spcPts val="0"/>
              </a:spcBef>
            </a:pPr>
            <a:r>
              <a:rPr lang="en-US" altLang="zh-CN" sz="1800" spc="300" dirty="0">
                <a:solidFill>
                  <a:schemeClr val="tx1"/>
                </a:solidFill>
                <a:cs typeface="+mn-ea"/>
                <a:sym typeface="+mn-lt"/>
              </a:rPr>
              <a:t>	    </a:t>
            </a:r>
            <a:r>
              <a:rPr lang="zh-CN" altLang="en-US" sz="1800" spc="300" dirty="0">
                <a:solidFill>
                  <a:schemeClr val="tx1"/>
                </a:solidFill>
                <a:cs typeface="+mn-ea"/>
                <a:sym typeface="+mn-lt"/>
              </a:rPr>
              <a:t>滕嫚玲 李潇怿 焦杨凡</a:t>
            </a:r>
            <a:endParaRPr lang="en-US" altLang="zh-CN" sz="1800" spc="300" dirty="0">
              <a:solidFill>
                <a:schemeClr val="tx1"/>
              </a:solidFill>
              <a:cs typeface="+mn-ea"/>
              <a:sym typeface="+mn-lt"/>
            </a:endParaRPr>
          </a:p>
        </p:txBody>
      </p:sp>
      <p:sp>
        <p:nvSpPr>
          <p:cNvPr id="4" name="标题 3"/>
          <p:cNvSpPr>
            <a:spLocks noGrp="1"/>
          </p:cNvSpPr>
          <p:nvPr>
            <p:ph type="ctrTitle"/>
          </p:nvPr>
        </p:nvSpPr>
        <p:spPr>
          <a:xfrm>
            <a:off x="669924" y="1238492"/>
            <a:ext cx="8715376" cy="2587614"/>
          </a:xfrm>
          <a:noFill/>
          <a:effectLst/>
        </p:spPr>
        <p:txBody>
          <a:bodyPr>
            <a:noAutofit/>
          </a:bodyPr>
          <a:lstStyle/>
          <a:p>
            <a:pPr algn="l">
              <a:lnSpc>
                <a:spcPct val="100000"/>
              </a:lnSpc>
            </a:pPr>
            <a:r>
              <a:rPr lang="zh-CN" altLang="en-US" sz="4000" b="0" spc="-150" dirty="0">
                <a:solidFill>
                  <a:schemeClr val="accent2"/>
                </a:solidFill>
                <a:latin typeface="+mn-lt"/>
                <a:ea typeface="+mn-ea"/>
                <a:cs typeface="+mn-ea"/>
                <a:sym typeface="+mn-lt"/>
              </a:rPr>
              <a:t>基于</a:t>
            </a:r>
            <a:r>
              <a:rPr lang="en-US" altLang="zh-CN" sz="4000" b="0" spc="-150" dirty="0">
                <a:solidFill>
                  <a:schemeClr val="accent2"/>
                </a:solidFill>
                <a:latin typeface="+mn-lt"/>
                <a:ea typeface="+mn-ea"/>
                <a:cs typeface="+mn-ea"/>
                <a:sym typeface="+mn-lt"/>
              </a:rPr>
              <a:t>Spring Boot </a:t>
            </a:r>
            <a:r>
              <a:rPr lang="zh-CN" altLang="en-US" sz="4000" b="0" spc="-150" dirty="0">
                <a:solidFill>
                  <a:schemeClr val="accent2"/>
                </a:solidFill>
                <a:latin typeface="+mn-lt"/>
                <a:ea typeface="+mn-ea"/>
                <a:cs typeface="+mn-ea"/>
                <a:sym typeface="+mn-lt"/>
              </a:rPr>
              <a:t>与 </a:t>
            </a:r>
            <a:r>
              <a:rPr lang="en-US" altLang="zh-CN" sz="4000" b="0" spc="-150" dirty="0">
                <a:solidFill>
                  <a:schemeClr val="accent2"/>
                </a:solidFill>
                <a:latin typeface="+mn-lt"/>
                <a:ea typeface="+mn-ea"/>
                <a:cs typeface="+mn-ea"/>
                <a:sym typeface="+mn-lt"/>
              </a:rPr>
              <a:t>Vue </a:t>
            </a:r>
            <a:r>
              <a:rPr lang="zh-CN" altLang="en-US" sz="4000" b="0" spc="-150" dirty="0">
                <a:solidFill>
                  <a:schemeClr val="accent2"/>
                </a:solidFill>
                <a:latin typeface="+mn-lt"/>
                <a:ea typeface="+mn-ea"/>
                <a:cs typeface="+mn-ea"/>
                <a:sym typeface="+mn-lt"/>
              </a:rPr>
              <a:t>的</a:t>
            </a:r>
            <a:br>
              <a:rPr lang="en-US" altLang="zh-CN" sz="6600" b="0" spc="-150" dirty="0">
                <a:solidFill>
                  <a:schemeClr val="bg1"/>
                </a:solidFill>
                <a:latin typeface="+mn-lt"/>
                <a:ea typeface="+mn-ea"/>
                <a:cs typeface="+mn-ea"/>
                <a:sym typeface="+mn-lt"/>
              </a:rPr>
            </a:br>
            <a:r>
              <a:rPr lang="zh-CN" altLang="en-US" sz="8000" spc="-150" dirty="0">
                <a:gradFill>
                  <a:gsLst>
                    <a:gs pos="37000">
                      <a:schemeClr val="tx1"/>
                    </a:gs>
                    <a:gs pos="58000">
                      <a:schemeClr val="accent4">
                        <a:lumMod val="50000"/>
                        <a:lumOff val="50000"/>
                      </a:schemeClr>
                    </a:gs>
                    <a:gs pos="58000">
                      <a:schemeClr val="tx1"/>
                    </a:gs>
                  </a:gsLst>
                  <a:lin ang="6600000" scaled="0"/>
                </a:gradFill>
                <a:latin typeface="+mn-lt"/>
                <a:ea typeface="+mn-ea"/>
                <a:cs typeface="+mn-ea"/>
                <a:sym typeface="+mn-lt"/>
              </a:rPr>
              <a:t>课程管理系</a:t>
            </a:r>
            <a:r>
              <a:rPr lang="zh-CN" altLang="en-US" sz="8000" spc="-150" dirty="0">
                <a:solidFill>
                  <a:schemeClr val="tx1"/>
                </a:solidFill>
                <a:latin typeface="+mn-lt"/>
                <a:ea typeface="+mn-ea"/>
                <a:cs typeface="+mn-ea"/>
                <a:sym typeface="+mn-lt"/>
              </a:rPr>
              <a:t>统</a:t>
            </a:r>
            <a:br>
              <a:rPr lang="en-US" altLang="zh-CN" sz="8000" spc="-150" dirty="0">
                <a:gradFill>
                  <a:gsLst>
                    <a:gs pos="37000">
                      <a:schemeClr val="bg1"/>
                    </a:gs>
                    <a:gs pos="58000">
                      <a:schemeClr val="accent4">
                        <a:lumMod val="50000"/>
                        <a:lumOff val="50000"/>
                      </a:schemeClr>
                    </a:gs>
                    <a:gs pos="58000">
                      <a:schemeClr val="bg1"/>
                    </a:gs>
                  </a:gsLst>
                  <a:lin ang="6600000" scaled="0"/>
                </a:gradFill>
                <a:latin typeface="+mn-lt"/>
                <a:ea typeface="+mn-ea"/>
                <a:cs typeface="+mn-ea"/>
                <a:sym typeface="+mn-lt"/>
              </a:rPr>
            </a:br>
            <a:r>
              <a:rPr lang="zh-CN" altLang="en-US" sz="4400" b="0" spc="-150" dirty="0">
                <a:solidFill>
                  <a:schemeClr val="tx1"/>
                </a:solidFill>
                <a:latin typeface="+mn-lt"/>
                <a:ea typeface="+mn-ea"/>
                <a:cs typeface="+mn-ea"/>
                <a:sym typeface="+mn-lt"/>
              </a:rPr>
              <a:t>重构与实现</a:t>
            </a:r>
          </a:p>
        </p:txBody>
      </p:sp>
      <p:sp>
        <p:nvSpPr>
          <p:cNvPr id="6" name="文本占位符 5"/>
          <p:cNvSpPr>
            <a:spLocks noGrp="1"/>
          </p:cNvSpPr>
          <p:nvPr>
            <p:ph type="body" sz="quarter" idx="10"/>
          </p:nvPr>
        </p:nvSpPr>
        <p:spPr>
          <a:xfrm>
            <a:off x="7306960" y="4745182"/>
            <a:ext cx="4156680" cy="296271"/>
          </a:xfrm>
        </p:spPr>
        <p:txBody>
          <a:bodyPr/>
          <a:lstStyle/>
          <a:p>
            <a:pPr algn="r"/>
            <a:r>
              <a:rPr lang="zh-CN" altLang="en-US" sz="2000" dirty="0">
                <a:solidFill>
                  <a:schemeClr val="accent4"/>
                </a:solidFill>
                <a:cs typeface="+mn-ea"/>
                <a:sym typeface="+mn-lt"/>
              </a:rPr>
              <a:t>项目答辩</a:t>
            </a:r>
            <a:endParaRPr lang="en-US" altLang="zh-CN" sz="2000" dirty="0">
              <a:solidFill>
                <a:schemeClr val="accent4"/>
              </a:solidFill>
              <a:cs typeface="+mn-ea"/>
              <a:sym typeface="+mn-lt"/>
            </a:endParaRPr>
          </a:p>
        </p:txBody>
      </p:sp>
      <p:sp>
        <p:nvSpPr>
          <p:cNvPr id="7" name="文本占位符 6"/>
          <p:cNvSpPr>
            <a:spLocks noGrp="1"/>
          </p:cNvSpPr>
          <p:nvPr>
            <p:ph type="body" sz="quarter" idx="11"/>
          </p:nvPr>
        </p:nvSpPr>
        <p:spPr>
          <a:xfrm>
            <a:off x="7306960" y="5193119"/>
            <a:ext cx="4156680" cy="296271"/>
          </a:xfrm>
        </p:spPr>
        <p:txBody>
          <a:bodyPr/>
          <a:lstStyle/>
          <a:p>
            <a:pPr algn="r"/>
            <a:r>
              <a:rPr lang="zh-CN" altLang="en-US" sz="2000" dirty="0">
                <a:solidFill>
                  <a:schemeClr val="accent4"/>
                </a:solidFill>
                <a:cs typeface="+mn-ea"/>
                <a:sym typeface="+mn-lt"/>
              </a:rPr>
              <a:t>第十四组</a:t>
            </a:r>
            <a:endParaRPr lang="en-US" altLang="en-US" sz="2000" dirty="0">
              <a:solidFill>
                <a:schemeClr val="accent4"/>
              </a:solidFill>
              <a:cs typeface="+mn-ea"/>
              <a:sym typeface="+mn-lt"/>
            </a:endParaRPr>
          </a:p>
        </p:txBody>
      </p:sp>
      <p:cxnSp>
        <p:nvCxnSpPr>
          <p:cNvPr id="69" name="直接连接符 68"/>
          <p:cNvCxnSpPr/>
          <p:nvPr/>
        </p:nvCxnSpPr>
        <p:spPr>
          <a:xfrm>
            <a:off x="3553097" y="3518417"/>
            <a:ext cx="5537852" cy="0"/>
          </a:xfrm>
          <a:prstGeom prst="line">
            <a:avLst/>
          </a:prstGeom>
          <a:ln>
            <a:solidFill>
              <a:schemeClr val="bg1">
                <a:alpha val="55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14514" y="1409700"/>
            <a:ext cx="350196" cy="33974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1" name="组合 10">
            <a:extLst>
              <a:ext uri="{FF2B5EF4-FFF2-40B4-BE49-F238E27FC236}">
                <a16:creationId xmlns:a16="http://schemas.microsoft.com/office/drawing/2014/main" id="{680D154D-74AB-A2F1-D9AF-965BD62543A7}"/>
              </a:ext>
            </a:extLst>
          </p:cNvPr>
          <p:cNvGrpSpPr/>
          <p:nvPr/>
        </p:nvGrpSpPr>
        <p:grpSpPr>
          <a:xfrm>
            <a:off x="472941" y="79461"/>
            <a:ext cx="4073425" cy="1059325"/>
            <a:chOff x="472941" y="79461"/>
            <a:chExt cx="4073425" cy="1059325"/>
          </a:xfrm>
        </p:grpSpPr>
        <p:pic>
          <p:nvPicPr>
            <p:cNvPr id="2" name="图片 1" descr="logo_white"/>
            <p:cNvPicPr>
              <a:picLocks noChangeAspect="1"/>
            </p:cNvPicPr>
            <p:nvPr/>
          </p:nvPicPr>
          <p:blipFill>
            <a:blip r:embed="rId4"/>
            <a:stretch>
              <a:fillRect/>
            </a:stretch>
          </p:blipFill>
          <p:spPr>
            <a:xfrm>
              <a:off x="472941" y="358744"/>
              <a:ext cx="990600" cy="352425"/>
            </a:xfrm>
            <a:prstGeom prst="rect">
              <a:avLst/>
            </a:prstGeom>
          </p:spPr>
        </p:pic>
        <p:pic>
          <p:nvPicPr>
            <p:cNvPr id="8" name="图片 7">
              <a:extLst>
                <a:ext uri="{FF2B5EF4-FFF2-40B4-BE49-F238E27FC236}">
                  <a16:creationId xmlns:a16="http://schemas.microsoft.com/office/drawing/2014/main" id="{DDF785DE-0C05-204C-4AC5-03CF5351136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074608" y="79461"/>
              <a:ext cx="2471758" cy="1059325"/>
            </a:xfrm>
            <a:prstGeom prst="rect">
              <a:avLst/>
            </a:prstGeom>
          </p:spPr>
        </p:pic>
        <p:sp>
          <p:nvSpPr>
            <p:cNvPr id="10" name="任意多边形: 形状 9">
              <a:extLst>
                <a:ext uri="{FF2B5EF4-FFF2-40B4-BE49-F238E27FC236}">
                  <a16:creationId xmlns:a16="http://schemas.microsoft.com/office/drawing/2014/main" id="{22F04EEE-9FBF-53AF-7BD0-C5F8AC6307AF}"/>
                </a:ext>
              </a:extLst>
            </p:cNvPr>
            <p:cNvSpPr/>
            <p:nvPr/>
          </p:nvSpPr>
          <p:spPr>
            <a:xfrm>
              <a:off x="1742568" y="388241"/>
              <a:ext cx="332040" cy="301924"/>
            </a:xfrm>
            <a:custGeom>
              <a:avLst/>
              <a:gdLst>
                <a:gd name="T0" fmla="*/ 12319 w 12568"/>
                <a:gd name="T1" fmla="*/ 809 h 12572"/>
                <a:gd name="T2" fmla="*/ 6818 w 12568"/>
                <a:gd name="T3" fmla="*/ 6312 h 12572"/>
                <a:gd name="T4" fmla="*/ 12166 w 12568"/>
                <a:gd name="T5" fmla="*/ 11697 h 12572"/>
                <a:gd name="T6" fmla="*/ 12262 w 12568"/>
                <a:gd name="T7" fmla="*/ 12347 h 12572"/>
                <a:gd name="T8" fmla="*/ 11617 w 12568"/>
                <a:gd name="T9" fmla="*/ 12251 h 12572"/>
                <a:gd name="T10" fmla="*/ 6266 w 12568"/>
                <a:gd name="T11" fmla="*/ 6864 h 12572"/>
                <a:gd name="T12" fmla="*/ 810 w 12568"/>
                <a:gd name="T13" fmla="*/ 12323 h 12572"/>
                <a:gd name="T14" fmla="*/ 158 w 12568"/>
                <a:gd name="T15" fmla="*/ 12419 h 12572"/>
                <a:gd name="T16" fmla="*/ 254 w 12568"/>
                <a:gd name="T17" fmla="*/ 11766 h 12572"/>
                <a:gd name="T18" fmla="*/ 5712 w 12568"/>
                <a:gd name="T19" fmla="*/ 6306 h 12572"/>
                <a:gd name="T20" fmla="*/ 246 w 12568"/>
                <a:gd name="T21" fmla="*/ 803 h 12572"/>
                <a:gd name="T22" fmla="*/ 151 w 12568"/>
                <a:gd name="T23" fmla="*/ 153 h 12572"/>
                <a:gd name="T24" fmla="*/ 796 w 12568"/>
                <a:gd name="T25" fmla="*/ 249 h 12572"/>
                <a:gd name="T26" fmla="*/ 6263 w 12568"/>
                <a:gd name="T27" fmla="*/ 5753 h 12572"/>
                <a:gd name="T28" fmla="*/ 11762 w 12568"/>
                <a:gd name="T29" fmla="*/ 252 h 12572"/>
                <a:gd name="T30" fmla="*/ 12415 w 12568"/>
                <a:gd name="T31" fmla="*/ 156 h 12572"/>
                <a:gd name="T32" fmla="*/ 12319 w 12568"/>
                <a:gd name="T33" fmla="*/ 809 h 12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568" h="12572">
                  <a:moveTo>
                    <a:pt x="12319" y="809"/>
                  </a:moveTo>
                  <a:lnTo>
                    <a:pt x="6818" y="6312"/>
                  </a:lnTo>
                  <a:lnTo>
                    <a:pt x="12166" y="11697"/>
                  </a:lnTo>
                  <a:cubicBezTo>
                    <a:pt x="12371" y="11903"/>
                    <a:pt x="12413" y="12194"/>
                    <a:pt x="12262" y="12347"/>
                  </a:cubicBezTo>
                  <a:cubicBezTo>
                    <a:pt x="12110" y="12500"/>
                    <a:pt x="11821" y="12457"/>
                    <a:pt x="11617" y="12251"/>
                  </a:cubicBezTo>
                  <a:lnTo>
                    <a:pt x="6266" y="6864"/>
                  </a:lnTo>
                  <a:lnTo>
                    <a:pt x="810" y="12323"/>
                  </a:lnTo>
                  <a:cubicBezTo>
                    <a:pt x="604" y="12529"/>
                    <a:pt x="311" y="12572"/>
                    <a:pt x="158" y="12419"/>
                  </a:cubicBezTo>
                  <a:cubicBezTo>
                    <a:pt x="4" y="12265"/>
                    <a:pt x="47" y="11973"/>
                    <a:pt x="254" y="11766"/>
                  </a:cubicBezTo>
                  <a:lnTo>
                    <a:pt x="5712" y="6306"/>
                  </a:lnTo>
                  <a:lnTo>
                    <a:pt x="246" y="803"/>
                  </a:lnTo>
                  <a:cubicBezTo>
                    <a:pt x="42" y="597"/>
                    <a:pt x="0" y="306"/>
                    <a:pt x="151" y="153"/>
                  </a:cubicBezTo>
                  <a:cubicBezTo>
                    <a:pt x="303" y="0"/>
                    <a:pt x="592" y="43"/>
                    <a:pt x="796" y="249"/>
                  </a:cubicBezTo>
                  <a:lnTo>
                    <a:pt x="6263" y="5753"/>
                  </a:lnTo>
                  <a:lnTo>
                    <a:pt x="11762" y="252"/>
                  </a:lnTo>
                  <a:cubicBezTo>
                    <a:pt x="11969" y="45"/>
                    <a:pt x="12261" y="3"/>
                    <a:pt x="12415" y="156"/>
                  </a:cubicBezTo>
                  <a:cubicBezTo>
                    <a:pt x="12568" y="310"/>
                    <a:pt x="12526" y="602"/>
                    <a:pt x="12319" y="809"/>
                  </a:cubicBezTo>
                  <a:close/>
                </a:path>
              </a:pathLst>
            </a:custGeom>
            <a:solidFill>
              <a:schemeClr val="tx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nvGrpSpPr>
        <p:grpSpPr>
          <a:xfrm>
            <a:off x="1019436" y="1268760"/>
            <a:ext cx="6970864" cy="4742072"/>
            <a:chOff x="1019436" y="1268760"/>
            <a:chExt cx="6970864" cy="4742072"/>
          </a:xfrm>
        </p:grpSpPr>
        <p:grpSp>
          <p:nvGrpSpPr>
            <p:cNvPr id="6" name="组合 5"/>
            <p:cNvGrpSpPr/>
            <p:nvPr/>
          </p:nvGrpSpPr>
          <p:grpSpPr>
            <a:xfrm>
              <a:off x="1095774" y="1682282"/>
              <a:ext cx="3958986" cy="3873346"/>
              <a:chOff x="-949635" y="0"/>
              <a:chExt cx="7009631" cy="6858000"/>
            </a:xfrm>
          </p:grpSpPr>
          <p:sp>
            <p:nvSpPr>
              <p:cNvPr id="26" name="菱形 25"/>
              <p:cNvSpPr/>
              <p:nvPr/>
            </p:nvSpPr>
            <p:spPr bwMode="auto">
              <a:xfrm>
                <a:off x="-949635" y="0"/>
                <a:ext cx="7009631" cy="6858000"/>
              </a:xfrm>
              <a:prstGeom prst="diamond">
                <a:avLst/>
              </a:prstGeom>
              <a:solidFill>
                <a:schemeClr val="tx2">
                  <a:lumMod val="20000"/>
                  <a:lumOff val="80000"/>
                  <a:alpha val="35000"/>
                </a:schemeClr>
              </a:solidFill>
              <a:ln w="19050">
                <a:noFill/>
                <a:round/>
              </a:ln>
            </p:spPr>
            <p:txBody>
              <a:bodyPr wrap="square" lIns="91440" tIns="45720" rIns="91440" bIns="45720" anchor="ctr">
                <a:normAutofit/>
              </a:bodyPr>
              <a:lstStyle/>
              <a:p>
                <a:pPr algn="ctr"/>
                <a:endParaRPr>
                  <a:cs typeface="+mn-ea"/>
                  <a:sym typeface="+mn-lt"/>
                </a:endParaRPr>
              </a:p>
            </p:txBody>
          </p:sp>
          <p:sp>
            <p:nvSpPr>
              <p:cNvPr id="27" name="菱形 26"/>
              <p:cNvSpPr/>
              <p:nvPr/>
            </p:nvSpPr>
            <p:spPr bwMode="auto">
              <a:xfrm>
                <a:off x="-176517" y="653134"/>
                <a:ext cx="5647878" cy="5525706"/>
              </a:xfrm>
              <a:prstGeom prst="diamond">
                <a:avLst/>
              </a:prstGeom>
              <a:solidFill>
                <a:schemeClr val="tx2">
                  <a:lumMod val="20000"/>
                  <a:lumOff val="80000"/>
                </a:schemeClr>
              </a:solidFill>
              <a:ln w="19050">
                <a:noFill/>
                <a:round/>
              </a:ln>
            </p:spPr>
            <p:txBody>
              <a:bodyPr wrap="square" lIns="91440" tIns="45720" rIns="91440" bIns="45720" anchor="ctr">
                <a:normAutofit/>
              </a:bodyPr>
              <a:lstStyle/>
              <a:p>
                <a:pPr algn="ctr"/>
                <a:endParaRPr>
                  <a:cs typeface="+mn-ea"/>
                  <a:sym typeface="+mn-lt"/>
                </a:endParaRPr>
              </a:p>
            </p:txBody>
          </p:sp>
        </p:grpSp>
        <p:grpSp>
          <p:nvGrpSpPr>
            <p:cNvPr id="7" name="组合 6"/>
            <p:cNvGrpSpPr/>
            <p:nvPr/>
          </p:nvGrpSpPr>
          <p:grpSpPr>
            <a:xfrm>
              <a:off x="1019436" y="2433127"/>
              <a:ext cx="2371656" cy="2371655"/>
              <a:chOff x="990600" y="2044717"/>
              <a:chExt cx="2768566" cy="2768566"/>
            </a:xfrm>
          </p:grpSpPr>
          <p:sp>
            <p:nvSpPr>
              <p:cNvPr id="24" name="菱形 23"/>
              <p:cNvSpPr/>
              <p:nvPr/>
            </p:nvSpPr>
            <p:spPr bwMode="auto">
              <a:xfrm>
                <a:off x="990600" y="2044717"/>
                <a:ext cx="2768566" cy="2768566"/>
              </a:xfrm>
              <a:prstGeom prst="diamond">
                <a:avLst/>
              </a:prstGeom>
              <a:solidFill>
                <a:schemeClr val="accent1"/>
              </a:solidFill>
              <a:ln w="50800">
                <a:noFill/>
                <a:round/>
              </a:ln>
            </p:spPr>
            <p:txBody>
              <a:bodyPr wrap="square" lIns="91440" tIns="45720" rIns="91440" bIns="45720" anchor="ctr">
                <a:normAutofit/>
              </a:bodyPr>
              <a:lstStyle/>
              <a:p>
                <a:pPr algn="ctr"/>
                <a:endParaRPr>
                  <a:cs typeface="+mn-ea"/>
                  <a:sym typeface="+mn-lt"/>
                </a:endParaRPr>
              </a:p>
            </p:txBody>
          </p:sp>
          <p:sp>
            <p:nvSpPr>
              <p:cNvPr id="25" name="文本框 24"/>
              <p:cNvSpPr txBox="1"/>
              <p:nvPr/>
            </p:nvSpPr>
            <p:spPr>
              <a:xfrm>
                <a:off x="1429100" y="3294494"/>
                <a:ext cx="1800200" cy="435409"/>
              </a:xfrm>
              <a:prstGeom prst="rect">
                <a:avLst/>
              </a:prstGeom>
              <a:noFill/>
            </p:spPr>
            <p:txBody>
              <a:bodyPr wrap="square" lIns="91440" tIns="45720" rIns="91440" bIns="45720">
                <a:normAutofit fontScale="40000" lnSpcReduction="20000"/>
              </a:bodyPr>
              <a:lstStyle/>
              <a:p>
                <a:pPr algn="ctr"/>
                <a:r>
                  <a:rPr lang="en-US" altLang="zh-CN" sz="4400" dirty="0">
                    <a:solidFill>
                      <a:schemeClr val="bg1"/>
                    </a:solidFill>
                    <a:cs typeface="+mn-ea"/>
                    <a:sym typeface="+mn-lt"/>
                  </a:rPr>
                  <a:t>CONTENTS</a:t>
                </a:r>
              </a:p>
            </p:txBody>
          </p:sp>
        </p:grpSp>
        <p:sp>
          <p:nvSpPr>
            <p:cNvPr id="8" name="菱形 7"/>
            <p:cNvSpPr/>
            <p:nvPr/>
          </p:nvSpPr>
          <p:spPr bwMode="auto">
            <a:xfrm>
              <a:off x="2505566" y="1268760"/>
              <a:ext cx="986397" cy="986397"/>
            </a:xfrm>
            <a:prstGeom prst="diamond">
              <a:avLst/>
            </a:prstGeom>
            <a:solidFill>
              <a:schemeClr val="accent1"/>
            </a:solidFill>
            <a:ln w="19050">
              <a:noFill/>
              <a:round/>
            </a:ln>
          </p:spPr>
          <p:txBody>
            <a:bodyPr vert="horz" wrap="square" lIns="91440" tIns="45720" rIns="91440" bIns="45720" anchor="ctr" anchorCtr="1" compatLnSpc="1">
              <a:normAutofit fontScale="85000" lnSpcReduction="10000"/>
            </a:bodyPr>
            <a:lstStyle/>
            <a:p>
              <a:pPr algn="ctr"/>
              <a:r>
                <a:rPr lang="en-US" altLang="zh-CN" sz="2400" b="1">
                  <a:solidFill>
                    <a:schemeClr val="bg1"/>
                  </a:solidFill>
                  <a:cs typeface="+mn-ea"/>
                  <a:sym typeface="+mn-lt"/>
                </a:rPr>
                <a:t>01</a:t>
              </a:r>
            </a:p>
          </p:txBody>
        </p:sp>
        <p:sp>
          <p:nvSpPr>
            <p:cNvPr id="9" name="菱形 8"/>
            <p:cNvSpPr/>
            <p:nvPr/>
          </p:nvSpPr>
          <p:spPr bwMode="auto">
            <a:xfrm>
              <a:off x="3609417" y="2350038"/>
              <a:ext cx="986397" cy="986397"/>
            </a:xfrm>
            <a:prstGeom prst="diamond">
              <a:avLst/>
            </a:prstGeom>
            <a:solidFill>
              <a:schemeClr val="bg1">
                <a:lumMod val="65000"/>
              </a:schemeClr>
            </a:solidFill>
            <a:ln w="19050">
              <a:noFill/>
              <a:round/>
            </a:ln>
          </p:spPr>
          <p:txBody>
            <a:bodyPr vert="horz" wrap="square" lIns="91440" tIns="45720" rIns="91440" bIns="45720" anchor="ctr" anchorCtr="1" compatLnSpc="1">
              <a:normAutofit fontScale="85000" lnSpcReduction="10000"/>
            </a:bodyPr>
            <a:lstStyle/>
            <a:p>
              <a:pPr algn="ctr"/>
              <a:r>
                <a:rPr lang="en-US" altLang="zh-CN" sz="2400" b="1">
                  <a:solidFill>
                    <a:schemeClr val="bg1"/>
                  </a:solidFill>
                  <a:cs typeface="+mn-ea"/>
                  <a:sym typeface="+mn-lt"/>
                </a:rPr>
                <a:t>02</a:t>
              </a:r>
            </a:p>
          </p:txBody>
        </p:sp>
        <p:sp>
          <p:nvSpPr>
            <p:cNvPr id="10" name="菱形 9"/>
            <p:cNvSpPr/>
            <p:nvPr/>
          </p:nvSpPr>
          <p:spPr bwMode="auto">
            <a:xfrm>
              <a:off x="3609417" y="3876719"/>
              <a:ext cx="986397" cy="986397"/>
            </a:xfrm>
            <a:prstGeom prst="diamond">
              <a:avLst/>
            </a:prstGeom>
            <a:solidFill>
              <a:schemeClr val="accent1"/>
            </a:solidFill>
            <a:ln w="19050">
              <a:noFill/>
              <a:round/>
            </a:ln>
          </p:spPr>
          <p:txBody>
            <a:bodyPr vert="horz" wrap="square" lIns="91440" tIns="45720" rIns="91440" bIns="45720" anchor="ctr" anchorCtr="1" compatLnSpc="1">
              <a:normAutofit fontScale="85000" lnSpcReduction="10000"/>
            </a:bodyPr>
            <a:lstStyle/>
            <a:p>
              <a:pPr algn="ctr"/>
              <a:r>
                <a:rPr lang="en-US" altLang="zh-CN" sz="2400" b="1">
                  <a:solidFill>
                    <a:schemeClr val="bg1"/>
                  </a:solidFill>
                  <a:cs typeface="+mn-ea"/>
                  <a:sym typeface="+mn-lt"/>
                </a:rPr>
                <a:t>03</a:t>
              </a:r>
            </a:p>
          </p:txBody>
        </p:sp>
        <p:sp>
          <p:nvSpPr>
            <p:cNvPr id="11" name="菱形 10"/>
            <p:cNvSpPr/>
            <p:nvPr/>
          </p:nvSpPr>
          <p:spPr bwMode="auto">
            <a:xfrm>
              <a:off x="2505566" y="5024435"/>
              <a:ext cx="986397" cy="986397"/>
            </a:xfrm>
            <a:prstGeom prst="diamond">
              <a:avLst/>
            </a:prstGeom>
            <a:solidFill>
              <a:schemeClr val="bg1">
                <a:lumMod val="65000"/>
              </a:schemeClr>
            </a:solidFill>
            <a:ln w="19050">
              <a:noFill/>
              <a:round/>
            </a:ln>
          </p:spPr>
          <p:txBody>
            <a:bodyPr vert="horz" wrap="square" lIns="91440" tIns="45720" rIns="91440" bIns="45720" anchor="ctr" anchorCtr="1" compatLnSpc="1">
              <a:normAutofit fontScale="85000" lnSpcReduction="10000"/>
            </a:bodyPr>
            <a:lstStyle/>
            <a:p>
              <a:pPr algn="ctr"/>
              <a:r>
                <a:rPr lang="en-US" altLang="zh-CN" sz="2400" b="1">
                  <a:solidFill>
                    <a:schemeClr val="bg1"/>
                  </a:solidFill>
                  <a:cs typeface="+mn-ea"/>
                  <a:sym typeface="+mn-lt"/>
                </a:rPr>
                <a:t>04</a:t>
              </a:r>
            </a:p>
          </p:txBody>
        </p:sp>
        <p:grpSp>
          <p:nvGrpSpPr>
            <p:cNvPr id="12" name="组合 11"/>
            <p:cNvGrpSpPr/>
            <p:nvPr/>
          </p:nvGrpSpPr>
          <p:grpSpPr>
            <a:xfrm>
              <a:off x="3491962" y="1430974"/>
              <a:ext cx="3394487" cy="565117"/>
              <a:chOff x="3943834" y="607948"/>
              <a:chExt cx="3962574" cy="659693"/>
            </a:xfrm>
          </p:grpSpPr>
          <p:sp>
            <p:nvSpPr>
              <p:cNvPr id="22" name="文本框 21"/>
              <p:cNvSpPr txBox="1"/>
              <p:nvPr/>
            </p:nvSpPr>
            <p:spPr>
              <a:xfrm>
                <a:off x="3943834" y="607948"/>
                <a:ext cx="3962574" cy="339325"/>
              </a:xfrm>
              <a:prstGeom prst="rect">
                <a:avLst/>
              </a:prstGeom>
              <a:noFill/>
            </p:spPr>
            <p:txBody>
              <a:bodyPr wrap="square" lIns="91440" tIns="45720" rIns="91440" bIns="45720" anchor="b" anchorCtr="0">
                <a:normAutofit fontScale="92500" lnSpcReduction="20000"/>
              </a:bodyPr>
              <a:lstStyle/>
              <a:p>
                <a:r>
                  <a:rPr lang="zh-CN" altLang="en-US" sz="1600" b="1" dirty="0">
                    <a:cs typeface="+mn-ea"/>
                    <a:sym typeface="+mn-lt"/>
                  </a:rPr>
                  <a:t>项目概述</a:t>
                </a:r>
              </a:p>
            </p:txBody>
          </p:sp>
          <p:sp>
            <p:nvSpPr>
              <p:cNvPr id="23" name="文本框 22"/>
              <p:cNvSpPr txBox="1"/>
              <p:nvPr/>
            </p:nvSpPr>
            <p:spPr>
              <a:xfrm>
                <a:off x="3943834" y="947273"/>
                <a:ext cx="3962574" cy="320368"/>
              </a:xfrm>
              <a:prstGeom prst="rect">
                <a:avLst/>
              </a:prstGeom>
            </p:spPr>
            <p:txBody>
              <a:bodyPr vert="horz" wrap="square" lIns="91440" tIns="45720" rIns="91440" bIns="45720" anchor="ctr" anchorCtr="0">
                <a:normAutofit/>
              </a:bodyPr>
              <a:lstStyle/>
              <a:p>
                <a:pPr>
                  <a:lnSpc>
                    <a:spcPct val="120000"/>
                  </a:lnSpc>
                </a:pPr>
                <a:r>
                  <a:rPr lang="zh-CN" altLang="en-US" sz="1050" dirty="0">
                    <a:solidFill>
                      <a:schemeClr val="dk1">
                        <a:lumMod val="100000"/>
                      </a:schemeClr>
                    </a:solidFill>
                    <a:cs typeface="+mn-ea"/>
                    <a:sym typeface="+mn-lt"/>
                  </a:rPr>
                  <a:t>基于</a:t>
                </a:r>
                <a:r>
                  <a:rPr lang="en-US" altLang="zh-CN" sz="1050" dirty="0">
                    <a:solidFill>
                      <a:schemeClr val="dk1">
                        <a:lumMod val="100000"/>
                      </a:schemeClr>
                    </a:solidFill>
                    <a:cs typeface="+mn-ea"/>
                    <a:sym typeface="+mn-lt"/>
                  </a:rPr>
                  <a:t>Spring Boot </a:t>
                </a:r>
                <a:r>
                  <a:rPr lang="zh-CN" altLang="en-US" sz="1050" dirty="0">
                    <a:solidFill>
                      <a:schemeClr val="dk1">
                        <a:lumMod val="100000"/>
                      </a:schemeClr>
                    </a:solidFill>
                    <a:cs typeface="+mn-ea"/>
                    <a:sym typeface="+mn-lt"/>
                  </a:rPr>
                  <a:t>与 </a:t>
                </a:r>
                <a:r>
                  <a:rPr lang="en-US" altLang="zh-CN" sz="1050" dirty="0">
                    <a:solidFill>
                      <a:schemeClr val="dk1">
                        <a:lumMod val="100000"/>
                      </a:schemeClr>
                    </a:solidFill>
                    <a:cs typeface="+mn-ea"/>
                    <a:sym typeface="+mn-lt"/>
                  </a:rPr>
                  <a:t>Vue </a:t>
                </a:r>
                <a:r>
                  <a:rPr lang="zh-CN" altLang="en-US" sz="1050" dirty="0">
                    <a:solidFill>
                      <a:schemeClr val="dk1">
                        <a:lumMod val="100000"/>
                      </a:schemeClr>
                    </a:solidFill>
                    <a:cs typeface="+mn-ea"/>
                    <a:sym typeface="+mn-lt"/>
                  </a:rPr>
                  <a:t>的课程管理系统重构与实现</a:t>
                </a:r>
              </a:p>
            </p:txBody>
          </p:sp>
        </p:grpSp>
        <p:grpSp>
          <p:nvGrpSpPr>
            <p:cNvPr id="13" name="组合 12"/>
            <p:cNvGrpSpPr/>
            <p:nvPr/>
          </p:nvGrpSpPr>
          <p:grpSpPr>
            <a:xfrm>
              <a:off x="4595813" y="2490896"/>
              <a:ext cx="3394487" cy="565117"/>
              <a:chOff x="3943834" y="607948"/>
              <a:chExt cx="3962574" cy="659693"/>
            </a:xfrm>
          </p:grpSpPr>
          <p:sp>
            <p:nvSpPr>
              <p:cNvPr id="20" name="文本框 19"/>
              <p:cNvSpPr txBox="1"/>
              <p:nvPr/>
            </p:nvSpPr>
            <p:spPr>
              <a:xfrm>
                <a:off x="3943834" y="607948"/>
                <a:ext cx="3962574" cy="339325"/>
              </a:xfrm>
              <a:prstGeom prst="rect">
                <a:avLst/>
              </a:prstGeom>
              <a:noFill/>
            </p:spPr>
            <p:txBody>
              <a:bodyPr wrap="square" lIns="91440" tIns="45720" rIns="91440" bIns="45720" anchor="b" anchorCtr="0">
                <a:normAutofit fontScale="92500" lnSpcReduction="20000"/>
              </a:bodyPr>
              <a:lstStyle/>
              <a:p>
                <a:r>
                  <a:rPr lang="zh-CN" altLang="en-US" sz="1600" b="1" dirty="0">
                    <a:cs typeface="+mn-ea"/>
                    <a:sym typeface="+mn-lt"/>
                  </a:rPr>
                  <a:t>功能演示</a:t>
                </a:r>
              </a:p>
            </p:txBody>
          </p:sp>
          <p:sp>
            <p:nvSpPr>
              <p:cNvPr id="21" name="文本框 20"/>
              <p:cNvSpPr txBox="1"/>
              <p:nvPr/>
            </p:nvSpPr>
            <p:spPr>
              <a:xfrm>
                <a:off x="3943834" y="947273"/>
                <a:ext cx="3962574" cy="320368"/>
              </a:xfrm>
              <a:prstGeom prst="rect">
                <a:avLst/>
              </a:prstGeom>
            </p:spPr>
            <p:txBody>
              <a:bodyPr vert="horz" wrap="square" lIns="91440" tIns="45720" rIns="91440" bIns="45720" anchor="ctr" anchorCtr="0">
                <a:normAutofit/>
              </a:bodyPr>
              <a:lstStyle/>
              <a:p>
                <a:pPr>
                  <a:lnSpc>
                    <a:spcPct val="120000"/>
                  </a:lnSpc>
                </a:pPr>
                <a:r>
                  <a:rPr lang="zh-CN" altLang="en-US" sz="1050" dirty="0">
                    <a:cs typeface="+mn-ea"/>
                    <a:sym typeface="+mn-lt"/>
                  </a:rPr>
                  <a:t>课程管理系统流程及具体网页端功能展示</a:t>
                </a:r>
                <a:endParaRPr lang="en-US" altLang="zh-CN" sz="1050" dirty="0">
                  <a:cs typeface="+mn-ea"/>
                  <a:sym typeface="+mn-lt"/>
                </a:endParaRPr>
              </a:p>
            </p:txBody>
          </p:sp>
        </p:grpSp>
        <p:grpSp>
          <p:nvGrpSpPr>
            <p:cNvPr id="14" name="组合 13"/>
            <p:cNvGrpSpPr/>
            <p:nvPr/>
          </p:nvGrpSpPr>
          <p:grpSpPr>
            <a:xfrm>
              <a:off x="4595813" y="4115935"/>
              <a:ext cx="3394487" cy="565117"/>
              <a:chOff x="3943834" y="607948"/>
              <a:chExt cx="3962574" cy="659693"/>
            </a:xfrm>
          </p:grpSpPr>
          <p:sp>
            <p:nvSpPr>
              <p:cNvPr id="18" name="文本框 17"/>
              <p:cNvSpPr txBox="1"/>
              <p:nvPr/>
            </p:nvSpPr>
            <p:spPr>
              <a:xfrm>
                <a:off x="3943834" y="607948"/>
                <a:ext cx="3962574" cy="339325"/>
              </a:xfrm>
              <a:prstGeom prst="rect">
                <a:avLst/>
              </a:prstGeom>
              <a:noFill/>
            </p:spPr>
            <p:txBody>
              <a:bodyPr wrap="square" lIns="91440" tIns="45720" rIns="91440" bIns="45720" anchor="b" anchorCtr="0">
                <a:normAutofit fontScale="92500" lnSpcReduction="20000"/>
              </a:bodyPr>
              <a:lstStyle/>
              <a:p>
                <a:r>
                  <a:rPr lang="zh-CN" altLang="en-US" sz="1600" b="1" dirty="0">
                    <a:cs typeface="+mn-ea"/>
                    <a:sym typeface="+mn-lt"/>
                  </a:rPr>
                  <a:t>个人陈述</a:t>
                </a:r>
              </a:p>
            </p:txBody>
          </p:sp>
          <p:sp>
            <p:nvSpPr>
              <p:cNvPr id="19" name="文本框 18"/>
              <p:cNvSpPr txBox="1"/>
              <p:nvPr/>
            </p:nvSpPr>
            <p:spPr>
              <a:xfrm>
                <a:off x="3943834" y="947273"/>
                <a:ext cx="3962574" cy="320368"/>
              </a:xfrm>
              <a:prstGeom prst="rect">
                <a:avLst/>
              </a:prstGeom>
            </p:spPr>
            <p:txBody>
              <a:bodyPr vert="horz" wrap="square" lIns="91440" tIns="45720" rIns="91440" bIns="45720" anchor="ctr" anchorCtr="0">
                <a:normAutofit/>
              </a:bodyPr>
              <a:lstStyle/>
              <a:p>
                <a:pPr algn="l">
                  <a:lnSpc>
                    <a:spcPct val="120000"/>
                  </a:lnSpc>
                </a:pPr>
                <a:r>
                  <a:rPr lang="zh-CN" altLang="en-US" sz="1050" dirty="0">
                    <a:cs typeface="+mn-ea"/>
                    <a:sym typeface="+mn-lt"/>
                  </a:rPr>
                  <a:t>个人工作总结以及负责项目内容成果汇报</a:t>
                </a:r>
              </a:p>
            </p:txBody>
          </p:sp>
        </p:grpSp>
        <p:grpSp>
          <p:nvGrpSpPr>
            <p:cNvPr id="15" name="组合 14"/>
            <p:cNvGrpSpPr/>
            <p:nvPr/>
          </p:nvGrpSpPr>
          <p:grpSpPr>
            <a:xfrm>
              <a:off x="3491962" y="5283300"/>
              <a:ext cx="3394487" cy="565117"/>
              <a:chOff x="3943834" y="607948"/>
              <a:chExt cx="3962574" cy="659693"/>
            </a:xfrm>
          </p:grpSpPr>
          <p:sp>
            <p:nvSpPr>
              <p:cNvPr id="16" name="文本框 15"/>
              <p:cNvSpPr txBox="1"/>
              <p:nvPr/>
            </p:nvSpPr>
            <p:spPr>
              <a:xfrm>
                <a:off x="3943834" y="607948"/>
                <a:ext cx="3962574" cy="339325"/>
              </a:xfrm>
              <a:prstGeom prst="rect">
                <a:avLst/>
              </a:prstGeom>
              <a:noFill/>
            </p:spPr>
            <p:txBody>
              <a:bodyPr wrap="square" lIns="91440" tIns="45720" rIns="91440" bIns="45720" anchor="b" anchorCtr="0">
                <a:normAutofit fontScale="92500" lnSpcReduction="20000"/>
              </a:bodyPr>
              <a:lstStyle/>
              <a:p>
                <a:r>
                  <a:rPr lang="zh-CN" altLang="en-US" sz="1600" b="1" dirty="0">
                    <a:cs typeface="+mn-ea"/>
                    <a:sym typeface="+mn-lt"/>
                  </a:rPr>
                  <a:t>项目总结</a:t>
                </a:r>
              </a:p>
            </p:txBody>
          </p:sp>
          <p:sp>
            <p:nvSpPr>
              <p:cNvPr id="17" name="文本框 16"/>
              <p:cNvSpPr txBox="1"/>
              <p:nvPr/>
            </p:nvSpPr>
            <p:spPr>
              <a:xfrm>
                <a:off x="3943834" y="947273"/>
                <a:ext cx="3962574" cy="320368"/>
              </a:xfrm>
              <a:prstGeom prst="rect">
                <a:avLst/>
              </a:prstGeom>
            </p:spPr>
            <p:txBody>
              <a:bodyPr vert="horz" wrap="square" lIns="91440" tIns="45720" rIns="91440" bIns="45720" anchor="ctr" anchorCtr="0">
                <a:normAutofit/>
              </a:bodyPr>
              <a:lstStyle/>
              <a:p>
                <a:pPr>
                  <a:lnSpc>
                    <a:spcPct val="120000"/>
                  </a:lnSpc>
                </a:pPr>
                <a:r>
                  <a:rPr lang="zh-CN" altLang="en-US" sz="1050" dirty="0">
                    <a:cs typeface="+mn-ea"/>
                    <a:sym typeface="+mn-lt"/>
                  </a:rPr>
                  <a:t>课程管理系统实训项目成果总结与个人收获</a:t>
                </a:r>
                <a:endParaRPr lang="en-US" altLang="zh-CN" sz="1050" dirty="0">
                  <a:cs typeface="+mn-ea"/>
                  <a:sym typeface="+mn-lt"/>
                </a:endParaRPr>
              </a:p>
            </p:txBody>
          </p:sp>
        </p:gr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2948458" y="3033485"/>
            <a:ext cx="3842950" cy="895350"/>
          </a:xfrm>
        </p:spPr>
        <p:txBody>
          <a:bodyPr/>
          <a:lstStyle/>
          <a:p>
            <a:r>
              <a:rPr lang="zh-CN" altLang="en-US" dirty="0">
                <a:latin typeface="+mn-lt"/>
                <a:ea typeface="+mn-ea"/>
                <a:cs typeface="+mn-ea"/>
                <a:sym typeface="+mn-lt"/>
              </a:rPr>
              <a:t>项目概述</a:t>
            </a:r>
          </a:p>
        </p:txBody>
      </p:sp>
      <p:sp>
        <p:nvSpPr>
          <p:cNvPr id="6" name="文本占位符 5"/>
          <p:cNvSpPr>
            <a:spLocks noGrp="1"/>
          </p:cNvSpPr>
          <p:nvPr>
            <p:ph type="body" idx="1"/>
          </p:nvPr>
        </p:nvSpPr>
        <p:spPr>
          <a:xfrm>
            <a:off x="2949574" y="3928835"/>
            <a:ext cx="3842950" cy="1015623"/>
          </a:xfrm>
        </p:spPr>
        <p:txBody>
          <a:bodyPr/>
          <a:lstStyle/>
          <a:p>
            <a:pPr>
              <a:lnSpc>
                <a:spcPct val="120000"/>
              </a:lnSpc>
            </a:pPr>
            <a:r>
              <a:rPr lang="zh-CN" altLang="en-US" sz="1100" b="1" dirty="0">
                <a:solidFill>
                  <a:schemeClr val="dk1">
                    <a:lumMod val="100000"/>
                  </a:schemeClr>
                </a:solidFill>
                <a:cs typeface="+mn-ea"/>
                <a:sym typeface="+mn-lt"/>
              </a:rPr>
              <a:t>基于</a:t>
            </a:r>
            <a:r>
              <a:rPr lang="en-US" altLang="zh-CN" sz="1100" b="1" dirty="0">
                <a:solidFill>
                  <a:schemeClr val="dk1">
                    <a:lumMod val="100000"/>
                  </a:schemeClr>
                </a:solidFill>
                <a:cs typeface="+mn-ea"/>
                <a:sym typeface="+mn-lt"/>
              </a:rPr>
              <a:t>Spring Boot </a:t>
            </a:r>
            <a:r>
              <a:rPr lang="zh-CN" altLang="en-US" sz="1100" b="1" dirty="0">
                <a:solidFill>
                  <a:schemeClr val="dk1">
                    <a:lumMod val="100000"/>
                  </a:schemeClr>
                </a:solidFill>
                <a:cs typeface="+mn-ea"/>
                <a:sym typeface="+mn-lt"/>
              </a:rPr>
              <a:t>与 </a:t>
            </a:r>
            <a:r>
              <a:rPr lang="en-US" altLang="zh-CN" sz="1100" b="1" dirty="0">
                <a:solidFill>
                  <a:schemeClr val="dk1">
                    <a:lumMod val="100000"/>
                  </a:schemeClr>
                </a:solidFill>
                <a:cs typeface="+mn-ea"/>
                <a:sym typeface="+mn-lt"/>
              </a:rPr>
              <a:t>Vue </a:t>
            </a:r>
            <a:r>
              <a:rPr lang="zh-CN" altLang="en-US" sz="1100" b="1" dirty="0">
                <a:solidFill>
                  <a:schemeClr val="dk1">
                    <a:lumMod val="100000"/>
                  </a:schemeClr>
                </a:solidFill>
                <a:cs typeface="+mn-ea"/>
                <a:sym typeface="+mn-lt"/>
              </a:rPr>
              <a:t>的</a:t>
            </a:r>
            <a:endParaRPr lang="en-US" altLang="zh-CN" sz="1100" b="1" dirty="0">
              <a:solidFill>
                <a:schemeClr val="dk1">
                  <a:lumMod val="100000"/>
                </a:schemeClr>
              </a:solidFill>
              <a:cs typeface="+mn-ea"/>
              <a:sym typeface="+mn-lt"/>
            </a:endParaRPr>
          </a:p>
          <a:p>
            <a:pPr>
              <a:lnSpc>
                <a:spcPct val="120000"/>
              </a:lnSpc>
            </a:pPr>
            <a:r>
              <a:rPr lang="zh-CN" altLang="en-US" sz="1100" b="1" dirty="0">
                <a:solidFill>
                  <a:schemeClr val="dk1">
                    <a:lumMod val="100000"/>
                  </a:schemeClr>
                </a:solidFill>
                <a:cs typeface="+mn-ea"/>
                <a:sym typeface="+mn-lt"/>
              </a:rPr>
              <a:t>课程管理系统重构与实现</a:t>
            </a:r>
          </a:p>
        </p:txBody>
      </p:sp>
      <p:sp>
        <p:nvSpPr>
          <p:cNvPr id="9" name="文本框 8"/>
          <p:cNvSpPr txBox="1"/>
          <p:nvPr/>
        </p:nvSpPr>
        <p:spPr>
          <a:xfrm>
            <a:off x="1733550" y="3544925"/>
            <a:ext cx="1029774" cy="895350"/>
          </a:xfrm>
          <a:prstGeom prst="rect">
            <a:avLst/>
          </a:prstGeom>
          <a:noFill/>
          <a:ln w="117475">
            <a:noFill/>
          </a:ln>
        </p:spPr>
        <p:txBody>
          <a:bodyPr wrap="none" rtlCol="0">
            <a:prstTxWarp prst="textPlain">
              <a:avLst/>
            </a:prstTxWarp>
            <a:spAutoFit/>
          </a:bodyPr>
          <a:lstStyle/>
          <a:p>
            <a:r>
              <a:rPr lang="en-US" altLang="zh-CN" b="1" spc="100" dirty="0">
                <a:solidFill>
                  <a:schemeClr val="accent3"/>
                </a:solidFill>
                <a:cs typeface="+mn-ea"/>
                <a:sym typeface="+mn-lt"/>
              </a:rPr>
              <a:t>/01</a:t>
            </a:r>
            <a:endParaRPr lang="zh-CN" altLang="en-US" b="1" spc="100" dirty="0">
              <a:solidFill>
                <a:schemeClr val="accent3"/>
              </a:solidFill>
              <a:cs typeface="+mn-ea"/>
              <a:sym typeface="+mn-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a:extLst>
              <a:ext uri="{FF2B5EF4-FFF2-40B4-BE49-F238E27FC236}">
                <a16:creationId xmlns:a16="http://schemas.microsoft.com/office/drawing/2014/main" id="{58FC8B44-8223-FBD1-9BD0-CE78E4A79B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0972800" cy="6857999"/>
          </a:xfrm>
          <a:prstGeom prst="rect">
            <a:avLst/>
          </a:prstGeom>
        </p:spPr>
      </p:pic>
      <p:grpSp>
        <p:nvGrpSpPr>
          <p:cNvPr id="35" name="组合 34">
            <a:extLst>
              <a:ext uri="{FF2B5EF4-FFF2-40B4-BE49-F238E27FC236}">
                <a16:creationId xmlns:a16="http://schemas.microsoft.com/office/drawing/2014/main" id="{3401AB94-A6DF-ADB9-C54E-C0AAAC7822D2}"/>
              </a:ext>
            </a:extLst>
          </p:cNvPr>
          <p:cNvGrpSpPr/>
          <p:nvPr/>
        </p:nvGrpSpPr>
        <p:grpSpPr>
          <a:xfrm>
            <a:off x="7794170" y="0"/>
            <a:ext cx="4397829" cy="6858000"/>
            <a:chOff x="7794170" y="0"/>
            <a:chExt cx="4397829" cy="6858000"/>
          </a:xfrm>
        </p:grpSpPr>
        <p:sp>
          <p:nvSpPr>
            <p:cNvPr id="34" name="矩形 33">
              <a:extLst>
                <a:ext uri="{FF2B5EF4-FFF2-40B4-BE49-F238E27FC236}">
                  <a16:creationId xmlns:a16="http://schemas.microsoft.com/office/drawing/2014/main" id="{9ABA0697-FAEE-ACB1-3E52-A6E23CC1B19A}"/>
                </a:ext>
              </a:extLst>
            </p:cNvPr>
            <p:cNvSpPr/>
            <p:nvPr/>
          </p:nvSpPr>
          <p:spPr>
            <a:xfrm>
              <a:off x="10972800" y="0"/>
              <a:ext cx="1219199" cy="6858000"/>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1" name="组合 30">
              <a:extLst>
                <a:ext uri="{FF2B5EF4-FFF2-40B4-BE49-F238E27FC236}">
                  <a16:creationId xmlns:a16="http://schemas.microsoft.com/office/drawing/2014/main" id="{D58CB602-9C2C-1FB6-6139-3D5FC637DEC7}"/>
                </a:ext>
              </a:extLst>
            </p:cNvPr>
            <p:cNvGrpSpPr/>
            <p:nvPr/>
          </p:nvGrpSpPr>
          <p:grpSpPr>
            <a:xfrm>
              <a:off x="7794170" y="1759130"/>
              <a:ext cx="4397829" cy="4801689"/>
              <a:chOff x="7794170" y="1759130"/>
              <a:chExt cx="4397829" cy="4801689"/>
            </a:xfrm>
          </p:grpSpPr>
          <p:grpSp>
            <p:nvGrpSpPr>
              <p:cNvPr id="5" name="组合 4">
                <a:extLst>
                  <a:ext uri="{FF2B5EF4-FFF2-40B4-BE49-F238E27FC236}">
                    <a16:creationId xmlns:a16="http://schemas.microsoft.com/office/drawing/2014/main" id="{AD55D24F-60B1-3AB9-D376-77502CD0DA8D}"/>
                  </a:ext>
                </a:extLst>
              </p:cNvPr>
              <p:cNvGrpSpPr/>
              <p:nvPr/>
            </p:nvGrpSpPr>
            <p:grpSpPr>
              <a:xfrm>
                <a:off x="7794170" y="1759130"/>
                <a:ext cx="4397829" cy="4801689"/>
                <a:chOff x="7794170" y="1759130"/>
                <a:chExt cx="4397829" cy="4801689"/>
              </a:xfrm>
            </p:grpSpPr>
            <p:sp>
              <p:nvSpPr>
                <p:cNvPr id="6" name="矩形 5">
                  <a:extLst>
                    <a:ext uri="{FF2B5EF4-FFF2-40B4-BE49-F238E27FC236}">
                      <a16:creationId xmlns:a16="http://schemas.microsoft.com/office/drawing/2014/main" id="{B852DF7E-B047-E029-B3DC-673E403ABFD4}"/>
                    </a:ext>
                  </a:extLst>
                </p:cNvPr>
                <p:cNvSpPr/>
                <p:nvPr/>
              </p:nvSpPr>
              <p:spPr>
                <a:xfrm>
                  <a:off x="7794170" y="1759130"/>
                  <a:ext cx="4397829" cy="4801689"/>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7" name="组合 6">
                  <a:extLst>
                    <a:ext uri="{FF2B5EF4-FFF2-40B4-BE49-F238E27FC236}">
                      <a16:creationId xmlns:a16="http://schemas.microsoft.com/office/drawing/2014/main" id="{6FB3705F-922C-AC11-53DF-B17E292DE854}"/>
                    </a:ext>
                  </a:extLst>
                </p:cNvPr>
                <p:cNvGrpSpPr/>
                <p:nvPr/>
              </p:nvGrpSpPr>
              <p:grpSpPr>
                <a:xfrm>
                  <a:off x="7997058" y="3690279"/>
                  <a:ext cx="4020592" cy="2555674"/>
                  <a:chOff x="7997058" y="3690279"/>
                  <a:chExt cx="4020592" cy="2555674"/>
                </a:xfrm>
              </p:grpSpPr>
              <p:cxnSp>
                <p:nvCxnSpPr>
                  <p:cNvPr id="8" name="直接连接符 7">
                    <a:extLst>
                      <a:ext uri="{FF2B5EF4-FFF2-40B4-BE49-F238E27FC236}">
                        <a16:creationId xmlns:a16="http://schemas.microsoft.com/office/drawing/2014/main" id="{CE27106A-1CD9-B681-D46D-3B9EEF412977}"/>
                      </a:ext>
                    </a:extLst>
                  </p:cNvPr>
                  <p:cNvCxnSpPr>
                    <a:cxnSpLocks/>
                  </p:cNvCxnSpPr>
                  <p:nvPr/>
                </p:nvCxnSpPr>
                <p:spPr>
                  <a:xfrm>
                    <a:off x="7997058" y="4935941"/>
                    <a:ext cx="4020592" cy="0"/>
                  </a:xfrm>
                  <a:prstGeom prst="line">
                    <a:avLst/>
                  </a:prstGeom>
                  <a:ln>
                    <a:solidFill>
                      <a:schemeClr val="tx1"/>
                    </a:solidFill>
                    <a:prstDash val="lgDashDotDot"/>
                  </a:ln>
                </p:spPr>
                <p:style>
                  <a:lnRef idx="1">
                    <a:schemeClr val="accent1"/>
                  </a:lnRef>
                  <a:fillRef idx="0">
                    <a:schemeClr val="accent1"/>
                  </a:fillRef>
                  <a:effectRef idx="0">
                    <a:schemeClr val="accent1"/>
                  </a:effectRef>
                  <a:fontRef idx="minor">
                    <a:schemeClr val="tx1"/>
                  </a:fontRef>
                </p:style>
              </p:cxnSp>
              <p:grpSp>
                <p:nvGrpSpPr>
                  <p:cNvPr id="9" name="组合 8">
                    <a:extLst>
                      <a:ext uri="{FF2B5EF4-FFF2-40B4-BE49-F238E27FC236}">
                        <a16:creationId xmlns:a16="http://schemas.microsoft.com/office/drawing/2014/main" id="{FF09568C-7DBA-8E5D-62AF-19170B08F2C5}"/>
                      </a:ext>
                    </a:extLst>
                  </p:cNvPr>
                  <p:cNvGrpSpPr/>
                  <p:nvPr/>
                </p:nvGrpSpPr>
                <p:grpSpPr>
                  <a:xfrm>
                    <a:off x="8047693" y="3690279"/>
                    <a:ext cx="3688932" cy="1124734"/>
                    <a:chOff x="8047693" y="3690279"/>
                    <a:chExt cx="3688932" cy="1124734"/>
                  </a:xfrm>
                </p:grpSpPr>
                <p:sp>
                  <p:nvSpPr>
                    <p:cNvPr id="13" name="矩形 12">
                      <a:extLst>
                        <a:ext uri="{FF2B5EF4-FFF2-40B4-BE49-F238E27FC236}">
                          <a16:creationId xmlns:a16="http://schemas.microsoft.com/office/drawing/2014/main" id="{E52E77D9-9DF3-62B3-AC10-1EC86B2BA2EF}"/>
                        </a:ext>
                      </a:extLst>
                    </p:cNvPr>
                    <p:cNvSpPr/>
                    <p:nvPr/>
                  </p:nvSpPr>
                  <p:spPr>
                    <a:xfrm>
                      <a:off x="8047693" y="3690279"/>
                      <a:ext cx="3688931" cy="5510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0000" bIns="90000" rtlCol="0" anchor="b"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r>
                        <a:rPr kumimoji="1" lang="en-US" altLang="zh-CN" sz="2400" b="1" dirty="0">
                          <a:solidFill>
                            <a:schemeClr val="accent1"/>
                          </a:solidFill>
                          <a:latin typeface="Arial" panose="020B0604020202020204" pitchFamily="34" charset="0"/>
                          <a:ea typeface="微软雅黑" panose="020B0503020204020204" pitchFamily="34" charset="-122"/>
                        </a:rPr>
                        <a:t>Java Script Vue.js</a:t>
                      </a:r>
                    </a:p>
                  </p:txBody>
                </p:sp>
                <p:sp>
                  <p:nvSpPr>
                    <p:cNvPr id="14" name="矩形 13">
                      <a:extLst>
                        <a:ext uri="{FF2B5EF4-FFF2-40B4-BE49-F238E27FC236}">
                          <a16:creationId xmlns:a16="http://schemas.microsoft.com/office/drawing/2014/main" id="{DBC86C3E-EB7C-77C6-A605-BE8CFBCD99DA}"/>
                        </a:ext>
                      </a:extLst>
                    </p:cNvPr>
                    <p:cNvSpPr/>
                    <p:nvPr/>
                  </p:nvSpPr>
                  <p:spPr>
                    <a:xfrm>
                      <a:off x="8047694" y="4350682"/>
                      <a:ext cx="3688931" cy="464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r>
                        <a:rPr lang="zh-CN" altLang="en-US" sz="1600" kern="100" dirty="0">
                          <a:solidFill>
                            <a:schemeClr val="tx1"/>
                          </a:solidFill>
                          <a:effectLst/>
                          <a:latin typeface="Arial" panose="020B0604020202020204" pitchFamily="34" charset="0"/>
                          <a:ea typeface="微软雅黑" panose="020B0503020204020204" pitchFamily="34" charset="-122"/>
                        </a:rPr>
                        <a:t>前端开发</a:t>
                      </a:r>
                      <a:endParaRPr lang="en-US" altLang="zh-CN" sz="1600" kern="100" dirty="0">
                        <a:solidFill>
                          <a:schemeClr val="tx1"/>
                        </a:solidFill>
                        <a:effectLst/>
                        <a:latin typeface="Arial" panose="020B0604020202020204" pitchFamily="34" charset="0"/>
                        <a:ea typeface="微软雅黑" panose="020B0503020204020204" pitchFamily="34" charset="-122"/>
                      </a:endParaRPr>
                    </a:p>
                  </p:txBody>
                </p:sp>
              </p:grpSp>
              <p:grpSp>
                <p:nvGrpSpPr>
                  <p:cNvPr id="10" name="组合 9">
                    <a:extLst>
                      <a:ext uri="{FF2B5EF4-FFF2-40B4-BE49-F238E27FC236}">
                        <a16:creationId xmlns:a16="http://schemas.microsoft.com/office/drawing/2014/main" id="{9251C10E-9CF7-B39F-9B82-E4FEC96897FB}"/>
                      </a:ext>
                    </a:extLst>
                  </p:cNvPr>
                  <p:cNvGrpSpPr/>
                  <p:nvPr/>
                </p:nvGrpSpPr>
                <p:grpSpPr>
                  <a:xfrm>
                    <a:off x="8047692" y="5156052"/>
                    <a:ext cx="3688932" cy="1089901"/>
                    <a:chOff x="8047693" y="3220014"/>
                    <a:chExt cx="3688932" cy="1089901"/>
                  </a:xfrm>
                </p:grpSpPr>
                <p:sp>
                  <p:nvSpPr>
                    <p:cNvPr id="11" name="矩形 10">
                      <a:extLst>
                        <a:ext uri="{FF2B5EF4-FFF2-40B4-BE49-F238E27FC236}">
                          <a16:creationId xmlns:a16="http://schemas.microsoft.com/office/drawing/2014/main" id="{ECE3E2B6-E7B1-9BF8-FB58-27727B94461B}"/>
                        </a:ext>
                      </a:extLst>
                    </p:cNvPr>
                    <p:cNvSpPr/>
                    <p:nvPr/>
                  </p:nvSpPr>
                  <p:spPr>
                    <a:xfrm>
                      <a:off x="8047693" y="3220014"/>
                      <a:ext cx="3688931" cy="5510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0000" bIns="90000" rtlCol="0" anchor="b"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r>
                        <a:rPr kumimoji="1" lang="en-US" altLang="zh-CN" sz="2400" b="1" dirty="0">
                          <a:solidFill>
                            <a:schemeClr val="tx1"/>
                          </a:solidFill>
                          <a:latin typeface="Arial" panose="020B0604020202020204" pitchFamily="34" charset="0"/>
                          <a:ea typeface="微软雅黑" panose="020B0503020204020204" pitchFamily="34" charset="-122"/>
                        </a:rPr>
                        <a:t>Java Spring Boot</a:t>
                      </a:r>
                    </a:p>
                  </p:txBody>
                </p:sp>
                <p:sp>
                  <p:nvSpPr>
                    <p:cNvPr id="12" name="矩形 11">
                      <a:extLst>
                        <a:ext uri="{FF2B5EF4-FFF2-40B4-BE49-F238E27FC236}">
                          <a16:creationId xmlns:a16="http://schemas.microsoft.com/office/drawing/2014/main" id="{2410BAC5-CEDF-BF84-FE1E-3252BACFF950}"/>
                        </a:ext>
                      </a:extLst>
                    </p:cNvPr>
                    <p:cNvSpPr/>
                    <p:nvPr/>
                  </p:nvSpPr>
                  <p:spPr>
                    <a:xfrm>
                      <a:off x="8047694" y="3845584"/>
                      <a:ext cx="3688931" cy="464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8000" tIns="108000" rIns="108000" bIns="108000" rtlCol="0" anchor="t" anchorCtr="0">
                      <a:sp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r>
                        <a:rPr lang="zh-CN" altLang="en-US" sz="1600" kern="100" dirty="0">
                          <a:solidFill>
                            <a:schemeClr val="tx1"/>
                          </a:solidFill>
                          <a:latin typeface="Arial" panose="020B0604020202020204" pitchFamily="34" charset="0"/>
                          <a:ea typeface="微软雅黑" panose="020B0503020204020204" pitchFamily="34" charset="-122"/>
                        </a:rPr>
                        <a:t>后端开发</a:t>
                      </a:r>
                      <a:endParaRPr lang="en-US" altLang="zh-CN" sz="1600" kern="100" dirty="0">
                        <a:solidFill>
                          <a:schemeClr val="tx1"/>
                        </a:solidFill>
                        <a:effectLst/>
                        <a:latin typeface="Arial" panose="020B0604020202020204" pitchFamily="34" charset="0"/>
                        <a:ea typeface="微软雅黑" panose="020B0503020204020204" pitchFamily="34" charset="-122"/>
                      </a:endParaRPr>
                    </a:p>
                  </p:txBody>
                </p:sp>
              </p:grpSp>
            </p:grpSp>
          </p:grpSp>
          <p:sp>
            <p:nvSpPr>
              <p:cNvPr id="15" name="文本框 14">
                <a:extLst>
                  <a:ext uri="{FF2B5EF4-FFF2-40B4-BE49-F238E27FC236}">
                    <a16:creationId xmlns:a16="http://schemas.microsoft.com/office/drawing/2014/main" id="{5BA3F2FA-ED90-4B4B-EDB7-9DC957BDC31A}"/>
                  </a:ext>
                </a:extLst>
              </p:cNvPr>
              <p:cNvSpPr txBox="1"/>
              <p:nvPr/>
            </p:nvSpPr>
            <p:spPr>
              <a:xfrm>
                <a:off x="8075257" y="2092057"/>
                <a:ext cx="3942393" cy="1319079"/>
              </a:xfrm>
              <a:prstGeom prst="rect">
                <a:avLst/>
              </a:prstGeom>
              <a:noFill/>
            </p:spPr>
            <p:txBody>
              <a:bodyPr wrap="square" rtlCol="0">
                <a:spAutoFit/>
              </a:bodyPr>
              <a:lstStyle/>
              <a:p>
                <a:pPr>
                  <a:lnSpc>
                    <a:spcPct val="150000"/>
                  </a:lnSpc>
                </a:pPr>
                <a:r>
                  <a:rPr lang="zh-CN" altLang="en-US" sz="3200" b="1" dirty="0">
                    <a:solidFill>
                      <a:srgbClr val="124582"/>
                    </a:solidFill>
                  </a:rPr>
                  <a:t>课程管理系统</a:t>
                </a:r>
                <a:r>
                  <a:rPr lang="en-US" altLang="zh-CN" sz="3200" b="1" dirty="0">
                    <a:solidFill>
                      <a:srgbClr val="124582"/>
                    </a:solidFill>
                  </a:rPr>
                  <a:t>Web</a:t>
                </a:r>
                <a:r>
                  <a:rPr lang="zh-CN" altLang="en-US" sz="3200" b="1" dirty="0">
                    <a:solidFill>
                      <a:srgbClr val="124582"/>
                    </a:solidFill>
                  </a:rPr>
                  <a:t>端</a:t>
                </a:r>
                <a:endParaRPr lang="en-US" altLang="zh-CN" sz="3200" b="1" dirty="0">
                  <a:solidFill>
                    <a:srgbClr val="124582"/>
                  </a:solidFill>
                </a:endParaRPr>
              </a:p>
              <a:p>
                <a:pPr algn="ctr">
                  <a:lnSpc>
                    <a:spcPct val="150000"/>
                  </a:lnSpc>
                </a:pPr>
                <a:r>
                  <a:rPr lang="zh-CN" altLang="en-US" sz="2400" b="1" dirty="0"/>
                  <a:t>前后端开发分离</a:t>
                </a:r>
              </a:p>
            </p:txBody>
          </p:sp>
        </p:grpSp>
      </p:grpSp>
      <p:sp>
        <p:nvSpPr>
          <p:cNvPr id="36" name="灯片编号占位符 3">
            <a:extLst>
              <a:ext uri="{FF2B5EF4-FFF2-40B4-BE49-F238E27FC236}">
                <a16:creationId xmlns:a16="http://schemas.microsoft.com/office/drawing/2014/main" id="{520A1044-7690-1CA1-FCB0-E50701565792}"/>
              </a:ext>
            </a:extLst>
          </p:cNvPr>
          <p:cNvSpPr txBox="1">
            <a:spLocks/>
          </p:cNvSpPr>
          <p:nvPr/>
        </p:nvSpPr>
        <p:spPr>
          <a:xfrm>
            <a:off x="8610599" y="6240463"/>
            <a:ext cx="2909888" cy="206381"/>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DD3DB80-B894-403A-B48E-6FDC1A72010E}" type="slidenum">
              <a:rPr lang="zh-CN" altLang="en-US" sz="1000" b="1" smtClean="0">
                <a:cs typeface="+mn-ea"/>
                <a:sym typeface="+mn-lt"/>
              </a:rPr>
              <a:pPr algn="r"/>
              <a:t>4</a:t>
            </a:fld>
            <a:endParaRPr lang="zh-CN" altLang="en-US" sz="1000" b="1" dirty="0">
              <a:cs typeface="+mn-ea"/>
              <a:sym typeface="+mn-lt"/>
            </a:endParaRPr>
          </a:p>
        </p:txBody>
      </p:sp>
    </p:spTree>
    <p:extLst>
      <p:ext uri="{BB962C8B-B14F-4D97-AF65-F5344CB8AC3E}">
        <p14:creationId xmlns:p14="http://schemas.microsoft.com/office/powerpoint/2010/main" val="41311484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n-lt"/>
                <a:ea typeface="+mn-ea"/>
                <a:cs typeface="+mn-ea"/>
                <a:sym typeface="+mn-lt"/>
              </a:rPr>
              <a:t>项目背景</a:t>
            </a:r>
          </a:p>
        </p:txBody>
      </p:sp>
      <p:sp>
        <p:nvSpPr>
          <p:cNvPr id="3" name="页脚占位符 2"/>
          <p:cNvSpPr>
            <a:spLocks noGrp="1"/>
          </p:cNvSpPr>
          <p:nvPr>
            <p:ph type="ftr" sz="quarter" idx="11"/>
          </p:nvPr>
        </p:nvSpPr>
        <p:spPr/>
        <p:txBody>
          <a:bodyPr/>
          <a:lstStyle/>
          <a:p>
            <a:r>
              <a:rPr lang="zh-CN" altLang="en-US" dirty="0">
                <a:cs typeface="+mn-ea"/>
                <a:sym typeface="+mn-lt"/>
              </a:rPr>
              <a:t>课程管理系统</a:t>
            </a:r>
          </a:p>
        </p:txBody>
      </p:sp>
      <p:sp>
        <p:nvSpPr>
          <p:cNvPr id="4" name="灯片编号占位符 3"/>
          <p:cNvSpPr>
            <a:spLocks noGrp="1"/>
          </p:cNvSpPr>
          <p:nvPr>
            <p:ph type="sldNum" sz="quarter" idx="12"/>
          </p:nvPr>
        </p:nvSpPr>
        <p:spPr/>
        <p:txBody>
          <a:bodyPr/>
          <a:lstStyle/>
          <a:p>
            <a:fld id="{5DD3DB80-B894-403A-B48E-6FDC1A72010E}" type="slidenum">
              <a:rPr lang="zh-CN" altLang="en-US" b="1" smtClean="0">
                <a:solidFill>
                  <a:schemeClr val="tx1"/>
                </a:solidFill>
                <a:cs typeface="+mn-ea"/>
                <a:sym typeface="+mn-lt"/>
              </a:rPr>
              <a:t>5</a:t>
            </a:fld>
            <a:endParaRPr lang="zh-CN" altLang="en-US" b="1" dirty="0">
              <a:solidFill>
                <a:schemeClr val="tx1"/>
              </a:solidFill>
              <a:cs typeface="+mn-ea"/>
              <a:sym typeface="+mn-lt"/>
            </a:endParaRPr>
          </a:p>
        </p:txBody>
      </p:sp>
      <p:grpSp>
        <p:nvGrpSpPr>
          <p:cNvPr id="28" name="组合 27"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nvGrpSpPr>
        <p:grpSpPr>
          <a:xfrm>
            <a:off x="672704" y="1686192"/>
            <a:ext cx="10846593" cy="3613163"/>
            <a:chOff x="672704" y="1686192"/>
            <a:chExt cx="10846593" cy="3613163"/>
          </a:xfrm>
        </p:grpSpPr>
        <p:grpSp>
          <p:nvGrpSpPr>
            <p:cNvPr id="29" name="组合 28"/>
            <p:cNvGrpSpPr/>
            <p:nvPr/>
          </p:nvGrpSpPr>
          <p:grpSpPr>
            <a:xfrm>
              <a:off x="4655694" y="1686192"/>
              <a:ext cx="2881409" cy="2871986"/>
              <a:chOff x="4655296" y="2198106"/>
              <a:chExt cx="2881409" cy="2871986"/>
            </a:xfrm>
          </p:grpSpPr>
          <p:grpSp>
            <p:nvGrpSpPr>
              <p:cNvPr id="52" name="组合 51"/>
              <p:cNvGrpSpPr/>
              <p:nvPr/>
            </p:nvGrpSpPr>
            <p:grpSpPr>
              <a:xfrm>
                <a:off x="4655296" y="2198106"/>
                <a:ext cx="2881409" cy="2871986"/>
                <a:chOff x="4655296" y="2198106"/>
                <a:chExt cx="2881409" cy="2871986"/>
              </a:xfrm>
            </p:grpSpPr>
            <p:sp>
              <p:nvSpPr>
                <p:cNvPr id="56" name="任意多边形: 形状 55"/>
                <p:cNvSpPr/>
                <p:nvPr/>
              </p:nvSpPr>
              <p:spPr bwMode="auto">
                <a:xfrm>
                  <a:off x="4655296" y="2198106"/>
                  <a:ext cx="1787594" cy="2871986"/>
                </a:xfrm>
                <a:custGeom>
                  <a:avLst/>
                  <a:gdLst>
                    <a:gd name="T0" fmla="*/ 1037 w 1444"/>
                    <a:gd name="T1" fmla="*/ 2320 h 2320"/>
                    <a:gd name="T2" fmla="*/ 789 w 1444"/>
                    <a:gd name="T3" fmla="*/ 2073 h 2320"/>
                    <a:gd name="T4" fmla="*/ 980 w 1444"/>
                    <a:gd name="T5" fmla="*/ 1881 h 2320"/>
                    <a:gd name="T6" fmla="*/ 423 w 1444"/>
                    <a:gd name="T7" fmla="*/ 1163 h 2320"/>
                    <a:gd name="T8" fmla="*/ 1164 w 1444"/>
                    <a:gd name="T9" fmla="*/ 423 h 2320"/>
                    <a:gd name="T10" fmla="*/ 1268 w 1444"/>
                    <a:gd name="T11" fmla="*/ 430 h 2320"/>
                    <a:gd name="T12" fmla="*/ 1444 w 1444"/>
                    <a:gd name="T13" fmla="*/ 254 h 2320"/>
                    <a:gd name="T14" fmla="*/ 1189 w 1444"/>
                    <a:gd name="T15" fmla="*/ 0 h 2320"/>
                    <a:gd name="T16" fmla="*/ 1164 w 1444"/>
                    <a:gd name="T17" fmla="*/ 0 h 2320"/>
                    <a:gd name="T18" fmla="*/ 0 w 1444"/>
                    <a:gd name="T19" fmla="*/ 1163 h 2320"/>
                    <a:gd name="T20" fmla="*/ 1037 w 1444"/>
                    <a:gd name="T21" fmla="*/ 2320 h 2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44" h="2320">
                      <a:moveTo>
                        <a:pt x="1037" y="2320"/>
                      </a:moveTo>
                      <a:cubicBezTo>
                        <a:pt x="789" y="2073"/>
                        <a:pt x="789" y="2073"/>
                        <a:pt x="789" y="2073"/>
                      </a:cubicBezTo>
                      <a:cubicBezTo>
                        <a:pt x="980" y="1881"/>
                        <a:pt x="980" y="1881"/>
                        <a:pt x="980" y="1881"/>
                      </a:cubicBezTo>
                      <a:cubicBezTo>
                        <a:pt x="660" y="1800"/>
                        <a:pt x="423" y="1509"/>
                        <a:pt x="423" y="1163"/>
                      </a:cubicBezTo>
                      <a:cubicBezTo>
                        <a:pt x="423" y="754"/>
                        <a:pt x="755" y="423"/>
                        <a:pt x="1164" y="423"/>
                      </a:cubicBezTo>
                      <a:cubicBezTo>
                        <a:pt x="1199" y="423"/>
                        <a:pt x="1234" y="425"/>
                        <a:pt x="1268" y="430"/>
                      </a:cubicBezTo>
                      <a:cubicBezTo>
                        <a:pt x="1444" y="254"/>
                        <a:pt x="1444" y="254"/>
                        <a:pt x="1444" y="254"/>
                      </a:cubicBezTo>
                      <a:cubicBezTo>
                        <a:pt x="1189" y="0"/>
                        <a:pt x="1189" y="0"/>
                        <a:pt x="1189" y="0"/>
                      </a:cubicBezTo>
                      <a:cubicBezTo>
                        <a:pt x="1181" y="0"/>
                        <a:pt x="1172" y="0"/>
                        <a:pt x="1164" y="0"/>
                      </a:cubicBezTo>
                      <a:cubicBezTo>
                        <a:pt x="521" y="0"/>
                        <a:pt x="0" y="521"/>
                        <a:pt x="0" y="1163"/>
                      </a:cubicBezTo>
                      <a:cubicBezTo>
                        <a:pt x="0" y="1763"/>
                        <a:pt x="453" y="2257"/>
                        <a:pt x="1037" y="2320"/>
                      </a:cubicBezTo>
                      <a:close/>
                    </a:path>
                  </a:pathLst>
                </a:custGeom>
                <a:solidFill>
                  <a:schemeClr val="accent1"/>
                </a:solidFill>
                <a:ln>
                  <a:noFill/>
                </a:ln>
              </p:spPr>
              <p:txBody>
                <a:bodyPr vert="horz" wrap="square" lIns="91440" tIns="45720" rIns="91440" bIns="45720" numCol="1" anchor="t" anchorCtr="0" compatLnSpc="1">
                  <a:normAutofit/>
                </a:bodyPr>
                <a:lstStyle>
                  <a:defPPr>
                    <a:defRPr lang="en-US"/>
                  </a:defPPr>
                  <a:lvl1pPr marL="0" algn="l" defTabSz="457200" rtl="0" eaLnBrk="1" latinLnBrk="0" hangingPunct="1">
                    <a:defRPr sz="1800" kern="1200">
                      <a:solidFill>
                        <a:schemeClr val="tx1"/>
                      </a:solidFill>
                    </a:defRPr>
                  </a:lvl1pPr>
                  <a:lvl2pPr marL="457200" algn="l" defTabSz="457200" rtl="0" eaLnBrk="1" latinLnBrk="0" hangingPunct="1">
                    <a:defRPr sz="1800" kern="1200">
                      <a:solidFill>
                        <a:schemeClr val="tx1"/>
                      </a:solidFill>
                    </a:defRPr>
                  </a:lvl2pPr>
                  <a:lvl3pPr marL="914400" algn="l" defTabSz="457200" rtl="0" eaLnBrk="1" latinLnBrk="0" hangingPunct="1">
                    <a:defRPr sz="1800" kern="1200">
                      <a:solidFill>
                        <a:schemeClr val="tx1"/>
                      </a:solidFill>
                    </a:defRPr>
                  </a:lvl3pPr>
                  <a:lvl4pPr marL="1371600" algn="l" defTabSz="457200" rtl="0" eaLnBrk="1" latinLnBrk="0" hangingPunct="1">
                    <a:defRPr sz="1800" kern="1200">
                      <a:solidFill>
                        <a:schemeClr val="tx1"/>
                      </a:solidFill>
                    </a:defRPr>
                  </a:lvl4pPr>
                  <a:lvl5pPr marL="1828800" algn="l" defTabSz="457200" rtl="0" eaLnBrk="1" latinLnBrk="0" hangingPunct="1">
                    <a:defRPr sz="1800" kern="1200">
                      <a:solidFill>
                        <a:schemeClr val="tx1"/>
                      </a:solidFill>
                    </a:defRPr>
                  </a:lvl5pPr>
                  <a:lvl6pPr marL="2286000" algn="l" defTabSz="457200" rtl="0" eaLnBrk="1" latinLnBrk="0" hangingPunct="1">
                    <a:defRPr sz="1800" kern="1200">
                      <a:solidFill>
                        <a:schemeClr val="tx1"/>
                      </a:solidFill>
                    </a:defRPr>
                  </a:lvl6pPr>
                  <a:lvl7pPr marL="2743200" algn="l" defTabSz="457200" rtl="0" eaLnBrk="1" latinLnBrk="0" hangingPunct="1">
                    <a:defRPr sz="1800" kern="1200">
                      <a:solidFill>
                        <a:schemeClr val="tx1"/>
                      </a:solidFill>
                    </a:defRPr>
                  </a:lvl7pPr>
                  <a:lvl8pPr marL="3200400" algn="l" defTabSz="457200" rtl="0" eaLnBrk="1" latinLnBrk="0" hangingPunct="1">
                    <a:defRPr sz="1800" kern="1200">
                      <a:solidFill>
                        <a:schemeClr val="tx1"/>
                      </a:solidFill>
                    </a:defRPr>
                  </a:lvl8pPr>
                  <a:lvl9pPr marL="3657600" algn="l" defTabSz="457200" rtl="0" eaLnBrk="1" latinLnBrk="0" hangingPunct="1">
                    <a:defRPr sz="1800" kern="1200">
                      <a:solidFill>
                        <a:schemeClr val="tx1"/>
                      </a:solidFill>
                    </a:defRPr>
                  </a:lvl9pPr>
                </a:lstStyle>
                <a:p>
                  <a:endParaRPr lang="en-US" sz="1055">
                    <a:cs typeface="+mn-ea"/>
                    <a:sym typeface="+mn-lt"/>
                  </a:endParaRPr>
                </a:p>
              </p:txBody>
            </p:sp>
            <p:sp>
              <p:nvSpPr>
                <p:cNvPr id="57" name="任意多边形: 形状 56"/>
                <p:cNvSpPr/>
                <p:nvPr/>
              </p:nvSpPr>
              <p:spPr bwMode="auto">
                <a:xfrm>
                  <a:off x="5749634" y="2198106"/>
                  <a:ext cx="1787071" cy="2871986"/>
                </a:xfrm>
                <a:custGeom>
                  <a:avLst/>
                  <a:gdLst>
                    <a:gd name="T0" fmla="*/ 254 w 1444"/>
                    <a:gd name="T1" fmla="*/ 2320 h 2320"/>
                    <a:gd name="T2" fmla="*/ 280 w 1444"/>
                    <a:gd name="T3" fmla="*/ 2320 h 2320"/>
                    <a:gd name="T4" fmla="*/ 1444 w 1444"/>
                    <a:gd name="T5" fmla="*/ 1156 h 2320"/>
                    <a:gd name="T6" fmla="*/ 407 w 1444"/>
                    <a:gd name="T7" fmla="*/ 0 h 2320"/>
                    <a:gd name="T8" fmla="*/ 654 w 1444"/>
                    <a:gd name="T9" fmla="*/ 247 h 2320"/>
                    <a:gd name="T10" fmla="*/ 463 w 1444"/>
                    <a:gd name="T11" fmla="*/ 439 h 2320"/>
                    <a:gd name="T12" fmla="*/ 1020 w 1444"/>
                    <a:gd name="T13" fmla="*/ 1156 h 2320"/>
                    <a:gd name="T14" fmla="*/ 280 w 1444"/>
                    <a:gd name="T15" fmla="*/ 1897 h 2320"/>
                    <a:gd name="T16" fmla="*/ 176 w 1444"/>
                    <a:gd name="T17" fmla="*/ 1890 h 2320"/>
                    <a:gd name="T18" fmla="*/ 0 w 1444"/>
                    <a:gd name="T19" fmla="*/ 2066 h 2320"/>
                    <a:gd name="T20" fmla="*/ 254 w 1444"/>
                    <a:gd name="T21" fmla="*/ 2320 h 2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44" h="2320">
                      <a:moveTo>
                        <a:pt x="254" y="2320"/>
                      </a:moveTo>
                      <a:cubicBezTo>
                        <a:pt x="262" y="2320"/>
                        <a:pt x="271" y="2320"/>
                        <a:pt x="280" y="2320"/>
                      </a:cubicBezTo>
                      <a:cubicBezTo>
                        <a:pt x="922" y="2320"/>
                        <a:pt x="1444" y="1799"/>
                        <a:pt x="1444" y="1156"/>
                      </a:cubicBezTo>
                      <a:cubicBezTo>
                        <a:pt x="1444" y="557"/>
                        <a:pt x="990" y="63"/>
                        <a:pt x="407" y="0"/>
                      </a:cubicBezTo>
                      <a:cubicBezTo>
                        <a:pt x="654" y="247"/>
                        <a:pt x="654" y="247"/>
                        <a:pt x="654" y="247"/>
                      </a:cubicBezTo>
                      <a:cubicBezTo>
                        <a:pt x="463" y="439"/>
                        <a:pt x="463" y="439"/>
                        <a:pt x="463" y="439"/>
                      </a:cubicBezTo>
                      <a:cubicBezTo>
                        <a:pt x="783" y="520"/>
                        <a:pt x="1020" y="811"/>
                        <a:pt x="1020" y="1156"/>
                      </a:cubicBezTo>
                      <a:cubicBezTo>
                        <a:pt x="1020" y="1566"/>
                        <a:pt x="689" y="1897"/>
                        <a:pt x="280" y="1897"/>
                      </a:cubicBezTo>
                      <a:cubicBezTo>
                        <a:pt x="244" y="1897"/>
                        <a:pt x="210" y="1895"/>
                        <a:pt x="176" y="1890"/>
                      </a:cubicBezTo>
                      <a:cubicBezTo>
                        <a:pt x="0" y="2066"/>
                        <a:pt x="0" y="2066"/>
                        <a:pt x="0" y="2066"/>
                      </a:cubicBezTo>
                      <a:lnTo>
                        <a:pt x="254" y="2320"/>
                      </a:lnTo>
                      <a:close/>
                    </a:path>
                  </a:pathLst>
                </a:custGeom>
                <a:solidFill>
                  <a:schemeClr val="accent2"/>
                </a:solidFill>
                <a:ln>
                  <a:noFill/>
                </a:ln>
              </p:spPr>
              <p:txBody>
                <a:bodyPr vert="horz" wrap="square" lIns="91440" tIns="45720" rIns="91440" bIns="45720" numCol="1" anchor="t" anchorCtr="0" compatLnSpc="1">
                  <a:normAutofit/>
                </a:bodyPr>
                <a:lstStyle>
                  <a:defPPr>
                    <a:defRPr lang="en-US"/>
                  </a:defPPr>
                  <a:lvl1pPr marL="0" algn="l" defTabSz="457200" rtl="0" eaLnBrk="1" latinLnBrk="0" hangingPunct="1">
                    <a:defRPr sz="1800" kern="1200">
                      <a:solidFill>
                        <a:schemeClr val="tx1"/>
                      </a:solidFill>
                    </a:defRPr>
                  </a:lvl1pPr>
                  <a:lvl2pPr marL="457200" algn="l" defTabSz="457200" rtl="0" eaLnBrk="1" latinLnBrk="0" hangingPunct="1">
                    <a:defRPr sz="1800" kern="1200">
                      <a:solidFill>
                        <a:schemeClr val="tx1"/>
                      </a:solidFill>
                    </a:defRPr>
                  </a:lvl2pPr>
                  <a:lvl3pPr marL="914400" algn="l" defTabSz="457200" rtl="0" eaLnBrk="1" latinLnBrk="0" hangingPunct="1">
                    <a:defRPr sz="1800" kern="1200">
                      <a:solidFill>
                        <a:schemeClr val="tx1"/>
                      </a:solidFill>
                    </a:defRPr>
                  </a:lvl3pPr>
                  <a:lvl4pPr marL="1371600" algn="l" defTabSz="457200" rtl="0" eaLnBrk="1" latinLnBrk="0" hangingPunct="1">
                    <a:defRPr sz="1800" kern="1200">
                      <a:solidFill>
                        <a:schemeClr val="tx1"/>
                      </a:solidFill>
                    </a:defRPr>
                  </a:lvl4pPr>
                  <a:lvl5pPr marL="1828800" algn="l" defTabSz="457200" rtl="0" eaLnBrk="1" latinLnBrk="0" hangingPunct="1">
                    <a:defRPr sz="1800" kern="1200">
                      <a:solidFill>
                        <a:schemeClr val="tx1"/>
                      </a:solidFill>
                    </a:defRPr>
                  </a:lvl5pPr>
                  <a:lvl6pPr marL="2286000" algn="l" defTabSz="457200" rtl="0" eaLnBrk="1" latinLnBrk="0" hangingPunct="1">
                    <a:defRPr sz="1800" kern="1200">
                      <a:solidFill>
                        <a:schemeClr val="tx1"/>
                      </a:solidFill>
                    </a:defRPr>
                  </a:lvl6pPr>
                  <a:lvl7pPr marL="2743200" algn="l" defTabSz="457200" rtl="0" eaLnBrk="1" latinLnBrk="0" hangingPunct="1">
                    <a:defRPr sz="1800" kern="1200">
                      <a:solidFill>
                        <a:schemeClr val="tx1"/>
                      </a:solidFill>
                    </a:defRPr>
                  </a:lvl7pPr>
                  <a:lvl8pPr marL="3200400" algn="l" defTabSz="457200" rtl="0" eaLnBrk="1" latinLnBrk="0" hangingPunct="1">
                    <a:defRPr sz="1800" kern="1200">
                      <a:solidFill>
                        <a:schemeClr val="tx1"/>
                      </a:solidFill>
                    </a:defRPr>
                  </a:lvl8pPr>
                  <a:lvl9pPr marL="3657600" algn="l" defTabSz="457200" rtl="0" eaLnBrk="1" latinLnBrk="0" hangingPunct="1">
                    <a:defRPr sz="1800" kern="1200">
                      <a:solidFill>
                        <a:schemeClr val="tx1"/>
                      </a:solidFill>
                    </a:defRPr>
                  </a:lvl9pPr>
                </a:lstStyle>
                <a:p>
                  <a:endParaRPr lang="en-US" sz="1055">
                    <a:cs typeface="+mn-ea"/>
                    <a:sym typeface="+mn-lt"/>
                  </a:endParaRPr>
                </a:p>
              </p:txBody>
            </p:sp>
          </p:grpSp>
          <p:sp>
            <p:nvSpPr>
              <p:cNvPr id="54" name="椭圆 53"/>
              <p:cNvSpPr/>
              <p:nvPr/>
            </p:nvSpPr>
            <p:spPr bwMode="auto">
              <a:xfrm>
                <a:off x="5330225" y="2868323"/>
                <a:ext cx="1531551" cy="1531552"/>
              </a:xfrm>
              <a:prstGeom prst="ellipse">
                <a:avLst/>
              </a:prstGeom>
              <a:solidFill>
                <a:schemeClr val="bg1">
                  <a:lumMod val="95000"/>
                </a:schemeClr>
              </a:solidFill>
              <a:ln>
                <a:noFill/>
              </a:ln>
            </p:spPr>
            <p:txBody>
              <a:bodyPr vert="horz" wrap="square" lIns="91440" tIns="45720" rIns="91440" bIns="45720" numCol="1" anchor="t" anchorCtr="0" compatLnSpc="1">
                <a:normAutofit/>
              </a:bodyPr>
              <a:lstStyle>
                <a:defPPr>
                  <a:defRPr lang="en-US"/>
                </a:defPPr>
                <a:lvl1pPr marL="0" algn="l" defTabSz="457200" rtl="0" eaLnBrk="1" latinLnBrk="0" hangingPunct="1">
                  <a:defRPr sz="1800" kern="1200">
                    <a:solidFill>
                      <a:schemeClr val="tx1"/>
                    </a:solidFill>
                  </a:defRPr>
                </a:lvl1pPr>
                <a:lvl2pPr marL="457200" algn="l" defTabSz="457200" rtl="0" eaLnBrk="1" latinLnBrk="0" hangingPunct="1">
                  <a:defRPr sz="1800" kern="1200">
                    <a:solidFill>
                      <a:schemeClr val="tx1"/>
                    </a:solidFill>
                  </a:defRPr>
                </a:lvl2pPr>
                <a:lvl3pPr marL="914400" algn="l" defTabSz="457200" rtl="0" eaLnBrk="1" latinLnBrk="0" hangingPunct="1">
                  <a:defRPr sz="1800" kern="1200">
                    <a:solidFill>
                      <a:schemeClr val="tx1"/>
                    </a:solidFill>
                  </a:defRPr>
                </a:lvl3pPr>
                <a:lvl4pPr marL="1371600" algn="l" defTabSz="457200" rtl="0" eaLnBrk="1" latinLnBrk="0" hangingPunct="1">
                  <a:defRPr sz="1800" kern="1200">
                    <a:solidFill>
                      <a:schemeClr val="tx1"/>
                    </a:solidFill>
                  </a:defRPr>
                </a:lvl4pPr>
                <a:lvl5pPr marL="1828800" algn="l" defTabSz="457200" rtl="0" eaLnBrk="1" latinLnBrk="0" hangingPunct="1">
                  <a:defRPr sz="1800" kern="1200">
                    <a:solidFill>
                      <a:schemeClr val="tx1"/>
                    </a:solidFill>
                  </a:defRPr>
                </a:lvl5pPr>
                <a:lvl6pPr marL="2286000" algn="l" defTabSz="457200" rtl="0" eaLnBrk="1" latinLnBrk="0" hangingPunct="1">
                  <a:defRPr sz="1800" kern="1200">
                    <a:solidFill>
                      <a:schemeClr val="tx1"/>
                    </a:solidFill>
                  </a:defRPr>
                </a:lvl6pPr>
                <a:lvl7pPr marL="2743200" algn="l" defTabSz="457200" rtl="0" eaLnBrk="1" latinLnBrk="0" hangingPunct="1">
                  <a:defRPr sz="1800" kern="1200">
                    <a:solidFill>
                      <a:schemeClr val="tx1"/>
                    </a:solidFill>
                  </a:defRPr>
                </a:lvl7pPr>
                <a:lvl8pPr marL="3200400" algn="l" defTabSz="457200" rtl="0" eaLnBrk="1" latinLnBrk="0" hangingPunct="1">
                  <a:defRPr sz="1800" kern="1200">
                    <a:solidFill>
                      <a:schemeClr val="tx1"/>
                    </a:solidFill>
                  </a:defRPr>
                </a:lvl8pPr>
                <a:lvl9pPr marL="3657600" algn="l" defTabSz="457200" rtl="0" eaLnBrk="1" latinLnBrk="0" hangingPunct="1">
                  <a:defRPr sz="1800" kern="1200">
                    <a:solidFill>
                      <a:schemeClr val="tx1"/>
                    </a:solidFill>
                  </a:defRPr>
                </a:lvl9pPr>
              </a:lstStyle>
              <a:p>
                <a:endParaRPr lang="en-US" sz="1055">
                  <a:cs typeface="+mn-ea"/>
                  <a:sym typeface="+mn-lt"/>
                </a:endParaRPr>
              </a:p>
            </p:txBody>
          </p:sp>
        </p:grpSp>
        <p:grpSp>
          <p:nvGrpSpPr>
            <p:cNvPr id="30" name="组合 29"/>
            <p:cNvGrpSpPr/>
            <p:nvPr/>
          </p:nvGrpSpPr>
          <p:grpSpPr>
            <a:xfrm>
              <a:off x="7252380" y="2752439"/>
              <a:ext cx="739494" cy="739494"/>
              <a:chOff x="7251982" y="3264352"/>
              <a:chExt cx="739494" cy="739494"/>
            </a:xfrm>
          </p:grpSpPr>
          <p:sp>
            <p:nvSpPr>
              <p:cNvPr id="50" name="椭圆 49"/>
              <p:cNvSpPr/>
              <p:nvPr/>
            </p:nvSpPr>
            <p:spPr bwMode="auto">
              <a:xfrm>
                <a:off x="7251982" y="3264352"/>
                <a:ext cx="739494" cy="739494"/>
              </a:xfrm>
              <a:prstGeom prst="ellipse">
                <a:avLst/>
              </a:prstGeom>
              <a:solidFill>
                <a:schemeClr val="accent2"/>
              </a:solidFill>
              <a:ln w="28575">
                <a:solidFill>
                  <a:schemeClr val="bg1">
                    <a:lumMod val="95000"/>
                  </a:schemeClr>
                </a:solidFill>
                <a:round/>
              </a:ln>
            </p:spPr>
            <p:txBody>
              <a:bodyPr vert="horz" wrap="square" lIns="91440" tIns="45720" rIns="91440" bIns="45720" numCol="1" anchor="t" anchorCtr="0" compatLnSpc="1">
                <a:normAutofit/>
              </a:bodyPr>
              <a:lstStyle>
                <a:defPPr>
                  <a:defRPr lang="en-US"/>
                </a:defPPr>
                <a:lvl1pPr marL="0" algn="l" defTabSz="457200" rtl="0" eaLnBrk="1" latinLnBrk="0" hangingPunct="1">
                  <a:defRPr sz="1800" kern="1200">
                    <a:solidFill>
                      <a:schemeClr val="tx1"/>
                    </a:solidFill>
                  </a:defRPr>
                </a:lvl1pPr>
                <a:lvl2pPr marL="457200" algn="l" defTabSz="457200" rtl="0" eaLnBrk="1" latinLnBrk="0" hangingPunct="1">
                  <a:defRPr sz="1800" kern="1200">
                    <a:solidFill>
                      <a:schemeClr val="tx1"/>
                    </a:solidFill>
                  </a:defRPr>
                </a:lvl2pPr>
                <a:lvl3pPr marL="914400" algn="l" defTabSz="457200" rtl="0" eaLnBrk="1" latinLnBrk="0" hangingPunct="1">
                  <a:defRPr sz="1800" kern="1200">
                    <a:solidFill>
                      <a:schemeClr val="tx1"/>
                    </a:solidFill>
                  </a:defRPr>
                </a:lvl3pPr>
                <a:lvl4pPr marL="1371600" algn="l" defTabSz="457200" rtl="0" eaLnBrk="1" latinLnBrk="0" hangingPunct="1">
                  <a:defRPr sz="1800" kern="1200">
                    <a:solidFill>
                      <a:schemeClr val="tx1"/>
                    </a:solidFill>
                  </a:defRPr>
                </a:lvl4pPr>
                <a:lvl5pPr marL="1828800" algn="l" defTabSz="457200" rtl="0" eaLnBrk="1" latinLnBrk="0" hangingPunct="1">
                  <a:defRPr sz="1800" kern="1200">
                    <a:solidFill>
                      <a:schemeClr val="tx1"/>
                    </a:solidFill>
                  </a:defRPr>
                </a:lvl5pPr>
                <a:lvl6pPr marL="2286000" algn="l" defTabSz="457200" rtl="0" eaLnBrk="1" latinLnBrk="0" hangingPunct="1">
                  <a:defRPr sz="1800" kern="1200">
                    <a:solidFill>
                      <a:schemeClr val="tx1"/>
                    </a:solidFill>
                  </a:defRPr>
                </a:lvl6pPr>
                <a:lvl7pPr marL="2743200" algn="l" defTabSz="457200" rtl="0" eaLnBrk="1" latinLnBrk="0" hangingPunct="1">
                  <a:defRPr sz="1800" kern="1200">
                    <a:solidFill>
                      <a:schemeClr val="tx1"/>
                    </a:solidFill>
                  </a:defRPr>
                </a:lvl7pPr>
                <a:lvl8pPr marL="3200400" algn="l" defTabSz="457200" rtl="0" eaLnBrk="1" latinLnBrk="0" hangingPunct="1">
                  <a:defRPr sz="1800" kern="1200">
                    <a:solidFill>
                      <a:schemeClr val="tx1"/>
                    </a:solidFill>
                  </a:defRPr>
                </a:lvl8pPr>
                <a:lvl9pPr marL="3657600" algn="l" defTabSz="457200" rtl="0" eaLnBrk="1" latinLnBrk="0" hangingPunct="1">
                  <a:defRPr sz="1800" kern="1200">
                    <a:solidFill>
                      <a:schemeClr val="tx1"/>
                    </a:solidFill>
                  </a:defRPr>
                </a:lvl9pPr>
              </a:lstStyle>
              <a:p>
                <a:endParaRPr lang="en-US" sz="1055">
                  <a:cs typeface="+mn-ea"/>
                  <a:sym typeface="+mn-lt"/>
                </a:endParaRPr>
              </a:p>
            </p:txBody>
          </p:sp>
          <p:sp>
            <p:nvSpPr>
              <p:cNvPr id="51" name="任意多边形: 形状 50"/>
              <p:cNvSpPr/>
              <p:nvPr/>
            </p:nvSpPr>
            <p:spPr>
              <a:xfrm>
                <a:off x="7469994" y="3467724"/>
                <a:ext cx="303468" cy="332752"/>
              </a:xfrm>
              <a:custGeom>
                <a:avLst/>
                <a:gdLst>
                  <a:gd name="connsiteX0" fmla="*/ 257952 w 552598"/>
                  <a:gd name="connsiteY0" fmla="*/ 238897 h 605921"/>
                  <a:gd name="connsiteX1" fmla="*/ 252845 w 552598"/>
                  <a:gd name="connsiteY1" fmla="*/ 243996 h 605921"/>
                  <a:gd name="connsiteX2" fmla="*/ 252845 w 552598"/>
                  <a:gd name="connsiteY2" fmla="*/ 308986 h 605921"/>
                  <a:gd name="connsiteX3" fmla="*/ 228056 w 552598"/>
                  <a:gd name="connsiteY3" fmla="*/ 308986 h 605921"/>
                  <a:gd name="connsiteX4" fmla="*/ 225642 w 552598"/>
                  <a:gd name="connsiteY4" fmla="*/ 314085 h 605921"/>
                  <a:gd name="connsiteX5" fmla="*/ 273271 w 552598"/>
                  <a:gd name="connsiteY5" fmla="*/ 372123 h 605921"/>
                  <a:gd name="connsiteX6" fmla="*/ 279306 w 552598"/>
                  <a:gd name="connsiteY6" fmla="*/ 372123 h 605921"/>
                  <a:gd name="connsiteX7" fmla="*/ 327027 w 552598"/>
                  <a:gd name="connsiteY7" fmla="*/ 314085 h 605921"/>
                  <a:gd name="connsiteX8" fmla="*/ 324520 w 552598"/>
                  <a:gd name="connsiteY8" fmla="*/ 308986 h 605921"/>
                  <a:gd name="connsiteX9" fmla="*/ 299731 w 552598"/>
                  <a:gd name="connsiteY9" fmla="*/ 308986 h 605921"/>
                  <a:gd name="connsiteX10" fmla="*/ 299731 w 552598"/>
                  <a:gd name="connsiteY10" fmla="*/ 243996 h 605921"/>
                  <a:gd name="connsiteX11" fmla="*/ 294718 w 552598"/>
                  <a:gd name="connsiteY11" fmla="*/ 238897 h 605921"/>
                  <a:gd name="connsiteX12" fmla="*/ 260737 w 552598"/>
                  <a:gd name="connsiteY12" fmla="*/ 130146 h 605921"/>
                  <a:gd name="connsiteX13" fmla="*/ 291932 w 552598"/>
                  <a:gd name="connsiteY13" fmla="*/ 130146 h 605921"/>
                  <a:gd name="connsiteX14" fmla="*/ 303445 w 552598"/>
                  <a:gd name="connsiteY14" fmla="*/ 141642 h 605921"/>
                  <a:gd name="connsiteX15" fmla="*/ 303445 w 552598"/>
                  <a:gd name="connsiteY15" fmla="*/ 167602 h 605921"/>
                  <a:gd name="connsiteX16" fmla="*/ 353580 w 552598"/>
                  <a:gd name="connsiteY16" fmla="*/ 188369 h 605921"/>
                  <a:gd name="connsiteX17" fmla="*/ 371963 w 552598"/>
                  <a:gd name="connsiteY17" fmla="*/ 170012 h 605921"/>
                  <a:gd name="connsiteX18" fmla="*/ 388118 w 552598"/>
                  <a:gd name="connsiteY18" fmla="*/ 170012 h 605921"/>
                  <a:gd name="connsiteX19" fmla="*/ 410215 w 552598"/>
                  <a:gd name="connsiteY19" fmla="*/ 192077 h 605921"/>
                  <a:gd name="connsiteX20" fmla="*/ 410215 w 552598"/>
                  <a:gd name="connsiteY20" fmla="*/ 208209 h 605921"/>
                  <a:gd name="connsiteX21" fmla="*/ 391832 w 552598"/>
                  <a:gd name="connsiteY21" fmla="*/ 226566 h 605921"/>
                  <a:gd name="connsiteX22" fmla="*/ 412628 w 552598"/>
                  <a:gd name="connsiteY22" fmla="*/ 276630 h 605921"/>
                  <a:gd name="connsiteX23" fmla="*/ 438625 w 552598"/>
                  <a:gd name="connsiteY23" fmla="*/ 276630 h 605921"/>
                  <a:gd name="connsiteX24" fmla="*/ 450137 w 552598"/>
                  <a:gd name="connsiteY24" fmla="*/ 288126 h 605921"/>
                  <a:gd name="connsiteX25" fmla="*/ 450137 w 552598"/>
                  <a:gd name="connsiteY25" fmla="*/ 319277 h 605921"/>
                  <a:gd name="connsiteX26" fmla="*/ 438625 w 552598"/>
                  <a:gd name="connsiteY26" fmla="*/ 330773 h 605921"/>
                  <a:gd name="connsiteX27" fmla="*/ 412628 w 552598"/>
                  <a:gd name="connsiteY27" fmla="*/ 330773 h 605921"/>
                  <a:gd name="connsiteX28" fmla="*/ 391832 w 552598"/>
                  <a:gd name="connsiteY28" fmla="*/ 380838 h 605921"/>
                  <a:gd name="connsiteX29" fmla="*/ 410215 w 552598"/>
                  <a:gd name="connsiteY29" fmla="*/ 399102 h 605921"/>
                  <a:gd name="connsiteX30" fmla="*/ 410215 w 552598"/>
                  <a:gd name="connsiteY30" fmla="*/ 415326 h 605921"/>
                  <a:gd name="connsiteX31" fmla="*/ 388118 w 552598"/>
                  <a:gd name="connsiteY31" fmla="*/ 437299 h 605921"/>
                  <a:gd name="connsiteX32" fmla="*/ 371963 w 552598"/>
                  <a:gd name="connsiteY32" fmla="*/ 437299 h 605921"/>
                  <a:gd name="connsiteX33" fmla="*/ 353580 w 552598"/>
                  <a:gd name="connsiteY33" fmla="*/ 419035 h 605921"/>
                  <a:gd name="connsiteX34" fmla="*/ 303445 w 552598"/>
                  <a:gd name="connsiteY34" fmla="*/ 439802 h 605921"/>
                  <a:gd name="connsiteX35" fmla="*/ 303445 w 552598"/>
                  <a:gd name="connsiteY35" fmla="*/ 465761 h 605921"/>
                  <a:gd name="connsiteX36" fmla="*/ 291932 w 552598"/>
                  <a:gd name="connsiteY36" fmla="*/ 477257 h 605921"/>
                  <a:gd name="connsiteX37" fmla="*/ 260737 w 552598"/>
                  <a:gd name="connsiteY37" fmla="*/ 477257 h 605921"/>
                  <a:gd name="connsiteX38" fmla="*/ 249224 w 552598"/>
                  <a:gd name="connsiteY38" fmla="*/ 465761 h 605921"/>
                  <a:gd name="connsiteX39" fmla="*/ 249224 w 552598"/>
                  <a:gd name="connsiteY39" fmla="*/ 439802 h 605921"/>
                  <a:gd name="connsiteX40" fmla="*/ 199089 w 552598"/>
                  <a:gd name="connsiteY40" fmla="*/ 419035 h 605921"/>
                  <a:gd name="connsiteX41" fmla="*/ 180799 w 552598"/>
                  <a:gd name="connsiteY41" fmla="*/ 437299 h 605921"/>
                  <a:gd name="connsiteX42" fmla="*/ 164551 w 552598"/>
                  <a:gd name="connsiteY42" fmla="*/ 437299 h 605921"/>
                  <a:gd name="connsiteX43" fmla="*/ 142547 w 552598"/>
                  <a:gd name="connsiteY43" fmla="*/ 415326 h 605921"/>
                  <a:gd name="connsiteX44" fmla="*/ 142547 w 552598"/>
                  <a:gd name="connsiteY44" fmla="*/ 399102 h 605921"/>
                  <a:gd name="connsiteX45" fmla="*/ 160837 w 552598"/>
                  <a:gd name="connsiteY45" fmla="*/ 380838 h 605921"/>
                  <a:gd name="connsiteX46" fmla="*/ 140041 w 552598"/>
                  <a:gd name="connsiteY46" fmla="*/ 330773 h 605921"/>
                  <a:gd name="connsiteX47" fmla="*/ 114044 w 552598"/>
                  <a:gd name="connsiteY47" fmla="*/ 330773 h 605921"/>
                  <a:gd name="connsiteX48" fmla="*/ 102532 w 552598"/>
                  <a:gd name="connsiteY48" fmla="*/ 319277 h 605921"/>
                  <a:gd name="connsiteX49" fmla="*/ 102532 w 552598"/>
                  <a:gd name="connsiteY49" fmla="*/ 288126 h 605921"/>
                  <a:gd name="connsiteX50" fmla="*/ 114044 w 552598"/>
                  <a:gd name="connsiteY50" fmla="*/ 276630 h 605921"/>
                  <a:gd name="connsiteX51" fmla="*/ 140041 w 552598"/>
                  <a:gd name="connsiteY51" fmla="*/ 276630 h 605921"/>
                  <a:gd name="connsiteX52" fmla="*/ 160837 w 552598"/>
                  <a:gd name="connsiteY52" fmla="*/ 226566 h 605921"/>
                  <a:gd name="connsiteX53" fmla="*/ 142547 w 552598"/>
                  <a:gd name="connsiteY53" fmla="*/ 208209 h 605921"/>
                  <a:gd name="connsiteX54" fmla="*/ 142547 w 552598"/>
                  <a:gd name="connsiteY54" fmla="*/ 192077 h 605921"/>
                  <a:gd name="connsiteX55" fmla="*/ 164551 w 552598"/>
                  <a:gd name="connsiteY55" fmla="*/ 170012 h 605921"/>
                  <a:gd name="connsiteX56" fmla="*/ 180799 w 552598"/>
                  <a:gd name="connsiteY56" fmla="*/ 170012 h 605921"/>
                  <a:gd name="connsiteX57" fmla="*/ 199089 w 552598"/>
                  <a:gd name="connsiteY57" fmla="*/ 188369 h 605921"/>
                  <a:gd name="connsiteX58" fmla="*/ 249224 w 552598"/>
                  <a:gd name="connsiteY58" fmla="*/ 167602 h 605921"/>
                  <a:gd name="connsiteX59" fmla="*/ 249224 w 552598"/>
                  <a:gd name="connsiteY59" fmla="*/ 141642 h 605921"/>
                  <a:gd name="connsiteX60" fmla="*/ 260737 w 552598"/>
                  <a:gd name="connsiteY60" fmla="*/ 130146 h 605921"/>
                  <a:gd name="connsiteX61" fmla="*/ 438507 w 552598"/>
                  <a:gd name="connsiteY61" fmla="*/ 79551 h 605921"/>
                  <a:gd name="connsiteX62" fmla="*/ 552598 w 552598"/>
                  <a:gd name="connsiteY62" fmla="*/ 302952 h 605921"/>
                  <a:gd name="connsiteX63" fmla="*/ 276329 w 552598"/>
                  <a:gd name="connsiteY63" fmla="*/ 578821 h 605921"/>
                  <a:gd name="connsiteX64" fmla="*/ 276329 w 552598"/>
                  <a:gd name="connsiteY64" fmla="*/ 602737 h 605921"/>
                  <a:gd name="connsiteX65" fmla="*/ 271316 w 552598"/>
                  <a:gd name="connsiteY65" fmla="*/ 605332 h 605921"/>
                  <a:gd name="connsiteX66" fmla="*/ 206426 w 552598"/>
                  <a:gd name="connsiteY66" fmla="*/ 560837 h 605921"/>
                  <a:gd name="connsiteX67" fmla="*/ 206426 w 552598"/>
                  <a:gd name="connsiteY67" fmla="*/ 555553 h 605921"/>
                  <a:gd name="connsiteX68" fmla="*/ 271316 w 552598"/>
                  <a:gd name="connsiteY68" fmla="*/ 511059 h 605921"/>
                  <a:gd name="connsiteX69" fmla="*/ 276329 w 552598"/>
                  <a:gd name="connsiteY69" fmla="*/ 513654 h 605921"/>
                  <a:gd name="connsiteX70" fmla="*/ 276329 w 552598"/>
                  <a:gd name="connsiteY70" fmla="*/ 537663 h 605921"/>
                  <a:gd name="connsiteX71" fmla="*/ 511381 w 552598"/>
                  <a:gd name="connsiteY71" fmla="*/ 302952 h 605921"/>
                  <a:gd name="connsiteX72" fmla="*/ 414278 w 552598"/>
                  <a:gd name="connsiteY72" fmla="*/ 112830 h 605921"/>
                  <a:gd name="connsiteX73" fmla="*/ 281414 w 552598"/>
                  <a:gd name="connsiteY73" fmla="*/ 589 h 605921"/>
                  <a:gd name="connsiteX74" fmla="*/ 346313 w 552598"/>
                  <a:gd name="connsiteY74" fmla="*/ 45086 h 605921"/>
                  <a:gd name="connsiteX75" fmla="*/ 346313 w 552598"/>
                  <a:gd name="connsiteY75" fmla="*/ 50277 h 605921"/>
                  <a:gd name="connsiteX76" fmla="*/ 281414 w 552598"/>
                  <a:gd name="connsiteY76" fmla="*/ 94775 h 605921"/>
                  <a:gd name="connsiteX77" fmla="*/ 276308 w 552598"/>
                  <a:gd name="connsiteY77" fmla="*/ 92179 h 605921"/>
                  <a:gd name="connsiteX78" fmla="*/ 276308 w 552598"/>
                  <a:gd name="connsiteY78" fmla="*/ 68262 h 605921"/>
                  <a:gd name="connsiteX79" fmla="*/ 41223 w 552598"/>
                  <a:gd name="connsiteY79" fmla="*/ 303077 h 605921"/>
                  <a:gd name="connsiteX80" fmla="*/ 138432 w 552598"/>
                  <a:gd name="connsiteY80" fmla="*/ 493302 h 605921"/>
                  <a:gd name="connsiteX81" fmla="*/ 114200 w 552598"/>
                  <a:gd name="connsiteY81" fmla="*/ 526582 h 605921"/>
                  <a:gd name="connsiteX82" fmla="*/ 0 w 552598"/>
                  <a:gd name="connsiteY82" fmla="*/ 303077 h 605921"/>
                  <a:gd name="connsiteX83" fmla="*/ 276308 w 552598"/>
                  <a:gd name="connsiteY83" fmla="*/ 27195 h 605921"/>
                  <a:gd name="connsiteX84" fmla="*/ 276308 w 552598"/>
                  <a:gd name="connsiteY84" fmla="*/ 3185 h 605921"/>
                  <a:gd name="connsiteX85" fmla="*/ 281414 w 552598"/>
                  <a:gd name="connsiteY85" fmla="*/ 589 h 605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552598" h="605921">
                    <a:moveTo>
                      <a:pt x="257952" y="238897"/>
                    </a:moveTo>
                    <a:cubicBezTo>
                      <a:pt x="255074" y="238897"/>
                      <a:pt x="252845" y="241122"/>
                      <a:pt x="252845" y="243996"/>
                    </a:cubicBezTo>
                    <a:lnTo>
                      <a:pt x="252845" y="308986"/>
                    </a:lnTo>
                    <a:lnTo>
                      <a:pt x="228056" y="308986"/>
                    </a:lnTo>
                    <a:cubicBezTo>
                      <a:pt x="225364" y="308986"/>
                      <a:pt x="223878" y="311953"/>
                      <a:pt x="225642" y="314085"/>
                    </a:cubicBezTo>
                    <a:lnTo>
                      <a:pt x="273271" y="372123"/>
                    </a:lnTo>
                    <a:cubicBezTo>
                      <a:pt x="274849" y="373977"/>
                      <a:pt x="277727" y="373977"/>
                      <a:pt x="279306" y="372123"/>
                    </a:cubicBezTo>
                    <a:lnTo>
                      <a:pt x="327027" y="314085"/>
                    </a:lnTo>
                    <a:cubicBezTo>
                      <a:pt x="328605" y="311953"/>
                      <a:pt x="327213" y="308894"/>
                      <a:pt x="324520" y="308986"/>
                    </a:cubicBezTo>
                    <a:lnTo>
                      <a:pt x="299731" y="308986"/>
                    </a:lnTo>
                    <a:lnTo>
                      <a:pt x="299731" y="243996"/>
                    </a:lnTo>
                    <a:cubicBezTo>
                      <a:pt x="299731" y="241122"/>
                      <a:pt x="297503" y="238897"/>
                      <a:pt x="294718" y="238897"/>
                    </a:cubicBezTo>
                    <a:close/>
                    <a:moveTo>
                      <a:pt x="260737" y="130146"/>
                    </a:moveTo>
                    <a:lnTo>
                      <a:pt x="291932" y="130146"/>
                    </a:lnTo>
                    <a:cubicBezTo>
                      <a:pt x="298431" y="130146"/>
                      <a:pt x="303445" y="135338"/>
                      <a:pt x="303445" y="141642"/>
                    </a:cubicBezTo>
                    <a:lnTo>
                      <a:pt x="303445" y="167602"/>
                    </a:lnTo>
                    <a:cubicBezTo>
                      <a:pt x="321642" y="171125"/>
                      <a:pt x="338632" y="178356"/>
                      <a:pt x="353580" y="188369"/>
                    </a:cubicBezTo>
                    <a:lnTo>
                      <a:pt x="371963" y="170012"/>
                    </a:lnTo>
                    <a:cubicBezTo>
                      <a:pt x="376420" y="165562"/>
                      <a:pt x="383661" y="165562"/>
                      <a:pt x="388118" y="170012"/>
                    </a:cubicBezTo>
                    <a:lnTo>
                      <a:pt x="410215" y="192077"/>
                    </a:lnTo>
                    <a:cubicBezTo>
                      <a:pt x="414671" y="196528"/>
                      <a:pt x="414671" y="203759"/>
                      <a:pt x="410215" y="208209"/>
                    </a:cubicBezTo>
                    <a:lnTo>
                      <a:pt x="391832" y="226566"/>
                    </a:lnTo>
                    <a:cubicBezTo>
                      <a:pt x="401859" y="241400"/>
                      <a:pt x="409100" y="258459"/>
                      <a:pt x="412628" y="276630"/>
                    </a:cubicBezTo>
                    <a:lnTo>
                      <a:pt x="438625" y="276630"/>
                    </a:lnTo>
                    <a:cubicBezTo>
                      <a:pt x="445124" y="276630"/>
                      <a:pt x="450137" y="281822"/>
                      <a:pt x="450137" y="288126"/>
                    </a:cubicBezTo>
                    <a:lnTo>
                      <a:pt x="450137" y="319277"/>
                    </a:lnTo>
                    <a:cubicBezTo>
                      <a:pt x="450137" y="325674"/>
                      <a:pt x="444938" y="330773"/>
                      <a:pt x="438625" y="330773"/>
                    </a:cubicBezTo>
                    <a:lnTo>
                      <a:pt x="412628" y="330773"/>
                    </a:lnTo>
                    <a:cubicBezTo>
                      <a:pt x="409100" y="348945"/>
                      <a:pt x="401859" y="365818"/>
                      <a:pt x="391832" y="380838"/>
                    </a:cubicBezTo>
                    <a:lnTo>
                      <a:pt x="410215" y="399102"/>
                    </a:lnTo>
                    <a:cubicBezTo>
                      <a:pt x="414671" y="403552"/>
                      <a:pt x="414671" y="410876"/>
                      <a:pt x="410215" y="415326"/>
                    </a:cubicBezTo>
                    <a:lnTo>
                      <a:pt x="388118" y="437299"/>
                    </a:lnTo>
                    <a:cubicBezTo>
                      <a:pt x="383661" y="441749"/>
                      <a:pt x="376420" y="441749"/>
                      <a:pt x="371963" y="437299"/>
                    </a:cubicBezTo>
                    <a:lnTo>
                      <a:pt x="353580" y="419035"/>
                    </a:lnTo>
                    <a:cubicBezTo>
                      <a:pt x="338725" y="429047"/>
                      <a:pt x="321642" y="436186"/>
                      <a:pt x="303445" y="439802"/>
                    </a:cubicBezTo>
                    <a:lnTo>
                      <a:pt x="303445" y="465761"/>
                    </a:lnTo>
                    <a:cubicBezTo>
                      <a:pt x="303445" y="472158"/>
                      <a:pt x="298246" y="477257"/>
                      <a:pt x="291932" y="477257"/>
                    </a:cubicBezTo>
                    <a:lnTo>
                      <a:pt x="260737" y="477257"/>
                    </a:lnTo>
                    <a:cubicBezTo>
                      <a:pt x="254331" y="477257"/>
                      <a:pt x="249224" y="472065"/>
                      <a:pt x="249224" y="465761"/>
                    </a:cubicBezTo>
                    <a:lnTo>
                      <a:pt x="249224" y="439802"/>
                    </a:lnTo>
                    <a:cubicBezTo>
                      <a:pt x="231027" y="436186"/>
                      <a:pt x="214130" y="429047"/>
                      <a:pt x="199089" y="419035"/>
                    </a:cubicBezTo>
                    <a:lnTo>
                      <a:pt x="180799" y="437299"/>
                    </a:lnTo>
                    <a:cubicBezTo>
                      <a:pt x="176342" y="441749"/>
                      <a:pt x="169008" y="441749"/>
                      <a:pt x="164551" y="437299"/>
                    </a:cubicBezTo>
                    <a:lnTo>
                      <a:pt x="142547" y="415326"/>
                    </a:lnTo>
                    <a:cubicBezTo>
                      <a:pt x="138091" y="410876"/>
                      <a:pt x="138091" y="403552"/>
                      <a:pt x="142547" y="399102"/>
                    </a:cubicBezTo>
                    <a:lnTo>
                      <a:pt x="160837" y="380838"/>
                    </a:lnTo>
                    <a:cubicBezTo>
                      <a:pt x="150810" y="366004"/>
                      <a:pt x="143661" y="348945"/>
                      <a:pt x="140041" y="330773"/>
                    </a:cubicBezTo>
                    <a:lnTo>
                      <a:pt x="114044" y="330773"/>
                    </a:lnTo>
                    <a:cubicBezTo>
                      <a:pt x="107638" y="330773"/>
                      <a:pt x="102532" y="325582"/>
                      <a:pt x="102532" y="319277"/>
                    </a:cubicBezTo>
                    <a:lnTo>
                      <a:pt x="102532" y="288126"/>
                    </a:lnTo>
                    <a:cubicBezTo>
                      <a:pt x="102532" y="281636"/>
                      <a:pt x="107731" y="276630"/>
                      <a:pt x="114044" y="276630"/>
                    </a:cubicBezTo>
                    <a:lnTo>
                      <a:pt x="140041" y="276630"/>
                    </a:lnTo>
                    <a:cubicBezTo>
                      <a:pt x="143661" y="258459"/>
                      <a:pt x="150810" y="241492"/>
                      <a:pt x="160837" y="226566"/>
                    </a:cubicBezTo>
                    <a:lnTo>
                      <a:pt x="142547" y="208209"/>
                    </a:lnTo>
                    <a:cubicBezTo>
                      <a:pt x="138091" y="203759"/>
                      <a:pt x="138091" y="196528"/>
                      <a:pt x="142547" y="192077"/>
                    </a:cubicBezTo>
                    <a:lnTo>
                      <a:pt x="164551" y="170012"/>
                    </a:lnTo>
                    <a:cubicBezTo>
                      <a:pt x="169008" y="165562"/>
                      <a:pt x="176342" y="165562"/>
                      <a:pt x="180799" y="170012"/>
                    </a:cubicBezTo>
                    <a:lnTo>
                      <a:pt x="199089" y="188369"/>
                    </a:lnTo>
                    <a:cubicBezTo>
                      <a:pt x="213944" y="178356"/>
                      <a:pt x="231027" y="171125"/>
                      <a:pt x="249224" y="167602"/>
                    </a:cubicBezTo>
                    <a:lnTo>
                      <a:pt x="249224" y="141642"/>
                    </a:lnTo>
                    <a:cubicBezTo>
                      <a:pt x="249224" y="135153"/>
                      <a:pt x="254424" y="130146"/>
                      <a:pt x="260737" y="130146"/>
                    </a:cubicBezTo>
                    <a:close/>
                    <a:moveTo>
                      <a:pt x="438507" y="79551"/>
                    </a:moveTo>
                    <a:cubicBezTo>
                      <a:pt x="510081" y="131462"/>
                      <a:pt x="552598" y="214890"/>
                      <a:pt x="552598" y="302952"/>
                    </a:cubicBezTo>
                    <a:cubicBezTo>
                      <a:pt x="552598" y="455069"/>
                      <a:pt x="428760" y="578821"/>
                      <a:pt x="276329" y="578821"/>
                    </a:cubicBezTo>
                    <a:lnTo>
                      <a:pt x="276329" y="602737"/>
                    </a:lnTo>
                    <a:cubicBezTo>
                      <a:pt x="276329" y="605332"/>
                      <a:pt x="273358" y="606815"/>
                      <a:pt x="271316" y="605332"/>
                    </a:cubicBezTo>
                    <a:lnTo>
                      <a:pt x="206426" y="560837"/>
                    </a:lnTo>
                    <a:cubicBezTo>
                      <a:pt x="204569" y="559539"/>
                      <a:pt x="204569" y="556759"/>
                      <a:pt x="206426" y="555553"/>
                    </a:cubicBezTo>
                    <a:lnTo>
                      <a:pt x="271316" y="511059"/>
                    </a:lnTo>
                    <a:cubicBezTo>
                      <a:pt x="273544" y="509575"/>
                      <a:pt x="276329" y="511059"/>
                      <a:pt x="276329" y="513654"/>
                    </a:cubicBezTo>
                    <a:lnTo>
                      <a:pt x="276329" y="537663"/>
                    </a:lnTo>
                    <a:cubicBezTo>
                      <a:pt x="405923" y="537663"/>
                      <a:pt x="511381" y="432358"/>
                      <a:pt x="511381" y="302952"/>
                    </a:cubicBezTo>
                    <a:cubicBezTo>
                      <a:pt x="511381" y="228053"/>
                      <a:pt x="475176" y="156954"/>
                      <a:pt x="414278" y="112830"/>
                    </a:cubicBezTo>
                    <a:close/>
                    <a:moveTo>
                      <a:pt x="281414" y="589"/>
                    </a:moveTo>
                    <a:lnTo>
                      <a:pt x="346313" y="45086"/>
                    </a:lnTo>
                    <a:cubicBezTo>
                      <a:pt x="348170" y="46384"/>
                      <a:pt x="348170" y="49072"/>
                      <a:pt x="346313" y="50277"/>
                    </a:cubicBezTo>
                    <a:lnTo>
                      <a:pt x="281414" y="94775"/>
                    </a:lnTo>
                    <a:cubicBezTo>
                      <a:pt x="279186" y="96258"/>
                      <a:pt x="276308" y="94775"/>
                      <a:pt x="276308" y="92179"/>
                    </a:cubicBezTo>
                    <a:lnTo>
                      <a:pt x="276308" y="68262"/>
                    </a:lnTo>
                    <a:cubicBezTo>
                      <a:pt x="146695" y="68262"/>
                      <a:pt x="41223" y="173665"/>
                      <a:pt x="41223" y="303077"/>
                    </a:cubicBezTo>
                    <a:cubicBezTo>
                      <a:pt x="41223" y="377980"/>
                      <a:pt x="77526" y="449176"/>
                      <a:pt x="138432" y="493302"/>
                    </a:cubicBezTo>
                    <a:lnTo>
                      <a:pt x="114200" y="526582"/>
                    </a:lnTo>
                    <a:cubicBezTo>
                      <a:pt x="42709" y="474762"/>
                      <a:pt x="0" y="391237"/>
                      <a:pt x="0" y="303077"/>
                    </a:cubicBezTo>
                    <a:cubicBezTo>
                      <a:pt x="0" y="150953"/>
                      <a:pt x="123948" y="27195"/>
                      <a:pt x="276308" y="27195"/>
                    </a:cubicBezTo>
                    <a:lnTo>
                      <a:pt x="276308" y="3185"/>
                    </a:lnTo>
                    <a:cubicBezTo>
                      <a:pt x="276308" y="589"/>
                      <a:pt x="279279" y="-894"/>
                      <a:pt x="281414" y="589"/>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a:cs typeface="+mn-ea"/>
                  <a:sym typeface="+mn-lt"/>
                </a:endParaRPr>
              </a:p>
            </p:txBody>
          </p:sp>
        </p:grpSp>
        <p:grpSp>
          <p:nvGrpSpPr>
            <p:cNvPr id="31" name="组合 30"/>
            <p:cNvGrpSpPr/>
            <p:nvPr/>
          </p:nvGrpSpPr>
          <p:grpSpPr>
            <a:xfrm>
              <a:off x="4200923" y="2752439"/>
              <a:ext cx="739494" cy="739494"/>
              <a:chOff x="4200525" y="3264352"/>
              <a:chExt cx="739494" cy="739494"/>
            </a:xfrm>
          </p:grpSpPr>
          <p:sp>
            <p:nvSpPr>
              <p:cNvPr id="48" name="椭圆 47"/>
              <p:cNvSpPr/>
              <p:nvPr/>
            </p:nvSpPr>
            <p:spPr bwMode="auto">
              <a:xfrm>
                <a:off x="4200525" y="3264352"/>
                <a:ext cx="739494" cy="739494"/>
              </a:xfrm>
              <a:prstGeom prst="ellipse">
                <a:avLst/>
              </a:prstGeom>
              <a:solidFill>
                <a:schemeClr val="accent1"/>
              </a:solidFill>
              <a:ln w="28575">
                <a:solidFill>
                  <a:schemeClr val="bg1">
                    <a:lumMod val="95000"/>
                  </a:schemeClr>
                </a:solidFill>
                <a:round/>
              </a:ln>
            </p:spPr>
            <p:txBody>
              <a:bodyPr vert="horz" wrap="square" lIns="91440" tIns="45720" rIns="91440" bIns="45720" numCol="1" anchor="t" anchorCtr="0" compatLnSpc="1">
                <a:normAutofit/>
              </a:bodyPr>
              <a:lstStyle>
                <a:defPPr>
                  <a:defRPr lang="en-US"/>
                </a:defPPr>
                <a:lvl1pPr marL="0" algn="l" defTabSz="457200" rtl="0" eaLnBrk="1" latinLnBrk="0" hangingPunct="1">
                  <a:defRPr sz="1800" kern="1200">
                    <a:solidFill>
                      <a:schemeClr val="tx1"/>
                    </a:solidFill>
                  </a:defRPr>
                </a:lvl1pPr>
                <a:lvl2pPr marL="457200" algn="l" defTabSz="457200" rtl="0" eaLnBrk="1" latinLnBrk="0" hangingPunct="1">
                  <a:defRPr sz="1800" kern="1200">
                    <a:solidFill>
                      <a:schemeClr val="tx1"/>
                    </a:solidFill>
                  </a:defRPr>
                </a:lvl2pPr>
                <a:lvl3pPr marL="914400" algn="l" defTabSz="457200" rtl="0" eaLnBrk="1" latinLnBrk="0" hangingPunct="1">
                  <a:defRPr sz="1800" kern="1200">
                    <a:solidFill>
                      <a:schemeClr val="tx1"/>
                    </a:solidFill>
                  </a:defRPr>
                </a:lvl3pPr>
                <a:lvl4pPr marL="1371600" algn="l" defTabSz="457200" rtl="0" eaLnBrk="1" latinLnBrk="0" hangingPunct="1">
                  <a:defRPr sz="1800" kern="1200">
                    <a:solidFill>
                      <a:schemeClr val="tx1"/>
                    </a:solidFill>
                  </a:defRPr>
                </a:lvl4pPr>
                <a:lvl5pPr marL="1828800" algn="l" defTabSz="457200" rtl="0" eaLnBrk="1" latinLnBrk="0" hangingPunct="1">
                  <a:defRPr sz="1800" kern="1200">
                    <a:solidFill>
                      <a:schemeClr val="tx1"/>
                    </a:solidFill>
                  </a:defRPr>
                </a:lvl5pPr>
                <a:lvl6pPr marL="2286000" algn="l" defTabSz="457200" rtl="0" eaLnBrk="1" latinLnBrk="0" hangingPunct="1">
                  <a:defRPr sz="1800" kern="1200">
                    <a:solidFill>
                      <a:schemeClr val="tx1"/>
                    </a:solidFill>
                  </a:defRPr>
                </a:lvl6pPr>
                <a:lvl7pPr marL="2743200" algn="l" defTabSz="457200" rtl="0" eaLnBrk="1" latinLnBrk="0" hangingPunct="1">
                  <a:defRPr sz="1800" kern="1200">
                    <a:solidFill>
                      <a:schemeClr val="tx1"/>
                    </a:solidFill>
                  </a:defRPr>
                </a:lvl7pPr>
                <a:lvl8pPr marL="3200400" algn="l" defTabSz="457200" rtl="0" eaLnBrk="1" latinLnBrk="0" hangingPunct="1">
                  <a:defRPr sz="1800" kern="1200">
                    <a:solidFill>
                      <a:schemeClr val="tx1"/>
                    </a:solidFill>
                  </a:defRPr>
                </a:lvl8pPr>
                <a:lvl9pPr marL="3657600" algn="l" defTabSz="457200" rtl="0" eaLnBrk="1" latinLnBrk="0" hangingPunct="1">
                  <a:defRPr sz="1800" kern="1200">
                    <a:solidFill>
                      <a:schemeClr val="tx1"/>
                    </a:solidFill>
                  </a:defRPr>
                </a:lvl9pPr>
              </a:lstStyle>
              <a:p>
                <a:endParaRPr lang="en-US" sz="1055">
                  <a:cs typeface="+mn-ea"/>
                  <a:sym typeface="+mn-lt"/>
                </a:endParaRPr>
              </a:p>
            </p:txBody>
          </p:sp>
          <p:sp>
            <p:nvSpPr>
              <p:cNvPr id="49" name="任意多边形: 形状 48"/>
              <p:cNvSpPr/>
              <p:nvPr/>
            </p:nvSpPr>
            <p:spPr>
              <a:xfrm>
                <a:off x="4419076" y="3467723"/>
                <a:ext cx="302390" cy="332752"/>
              </a:xfrm>
              <a:custGeom>
                <a:avLst/>
                <a:gdLst>
                  <a:gd name="T0" fmla="*/ 462 w 473"/>
                  <a:gd name="T1" fmla="*/ 99 h 521"/>
                  <a:gd name="T2" fmla="*/ 442 w 473"/>
                  <a:gd name="T3" fmla="*/ 82 h 521"/>
                  <a:gd name="T4" fmla="*/ 345 w 473"/>
                  <a:gd name="T5" fmla="*/ 130 h 521"/>
                  <a:gd name="T6" fmla="*/ 379 w 473"/>
                  <a:gd name="T7" fmla="*/ 27 h 521"/>
                  <a:gd name="T8" fmla="*/ 359 w 473"/>
                  <a:gd name="T9" fmla="*/ 10 h 521"/>
                  <a:gd name="T10" fmla="*/ 290 w 473"/>
                  <a:gd name="T11" fmla="*/ 49 h 521"/>
                  <a:gd name="T12" fmla="*/ 242 w 473"/>
                  <a:gd name="T13" fmla="*/ 105 h 521"/>
                  <a:gd name="T14" fmla="*/ 249 w 473"/>
                  <a:gd name="T15" fmla="*/ 209 h 521"/>
                  <a:gd name="T16" fmla="*/ 234 w 473"/>
                  <a:gd name="T17" fmla="*/ 225 h 521"/>
                  <a:gd name="T18" fmla="*/ 132 w 473"/>
                  <a:gd name="T19" fmla="*/ 91 h 521"/>
                  <a:gd name="T20" fmla="*/ 138 w 473"/>
                  <a:gd name="T21" fmla="*/ 58 h 521"/>
                  <a:gd name="T22" fmla="*/ 73 w 473"/>
                  <a:gd name="T23" fmla="*/ 31 h 521"/>
                  <a:gd name="T24" fmla="*/ 50 w 473"/>
                  <a:gd name="T25" fmla="*/ 51 h 521"/>
                  <a:gd name="T26" fmla="*/ 57 w 473"/>
                  <a:gd name="T27" fmla="*/ 115 h 521"/>
                  <a:gd name="T28" fmla="*/ 96 w 473"/>
                  <a:gd name="T29" fmla="*/ 120 h 521"/>
                  <a:gd name="T30" fmla="*/ 194 w 473"/>
                  <a:gd name="T31" fmla="*/ 249 h 521"/>
                  <a:gd name="T32" fmla="*/ 153 w 473"/>
                  <a:gd name="T33" fmla="*/ 262 h 521"/>
                  <a:gd name="T34" fmla="*/ 0 w 473"/>
                  <a:gd name="T35" fmla="*/ 440 h 521"/>
                  <a:gd name="T36" fmla="*/ 58 w 473"/>
                  <a:gd name="T37" fmla="*/ 490 h 521"/>
                  <a:gd name="T38" fmla="*/ 117 w 473"/>
                  <a:gd name="T39" fmla="*/ 486 h 521"/>
                  <a:gd name="T40" fmla="*/ 253 w 473"/>
                  <a:gd name="T41" fmla="*/ 327 h 521"/>
                  <a:gd name="T42" fmla="*/ 287 w 473"/>
                  <a:gd name="T43" fmla="*/ 372 h 521"/>
                  <a:gd name="T44" fmla="*/ 288 w 473"/>
                  <a:gd name="T45" fmla="*/ 423 h 521"/>
                  <a:gd name="T46" fmla="*/ 362 w 473"/>
                  <a:gd name="T47" fmla="*/ 521 h 521"/>
                  <a:gd name="T48" fmla="*/ 417 w 473"/>
                  <a:gd name="T49" fmla="*/ 480 h 521"/>
                  <a:gd name="T50" fmla="*/ 416 w 473"/>
                  <a:gd name="T51" fmla="*/ 429 h 521"/>
                  <a:gd name="T52" fmla="*/ 342 w 473"/>
                  <a:gd name="T53" fmla="*/ 330 h 521"/>
                  <a:gd name="T54" fmla="*/ 324 w 473"/>
                  <a:gd name="T55" fmla="*/ 343 h 521"/>
                  <a:gd name="T56" fmla="*/ 261 w 473"/>
                  <a:gd name="T57" fmla="*/ 261 h 521"/>
                  <a:gd name="T58" fmla="*/ 281 w 473"/>
                  <a:gd name="T59" fmla="*/ 237 h 521"/>
                  <a:gd name="T60" fmla="*/ 385 w 473"/>
                  <a:gd name="T61" fmla="*/ 229 h 521"/>
                  <a:gd name="T62" fmla="*/ 434 w 473"/>
                  <a:gd name="T63" fmla="*/ 172 h 521"/>
                  <a:gd name="T64" fmla="*/ 462 w 473"/>
                  <a:gd name="T65" fmla="*/ 99 h 521"/>
                  <a:gd name="T66" fmla="*/ 109 w 473"/>
                  <a:gd name="T67" fmla="*/ 443 h 521"/>
                  <a:gd name="T68" fmla="*/ 73 w 473"/>
                  <a:gd name="T69" fmla="*/ 446 h 521"/>
                  <a:gd name="T70" fmla="*/ 70 w 473"/>
                  <a:gd name="T71" fmla="*/ 410 h 521"/>
                  <a:gd name="T72" fmla="*/ 106 w 473"/>
                  <a:gd name="T73" fmla="*/ 407 h 521"/>
                  <a:gd name="T74" fmla="*/ 109 w 473"/>
                  <a:gd name="T75" fmla="*/ 443 h 5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73" h="521">
                    <a:moveTo>
                      <a:pt x="462" y="99"/>
                    </a:moveTo>
                    <a:lnTo>
                      <a:pt x="442" y="82"/>
                    </a:lnTo>
                    <a:cubicBezTo>
                      <a:pt x="400" y="121"/>
                      <a:pt x="382" y="162"/>
                      <a:pt x="345" y="130"/>
                    </a:cubicBezTo>
                    <a:cubicBezTo>
                      <a:pt x="308" y="98"/>
                      <a:pt x="346" y="75"/>
                      <a:pt x="379" y="27"/>
                    </a:cubicBezTo>
                    <a:cubicBezTo>
                      <a:pt x="379" y="27"/>
                      <a:pt x="370" y="19"/>
                      <a:pt x="359" y="10"/>
                    </a:cubicBezTo>
                    <a:cubicBezTo>
                      <a:pt x="348" y="0"/>
                      <a:pt x="317" y="18"/>
                      <a:pt x="290" y="49"/>
                    </a:cubicBezTo>
                    <a:lnTo>
                      <a:pt x="242" y="105"/>
                    </a:lnTo>
                    <a:cubicBezTo>
                      <a:pt x="215" y="136"/>
                      <a:pt x="218" y="182"/>
                      <a:pt x="249" y="209"/>
                    </a:cubicBezTo>
                    <a:lnTo>
                      <a:pt x="234" y="225"/>
                    </a:lnTo>
                    <a:lnTo>
                      <a:pt x="132" y="91"/>
                    </a:lnTo>
                    <a:cubicBezTo>
                      <a:pt x="137" y="79"/>
                      <a:pt x="150" y="67"/>
                      <a:pt x="138" y="58"/>
                    </a:cubicBezTo>
                    <a:lnTo>
                      <a:pt x="73" y="31"/>
                    </a:lnTo>
                    <a:lnTo>
                      <a:pt x="50" y="51"/>
                    </a:lnTo>
                    <a:cubicBezTo>
                      <a:pt x="50" y="51"/>
                      <a:pt x="57" y="115"/>
                      <a:pt x="57" y="115"/>
                    </a:cubicBezTo>
                    <a:cubicBezTo>
                      <a:pt x="63" y="131"/>
                      <a:pt x="82" y="125"/>
                      <a:pt x="96" y="120"/>
                    </a:cubicBezTo>
                    <a:lnTo>
                      <a:pt x="194" y="249"/>
                    </a:lnTo>
                    <a:cubicBezTo>
                      <a:pt x="179" y="246"/>
                      <a:pt x="164" y="250"/>
                      <a:pt x="153" y="262"/>
                    </a:cubicBezTo>
                    <a:lnTo>
                      <a:pt x="0" y="440"/>
                    </a:lnTo>
                    <a:lnTo>
                      <a:pt x="58" y="490"/>
                    </a:lnTo>
                    <a:cubicBezTo>
                      <a:pt x="75" y="505"/>
                      <a:pt x="102" y="503"/>
                      <a:pt x="117" y="486"/>
                    </a:cubicBezTo>
                    <a:lnTo>
                      <a:pt x="253" y="327"/>
                    </a:lnTo>
                    <a:lnTo>
                      <a:pt x="287" y="372"/>
                    </a:lnTo>
                    <a:cubicBezTo>
                      <a:pt x="271" y="386"/>
                      <a:pt x="274" y="405"/>
                      <a:pt x="288" y="423"/>
                    </a:cubicBezTo>
                    <a:lnTo>
                      <a:pt x="362" y="521"/>
                    </a:lnTo>
                    <a:lnTo>
                      <a:pt x="417" y="480"/>
                    </a:lnTo>
                    <a:cubicBezTo>
                      <a:pt x="435" y="466"/>
                      <a:pt x="430" y="447"/>
                      <a:pt x="416" y="429"/>
                    </a:cubicBezTo>
                    <a:lnTo>
                      <a:pt x="342" y="330"/>
                    </a:lnTo>
                    <a:lnTo>
                      <a:pt x="324" y="343"/>
                    </a:lnTo>
                    <a:lnTo>
                      <a:pt x="261" y="261"/>
                    </a:lnTo>
                    <a:lnTo>
                      <a:pt x="281" y="237"/>
                    </a:lnTo>
                    <a:cubicBezTo>
                      <a:pt x="313" y="263"/>
                      <a:pt x="359" y="259"/>
                      <a:pt x="385" y="229"/>
                    </a:cubicBezTo>
                    <a:lnTo>
                      <a:pt x="434" y="172"/>
                    </a:lnTo>
                    <a:cubicBezTo>
                      <a:pt x="461" y="141"/>
                      <a:pt x="473" y="108"/>
                      <a:pt x="462" y="99"/>
                    </a:cubicBezTo>
                    <a:close/>
                    <a:moveTo>
                      <a:pt x="109" y="443"/>
                    </a:moveTo>
                    <a:cubicBezTo>
                      <a:pt x="100" y="454"/>
                      <a:pt x="84" y="455"/>
                      <a:pt x="73" y="446"/>
                    </a:cubicBezTo>
                    <a:cubicBezTo>
                      <a:pt x="62" y="437"/>
                      <a:pt x="61" y="420"/>
                      <a:pt x="70" y="410"/>
                    </a:cubicBezTo>
                    <a:cubicBezTo>
                      <a:pt x="80" y="399"/>
                      <a:pt x="96" y="398"/>
                      <a:pt x="106" y="407"/>
                    </a:cubicBezTo>
                    <a:cubicBezTo>
                      <a:pt x="117" y="416"/>
                      <a:pt x="118" y="432"/>
                      <a:pt x="109" y="443"/>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a:cs typeface="+mn-ea"/>
                  <a:sym typeface="+mn-lt"/>
                </a:endParaRPr>
              </a:p>
            </p:txBody>
          </p:sp>
        </p:grpSp>
        <p:grpSp>
          <p:nvGrpSpPr>
            <p:cNvPr id="32" name="组合 31"/>
            <p:cNvGrpSpPr/>
            <p:nvPr/>
          </p:nvGrpSpPr>
          <p:grpSpPr>
            <a:xfrm>
              <a:off x="698632" y="3138183"/>
              <a:ext cx="3306327" cy="463799"/>
              <a:chOff x="698234" y="3656230"/>
              <a:chExt cx="3306327" cy="463799"/>
            </a:xfrm>
          </p:grpSpPr>
          <p:cxnSp>
            <p:nvCxnSpPr>
              <p:cNvPr id="46" name="直接连接符 45"/>
              <p:cNvCxnSpPr/>
              <p:nvPr/>
            </p:nvCxnSpPr>
            <p:spPr>
              <a:xfrm flipH="1" flipV="1">
                <a:off x="698234" y="4120029"/>
                <a:ext cx="2566478" cy="0"/>
              </a:xfrm>
              <a:prstGeom prst="line">
                <a:avLst/>
              </a:prstGeom>
              <a:ln w="12700">
                <a:solidFill>
                  <a:schemeClr val="bg1">
                    <a:lumMod val="75000"/>
                  </a:schemeClr>
                </a:solidFill>
                <a:headEnd type="none"/>
              </a:ln>
            </p:spPr>
            <p:style>
              <a:lnRef idx="1">
                <a:schemeClr val="accent1"/>
              </a:lnRef>
              <a:fillRef idx="0">
                <a:schemeClr val="accent1"/>
              </a:fillRef>
              <a:effectRef idx="0">
                <a:schemeClr val="accent1"/>
              </a:effectRef>
              <a:fontRef idx="minor">
                <a:schemeClr val="tx1"/>
              </a:fontRef>
            </p:style>
          </p:cxnSp>
          <p:sp>
            <p:nvSpPr>
              <p:cNvPr id="47" name="任意多边形: 形状 46"/>
              <p:cNvSpPr/>
              <p:nvPr/>
            </p:nvSpPr>
            <p:spPr bwMode="auto">
              <a:xfrm>
                <a:off x="3264712" y="3656230"/>
                <a:ext cx="739849" cy="463799"/>
              </a:xfrm>
              <a:custGeom>
                <a:avLst/>
                <a:gdLst>
                  <a:gd name="T0" fmla="*/ 0 w 1149"/>
                  <a:gd name="T1" fmla="*/ 830 h 830"/>
                  <a:gd name="T2" fmla="*/ 273 w 1149"/>
                  <a:gd name="T3" fmla="*/ 717 h 830"/>
                  <a:gd name="T4" fmla="*/ 876 w 1149"/>
                  <a:gd name="T5" fmla="*/ 113 h 830"/>
                  <a:gd name="T6" fmla="*/ 1149 w 1149"/>
                  <a:gd name="T7" fmla="*/ 0 h 830"/>
                </a:gdLst>
                <a:ahLst/>
                <a:cxnLst>
                  <a:cxn ang="0">
                    <a:pos x="T0" y="T1"/>
                  </a:cxn>
                  <a:cxn ang="0">
                    <a:pos x="T2" y="T3"/>
                  </a:cxn>
                  <a:cxn ang="0">
                    <a:pos x="T4" y="T5"/>
                  </a:cxn>
                  <a:cxn ang="0">
                    <a:pos x="T6" y="T7"/>
                  </a:cxn>
                </a:cxnLst>
                <a:rect l="0" t="0" r="r" b="b"/>
                <a:pathLst>
                  <a:path w="1149" h="830">
                    <a:moveTo>
                      <a:pt x="0" y="830"/>
                    </a:moveTo>
                    <a:cubicBezTo>
                      <a:pt x="88" y="830"/>
                      <a:pt x="211" y="779"/>
                      <a:pt x="273" y="717"/>
                    </a:cubicBezTo>
                    <a:cubicBezTo>
                      <a:pt x="876" y="113"/>
                      <a:pt x="876" y="113"/>
                      <a:pt x="876" y="113"/>
                    </a:cubicBezTo>
                    <a:cubicBezTo>
                      <a:pt x="938" y="51"/>
                      <a:pt x="1061" y="0"/>
                      <a:pt x="1149" y="0"/>
                    </a:cubicBezTo>
                  </a:path>
                </a:pathLst>
              </a:custGeom>
              <a:noFill/>
              <a:ln w="12700" cap="flat">
                <a:solidFill>
                  <a:schemeClr val="bg1">
                    <a:lumMod val="75000"/>
                  </a:schemeClr>
                </a:solidFill>
                <a:prstDash val="solid"/>
                <a:miter lim="800000"/>
                <a:headEnd type="none"/>
                <a:tailEnd type="oval"/>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lstStyle>
                <a:defPPr>
                  <a:defRPr lang="en-US"/>
                </a:defPPr>
                <a:lvl1pPr marL="0" algn="l" defTabSz="457200" rtl="0" eaLnBrk="1" latinLnBrk="0" hangingPunct="1">
                  <a:defRPr sz="1800" kern="1200">
                    <a:solidFill>
                      <a:schemeClr val="tx1"/>
                    </a:solidFill>
                  </a:defRPr>
                </a:lvl1pPr>
                <a:lvl2pPr marL="457200" algn="l" defTabSz="457200" rtl="0" eaLnBrk="1" latinLnBrk="0" hangingPunct="1">
                  <a:defRPr sz="1800" kern="1200">
                    <a:solidFill>
                      <a:schemeClr val="tx1"/>
                    </a:solidFill>
                  </a:defRPr>
                </a:lvl2pPr>
                <a:lvl3pPr marL="914400" algn="l" defTabSz="457200" rtl="0" eaLnBrk="1" latinLnBrk="0" hangingPunct="1">
                  <a:defRPr sz="1800" kern="1200">
                    <a:solidFill>
                      <a:schemeClr val="tx1"/>
                    </a:solidFill>
                  </a:defRPr>
                </a:lvl3pPr>
                <a:lvl4pPr marL="1371600" algn="l" defTabSz="457200" rtl="0" eaLnBrk="1" latinLnBrk="0" hangingPunct="1">
                  <a:defRPr sz="1800" kern="1200">
                    <a:solidFill>
                      <a:schemeClr val="tx1"/>
                    </a:solidFill>
                  </a:defRPr>
                </a:lvl4pPr>
                <a:lvl5pPr marL="1828800" algn="l" defTabSz="457200" rtl="0" eaLnBrk="1" latinLnBrk="0" hangingPunct="1">
                  <a:defRPr sz="1800" kern="1200">
                    <a:solidFill>
                      <a:schemeClr val="tx1"/>
                    </a:solidFill>
                  </a:defRPr>
                </a:lvl5pPr>
                <a:lvl6pPr marL="2286000" algn="l" defTabSz="457200" rtl="0" eaLnBrk="1" latinLnBrk="0" hangingPunct="1">
                  <a:defRPr sz="1800" kern="1200">
                    <a:solidFill>
                      <a:schemeClr val="tx1"/>
                    </a:solidFill>
                  </a:defRPr>
                </a:lvl6pPr>
                <a:lvl7pPr marL="2743200" algn="l" defTabSz="457200" rtl="0" eaLnBrk="1" latinLnBrk="0" hangingPunct="1">
                  <a:defRPr sz="1800" kern="1200">
                    <a:solidFill>
                      <a:schemeClr val="tx1"/>
                    </a:solidFill>
                  </a:defRPr>
                </a:lvl7pPr>
                <a:lvl8pPr marL="3200400" algn="l" defTabSz="457200" rtl="0" eaLnBrk="1" latinLnBrk="0" hangingPunct="1">
                  <a:defRPr sz="1800" kern="1200">
                    <a:solidFill>
                      <a:schemeClr val="tx1"/>
                    </a:solidFill>
                  </a:defRPr>
                </a:lvl8pPr>
                <a:lvl9pPr marL="3657600" algn="l" defTabSz="457200" rtl="0" eaLnBrk="1" latinLnBrk="0" hangingPunct="1">
                  <a:defRPr sz="1800" kern="1200">
                    <a:solidFill>
                      <a:schemeClr val="tx1"/>
                    </a:solidFill>
                  </a:defRPr>
                </a:lvl9pPr>
              </a:lstStyle>
              <a:p>
                <a:endParaRPr lang="en-US" sz="1055">
                  <a:cs typeface="+mn-ea"/>
                  <a:sym typeface="+mn-lt"/>
                </a:endParaRPr>
              </a:p>
            </p:txBody>
          </p:sp>
        </p:grpSp>
        <p:grpSp>
          <p:nvGrpSpPr>
            <p:cNvPr id="33" name="组合 32"/>
            <p:cNvGrpSpPr/>
            <p:nvPr/>
          </p:nvGrpSpPr>
          <p:grpSpPr>
            <a:xfrm>
              <a:off x="672704" y="3137507"/>
              <a:ext cx="2652161" cy="1343540"/>
              <a:chOff x="673100" y="3401524"/>
              <a:chExt cx="2652161" cy="1343540"/>
            </a:xfrm>
          </p:grpSpPr>
          <p:sp>
            <p:nvSpPr>
              <p:cNvPr id="44" name="文本框 43"/>
              <p:cNvSpPr txBox="1"/>
              <p:nvPr/>
            </p:nvSpPr>
            <p:spPr bwMode="auto">
              <a:xfrm>
                <a:off x="673100" y="3401524"/>
                <a:ext cx="2652161" cy="455181"/>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2000" b="1" dirty="0">
                    <a:cs typeface="+mn-ea"/>
                    <a:sym typeface="+mn-lt"/>
                  </a:rPr>
                  <a:t>课程内容管理</a:t>
                </a:r>
                <a:endParaRPr lang="en-US" altLang="zh-CN" sz="2000" b="1" dirty="0">
                  <a:cs typeface="+mn-ea"/>
                  <a:sym typeface="+mn-lt"/>
                </a:endParaRPr>
              </a:p>
            </p:txBody>
          </p:sp>
          <p:sp>
            <p:nvSpPr>
              <p:cNvPr id="45" name="矩形 44"/>
              <p:cNvSpPr/>
              <p:nvPr/>
            </p:nvSpPr>
            <p:spPr bwMode="auto">
              <a:xfrm>
                <a:off x="673100" y="4071127"/>
                <a:ext cx="2652161" cy="673937"/>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1400" dirty="0"/>
                  <a:t>教育机构现有的管理方式不够高效或不够智能化。</a:t>
                </a:r>
                <a:endParaRPr lang="en-US" altLang="zh-CN" sz="1400" dirty="0">
                  <a:cs typeface="+mn-ea"/>
                  <a:sym typeface="+mn-lt"/>
                </a:endParaRPr>
              </a:p>
            </p:txBody>
          </p:sp>
        </p:grpSp>
        <p:sp>
          <p:nvSpPr>
            <p:cNvPr id="35" name="矩形 34"/>
            <p:cNvSpPr/>
            <p:nvPr/>
          </p:nvSpPr>
          <p:spPr bwMode="auto">
            <a:xfrm>
              <a:off x="672704" y="4625418"/>
              <a:ext cx="2652161" cy="673937"/>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1400" dirty="0">
                  <a:cs typeface="+mn-ea"/>
                  <a:sym typeface="+mn-lt"/>
                </a:rPr>
                <a:t>现有排课内容需要通过</a:t>
              </a:r>
              <a:r>
                <a:rPr lang="en-US" altLang="zh-CN" sz="1400" dirty="0">
                  <a:cs typeface="+mn-ea"/>
                  <a:sym typeface="+mn-lt"/>
                </a:rPr>
                <a:t>Excel</a:t>
              </a:r>
              <a:r>
                <a:rPr lang="zh-CN" altLang="en-US" sz="1400" dirty="0">
                  <a:cs typeface="+mn-ea"/>
                  <a:sym typeface="+mn-lt"/>
                </a:rPr>
                <a:t>表格导入，集成度较低。</a:t>
              </a:r>
              <a:endParaRPr lang="en-US" altLang="zh-CN" sz="1400" dirty="0">
                <a:cs typeface="+mn-ea"/>
                <a:sym typeface="+mn-lt"/>
              </a:endParaRPr>
            </a:p>
          </p:txBody>
        </p:sp>
        <p:grpSp>
          <p:nvGrpSpPr>
            <p:cNvPr id="36" name="组合 35"/>
            <p:cNvGrpSpPr/>
            <p:nvPr/>
          </p:nvGrpSpPr>
          <p:grpSpPr>
            <a:xfrm flipH="1">
              <a:off x="8187042" y="3138183"/>
              <a:ext cx="3306327" cy="463799"/>
              <a:chOff x="698234" y="3656230"/>
              <a:chExt cx="3306327" cy="463799"/>
            </a:xfrm>
          </p:grpSpPr>
          <p:cxnSp>
            <p:nvCxnSpPr>
              <p:cNvPr id="42" name="直接连接符 41"/>
              <p:cNvCxnSpPr/>
              <p:nvPr/>
            </p:nvCxnSpPr>
            <p:spPr>
              <a:xfrm flipH="1" flipV="1">
                <a:off x="698234" y="4120029"/>
                <a:ext cx="2566478" cy="0"/>
              </a:xfrm>
              <a:prstGeom prst="line">
                <a:avLst/>
              </a:prstGeom>
              <a:ln w="12700">
                <a:solidFill>
                  <a:schemeClr val="bg1">
                    <a:lumMod val="75000"/>
                  </a:schemeClr>
                </a:solidFill>
                <a:headEnd type="none"/>
              </a:ln>
            </p:spPr>
            <p:style>
              <a:lnRef idx="1">
                <a:schemeClr val="accent1"/>
              </a:lnRef>
              <a:fillRef idx="0">
                <a:schemeClr val="accent1"/>
              </a:fillRef>
              <a:effectRef idx="0">
                <a:schemeClr val="accent1"/>
              </a:effectRef>
              <a:fontRef idx="minor">
                <a:schemeClr val="tx1"/>
              </a:fontRef>
            </p:style>
          </p:cxnSp>
          <p:sp>
            <p:nvSpPr>
              <p:cNvPr id="43" name="任意多边形: 形状 42"/>
              <p:cNvSpPr/>
              <p:nvPr/>
            </p:nvSpPr>
            <p:spPr bwMode="auto">
              <a:xfrm>
                <a:off x="3264712" y="3656230"/>
                <a:ext cx="739849" cy="463799"/>
              </a:xfrm>
              <a:custGeom>
                <a:avLst/>
                <a:gdLst>
                  <a:gd name="T0" fmla="*/ 0 w 1149"/>
                  <a:gd name="T1" fmla="*/ 830 h 830"/>
                  <a:gd name="T2" fmla="*/ 273 w 1149"/>
                  <a:gd name="T3" fmla="*/ 717 h 830"/>
                  <a:gd name="T4" fmla="*/ 876 w 1149"/>
                  <a:gd name="T5" fmla="*/ 113 h 830"/>
                  <a:gd name="T6" fmla="*/ 1149 w 1149"/>
                  <a:gd name="T7" fmla="*/ 0 h 830"/>
                </a:gdLst>
                <a:ahLst/>
                <a:cxnLst>
                  <a:cxn ang="0">
                    <a:pos x="T0" y="T1"/>
                  </a:cxn>
                  <a:cxn ang="0">
                    <a:pos x="T2" y="T3"/>
                  </a:cxn>
                  <a:cxn ang="0">
                    <a:pos x="T4" y="T5"/>
                  </a:cxn>
                  <a:cxn ang="0">
                    <a:pos x="T6" y="T7"/>
                  </a:cxn>
                </a:cxnLst>
                <a:rect l="0" t="0" r="r" b="b"/>
                <a:pathLst>
                  <a:path w="1149" h="830">
                    <a:moveTo>
                      <a:pt x="0" y="830"/>
                    </a:moveTo>
                    <a:cubicBezTo>
                      <a:pt x="88" y="830"/>
                      <a:pt x="211" y="779"/>
                      <a:pt x="273" y="717"/>
                    </a:cubicBezTo>
                    <a:cubicBezTo>
                      <a:pt x="876" y="113"/>
                      <a:pt x="876" y="113"/>
                      <a:pt x="876" y="113"/>
                    </a:cubicBezTo>
                    <a:cubicBezTo>
                      <a:pt x="938" y="51"/>
                      <a:pt x="1061" y="0"/>
                      <a:pt x="1149" y="0"/>
                    </a:cubicBezTo>
                  </a:path>
                </a:pathLst>
              </a:custGeom>
              <a:noFill/>
              <a:ln w="12700" cap="flat">
                <a:solidFill>
                  <a:schemeClr val="bg1">
                    <a:lumMod val="75000"/>
                  </a:schemeClr>
                </a:solidFill>
                <a:prstDash val="solid"/>
                <a:miter lim="800000"/>
                <a:headEnd type="none"/>
                <a:tailEnd type="oval"/>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lstStyle>
                <a:defPPr>
                  <a:defRPr lang="en-US"/>
                </a:defPPr>
                <a:lvl1pPr marL="0" algn="l" defTabSz="457200" rtl="0" eaLnBrk="1" latinLnBrk="0" hangingPunct="1">
                  <a:defRPr sz="1800" kern="1200">
                    <a:solidFill>
                      <a:schemeClr val="tx1"/>
                    </a:solidFill>
                  </a:defRPr>
                </a:lvl1pPr>
                <a:lvl2pPr marL="457200" algn="l" defTabSz="457200" rtl="0" eaLnBrk="1" latinLnBrk="0" hangingPunct="1">
                  <a:defRPr sz="1800" kern="1200">
                    <a:solidFill>
                      <a:schemeClr val="tx1"/>
                    </a:solidFill>
                  </a:defRPr>
                </a:lvl2pPr>
                <a:lvl3pPr marL="914400" algn="l" defTabSz="457200" rtl="0" eaLnBrk="1" latinLnBrk="0" hangingPunct="1">
                  <a:defRPr sz="1800" kern="1200">
                    <a:solidFill>
                      <a:schemeClr val="tx1"/>
                    </a:solidFill>
                  </a:defRPr>
                </a:lvl3pPr>
                <a:lvl4pPr marL="1371600" algn="l" defTabSz="457200" rtl="0" eaLnBrk="1" latinLnBrk="0" hangingPunct="1">
                  <a:defRPr sz="1800" kern="1200">
                    <a:solidFill>
                      <a:schemeClr val="tx1"/>
                    </a:solidFill>
                  </a:defRPr>
                </a:lvl4pPr>
                <a:lvl5pPr marL="1828800" algn="l" defTabSz="457200" rtl="0" eaLnBrk="1" latinLnBrk="0" hangingPunct="1">
                  <a:defRPr sz="1800" kern="1200">
                    <a:solidFill>
                      <a:schemeClr val="tx1"/>
                    </a:solidFill>
                  </a:defRPr>
                </a:lvl5pPr>
                <a:lvl6pPr marL="2286000" algn="l" defTabSz="457200" rtl="0" eaLnBrk="1" latinLnBrk="0" hangingPunct="1">
                  <a:defRPr sz="1800" kern="1200">
                    <a:solidFill>
                      <a:schemeClr val="tx1"/>
                    </a:solidFill>
                  </a:defRPr>
                </a:lvl6pPr>
                <a:lvl7pPr marL="2743200" algn="l" defTabSz="457200" rtl="0" eaLnBrk="1" latinLnBrk="0" hangingPunct="1">
                  <a:defRPr sz="1800" kern="1200">
                    <a:solidFill>
                      <a:schemeClr val="tx1"/>
                    </a:solidFill>
                  </a:defRPr>
                </a:lvl7pPr>
                <a:lvl8pPr marL="3200400" algn="l" defTabSz="457200" rtl="0" eaLnBrk="1" latinLnBrk="0" hangingPunct="1">
                  <a:defRPr sz="1800" kern="1200">
                    <a:solidFill>
                      <a:schemeClr val="tx1"/>
                    </a:solidFill>
                  </a:defRPr>
                </a:lvl8pPr>
                <a:lvl9pPr marL="3657600" algn="l" defTabSz="457200" rtl="0" eaLnBrk="1" latinLnBrk="0" hangingPunct="1">
                  <a:defRPr sz="1800" kern="1200">
                    <a:solidFill>
                      <a:schemeClr val="tx1"/>
                    </a:solidFill>
                  </a:defRPr>
                </a:lvl9pPr>
              </a:lstStyle>
              <a:p>
                <a:endParaRPr lang="en-US" sz="1055">
                  <a:cs typeface="+mn-ea"/>
                  <a:sym typeface="+mn-lt"/>
                </a:endParaRPr>
              </a:p>
            </p:txBody>
          </p:sp>
        </p:grpSp>
        <p:grpSp>
          <p:nvGrpSpPr>
            <p:cNvPr id="37" name="组合 36"/>
            <p:cNvGrpSpPr/>
            <p:nvPr/>
          </p:nvGrpSpPr>
          <p:grpSpPr>
            <a:xfrm flipH="1">
              <a:off x="8867135" y="3137507"/>
              <a:ext cx="2652162" cy="1334246"/>
              <a:chOff x="673100" y="3401524"/>
              <a:chExt cx="2652162" cy="1334246"/>
            </a:xfrm>
          </p:grpSpPr>
          <p:sp>
            <p:nvSpPr>
              <p:cNvPr id="40" name="文本框 39"/>
              <p:cNvSpPr txBox="1"/>
              <p:nvPr/>
            </p:nvSpPr>
            <p:spPr bwMode="auto">
              <a:xfrm>
                <a:off x="673100" y="3401524"/>
                <a:ext cx="2652161" cy="455181"/>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2000" b="1" dirty="0">
                    <a:cs typeface="+mn-ea"/>
                    <a:sym typeface="+mn-lt"/>
                  </a:rPr>
                  <a:t>课程数据更新</a:t>
                </a:r>
                <a:endParaRPr lang="en-US" altLang="zh-CN" sz="2000" b="1" dirty="0">
                  <a:cs typeface="+mn-ea"/>
                  <a:sym typeface="+mn-lt"/>
                </a:endParaRPr>
              </a:p>
            </p:txBody>
          </p:sp>
          <p:sp>
            <p:nvSpPr>
              <p:cNvPr id="41" name="矩形 40"/>
              <p:cNvSpPr/>
              <p:nvPr/>
            </p:nvSpPr>
            <p:spPr bwMode="auto">
              <a:xfrm>
                <a:off x="673101" y="4061833"/>
                <a:ext cx="2652161" cy="673937"/>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1400" dirty="0"/>
                  <a:t>学校或教育机构规模较大，学生数量众多，课程数据量大。</a:t>
                </a:r>
                <a:endParaRPr lang="en-US" altLang="zh-CN" sz="1400" dirty="0">
                  <a:cs typeface="+mn-ea"/>
                  <a:sym typeface="+mn-lt"/>
                </a:endParaRPr>
              </a:p>
            </p:txBody>
          </p:sp>
        </p:grpSp>
        <p:sp>
          <p:nvSpPr>
            <p:cNvPr id="39" name="矩形 38"/>
            <p:cNvSpPr/>
            <p:nvPr/>
          </p:nvSpPr>
          <p:spPr bwMode="auto">
            <a:xfrm flipH="1">
              <a:off x="8841205" y="4625417"/>
              <a:ext cx="2652162" cy="673937"/>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1400" dirty="0">
                  <a:sym typeface="+mn-lt"/>
                </a:rPr>
                <a:t>现代人更加追求可视化结果，提供在线学习平台。</a:t>
              </a:r>
              <a:endParaRPr lang="en-US" altLang="zh-CN" sz="1400" dirty="0">
                <a:sym typeface="+mn-lt"/>
              </a:endParaRPr>
            </a:p>
          </p:txBody>
        </p:sp>
      </p:grpSp>
      <p:sp>
        <p:nvSpPr>
          <p:cNvPr id="6" name="任意多边形: 形状 5">
            <a:extLst>
              <a:ext uri="{FF2B5EF4-FFF2-40B4-BE49-F238E27FC236}">
                <a16:creationId xmlns:a16="http://schemas.microsoft.com/office/drawing/2014/main" id="{5480BA0B-FD12-EF82-EDEF-F4C7C34E5AB2}"/>
              </a:ext>
            </a:extLst>
          </p:cNvPr>
          <p:cNvSpPr/>
          <p:nvPr/>
        </p:nvSpPr>
        <p:spPr>
          <a:xfrm>
            <a:off x="5790684" y="2826945"/>
            <a:ext cx="609685" cy="590480"/>
          </a:xfrm>
          <a:custGeom>
            <a:avLst/>
            <a:gdLst>
              <a:gd name="connsiteX0" fmla="*/ 121763 h 600884"/>
              <a:gd name="connsiteY0" fmla="*/ 121763 h 600884"/>
              <a:gd name="connsiteX1" fmla="*/ 121763 h 600884"/>
              <a:gd name="connsiteY1" fmla="*/ 121763 h 600884"/>
              <a:gd name="connsiteX2" fmla="*/ 121763 h 600884"/>
              <a:gd name="connsiteY2" fmla="*/ 121763 h 600884"/>
              <a:gd name="connsiteX3" fmla="*/ 121763 h 600884"/>
              <a:gd name="connsiteY3" fmla="*/ 121763 h 600884"/>
              <a:gd name="connsiteX4" fmla="*/ 121763 h 600884"/>
              <a:gd name="connsiteY4" fmla="*/ 121763 h 600884"/>
              <a:gd name="connsiteX5" fmla="*/ 121763 h 600884"/>
              <a:gd name="connsiteY5" fmla="*/ 121763 h 600884"/>
              <a:gd name="connsiteX6" fmla="*/ 121763 h 600884"/>
              <a:gd name="connsiteY6" fmla="*/ 121763 h 600884"/>
              <a:gd name="connsiteX7" fmla="*/ 121763 h 600884"/>
              <a:gd name="connsiteY7" fmla="*/ 121763 h 600884"/>
              <a:gd name="connsiteX8" fmla="*/ 121763 h 600884"/>
              <a:gd name="connsiteY8" fmla="*/ 121763 h 600884"/>
              <a:gd name="connsiteX9" fmla="*/ 121763 h 600884"/>
              <a:gd name="connsiteY9" fmla="*/ 121763 h 600884"/>
              <a:gd name="connsiteX10" fmla="*/ 121763 h 600884"/>
              <a:gd name="connsiteY10" fmla="*/ 121763 h 600884"/>
              <a:gd name="connsiteX11" fmla="*/ 121763 h 600884"/>
              <a:gd name="connsiteY11" fmla="*/ 121763 h 600884"/>
              <a:gd name="connsiteX12" fmla="*/ 121763 h 600884"/>
              <a:gd name="connsiteY12" fmla="*/ 121763 h 600884"/>
              <a:gd name="connsiteX13" fmla="*/ 121763 h 600884"/>
              <a:gd name="connsiteY13" fmla="*/ 121763 h 600884"/>
              <a:gd name="connsiteX14" fmla="*/ 121763 h 600884"/>
              <a:gd name="connsiteY14" fmla="*/ 121763 h 600884"/>
              <a:gd name="connsiteX15" fmla="*/ 121763 h 600884"/>
              <a:gd name="connsiteY15" fmla="*/ 121763 h 600884"/>
              <a:gd name="connsiteX16" fmla="*/ 121763 h 600884"/>
              <a:gd name="connsiteY16" fmla="*/ 121763 h 600884"/>
              <a:gd name="connsiteX17" fmla="*/ 121763 h 600884"/>
              <a:gd name="connsiteY17" fmla="*/ 121763 h 600884"/>
              <a:gd name="connsiteX18" fmla="*/ 121763 h 600884"/>
              <a:gd name="connsiteY18" fmla="*/ 121763 h 600884"/>
              <a:gd name="connsiteX19" fmla="*/ 121763 h 600884"/>
              <a:gd name="connsiteY19" fmla="*/ 121763 h 600884"/>
              <a:gd name="connsiteX20" fmla="*/ 121763 h 600884"/>
              <a:gd name="connsiteY20" fmla="*/ 121763 h 600884"/>
              <a:gd name="connsiteX21" fmla="*/ 121763 h 600884"/>
              <a:gd name="connsiteY21" fmla="*/ 121763 h 600884"/>
              <a:gd name="connsiteX22" fmla="*/ 121763 h 600884"/>
              <a:gd name="connsiteY22" fmla="*/ 121763 h 600884"/>
              <a:gd name="connsiteX23" fmla="*/ 121763 h 600884"/>
              <a:gd name="connsiteY23" fmla="*/ 121763 h 600884"/>
              <a:gd name="connsiteX24" fmla="*/ 121763 h 600884"/>
              <a:gd name="connsiteY24" fmla="*/ 121763 h 600884"/>
              <a:gd name="connsiteX25" fmla="*/ 121763 h 600884"/>
              <a:gd name="connsiteY25" fmla="*/ 121763 h 600884"/>
              <a:gd name="connsiteX26" fmla="*/ 121763 h 600884"/>
              <a:gd name="connsiteY26" fmla="*/ 121763 h 600884"/>
              <a:gd name="connsiteX27" fmla="*/ 121763 h 600884"/>
              <a:gd name="connsiteY27" fmla="*/ 121763 h 600884"/>
              <a:gd name="connsiteX28" fmla="*/ 121763 h 600884"/>
              <a:gd name="connsiteY28" fmla="*/ 121763 h 600884"/>
              <a:gd name="connsiteX29" fmla="*/ 121763 h 600884"/>
              <a:gd name="connsiteY29" fmla="*/ 121763 h 600884"/>
              <a:gd name="connsiteX30" fmla="*/ 121763 h 600884"/>
              <a:gd name="connsiteY30" fmla="*/ 121763 h 600884"/>
              <a:gd name="connsiteX31" fmla="*/ 121763 h 600884"/>
              <a:gd name="connsiteY31" fmla="*/ 121763 h 600884"/>
              <a:gd name="connsiteX32" fmla="*/ 121763 h 600884"/>
              <a:gd name="connsiteY32" fmla="*/ 121763 h 600884"/>
              <a:gd name="connsiteX33" fmla="*/ 121763 h 600884"/>
              <a:gd name="connsiteY33" fmla="*/ 121763 h 600884"/>
              <a:gd name="connsiteX34" fmla="*/ 121763 h 600884"/>
              <a:gd name="connsiteY34" fmla="*/ 121763 h 600884"/>
              <a:gd name="connsiteX35" fmla="*/ 121763 h 600884"/>
              <a:gd name="connsiteY35" fmla="*/ 121763 h 600884"/>
              <a:gd name="connsiteX36" fmla="*/ 121763 h 600884"/>
              <a:gd name="connsiteY36" fmla="*/ 121763 h 600884"/>
              <a:gd name="connsiteX37" fmla="*/ 121763 h 600884"/>
              <a:gd name="connsiteY37" fmla="*/ 121763 h 600884"/>
              <a:gd name="connsiteX38" fmla="*/ 121763 h 600884"/>
              <a:gd name="connsiteY38" fmla="*/ 121763 h 600884"/>
              <a:gd name="connsiteX39" fmla="*/ 121763 h 600884"/>
              <a:gd name="connsiteY39" fmla="*/ 121763 h 600884"/>
              <a:gd name="connsiteX40" fmla="*/ 121763 h 600884"/>
              <a:gd name="connsiteY40" fmla="*/ 121763 h 600884"/>
              <a:gd name="connsiteX41" fmla="*/ 121763 h 600884"/>
              <a:gd name="connsiteY41" fmla="*/ 121763 h 600884"/>
              <a:gd name="connsiteX42" fmla="*/ 121763 h 600884"/>
              <a:gd name="connsiteY42" fmla="*/ 121763 h 600884"/>
              <a:gd name="connsiteX43" fmla="*/ 121763 h 600884"/>
              <a:gd name="connsiteY43" fmla="*/ 121763 h 600884"/>
              <a:gd name="connsiteX44" fmla="*/ 121763 h 600884"/>
              <a:gd name="connsiteY44" fmla="*/ 121763 h 600884"/>
              <a:gd name="connsiteX45" fmla="*/ 121763 h 600884"/>
              <a:gd name="connsiteY45" fmla="*/ 121763 h 600884"/>
              <a:gd name="connsiteX46" fmla="*/ 121763 h 600884"/>
              <a:gd name="connsiteY46" fmla="*/ 121763 h 600884"/>
              <a:gd name="connsiteX47" fmla="*/ 121763 h 600884"/>
              <a:gd name="connsiteY47" fmla="*/ 121763 h 600884"/>
              <a:gd name="connsiteX48" fmla="*/ 121763 h 600884"/>
              <a:gd name="connsiteY48" fmla="*/ 121763 h 600884"/>
              <a:gd name="connsiteX49" fmla="*/ 121763 h 600884"/>
              <a:gd name="connsiteY49" fmla="*/ 121763 h 600884"/>
              <a:gd name="connsiteX50" fmla="*/ 121763 h 600884"/>
              <a:gd name="connsiteY50" fmla="*/ 121763 h 600884"/>
              <a:gd name="connsiteX51" fmla="*/ 121763 h 600884"/>
              <a:gd name="connsiteY51" fmla="*/ 121763 h 600884"/>
              <a:gd name="connsiteX52" fmla="*/ 121763 h 600884"/>
              <a:gd name="connsiteY52" fmla="*/ 121763 h 600884"/>
              <a:gd name="connsiteX53" fmla="*/ 121763 h 600884"/>
              <a:gd name="connsiteY53" fmla="*/ 121763 h 600884"/>
              <a:gd name="connsiteX54" fmla="*/ 121763 h 600884"/>
              <a:gd name="connsiteY54" fmla="*/ 121763 h 600884"/>
              <a:gd name="connsiteX55" fmla="*/ 121763 h 600884"/>
              <a:gd name="connsiteY55" fmla="*/ 121763 h 600884"/>
              <a:gd name="connsiteX56" fmla="*/ 121763 h 600884"/>
              <a:gd name="connsiteY56" fmla="*/ 121763 h 600884"/>
              <a:gd name="connsiteX57" fmla="*/ 121763 h 600884"/>
              <a:gd name="connsiteY57" fmla="*/ 121763 h 600884"/>
              <a:gd name="connsiteX58" fmla="*/ 121763 h 600884"/>
              <a:gd name="connsiteY58" fmla="*/ 121763 h 600884"/>
              <a:gd name="connsiteX59" fmla="*/ 121763 h 600884"/>
              <a:gd name="connsiteY59" fmla="*/ 121763 h 600884"/>
              <a:gd name="connsiteX60" fmla="*/ 121763 h 600884"/>
              <a:gd name="connsiteY60" fmla="*/ 121763 h 600884"/>
              <a:gd name="connsiteX61" fmla="*/ 121763 h 600884"/>
              <a:gd name="connsiteY61" fmla="*/ 121763 h 600884"/>
              <a:gd name="connsiteX62" fmla="*/ 121763 h 600884"/>
              <a:gd name="connsiteY62" fmla="*/ 121763 h 600884"/>
              <a:gd name="connsiteX63" fmla="*/ 121763 h 600884"/>
              <a:gd name="connsiteY63" fmla="*/ 121763 h 600884"/>
              <a:gd name="connsiteX64" fmla="*/ 121763 h 600884"/>
              <a:gd name="connsiteY64" fmla="*/ 121763 h 600884"/>
              <a:gd name="connsiteX65" fmla="*/ 121763 h 600884"/>
              <a:gd name="connsiteY65" fmla="*/ 121763 h 600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609332" h="590139">
                <a:moveTo>
                  <a:pt x="268572" y="412455"/>
                </a:moveTo>
                <a:lnTo>
                  <a:pt x="491841" y="412455"/>
                </a:lnTo>
                <a:lnTo>
                  <a:pt x="491841" y="422264"/>
                </a:lnTo>
                <a:lnTo>
                  <a:pt x="268572" y="422264"/>
                </a:lnTo>
                <a:close/>
                <a:moveTo>
                  <a:pt x="268572" y="366588"/>
                </a:moveTo>
                <a:lnTo>
                  <a:pt x="526065" y="366588"/>
                </a:lnTo>
                <a:lnTo>
                  <a:pt x="526065" y="376397"/>
                </a:lnTo>
                <a:lnTo>
                  <a:pt x="268572" y="376397"/>
                </a:lnTo>
                <a:close/>
                <a:moveTo>
                  <a:pt x="268572" y="325166"/>
                </a:moveTo>
                <a:lnTo>
                  <a:pt x="526065" y="325166"/>
                </a:lnTo>
                <a:lnTo>
                  <a:pt x="526065" y="334975"/>
                </a:lnTo>
                <a:lnTo>
                  <a:pt x="268572" y="334975"/>
                </a:lnTo>
                <a:close/>
                <a:moveTo>
                  <a:pt x="324121" y="275089"/>
                </a:moveTo>
                <a:cubicBezTo>
                  <a:pt x="318170" y="277443"/>
                  <a:pt x="312041" y="279738"/>
                  <a:pt x="305736" y="281797"/>
                </a:cubicBezTo>
                <a:cubicBezTo>
                  <a:pt x="280515" y="290153"/>
                  <a:pt x="255824" y="295155"/>
                  <a:pt x="233549" y="297097"/>
                </a:cubicBezTo>
                <a:lnTo>
                  <a:pt x="233549" y="480454"/>
                </a:lnTo>
                <a:lnTo>
                  <a:pt x="572443" y="480454"/>
                </a:lnTo>
                <a:lnTo>
                  <a:pt x="572443" y="275089"/>
                </a:lnTo>
                <a:close/>
                <a:moveTo>
                  <a:pt x="84086" y="221014"/>
                </a:moveTo>
                <a:cubicBezTo>
                  <a:pt x="85618" y="252907"/>
                  <a:pt x="92159" y="281975"/>
                  <a:pt x="92159" y="281975"/>
                </a:cubicBezTo>
                <a:lnTo>
                  <a:pt x="97580" y="280210"/>
                </a:lnTo>
                <a:close/>
                <a:moveTo>
                  <a:pt x="405678" y="97028"/>
                </a:moveTo>
                <a:lnTo>
                  <a:pt x="430074" y="170759"/>
                </a:lnTo>
                <a:cubicBezTo>
                  <a:pt x="430133" y="171053"/>
                  <a:pt x="430309" y="171289"/>
                  <a:pt x="430427" y="171524"/>
                </a:cubicBezTo>
                <a:cubicBezTo>
                  <a:pt x="436497" y="190001"/>
                  <a:pt x="423238" y="212656"/>
                  <a:pt x="397369" y="233840"/>
                </a:cubicBezTo>
                <a:lnTo>
                  <a:pt x="609332" y="233840"/>
                </a:lnTo>
                <a:lnTo>
                  <a:pt x="609332" y="521704"/>
                </a:lnTo>
                <a:lnTo>
                  <a:pt x="430840" y="521704"/>
                </a:lnTo>
                <a:lnTo>
                  <a:pt x="430840" y="567249"/>
                </a:lnTo>
                <a:lnTo>
                  <a:pt x="503734" y="567249"/>
                </a:lnTo>
                <a:lnTo>
                  <a:pt x="503734" y="590139"/>
                </a:lnTo>
                <a:lnTo>
                  <a:pt x="302259" y="590139"/>
                </a:lnTo>
                <a:lnTo>
                  <a:pt x="302259" y="567249"/>
                </a:lnTo>
                <a:lnTo>
                  <a:pt x="375153" y="567249"/>
                </a:lnTo>
                <a:lnTo>
                  <a:pt x="375153" y="521704"/>
                </a:lnTo>
                <a:lnTo>
                  <a:pt x="196660" y="521704"/>
                </a:lnTo>
                <a:lnTo>
                  <a:pt x="196660" y="297332"/>
                </a:lnTo>
                <a:cubicBezTo>
                  <a:pt x="166784" y="294625"/>
                  <a:pt x="145452" y="284387"/>
                  <a:pt x="139795" y="267263"/>
                </a:cubicBezTo>
                <a:lnTo>
                  <a:pt x="129659" y="236605"/>
                </a:lnTo>
                <a:lnTo>
                  <a:pt x="115163" y="192649"/>
                </a:lnTo>
                <a:lnTo>
                  <a:pt x="275211" y="189472"/>
                </a:lnTo>
                <a:close/>
                <a:moveTo>
                  <a:pt x="258034" y="66787"/>
                </a:moveTo>
                <a:cubicBezTo>
                  <a:pt x="251553" y="65271"/>
                  <a:pt x="243421" y="65698"/>
                  <a:pt x="235171" y="68434"/>
                </a:cubicBezTo>
                <a:cubicBezTo>
                  <a:pt x="218672" y="73848"/>
                  <a:pt x="208007" y="86381"/>
                  <a:pt x="211306" y="96443"/>
                </a:cubicBezTo>
                <a:cubicBezTo>
                  <a:pt x="214665" y="106506"/>
                  <a:pt x="230693" y="110213"/>
                  <a:pt x="247192" y="104799"/>
                </a:cubicBezTo>
                <a:cubicBezTo>
                  <a:pt x="263691" y="99386"/>
                  <a:pt x="274357" y="86793"/>
                  <a:pt x="270998" y="76790"/>
                </a:cubicBezTo>
                <a:cubicBezTo>
                  <a:pt x="269349" y="71759"/>
                  <a:pt x="264516" y="68302"/>
                  <a:pt x="258034" y="66787"/>
                </a:cubicBezTo>
                <a:close/>
                <a:moveTo>
                  <a:pt x="212544" y="0"/>
                </a:moveTo>
                <a:lnTo>
                  <a:pt x="486901" y="13357"/>
                </a:lnTo>
                <a:lnTo>
                  <a:pt x="400281" y="80732"/>
                </a:lnTo>
                <a:lnTo>
                  <a:pt x="269761" y="173233"/>
                </a:lnTo>
                <a:lnTo>
                  <a:pt x="109778" y="176411"/>
                </a:lnTo>
                <a:lnTo>
                  <a:pt x="96579" y="176117"/>
                </a:lnTo>
                <a:lnTo>
                  <a:pt x="119383" y="159346"/>
                </a:lnTo>
                <a:lnTo>
                  <a:pt x="119854" y="152580"/>
                </a:lnTo>
                <a:lnTo>
                  <a:pt x="88093" y="171645"/>
                </a:lnTo>
                <a:lnTo>
                  <a:pt x="90922" y="180236"/>
                </a:lnTo>
                <a:lnTo>
                  <a:pt x="118852" y="285388"/>
                </a:lnTo>
                <a:cubicBezTo>
                  <a:pt x="100350" y="306748"/>
                  <a:pt x="72773" y="300569"/>
                  <a:pt x="72773" y="300569"/>
                </a:cubicBezTo>
                <a:cubicBezTo>
                  <a:pt x="54859" y="264675"/>
                  <a:pt x="66350" y="175352"/>
                  <a:pt x="66350" y="175352"/>
                </a:cubicBezTo>
                <a:lnTo>
                  <a:pt x="66409" y="167526"/>
                </a:lnTo>
                <a:lnTo>
                  <a:pt x="81494" y="158228"/>
                </a:lnTo>
                <a:lnTo>
                  <a:pt x="77840" y="156345"/>
                </a:lnTo>
                <a:lnTo>
                  <a:pt x="59279" y="164230"/>
                </a:lnTo>
                <a:lnTo>
                  <a:pt x="57982" y="175116"/>
                </a:lnTo>
                <a:lnTo>
                  <a:pt x="0" y="173704"/>
                </a:lnTo>
                <a:close/>
              </a:path>
            </a:pathLst>
          </a:custGeom>
          <a:solidFill>
            <a:srgbClr val="1245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矩形 6">
            <a:extLst>
              <a:ext uri="{FF2B5EF4-FFF2-40B4-BE49-F238E27FC236}">
                <a16:creationId xmlns:a16="http://schemas.microsoft.com/office/drawing/2014/main" id="{7643D4BD-433A-DBB7-825B-AE7DDC4FE8CE}"/>
              </a:ext>
            </a:extLst>
          </p:cNvPr>
          <p:cNvSpPr/>
          <p:nvPr/>
        </p:nvSpPr>
        <p:spPr bwMode="auto">
          <a:xfrm>
            <a:off x="669924" y="5443726"/>
            <a:ext cx="2652161" cy="673937"/>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1400" dirty="0">
                <a:cs typeface="+mn-ea"/>
                <a:sym typeface="+mn-lt"/>
              </a:rPr>
              <a:t>教育机构规模较大，排课内容复杂且艰巨。</a:t>
            </a:r>
            <a:endParaRPr lang="en-US" altLang="zh-CN" sz="1400" dirty="0">
              <a:cs typeface="+mn-ea"/>
              <a:sym typeface="+mn-lt"/>
            </a:endParaRPr>
          </a:p>
        </p:txBody>
      </p:sp>
      <p:sp>
        <p:nvSpPr>
          <p:cNvPr id="8" name="矩形 7">
            <a:extLst>
              <a:ext uri="{FF2B5EF4-FFF2-40B4-BE49-F238E27FC236}">
                <a16:creationId xmlns:a16="http://schemas.microsoft.com/office/drawing/2014/main" id="{31B32E96-11C8-82BF-C7B2-CA3D73E0895D}"/>
              </a:ext>
            </a:extLst>
          </p:cNvPr>
          <p:cNvSpPr/>
          <p:nvPr/>
        </p:nvSpPr>
        <p:spPr bwMode="auto">
          <a:xfrm flipH="1">
            <a:off x="8867134" y="5432940"/>
            <a:ext cx="2652162" cy="673937"/>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1400" dirty="0">
                <a:sym typeface="+mn-lt"/>
              </a:rPr>
              <a:t>在线课程管理可以提供更好的数据跟踪和管理。</a:t>
            </a:r>
            <a:endParaRPr lang="en-US" altLang="zh-CN" sz="1400" dirty="0">
              <a:sym typeface="+mn-l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n-lt"/>
                <a:ea typeface="+mn-ea"/>
                <a:cs typeface="+mn-ea"/>
                <a:sym typeface="+mn-lt"/>
              </a:rPr>
              <a:t>需求分析</a:t>
            </a:r>
          </a:p>
        </p:txBody>
      </p:sp>
      <p:sp>
        <p:nvSpPr>
          <p:cNvPr id="3" name="页脚占位符 2"/>
          <p:cNvSpPr>
            <a:spLocks noGrp="1"/>
          </p:cNvSpPr>
          <p:nvPr>
            <p:ph type="ftr" sz="quarter" idx="11"/>
          </p:nvPr>
        </p:nvSpPr>
        <p:spPr/>
        <p:txBody>
          <a:bodyPr/>
          <a:lstStyle/>
          <a:p>
            <a:r>
              <a:rPr lang="zh-CN" altLang="en-US" dirty="0">
                <a:cs typeface="+mn-ea"/>
                <a:sym typeface="+mn-lt"/>
              </a:rPr>
              <a:t>课程管理系统</a:t>
            </a:r>
          </a:p>
        </p:txBody>
      </p:sp>
      <p:sp>
        <p:nvSpPr>
          <p:cNvPr id="4" name="灯片编号占位符 3"/>
          <p:cNvSpPr>
            <a:spLocks noGrp="1"/>
          </p:cNvSpPr>
          <p:nvPr>
            <p:ph type="sldNum" sz="quarter" idx="12"/>
          </p:nvPr>
        </p:nvSpPr>
        <p:spPr/>
        <p:txBody>
          <a:bodyPr/>
          <a:lstStyle/>
          <a:p>
            <a:fld id="{5DD3DB80-B894-403A-B48E-6FDC1A72010E}" type="slidenum">
              <a:rPr lang="zh-CN" altLang="en-US" b="1" smtClean="0">
                <a:solidFill>
                  <a:schemeClr val="tx1"/>
                </a:solidFill>
                <a:cs typeface="+mn-ea"/>
                <a:sym typeface="+mn-lt"/>
              </a:rPr>
              <a:t>6</a:t>
            </a:fld>
            <a:endParaRPr lang="zh-CN" altLang="en-US" b="1" dirty="0">
              <a:solidFill>
                <a:schemeClr val="tx1"/>
              </a:solidFill>
              <a:cs typeface="+mn-ea"/>
              <a:sym typeface="+mn-lt"/>
            </a:endParaRPr>
          </a:p>
        </p:txBody>
      </p:sp>
      <p:grpSp>
        <p:nvGrpSpPr>
          <p:cNvPr id="17" name="组合 16"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nvGrpSpPr>
        <p:grpSpPr>
          <a:xfrm>
            <a:off x="673099" y="1511602"/>
            <a:ext cx="10845801" cy="4253896"/>
            <a:chOff x="673099" y="1511602"/>
            <a:chExt cx="10845801" cy="4253896"/>
          </a:xfrm>
        </p:grpSpPr>
        <p:sp>
          <p:nvSpPr>
            <p:cNvPr id="18" name="文本框 17"/>
            <p:cNvSpPr txBox="1"/>
            <p:nvPr/>
          </p:nvSpPr>
          <p:spPr>
            <a:xfrm>
              <a:off x="673099" y="2084856"/>
              <a:ext cx="5070476" cy="1866045"/>
            </a:xfrm>
            <a:prstGeom prst="rect">
              <a:avLst/>
            </a:prstGeom>
            <a:noFill/>
            <a:ln>
              <a:noFill/>
            </a:ln>
          </p:spPr>
          <p:txBody>
            <a:bodyPr wrap="square" lIns="91440" tIns="45720" rIns="91440" bIns="45720" anchor="t" anchorCtr="0">
              <a:normAutofit/>
            </a:bodyPr>
            <a:lstStyle/>
            <a:p>
              <a:pPr marL="0" marR="0" lvl="0" indent="0" defTabSz="913765" rtl="0" eaLnBrk="1" fontAlgn="auto" latinLnBrk="0" hangingPunct="1">
                <a:lnSpc>
                  <a:spcPct val="100000"/>
                </a:lnSpc>
                <a:spcBef>
                  <a:spcPts val="0"/>
                </a:spcBef>
                <a:spcAft>
                  <a:spcPts val="0"/>
                </a:spcAft>
                <a:buClrTx/>
                <a:buSzPct val="25000"/>
                <a:buFontTx/>
                <a:buNone/>
                <a:defRPr/>
              </a:pPr>
              <a:r>
                <a:rPr lang="zh-CN" altLang="en-US" sz="3600" b="1" dirty="0">
                  <a:cs typeface="+mn-ea"/>
                  <a:sym typeface="+mn-lt"/>
                </a:rPr>
                <a:t>课程管理系统</a:t>
              </a:r>
              <a:endParaRPr lang="en-US" altLang="zh-CN" sz="3600" b="1" dirty="0">
                <a:cs typeface="+mn-ea"/>
                <a:sym typeface="+mn-lt"/>
              </a:endParaRPr>
            </a:p>
            <a:p>
              <a:pPr marL="0" marR="0" lvl="0" indent="0" defTabSz="913765" rtl="0" eaLnBrk="1" fontAlgn="auto" latinLnBrk="0" hangingPunct="1">
                <a:lnSpc>
                  <a:spcPct val="100000"/>
                </a:lnSpc>
                <a:spcBef>
                  <a:spcPts val="0"/>
                </a:spcBef>
                <a:spcAft>
                  <a:spcPts val="0"/>
                </a:spcAft>
                <a:buClrTx/>
                <a:buSzPct val="25000"/>
                <a:buFontTx/>
                <a:buNone/>
                <a:defRPr/>
              </a:pPr>
              <a:r>
                <a:rPr kumimoji="0" lang="zh-CN" altLang="en-US" sz="8000" b="1" i="0" u="none" strike="noStrike" kern="1200" cap="none" spc="0" normalizeH="0" baseline="0" noProof="0" dirty="0">
                  <a:ln>
                    <a:noFill/>
                  </a:ln>
                  <a:effectLst/>
                  <a:uLnTx/>
                  <a:uFillTx/>
                  <a:cs typeface="+mn-ea"/>
                  <a:sym typeface="+mn-lt"/>
                </a:rPr>
                <a:t>需求分析</a:t>
              </a:r>
              <a:endParaRPr kumimoji="0" lang="en-US" sz="8000" b="1" i="0" u="none" strike="noStrike" kern="1200" cap="none" spc="0" normalizeH="0" baseline="0" noProof="0" dirty="0">
                <a:ln>
                  <a:noFill/>
                </a:ln>
                <a:effectLst/>
                <a:uLnTx/>
                <a:uFillTx/>
                <a:cs typeface="+mn-ea"/>
                <a:sym typeface="+mn-lt"/>
              </a:endParaRPr>
            </a:p>
          </p:txBody>
        </p:sp>
        <p:sp>
          <p:nvSpPr>
            <p:cNvPr id="19" name="矩形 18"/>
            <p:cNvSpPr/>
            <p:nvPr/>
          </p:nvSpPr>
          <p:spPr bwMode="auto">
            <a:xfrm>
              <a:off x="673100" y="1731576"/>
              <a:ext cx="5070475" cy="353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spcBef>
                  <a:spcPct val="0"/>
                </a:spcBef>
              </a:pPr>
              <a:r>
                <a:rPr lang="en-US" altLang="zh-CN" sz="1100" dirty="0">
                  <a:cs typeface="+mn-ea"/>
                  <a:sym typeface="+mn-lt"/>
                </a:rPr>
                <a:t>Temp Studio</a:t>
              </a:r>
            </a:p>
          </p:txBody>
        </p:sp>
        <p:sp>
          <p:nvSpPr>
            <p:cNvPr id="20" name="文本框 19"/>
            <p:cNvSpPr txBox="1"/>
            <p:nvPr/>
          </p:nvSpPr>
          <p:spPr>
            <a:xfrm>
              <a:off x="673101" y="4399980"/>
              <a:ext cx="5070474" cy="1042172"/>
            </a:xfrm>
            <a:prstGeom prst="rect">
              <a:avLst/>
            </a:prstGeom>
            <a:noFill/>
            <a:ln>
              <a:noFill/>
            </a:ln>
          </p:spPr>
          <p:txBody>
            <a:bodyPr wrap="square" lIns="91440" tIns="45720" rIns="91440" bIns="45720" anchor="t" anchorCtr="0">
              <a:normAutofit/>
            </a:bodyPr>
            <a:lstStyle/>
            <a:p>
              <a:pPr>
                <a:lnSpc>
                  <a:spcPct val="150000"/>
                </a:lnSpc>
                <a:buSzPct val="25000"/>
              </a:pPr>
              <a:r>
                <a:rPr lang="zh-CN" altLang="en-US" sz="2000" b="1" dirty="0">
                  <a:cs typeface="+mn-ea"/>
                  <a:sym typeface="+mn-lt"/>
                </a:rPr>
                <a:t>用户需求</a:t>
              </a:r>
              <a:r>
                <a:rPr lang="en-US" altLang="zh-CN" sz="2000" b="1" dirty="0">
                  <a:cs typeface="+mn-ea"/>
                  <a:sym typeface="+mn-lt"/>
                </a:rPr>
                <a:t>	</a:t>
              </a:r>
              <a:r>
                <a:rPr lang="zh-CN" altLang="en-US" sz="2000" b="1" dirty="0">
                  <a:cs typeface="+mn-ea"/>
                  <a:sym typeface="+mn-lt"/>
                </a:rPr>
                <a:t>用户界面需求</a:t>
              </a:r>
              <a:endParaRPr lang="en-US" altLang="zh-CN" sz="2000" b="1" dirty="0">
                <a:cs typeface="+mn-ea"/>
                <a:sym typeface="+mn-lt"/>
              </a:endParaRPr>
            </a:p>
            <a:p>
              <a:pPr>
                <a:lnSpc>
                  <a:spcPct val="150000"/>
                </a:lnSpc>
                <a:buSzPct val="25000"/>
              </a:pPr>
              <a:r>
                <a:rPr lang="zh-CN" altLang="en-US" sz="2000" b="1" dirty="0">
                  <a:cs typeface="+mn-ea"/>
                  <a:sym typeface="+mn-lt"/>
                </a:rPr>
                <a:t>功能需求</a:t>
              </a:r>
              <a:r>
                <a:rPr lang="en-US" altLang="zh-CN" sz="2000" b="1" dirty="0">
                  <a:cs typeface="+mn-ea"/>
                  <a:sym typeface="+mn-lt"/>
                </a:rPr>
                <a:t>	</a:t>
              </a:r>
              <a:r>
                <a:rPr lang="zh-CN" altLang="en-US" sz="2000" b="1" dirty="0">
                  <a:cs typeface="+mn-ea"/>
                  <a:sym typeface="+mn-lt"/>
                </a:rPr>
                <a:t>性能和数据需求</a:t>
              </a:r>
              <a:endParaRPr lang="en-US" sz="1200" b="1" dirty="0">
                <a:cs typeface="+mn-ea"/>
                <a:sym typeface="+mn-lt"/>
              </a:endParaRPr>
            </a:p>
          </p:txBody>
        </p:sp>
        <p:grpSp>
          <p:nvGrpSpPr>
            <p:cNvPr id="21" name="组合 20"/>
            <p:cNvGrpSpPr/>
            <p:nvPr/>
          </p:nvGrpSpPr>
          <p:grpSpPr>
            <a:xfrm>
              <a:off x="673100" y="4074196"/>
              <a:ext cx="4460875" cy="19055"/>
              <a:chOff x="673100" y="4350421"/>
              <a:chExt cx="4460875" cy="19055"/>
            </a:xfrm>
          </p:grpSpPr>
          <p:sp>
            <p:nvSpPr>
              <p:cNvPr id="40" name="直接连接符 39"/>
              <p:cNvSpPr/>
              <p:nvPr/>
            </p:nvSpPr>
            <p:spPr>
              <a:xfrm>
                <a:off x="673100" y="4350421"/>
                <a:ext cx="1615714" cy="5"/>
              </a:xfrm>
              <a:prstGeom prst="line">
                <a:avLst/>
              </a:prstGeom>
              <a:noFill/>
              <a:ln w="25400" cap="flat">
                <a:solidFill>
                  <a:schemeClr val="accent1"/>
                </a:solidFill>
                <a:prstDash val="solid"/>
                <a:miter lim="800000"/>
              </a:ln>
              <a:effectLst/>
            </p:spPr>
            <p:txBody>
              <a:bodyPr wrap="square" lIns="91440" tIns="45720" rIns="91440" bIns="45720" numCol="1" anchor="t">
                <a:normAutofit fontScale="25000" lnSpcReduction="20000"/>
              </a:bodyPr>
              <a:lstStyle/>
              <a:p>
                <a:endParaRPr>
                  <a:cs typeface="+mn-ea"/>
                  <a:sym typeface="+mn-lt"/>
                </a:endParaRPr>
              </a:p>
            </p:txBody>
          </p:sp>
          <p:sp>
            <p:nvSpPr>
              <p:cNvPr id="41" name="直接连接符 40"/>
              <p:cNvSpPr/>
              <p:nvPr/>
            </p:nvSpPr>
            <p:spPr>
              <a:xfrm>
                <a:off x="673100" y="4369476"/>
                <a:ext cx="4460875" cy="0"/>
              </a:xfrm>
              <a:prstGeom prst="line">
                <a:avLst/>
              </a:prstGeom>
              <a:noFill/>
              <a:ln w="9525" cap="flat">
                <a:solidFill>
                  <a:schemeClr val="accent1"/>
                </a:solidFill>
                <a:prstDash val="solid"/>
                <a:miter lim="800000"/>
              </a:ln>
              <a:effectLst/>
            </p:spPr>
            <p:txBody>
              <a:bodyPr wrap="square" lIns="91440" tIns="45720" rIns="91440" bIns="45720" numCol="1" anchor="t">
                <a:normAutofit fontScale="25000" lnSpcReduction="20000"/>
              </a:bodyPr>
              <a:lstStyle/>
              <a:p>
                <a:endParaRPr>
                  <a:cs typeface="+mn-ea"/>
                  <a:sym typeface="+mn-lt"/>
                </a:endParaRPr>
              </a:p>
            </p:txBody>
          </p:sp>
        </p:grpSp>
        <p:grpSp>
          <p:nvGrpSpPr>
            <p:cNvPr id="22" name="组合 21"/>
            <p:cNvGrpSpPr/>
            <p:nvPr/>
          </p:nvGrpSpPr>
          <p:grpSpPr>
            <a:xfrm>
              <a:off x="6936460" y="1511602"/>
              <a:ext cx="1160205" cy="1160205"/>
              <a:chOff x="1440535" y="2881262"/>
              <a:chExt cx="1160205" cy="1160205"/>
            </a:xfrm>
          </p:grpSpPr>
          <p:sp>
            <p:nvSpPr>
              <p:cNvPr id="38" name="椭圆 37"/>
              <p:cNvSpPr/>
              <p:nvPr/>
            </p:nvSpPr>
            <p:spPr>
              <a:xfrm>
                <a:off x="1440535" y="2881262"/>
                <a:ext cx="1160205" cy="1160205"/>
              </a:xfrm>
              <a:prstGeom prst="ellipse">
                <a:avLst/>
              </a:prstGeom>
              <a:noFill/>
              <a:ln w="317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id-ID" sz="2400">
                  <a:cs typeface="+mn-ea"/>
                  <a:sym typeface="+mn-lt"/>
                </a:endParaRPr>
              </a:p>
            </p:txBody>
          </p:sp>
          <p:sp>
            <p:nvSpPr>
              <p:cNvPr id="39" name="任意多边形: 形状 38"/>
              <p:cNvSpPr/>
              <p:nvPr/>
            </p:nvSpPr>
            <p:spPr bwMode="auto">
              <a:xfrm>
                <a:off x="1791904" y="3208701"/>
                <a:ext cx="457464" cy="505326"/>
              </a:xfrm>
              <a:custGeom>
                <a:avLst/>
                <a:gdLst>
                  <a:gd name="connsiteX0" fmla="*/ 485820 w 551045"/>
                  <a:gd name="connsiteY0" fmla="*/ 430096 h 608697"/>
                  <a:gd name="connsiteX1" fmla="*/ 550987 w 551045"/>
                  <a:gd name="connsiteY1" fmla="*/ 492317 h 608697"/>
                  <a:gd name="connsiteX2" fmla="*/ 551045 w 551045"/>
                  <a:gd name="connsiteY2" fmla="*/ 492490 h 608697"/>
                  <a:gd name="connsiteX3" fmla="*/ 550987 w 551045"/>
                  <a:gd name="connsiteY3" fmla="*/ 493813 h 608697"/>
                  <a:gd name="connsiteX4" fmla="*/ 551045 w 551045"/>
                  <a:gd name="connsiteY4" fmla="*/ 495193 h 608697"/>
                  <a:gd name="connsiteX5" fmla="*/ 485820 w 551045"/>
                  <a:gd name="connsiteY5" fmla="*/ 560289 h 608697"/>
                  <a:gd name="connsiteX6" fmla="*/ 421862 w 551045"/>
                  <a:gd name="connsiteY6" fmla="*/ 507902 h 608697"/>
                  <a:gd name="connsiteX7" fmla="*/ 420134 w 551045"/>
                  <a:gd name="connsiteY7" fmla="*/ 494560 h 608697"/>
                  <a:gd name="connsiteX8" fmla="*/ 422611 w 551045"/>
                  <a:gd name="connsiteY8" fmla="*/ 479034 h 608697"/>
                  <a:gd name="connsiteX9" fmla="*/ 485820 w 551045"/>
                  <a:gd name="connsiteY9" fmla="*/ 430096 h 608697"/>
                  <a:gd name="connsiteX10" fmla="*/ 485137 w 551045"/>
                  <a:gd name="connsiteY10" fmla="*/ 236253 h 608697"/>
                  <a:gd name="connsiteX11" fmla="*/ 551045 w 551045"/>
                  <a:gd name="connsiteY11" fmla="*/ 302055 h 608697"/>
                  <a:gd name="connsiteX12" fmla="*/ 485137 w 551045"/>
                  <a:gd name="connsiteY12" fmla="*/ 367857 h 608697"/>
                  <a:gd name="connsiteX13" fmla="*/ 419229 w 551045"/>
                  <a:gd name="connsiteY13" fmla="*/ 302055 h 608697"/>
                  <a:gd name="connsiteX14" fmla="*/ 485137 w 551045"/>
                  <a:gd name="connsiteY14" fmla="*/ 236253 h 608697"/>
                  <a:gd name="connsiteX15" fmla="*/ 45513 w 551045"/>
                  <a:gd name="connsiteY15" fmla="*/ 160819 h 608697"/>
                  <a:gd name="connsiteX16" fmla="*/ 62048 w 551045"/>
                  <a:gd name="connsiteY16" fmla="*/ 160819 h 608697"/>
                  <a:gd name="connsiteX17" fmla="*/ 78583 w 551045"/>
                  <a:gd name="connsiteY17" fmla="*/ 243365 h 608697"/>
                  <a:gd name="connsiteX18" fmla="*/ 98228 w 551045"/>
                  <a:gd name="connsiteY18" fmla="*/ 243365 h 608697"/>
                  <a:gd name="connsiteX19" fmla="*/ 103356 w 551045"/>
                  <a:gd name="connsiteY19" fmla="*/ 187625 h 608697"/>
                  <a:gd name="connsiteX20" fmla="*/ 102722 w 551045"/>
                  <a:gd name="connsiteY20" fmla="*/ 184634 h 608697"/>
                  <a:gd name="connsiteX21" fmla="*/ 94368 w 551045"/>
                  <a:gd name="connsiteY21" fmla="*/ 163293 h 608697"/>
                  <a:gd name="connsiteX22" fmla="*/ 93331 w 551045"/>
                  <a:gd name="connsiteY22" fmla="*/ 161107 h 608697"/>
                  <a:gd name="connsiteX23" fmla="*/ 93389 w 551045"/>
                  <a:gd name="connsiteY23" fmla="*/ 161107 h 608697"/>
                  <a:gd name="connsiteX24" fmla="*/ 93274 w 551045"/>
                  <a:gd name="connsiteY24" fmla="*/ 160819 h 608697"/>
                  <a:gd name="connsiteX25" fmla="*/ 137347 w 551045"/>
                  <a:gd name="connsiteY25" fmla="*/ 160819 h 608697"/>
                  <a:gd name="connsiteX26" fmla="*/ 137232 w 551045"/>
                  <a:gd name="connsiteY26" fmla="*/ 161107 h 608697"/>
                  <a:gd name="connsiteX27" fmla="*/ 137404 w 551045"/>
                  <a:gd name="connsiteY27" fmla="*/ 161107 h 608697"/>
                  <a:gd name="connsiteX28" fmla="*/ 136367 w 551045"/>
                  <a:gd name="connsiteY28" fmla="*/ 163293 h 608697"/>
                  <a:gd name="connsiteX29" fmla="*/ 127322 w 551045"/>
                  <a:gd name="connsiteY29" fmla="*/ 187913 h 608697"/>
                  <a:gd name="connsiteX30" fmla="*/ 132450 w 551045"/>
                  <a:gd name="connsiteY30" fmla="*/ 243365 h 608697"/>
                  <a:gd name="connsiteX31" fmla="*/ 152038 w 551045"/>
                  <a:gd name="connsiteY31" fmla="*/ 243365 h 608697"/>
                  <a:gd name="connsiteX32" fmla="*/ 168630 w 551045"/>
                  <a:gd name="connsiteY32" fmla="*/ 160819 h 608697"/>
                  <a:gd name="connsiteX33" fmla="*/ 185165 w 551045"/>
                  <a:gd name="connsiteY33" fmla="*/ 160819 h 608697"/>
                  <a:gd name="connsiteX34" fmla="*/ 230678 w 551045"/>
                  <a:gd name="connsiteY34" fmla="*/ 206263 h 608697"/>
                  <a:gd name="connsiteX35" fmla="*/ 230678 w 551045"/>
                  <a:gd name="connsiteY35" fmla="*/ 338682 h 608697"/>
                  <a:gd name="connsiteX36" fmla="*/ 185165 w 551045"/>
                  <a:gd name="connsiteY36" fmla="*/ 384125 h 608697"/>
                  <a:gd name="connsiteX37" fmla="*/ 179346 w 551045"/>
                  <a:gd name="connsiteY37" fmla="*/ 384125 h 608697"/>
                  <a:gd name="connsiteX38" fmla="*/ 179346 w 551045"/>
                  <a:gd name="connsiteY38" fmla="*/ 576599 h 608697"/>
                  <a:gd name="connsiteX39" fmla="*/ 147256 w 551045"/>
                  <a:gd name="connsiteY39" fmla="*/ 608697 h 608697"/>
                  <a:gd name="connsiteX40" fmla="*/ 115339 w 551045"/>
                  <a:gd name="connsiteY40" fmla="*/ 580223 h 608697"/>
                  <a:gd name="connsiteX41" fmla="*/ 83422 w 551045"/>
                  <a:gd name="connsiteY41" fmla="*/ 608697 h 608697"/>
                  <a:gd name="connsiteX42" fmla="*/ 51332 w 551045"/>
                  <a:gd name="connsiteY42" fmla="*/ 576599 h 608697"/>
                  <a:gd name="connsiteX43" fmla="*/ 51332 w 551045"/>
                  <a:gd name="connsiteY43" fmla="*/ 384125 h 608697"/>
                  <a:gd name="connsiteX44" fmla="*/ 45513 w 551045"/>
                  <a:gd name="connsiteY44" fmla="*/ 384125 h 608697"/>
                  <a:gd name="connsiteX45" fmla="*/ 0 w 551045"/>
                  <a:gd name="connsiteY45" fmla="*/ 338682 h 608697"/>
                  <a:gd name="connsiteX46" fmla="*/ 0 w 551045"/>
                  <a:gd name="connsiteY46" fmla="*/ 206263 h 608697"/>
                  <a:gd name="connsiteX47" fmla="*/ 45513 w 551045"/>
                  <a:gd name="connsiteY47" fmla="*/ 160819 h 608697"/>
                  <a:gd name="connsiteX48" fmla="*/ 400710 w 551045"/>
                  <a:gd name="connsiteY48" fmla="*/ 89618 h 608697"/>
                  <a:gd name="connsiteX49" fmla="*/ 400710 w 551045"/>
                  <a:gd name="connsiteY49" fmla="*/ 134086 h 608697"/>
                  <a:gd name="connsiteX50" fmla="*/ 355362 w 551045"/>
                  <a:gd name="connsiteY50" fmla="*/ 179359 h 608697"/>
                  <a:gd name="connsiteX51" fmla="*/ 355362 w 551045"/>
                  <a:gd name="connsiteY51" fmla="*/ 279857 h 608697"/>
                  <a:gd name="connsiteX52" fmla="*/ 401517 w 551045"/>
                  <a:gd name="connsiteY52" fmla="*/ 279857 h 608697"/>
                  <a:gd name="connsiteX53" fmla="*/ 401517 w 551045"/>
                  <a:gd name="connsiteY53" fmla="*/ 324325 h 608697"/>
                  <a:gd name="connsiteX54" fmla="*/ 355362 w 551045"/>
                  <a:gd name="connsiteY54" fmla="*/ 324325 h 608697"/>
                  <a:gd name="connsiteX55" fmla="*/ 355362 w 551045"/>
                  <a:gd name="connsiteY55" fmla="*/ 424823 h 608697"/>
                  <a:gd name="connsiteX56" fmla="*/ 400710 w 551045"/>
                  <a:gd name="connsiteY56" fmla="*/ 470038 h 608697"/>
                  <a:gd name="connsiteX57" fmla="*/ 400710 w 551045"/>
                  <a:gd name="connsiteY57" fmla="*/ 514563 h 608697"/>
                  <a:gd name="connsiteX58" fmla="*/ 310820 w 551045"/>
                  <a:gd name="connsiteY58" fmla="*/ 424823 h 608697"/>
                  <a:gd name="connsiteX59" fmla="*/ 310820 w 551045"/>
                  <a:gd name="connsiteY59" fmla="*/ 324325 h 608697"/>
                  <a:gd name="connsiteX60" fmla="*/ 270830 w 551045"/>
                  <a:gd name="connsiteY60" fmla="*/ 324325 h 608697"/>
                  <a:gd name="connsiteX61" fmla="*/ 270830 w 551045"/>
                  <a:gd name="connsiteY61" fmla="*/ 279857 h 608697"/>
                  <a:gd name="connsiteX62" fmla="*/ 310820 w 551045"/>
                  <a:gd name="connsiteY62" fmla="*/ 279857 h 608697"/>
                  <a:gd name="connsiteX63" fmla="*/ 310820 w 551045"/>
                  <a:gd name="connsiteY63" fmla="*/ 179359 h 608697"/>
                  <a:gd name="connsiteX64" fmla="*/ 400710 w 551045"/>
                  <a:gd name="connsiteY64" fmla="*/ 89618 h 608697"/>
                  <a:gd name="connsiteX65" fmla="*/ 487441 w 551045"/>
                  <a:gd name="connsiteY65" fmla="*/ 44033 h 608697"/>
                  <a:gd name="connsiteX66" fmla="*/ 487729 w 551045"/>
                  <a:gd name="connsiteY66" fmla="*/ 44148 h 608697"/>
                  <a:gd name="connsiteX67" fmla="*/ 550282 w 551045"/>
                  <a:gd name="connsiteY67" fmla="*/ 107206 h 608697"/>
                  <a:gd name="connsiteX68" fmla="*/ 550340 w 551045"/>
                  <a:gd name="connsiteY68" fmla="*/ 107897 h 608697"/>
                  <a:gd name="connsiteX69" fmla="*/ 550340 w 551045"/>
                  <a:gd name="connsiteY69" fmla="*/ 108760 h 608697"/>
                  <a:gd name="connsiteX70" fmla="*/ 550340 w 551045"/>
                  <a:gd name="connsiteY70" fmla="*/ 109220 h 608697"/>
                  <a:gd name="connsiteX71" fmla="*/ 550340 w 551045"/>
                  <a:gd name="connsiteY71" fmla="*/ 109680 h 608697"/>
                  <a:gd name="connsiteX72" fmla="*/ 550282 w 551045"/>
                  <a:gd name="connsiteY72" fmla="*/ 111867 h 608697"/>
                  <a:gd name="connsiteX73" fmla="*/ 550167 w 551045"/>
                  <a:gd name="connsiteY73" fmla="*/ 113420 h 608697"/>
                  <a:gd name="connsiteX74" fmla="*/ 550167 w 551045"/>
                  <a:gd name="connsiteY74" fmla="*/ 113938 h 608697"/>
                  <a:gd name="connsiteX75" fmla="*/ 485137 w 551045"/>
                  <a:gd name="connsiteY75" fmla="*/ 174349 h 608697"/>
                  <a:gd name="connsiteX76" fmla="*/ 484158 w 551045"/>
                  <a:gd name="connsiteY76" fmla="*/ 174292 h 608697"/>
                  <a:gd name="connsiteX77" fmla="*/ 467685 w 551045"/>
                  <a:gd name="connsiteY77" fmla="*/ 171933 h 608697"/>
                  <a:gd name="connsiteX78" fmla="*/ 419993 w 551045"/>
                  <a:gd name="connsiteY78" fmla="*/ 110428 h 608697"/>
                  <a:gd name="connsiteX79" fmla="*/ 419935 w 551045"/>
                  <a:gd name="connsiteY79" fmla="*/ 110083 h 608697"/>
                  <a:gd name="connsiteX80" fmla="*/ 419993 w 551045"/>
                  <a:gd name="connsiteY80" fmla="*/ 109680 h 608697"/>
                  <a:gd name="connsiteX81" fmla="*/ 419935 w 551045"/>
                  <a:gd name="connsiteY81" fmla="*/ 109220 h 608697"/>
                  <a:gd name="connsiteX82" fmla="*/ 419993 w 551045"/>
                  <a:gd name="connsiteY82" fmla="*/ 108530 h 608697"/>
                  <a:gd name="connsiteX83" fmla="*/ 419993 w 551045"/>
                  <a:gd name="connsiteY83" fmla="*/ 106516 h 608697"/>
                  <a:gd name="connsiteX84" fmla="*/ 485137 w 551045"/>
                  <a:gd name="connsiteY84" fmla="*/ 44090 h 608697"/>
                  <a:gd name="connsiteX85" fmla="*/ 486001 w 551045"/>
                  <a:gd name="connsiteY85" fmla="*/ 44090 h 608697"/>
                  <a:gd name="connsiteX86" fmla="*/ 487441 w 551045"/>
                  <a:gd name="connsiteY86" fmla="*/ 44033 h 608697"/>
                  <a:gd name="connsiteX87" fmla="*/ 114993 w 551045"/>
                  <a:gd name="connsiteY87" fmla="*/ 748 h 608697"/>
                  <a:gd name="connsiteX88" fmla="*/ 115281 w 551045"/>
                  <a:gd name="connsiteY88" fmla="*/ 748 h 608697"/>
                  <a:gd name="connsiteX89" fmla="*/ 115569 w 551045"/>
                  <a:gd name="connsiteY89" fmla="*/ 748 h 608697"/>
                  <a:gd name="connsiteX90" fmla="*/ 179403 w 551045"/>
                  <a:gd name="connsiteY90" fmla="*/ 50176 h 608697"/>
                  <a:gd name="connsiteX91" fmla="*/ 181534 w 551045"/>
                  <a:gd name="connsiteY91" fmla="*/ 66863 h 608697"/>
                  <a:gd name="connsiteX92" fmla="*/ 115685 w 551045"/>
                  <a:gd name="connsiteY92" fmla="*/ 132634 h 608697"/>
                  <a:gd name="connsiteX93" fmla="*/ 115397 w 551045"/>
                  <a:gd name="connsiteY93" fmla="*/ 132634 h 608697"/>
                  <a:gd name="connsiteX94" fmla="*/ 115109 w 551045"/>
                  <a:gd name="connsiteY94" fmla="*/ 132634 h 608697"/>
                  <a:gd name="connsiteX95" fmla="*/ 51275 w 551045"/>
                  <a:gd name="connsiteY95" fmla="*/ 83262 h 608697"/>
                  <a:gd name="connsiteX96" fmla="*/ 49144 w 551045"/>
                  <a:gd name="connsiteY96" fmla="*/ 66575 h 608697"/>
                  <a:gd name="connsiteX97" fmla="*/ 114993 w 551045"/>
                  <a:gd name="connsiteY97" fmla="*/ 748 h 608697"/>
                  <a:gd name="connsiteX98" fmla="*/ 114958 w 551045"/>
                  <a:gd name="connsiteY98" fmla="*/ 423 h 608697"/>
                  <a:gd name="connsiteX99" fmla="*/ 48690 w 551045"/>
                  <a:gd name="connsiteY99" fmla="*/ 66575 h 608697"/>
                  <a:gd name="connsiteX100" fmla="*/ 50822 w 551045"/>
                  <a:gd name="connsiteY100" fmla="*/ 83372 h 608697"/>
                  <a:gd name="connsiteX101" fmla="*/ 115073 w 551045"/>
                  <a:gd name="connsiteY101" fmla="*/ 133015 h 608697"/>
                  <a:gd name="connsiteX102" fmla="*/ 115361 w 551045"/>
                  <a:gd name="connsiteY102" fmla="*/ 133015 h 608697"/>
                  <a:gd name="connsiteX103" fmla="*/ 115649 w 551045"/>
                  <a:gd name="connsiteY103" fmla="*/ 133015 h 608697"/>
                  <a:gd name="connsiteX104" fmla="*/ 181917 w 551045"/>
                  <a:gd name="connsiteY104" fmla="*/ 66863 h 608697"/>
                  <a:gd name="connsiteX105" fmla="*/ 179785 w 551045"/>
                  <a:gd name="connsiteY105" fmla="*/ 50066 h 608697"/>
                  <a:gd name="connsiteX106" fmla="*/ 115534 w 551045"/>
                  <a:gd name="connsiteY106" fmla="*/ 423 h 608697"/>
                  <a:gd name="connsiteX107" fmla="*/ 115246 w 551045"/>
                  <a:gd name="connsiteY107" fmla="*/ 423 h 608697"/>
                  <a:gd name="connsiteX108" fmla="*/ 114958 w 551045"/>
                  <a:gd name="connsiteY108" fmla="*/ 423 h 608697"/>
                  <a:gd name="connsiteX109" fmla="*/ 114993 w 551045"/>
                  <a:gd name="connsiteY109" fmla="*/ 0 h 608697"/>
                  <a:gd name="connsiteX110" fmla="*/ 115281 w 551045"/>
                  <a:gd name="connsiteY110" fmla="*/ 0 h 608697"/>
                  <a:gd name="connsiteX111" fmla="*/ 115569 w 551045"/>
                  <a:gd name="connsiteY111" fmla="*/ 0 h 608697"/>
                  <a:gd name="connsiteX112" fmla="*/ 180152 w 551045"/>
                  <a:gd name="connsiteY112" fmla="*/ 49946 h 608697"/>
                  <a:gd name="connsiteX113" fmla="*/ 182341 w 551045"/>
                  <a:gd name="connsiteY113" fmla="*/ 66863 h 608697"/>
                  <a:gd name="connsiteX114" fmla="*/ 115685 w 551045"/>
                  <a:gd name="connsiteY114" fmla="*/ 133439 h 608697"/>
                  <a:gd name="connsiteX115" fmla="*/ 115397 w 551045"/>
                  <a:gd name="connsiteY115" fmla="*/ 133439 h 608697"/>
                  <a:gd name="connsiteX116" fmla="*/ 115109 w 551045"/>
                  <a:gd name="connsiteY116" fmla="*/ 133439 h 608697"/>
                  <a:gd name="connsiteX117" fmla="*/ 50526 w 551045"/>
                  <a:gd name="connsiteY117" fmla="*/ 83493 h 608697"/>
                  <a:gd name="connsiteX118" fmla="*/ 48337 w 551045"/>
                  <a:gd name="connsiteY118" fmla="*/ 66575 h 608697"/>
                  <a:gd name="connsiteX119" fmla="*/ 114993 w 551045"/>
                  <a:gd name="connsiteY119" fmla="*/ 0 h 608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551045" h="608697">
                    <a:moveTo>
                      <a:pt x="485820" y="430096"/>
                    </a:moveTo>
                    <a:cubicBezTo>
                      <a:pt x="520910" y="430096"/>
                      <a:pt x="549489" y="457699"/>
                      <a:pt x="550987" y="492317"/>
                    </a:cubicBezTo>
                    <a:cubicBezTo>
                      <a:pt x="550987" y="492375"/>
                      <a:pt x="551045" y="492432"/>
                      <a:pt x="551045" y="492490"/>
                    </a:cubicBezTo>
                    <a:cubicBezTo>
                      <a:pt x="551045" y="492950"/>
                      <a:pt x="551045" y="493353"/>
                      <a:pt x="550987" y="493813"/>
                    </a:cubicBezTo>
                    <a:cubicBezTo>
                      <a:pt x="551045" y="494273"/>
                      <a:pt x="551045" y="494733"/>
                      <a:pt x="551045" y="495193"/>
                    </a:cubicBezTo>
                    <a:cubicBezTo>
                      <a:pt x="551045" y="531134"/>
                      <a:pt x="521832" y="560289"/>
                      <a:pt x="485820" y="560289"/>
                    </a:cubicBezTo>
                    <a:cubicBezTo>
                      <a:pt x="454129" y="560289"/>
                      <a:pt x="427739" y="537747"/>
                      <a:pt x="421862" y="507902"/>
                    </a:cubicBezTo>
                    <a:cubicBezTo>
                      <a:pt x="420710" y="503474"/>
                      <a:pt x="420076" y="499046"/>
                      <a:pt x="420134" y="494560"/>
                    </a:cubicBezTo>
                    <a:cubicBezTo>
                      <a:pt x="420134" y="489385"/>
                      <a:pt x="421056" y="484152"/>
                      <a:pt x="422611" y="479034"/>
                    </a:cubicBezTo>
                    <a:cubicBezTo>
                      <a:pt x="429814" y="450913"/>
                      <a:pt x="455397" y="430096"/>
                      <a:pt x="485820" y="430096"/>
                    </a:cubicBezTo>
                    <a:close/>
                    <a:moveTo>
                      <a:pt x="485137" y="236253"/>
                    </a:moveTo>
                    <a:cubicBezTo>
                      <a:pt x="521537" y="236253"/>
                      <a:pt x="551045" y="265714"/>
                      <a:pt x="551045" y="302055"/>
                    </a:cubicBezTo>
                    <a:cubicBezTo>
                      <a:pt x="551045" y="338396"/>
                      <a:pt x="521537" y="367857"/>
                      <a:pt x="485137" y="367857"/>
                    </a:cubicBezTo>
                    <a:cubicBezTo>
                      <a:pt x="448737" y="367857"/>
                      <a:pt x="419229" y="338396"/>
                      <a:pt x="419229" y="302055"/>
                    </a:cubicBezTo>
                    <a:cubicBezTo>
                      <a:pt x="419229" y="265714"/>
                      <a:pt x="448737" y="236253"/>
                      <a:pt x="485137" y="236253"/>
                    </a:cubicBezTo>
                    <a:close/>
                    <a:moveTo>
                      <a:pt x="45513" y="160819"/>
                    </a:moveTo>
                    <a:lnTo>
                      <a:pt x="62048" y="160819"/>
                    </a:lnTo>
                    <a:lnTo>
                      <a:pt x="78583" y="243365"/>
                    </a:lnTo>
                    <a:lnTo>
                      <a:pt x="98228" y="243365"/>
                    </a:lnTo>
                    <a:lnTo>
                      <a:pt x="103356" y="187625"/>
                    </a:lnTo>
                    <a:cubicBezTo>
                      <a:pt x="103183" y="186647"/>
                      <a:pt x="102952" y="185612"/>
                      <a:pt x="102722" y="184634"/>
                    </a:cubicBezTo>
                    <a:cubicBezTo>
                      <a:pt x="100936" y="177386"/>
                      <a:pt x="97767" y="170483"/>
                      <a:pt x="94368" y="163293"/>
                    </a:cubicBezTo>
                    <a:cubicBezTo>
                      <a:pt x="94368" y="163293"/>
                      <a:pt x="93677" y="161855"/>
                      <a:pt x="93331" y="161107"/>
                    </a:cubicBezTo>
                    <a:lnTo>
                      <a:pt x="93389" y="161107"/>
                    </a:lnTo>
                    <a:cubicBezTo>
                      <a:pt x="93331" y="160992"/>
                      <a:pt x="93274" y="160877"/>
                      <a:pt x="93274" y="160819"/>
                    </a:cubicBezTo>
                    <a:lnTo>
                      <a:pt x="137347" y="160819"/>
                    </a:lnTo>
                    <a:cubicBezTo>
                      <a:pt x="137289" y="160877"/>
                      <a:pt x="137232" y="160992"/>
                      <a:pt x="137232" y="161107"/>
                    </a:cubicBezTo>
                    <a:lnTo>
                      <a:pt x="137404" y="161107"/>
                    </a:lnTo>
                    <a:cubicBezTo>
                      <a:pt x="137059" y="161855"/>
                      <a:pt x="136367" y="163293"/>
                      <a:pt x="136367" y="163293"/>
                    </a:cubicBezTo>
                    <a:cubicBezTo>
                      <a:pt x="132507" y="171576"/>
                      <a:pt x="128820" y="179514"/>
                      <a:pt x="127322" y="187913"/>
                    </a:cubicBezTo>
                    <a:lnTo>
                      <a:pt x="132450" y="243365"/>
                    </a:lnTo>
                    <a:lnTo>
                      <a:pt x="152038" y="243365"/>
                    </a:lnTo>
                    <a:lnTo>
                      <a:pt x="168630" y="160819"/>
                    </a:lnTo>
                    <a:lnTo>
                      <a:pt x="185165" y="160819"/>
                    </a:lnTo>
                    <a:cubicBezTo>
                      <a:pt x="210283" y="160819"/>
                      <a:pt x="230678" y="181125"/>
                      <a:pt x="230678" y="206263"/>
                    </a:cubicBezTo>
                    <a:lnTo>
                      <a:pt x="230678" y="338682"/>
                    </a:lnTo>
                    <a:cubicBezTo>
                      <a:pt x="230678" y="363820"/>
                      <a:pt x="210283" y="384125"/>
                      <a:pt x="185165" y="384125"/>
                    </a:cubicBezTo>
                    <a:lnTo>
                      <a:pt x="179346" y="384125"/>
                    </a:lnTo>
                    <a:lnTo>
                      <a:pt x="179346" y="576599"/>
                    </a:lnTo>
                    <a:cubicBezTo>
                      <a:pt x="179346" y="594316"/>
                      <a:pt x="165000" y="608697"/>
                      <a:pt x="147256" y="608697"/>
                    </a:cubicBezTo>
                    <a:cubicBezTo>
                      <a:pt x="130721" y="608697"/>
                      <a:pt x="117125" y="596215"/>
                      <a:pt x="115339" y="580223"/>
                    </a:cubicBezTo>
                    <a:cubicBezTo>
                      <a:pt x="113553" y="596215"/>
                      <a:pt x="99957" y="608697"/>
                      <a:pt x="83422" y="608697"/>
                    </a:cubicBezTo>
                    <a:cubicBezTo>
                      <a:pt x="65678" y="608697"/>
                      <a:pt x="51332" y="594316"/>
                      <a:pt x="51332" y="576599"/>
                    </a:cubicBezTo>
                    <a:lnTo>
                      <a:pt x="51332" y="384125"/>
                    </a:lnTo>
                    <a:lnTo>
                      <a:pt x="45513" y="384125"/>
                    </a:lnTo>
                    <a:cubicBezTo>
                      <a:pt x="20395" y="384125"/>
                      <a:pt x="0" y="363820"/>
                      <a:pt x="0" y="338682"/>
                    </a:cubicBezTo>
                    <a:lnTo>
                      <a:pt x="0" y="206263"/>
                    </a:lnTo>
                    <a:cubicBezTo>
                      <a:pt x="0" y="181125"/>
                      <a:pt x="20395" y="160819"/>
                      <a:pt x="45513" y="160819"/>
                    </a:cubicBezTo>
                    <a:close/>
                    <a:moveTo>
                      <a:pt x="400710" y="89618"/>
                    </a:moveTo>
                    <a:lnTo>
                      <a:pt x="400710" y="134086"/>
                    </a:lnTo>
                    <a:cubicBezTo>
                      <a:pt x="375702" y="134086"/>
                      <a:pt x="355362" y="154393"/>
                      <a:pt x="355362" y="179359"/>
                    </a:cubicBezTo>
                    <a:lnTo>
                      <a:pt x="355362" y="279857"/>
                    </a:lnTo>
                    <a:lnTo>
                      <a:pt x="401517" y="279857"/>
                    </a:lnTo>
                    <a:lnTo>
                      <a:pt x="401517" y="324325"/>
                    </a:lnTo>
                    <a:lnTo>
                      <a:pt x="355362" y="324325"/>
                    </a:lnTo>
                    <a:lnTo>
                      <a:pt x="355362" y="424823"/>
                    </a:lnTo>
                    <a:cubicBezTo>
                      <a:pt x="355362" y="449731"/>
                      <a:pt x="375702" y="470038"/>
                      <a:pt x="400710" y="470038"/>
                    </a:cubicBezTo>
                    <a:lnTo>
                      <a:pt x="400710" y="514563"/>
                    </a:lnTo>
                    <a:cubicBezTo>
                      <a:pt x="351155" y="514563"/>
                      <a:pt x="310820" y="474295"/>
                      <a:pt x="310820" y="424823"/>
                    </a:cubicBezTo>
                    <a:lnTo>
                      <a:pt x="310820" y="324325"/>
                    </a:lnTo>
                    <a:lnTo>
                      <a:pt x="270830" y="324325"/>
                    </a:lnTo>
                    <a:lnTo>
                      <a:pt x="270830" y="279857"/>
                    </a:lnTo>
                    <a:lnTo>
                      <a:pt x="310820" y="279857"/>
                    </a:lnTo>
                    <a:lnTo>
                      <a:pt x="310820" y="179359"/>
                    </a:lnTo>
                    <a:cubicBezTo>
                      <a:pt x="310820" y="129886"/>
                      <a:pt x="351155" y="89618"/>
                      <a:pt x="400710" y="89618"/>
                    </a:cubicBezTo>
                    <a:close/>
                    <a:moveTo>
                      <a:pt x="487441" y="44033"/>
                    </a:moveTo>
                    <a:cubicBezTo>
                      <a:pt x="487557" y="44090"/>
                      <a:pt x="487614" y="44090"/>
                      <a:pt x="487729" y="44148"/>
                    </a:cubicBezTo>
                    <a:cubicBezTo>
                      <a:pt x="521828" y="45471"/>
                      <a:pt x="549246" y="73030"/>
                      <a:pt x="550282" y="107206"/>
                    </a:cubicBezTo>
                    <a:cubicBezTo>
                      <a:pt x="550282" y="107436"/>
                      <a:pt x="550282" y="107667"/>
                      <a:pt x="550340" y="107897"/>
                    </a:cubicBezTo>
                    <a:cubicBezTo>
                      <a:pt x="550340" y="108184"/>
                      <a:pt x="550340" y="108472"/>
                      <a:pt x="550340" y="108760"/>
                    </a:cubicBezTo>
                    <a:cubicBezTo>
                      <a:pt x="550340" y="108875"/>
                      <a:pt x="550340" y="109047"/>
                      <a:pt x="550340" y="109220"/>
                    </a:cubicBezTo>
                    <a:cubicBezTo>
                      <a:pt x="550340" y="109393"/>
                      <a:pt x="550340" y="109508"/>
                      <a:pt x="550340" y="109680"/>
                    </a:cubicBezTo>
                    <a:cubicBezTo>
                      <a:pt x="550340" y="110371"/>
                      <a:pt x="550282" y="111119"/>
                      <a:pt x="550282" y="111867"/>
                    </a:cubicBezTo>
                    <a:cubicBezTo>
                      <a:pt x="550225" y="112384"/>
                      <a:pt x="550225" y="112902"/>
                      <a:pt x="550167" y="113420"/>
                    </a:cubicBezTo>
                    <a:cubicBezTo>
                      <a:pt x="550167" y="113593"/>
                      <a:pt x="550167" y="113765"/>
                      <a:pt x="550167" y="113938"/>
                    </a:cubicBezTo>
                    <a:cubicBezTo>
                      <a:pt x="547748" y="147653"/>
                      <a:pt x="519582" y="174349"/>
                      <a:pt x="485137" y="174349"/>
                    </a:cubicBezTo>
                    <a:cubicBezTo>
                      <a:pt x="484792" y="174349"/>
                      <a:pt x="484446" y="174292"/>
                      <a:pt x="484158" y="174292"/>
                    </a:cubicBezTo>
                    <a:cubicBezTo>
                      <a:pt x="478629" y="174579"/>
                      <a:pt x="473099" y="173716"/>
                      <a:pt x="467685" y="171933"/>
                    </a:cubicBezTo>
                    <a:cubicBezTo>
                      <a:pt x="440556" y="164396"/>
                      <a:pt x="420511" y="139828"/>
                      <a:pt x="419993" y="110428"/>
                    </a:cubicBezTo>
                    <a:cubicBezTo>
                      <a:pt x="419993" y="110313"/>
                      <a:pt x="419935" y="110198"/>
                      <a:pt x="419935" y="110083"/>
                    </a:cubicBezTo>
                    <a:cubicBezTo>
                      <a:pt x="419935" y="109910"/>
                      <a:pt x="419935" y="109795"/>
                      <a:pt x="419993" y="109680"/>
                    </a:cubicBezTo>
                    <a:cubicBezTo>
                      <a:pt x="419993" y="109508"/>
                      <a:pt x="419935" y="109335"/>
                      <a:pt x="419935" y="109220"/>
                    </a:cubicBezTo>
                    <a:cubicBezTo>
                      <a:pt x="419935" y="108990"/>
                      <a:pt x="419935" y="108760"/>
                      <a:pt x="419993" y="108530"/>
                    </a:cubicBezTo>
                    <a:cubicBezTo>
                      <a:pt x="419993" y="107839"/>
                      <a:pt x="419993" y="107206"/>
                      <a:pt x="419993" y="106516"/>
                    </a:cubicBezTo>
                    <a:cubicBezTo>
                      <a:pt x="421433" y="71822"/>
                      <a:pt x="450059" y="44090"/>
                      <a:pt x="485137" y="44090"/>
                    </a:cubicBezTo>
                    <a:cubicBezTo>
                      <a:pt x="485425" y="44090"/>
                      <a:pt x="485713" y="44090"/>
                      <a:pt x="486001" y="44090"/>
                    </a:cubicBezTo>
                    <a:cubicBezTo>
                      <a:pt x="486462" y="44090"/>
                      <a:pt x="486981" y="44033"/>
                      <a:pt x="487441" y="44033"/>
                    </a:cubicBezTo>
                    <a:close/>
                    <a:moveTo>
                      <a:pt x="114993" y="748"/>
                    </a:moveTo>
                    <a:lnTo>
                      <a:pt x="115281" y="748"/>
                    </a:lnTo>
                    <a:lnTo>
                      <a:pt x="115569" y="748"/>
                    </a:lnTo>
                    <a:cubicBezTo>
                      <a:pt x="145700" y="748"/>
                      <a:pt x="171913" y="21060"/>
                      <a:pt x="179403" y="50176"/>
                    </a:cubicBezTo>
                    <a:cubicBezTo>
                      <a:pt x="180843" y="55585"/>
                      <a:pt x="181534" y="61224"/>
                      <a:pt x="181534" y="66863"/>
                    </a:cubicBezTo>
                    <a:cubicBezTo>
                      <a:pt x="181534" y="103115"/>
                      <a:pt x="151980" y="132634"/>
                      <a:pt x="115685" y="132634"/>
                    </a:cubicBezTo>
                    <a:lnTo>
                      <a:pt x="115397" y="132634"/>
                    </a:lnTo>
                    <a:lnTo>
                      <a:pt x="115109" y="132634"/>
                    </a:lnTo>
                    <a:cubicBezTo>
                      <a:pt x="84978" y="132634"/>
                      <a:pt x="58765" y="112321"/>
                      <a:pt x="51275" y="83262"/>
                    </a:cubicBezTo>
                    <a:cubicBezTo>
                      <a:pt x="49835" y="77854"/>
                      <a:pt x="49144" y="72214"/>
                      <a:pt x="49144" y="66575"/>
                    </a:cubicBezTo>
                    <a:cubicBezTo>
                      <a:pt x="49144" y="30267"/>
                      <a:pt x="78698" y="748"/>
                      <a:pt x="114993" y="748"/>
                    </a:cubicBezTo>
                    <a:close/>
                    <a:moveTo>
                      <a:pt x="114958" y="423"/>
                    </a:moveTo>
                    <a:cubicBezTo>
                      <a:pt x="78366" y="423"/>
                      <a:pt x="48690" y="30047"/>
                      <a:pt x="48690" y="66575"/>
                    </a:cubicBezTo>
                    <a:cubicBezTo>
                      <a:pt x="48690" y="72385"/>
                      <a:pt x="49439" y="78022"/>
                      <a:pt x="50822" y="83372"/>
                    </a:cubicBezTo>
                    <a:cubicBezTo>
                      <a:pt x="58198" y="111904"/>
                      <a:pt x="84129" y="133015"/>
                      <a:pt x="115073" y="133015"/>
                    </a:cubicBezTo>
                    <a:cubicBezTo>
                      <a:pt x="115131" y="133015"/>
                      <a:pt x="115246" y="133015"/>
                      <a:pt x="115361" y="133015"/>
                    </a:cubicBezTo>
                    <a:cubicBezTo>
                      <a:pt x="115419" y="133015"/>
                      <a:pt x="115534" y="133015"/>
                      <a:pt x="115649" y="133015"/>
                    </a:cubicBezTo>
                    <a:cubicBezTo>
                      <a:pt x="152241" y="133015"/>
                      <a:pt x="181917" y="103391"/>
                      <a:pt x="181917" y="66863"/>
                    </a:cubicBezTo>
                    <a:cubicBezTo>
                      <a:pt x="181917" y="61053"/>
                      <a:pt x="181168" y="55415"/>
                      <a:pt x="179785" y="50066"/>
                    </a:cubicBezTo>
                    <a:cubicBezTo>
                      <a:pt x="172409" y="21534"/>
                      <a:pt x="146478" y="423"/>
                      <a:pt x="115534" y="423"/>
                    </a:cubicBezTo>
                    <a:cubicBezTo>
                      <a:pt x="115476" y="423"/>
                      <a:pt x="115361" y="423"/>
                      <a:pt x="115246" y="423"/>
                    </a:cubicBezTo>
                    <a:cubicBezTo>
                      <a:pt x="115188" y="423"/>
                      <a:pt x="115073" y="423"/>
                      <a:pt x="114958" y="423"/>
                    </a:cubicBezTo>
                    <a:close/>
                    <a:moveTo>
                      <a:pt x="114993" y="0"/>
                    </a:moveTo>
                    <a:lnTo>
                      <a:pt x="115281" y="0"/>
                    </a:lnTo>
                    <a:lnTo>
                      <a:pt x="115569" y="0"/>
                    </a:lnTo>
                    <a:cubicBezTo>
                      <a:pt x="146046" y="0"/>
                      <a:pt x="172605" y="20542"/>
                      <a:pt x="180152" y="49946"/>
                    </a:cubicBezTo>
                    <a:cubicBezTo>
                      <a:pt x="181592" y="55470"/>
                      <a:pt x="182341" y="61109"/>
                      <a:pt x="182341" y="66863"/>
                    </a:cubicBezTo>
                    <a:cubicBezTo>
                      <a:pt x="182341" y="103575"/>
                      <a:pt x="152441" y="133439"/>
                      <a:pt x="115685" y="133439"/>
                    </a:cubicBezTo>
                    <a:lnTo>
                      <a:pt x="115397" y="133439"/>
                    </a:lnTo>
                    <a:lnTo>
                      <a:pt x="115109" y="133439"/>
                    </a:lnTo>
                    <a:cubicBezTo>
                      <a:pt x="84632" y="133439"/>
                      <a:pt x="58073" y="112897"/>
                      <a:pt x="50526" y="83493"/>
                    </a:cubicBezTo>
                    <a:cubicBezTo>
                      <a:pt x="49086" y="77969"/>
                      <a:pt x="48337" y="72272"/>
                      <a:pt x="48337" y="66575"/>
                    </a:cubicBezTo>
                    <a:cubicBezTo>
                      <a:pt x="48337" y="29864"/>
                      <a:pt x="78237" y="0"/>
                      <a:pt x="114993" y="0"/>
                    </a:cubicBezTo>
                    <a:close/>
                  </a:path>
                </a:pathLst>
              </a:custGeom>
              <a:solidFill>
                <a:schemeClr val="bg1">
                  <a:lumMod val="65000"/>
                </a:schemeClr>
              </a:solidFill>
              <a:ln>
                <a:noFill/>
              </a:ln>
              <a:effec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i="1">
                  <a:cs typeface="+mn-ea"/>
                  <a:sym typeface="+mn-lt"/>
                </a:endParaRPr>
              </a:p>
            </p:txBody>
          </p:sp>
        </p:grpSp>
        <p:grpSp>
          <p:nvGrpSpPr>
            <p:cNvPr id="23" name="组合 22"/>
            <p:cNvGrpSpPr/>
            <p:nvPr/>
          </p:nvGrpSpPr>
          <p:grpSpPr>
            <a:xfrm>
              <a:off x="8239125" y="1637435"/>
              <a:ext cx="3279775" cy="908538"/>
              <a:chOff x="-342900" y="4659981"/>
              <a:chExt cx="2195910" cy="908538"/>
            </a:xfrm>
          </p:grpSpPr>
          <p:sp>
            <p:nvSpPr>
              <p:cNvPr id="36" name="矩形 35"/>
              <p:cNvSpPr/>
              <p:nvPr/>
            </p:nvSpPr>
            <p:spPr bwMode="auto">
              <a:xfrm>
                <a:off x="-342900" y="5011120"/>
                <a:ext cx="2195910" cy="557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p>
                <a:pPr>
                  <a:lnSpc>
                    <a:spcPct val="120000"/>
                  </a:lnSpc>
                  <a:spcBef>
                    <a:spcPct val="0"/>
                  </a:spcBef>
                </a:pPr>
                <a:r>
                  <a:rPr lang="zh-CN" altLang="en-US" sz="1100" dirty="0">
                    <a:cs typeface="+mn-ea"/>
                    <a:sym typeface="+mn-lt"/>
                  </a:rPr>
                  <a:t>教务、教师和学生</a:t>
                </a:r>
                <a:endParaRPr lang="en-US" altLang="zh-CN" sz="1100" dirty="0">
                  <a:cs typeface="+mn-ea"/>
                  <a:sym typeface="+mn-lt"/>
                </a:endParaRPr>
              </a:p>
            </p:txBody>
          </p:sp>
          <p:sp>
            <p:nvSpPr>
              <p:cNvPr id="37" name="文本框 36"/>
              <p:cNvSpPr txBox="1"/>
              <p:nvPr/>
            </p:nvSpPr>
            <p:spPr bwMode="auto">
              <a:xfrm>
                <a:off x="-342900" y="4659981"/>
                <a:ext cx="2195910" cy="351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lnSpcReduction="10000"/>
              </a:bodyPr>
              <a:lstStyle/>
              <a:p>
                <a:pPr eaLnBrk="1" hangingPunct="1">
                  <a:spcBef>
                    <a:spcPct val="0"/>
                  </a:spcBef>
                  <a:buFontTx/>
                  <a:buNone/>
                </a:pPr>
                <a:r>
                  <a:rPr lang="zh-CN" altLang="en-US" sz="1800" b="1" dirty="0">
                    <a:cs typeface="+mn-ea"/>
                    <a:sym typeface="+mn-lt"/>
                  </a:rPr>
                  <a:t>三种角色</a:t>
                </a:r>
              </a:p>
            </p:txBody>
          </p:sp>
        </p:grpSp>
        <p:sp>
          <p:nvSpPr>
            <p:cNvPr id="34" name="椭圆 33"/>
            <p:cNvSpPr/>
            <p:nvPr/>
          </p:nvSpPr>
          <p:spPr>
            <a:xfrm>
              <a:off x="6936460" y="3058448"/>
              <a:ext cx="1160205" cy="1160205"/>
            </a:xfrm>
            <a:prstGeom prst="ellipse">
              <a:avLst/>
            </a:prstGeom>
            <a:noFill/>
            <a:ln w="317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id-ID" sz="2400">
                <a:cs typeface="+mn-ea"/>
                <a:sym typeface="+mn-lt"/>
              </a:endParaRPr>
            </a:p>
          </p:txBody>
        </p:sp>
        <p:grpSp>
          <p:nvGrpSpPr>
            <p:cNvPr id="25" name="组合 24"/>
            <p:cNvGrpSpPr/>
            <p:nvPr/>
          </p:nvGrpSpPr>
          <p:grpSpPr>
            <a:xfrm>
              <a:off x="8239125" y="3184281"/>
              <a:ext cx="3279775" cy="908538"/>
              <a:chOff x="-342900" y="4659981"/>
              <a:chExt cx="2195910" cy="908538"/>
            </a:xfrm>
          </p:grpSpPr>
          <p:sp>
            <p:nvSpPr>
              <p:cNvPr id="32" name="矩形 31"/>
              <p:cNvSpPr/>
              <p:nvPr/>
            </p:nvSpPr>
            <p:spPr bwMode="auto">
              <a:xfrm>
                <a:off x="-342900" y="5011120"/>
                <a:ext cx="2195910" cy="557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p>
                <a:pPr>
                  <a:lnSpc>
                    <a:spcPct val="120000"/>
                  </a:lnSpc>
                  <a:spcBef>
                    <a:spcPct val="0"/>
                  </a:spcBef>
                </a:pPr>
                <a:r>
                  <a:rPr lang="zh-CN" altLang="en-US" sz="1100" dirty="0">
                    <a:cs typeface="+mn-ea"/>
                    <a:sym typeface="+mn-lt"/>
                  </a:rPr>
                  <a:t>信息管理、课程管理、选课管理和成绩管理</a:t>
                </a:r>
                <a:endParaRPr lang="en-US" altLang="zh-CN" sz="1100" dirty="0">
                  <a:cs typeface="+mn-ea"/>
                  <a:sym typeface="+mn-lt"/>
                </a:endParaRPr>
              </a:p>
            </p:txBody>
          </p:sp>
          <p:sp>
            <p:nvSpPr>
              <p:cNvPr id="33" name="文本框 32"/>
              <p:cNvSpPr txBox="1"/>
              <p:nvPr/>
            </p:nvSpPr>
            <p:spPr bwMode="auto">
              <a:xfrm>
                <a:off x="-342900" y="4659981"/>
                <a:ext cx="2195910" cy="351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lnSpcReduction="10000"/>
              </a:bodyPr>
              <a:lstStyle/>
              <a:p>
                <a:pPr eaLnBrk="1" hangingPunct="1">
                  <a:spcBef>
                    <a:spcPct val="0"/>
                  </a:spcBef>
                  <a:buFontTx/>
                  <a:buNone/>
                </a:pPr>
                <a:r>
                  <a:rPr lang="zh-CN" altLang="en-US" sz="1800" b="1" dirty="0">
                    <a:cs typeface="+mn-ea"/>
                    <a:sym typeface="+mn-lt"/>
                  </a:rPr>
                  <a:t>四大模块</a:t>
                </a:r>
              </a:p>
            </p:txBody>
          </p:sp>
        </p:grpSp>
        <p:sp>
          <p:nvSpPr>
            <p:cNvPr id="30" name="椭圆 29"/>
            <p:cNvSpPr/>
            <p:nvPr/>
          </p:nvSpPr>
          <p:spPr>
            <a:xfrm>
              <a:off x="6936460" y="4605293"/>
              <a:ext cx="1160205" cy="1160205"/>
            </a:xfrm>
            <a:prstGeom prst="ellipse">
              <a:avLst/>
            </a:prstGeom>
            <a:noFill/>
            <a:ln w="31750">
              <a:solidFill>
                <a:srgbClr val="124582"/>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id-ID" sz="2400">
                <a:cs typeface="+mn-ea"/>
                <a:sym typeface="+mn-lt"/>
              </a:endParaRPr>
            </a:p>
          </p:txBody>
        </p:sp>
        <p:grpSp>
          <p:nvGrpSpPr>
            <p:cNvPr id="27" name="组合 26"/>
            <p:cNvGrpSpPr/>
            <p:nvPr/>
          </p:nvGrpSpPr>
          <p:grpSpPr>
            <a:xfrm>
              <a:off x="8239125" y="4731126"/>
              <a:ext cx="3279775" cy="908538"/>
              <a:chOff x="-342900" y="4659981"/>
              <a:chExt cx="2195910" cy="908538"/>
            </a:xfrm>
          </p:grpSpPr>
          <p:sp>
            <p:nvSpPr>
              <p:cNvPr id="28" name="矩形 27"/>
              <p:cNvSpPr/>
              <p:nvPr/>
            </p:nvSpPr>
            <p:spPr bwMode="auto">
              <a:xfrm>
                <a:off x="-342900" y="5011120"/>
                <a:ext cx="2195910" cy="557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p>
                <a:pPr>
                  <a:lnSpc>
                    <a:spcPct val="120000"/>
                  </a:lnSpc>
                  <a:spcBef>
                    <a:spcPct val="0"/>
                  </a:spcBef>
                </a:pPr>
                <a:r>
                  <a:rPr lang="zh-CN" altLang="en-US" sz="1100" dirty="0"/>
                  <a:t>功能规范、用户界面规范、数据安全规范、性能规范和可维护性规范</a:t>
                </a:r>
                <a:endParaRPr lang="en-US" altLang="zh-CN" sz="1100" dirty="0">
                  <a:cs typeface="+mn-ea"/>
                  <a:sym typeface="+mn-lt"/>
                </a:endParaRPr>
              </a:p>
            </p:txBody>
          </p:sp>
          <p:sp>
            <p:nvSpPr>
              <p:cNvPr id="29" name="文本框 28"/>
              <p:cNvSpPr txBox="1"/>
              <p:nvPr/>
            </p:nvSpPr>
            <p:spPr bwMode="auto">
              <a:xfrm>
                <a:off x="-342900" y="4659981"/>
                <a:ext cx="2195910" cy="351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lnSpcReduction="10000"/>
              </a:bodyPr>
              <a:lstStyle/>
              <a:p>
                <a:pPr eaLnBrk="1" hangingPunct="1">
                  <a:spcBef>
                    <a:spcPct val="0"/>
                  </a:spcBef>
                  <a:buFontTx/>
                  <a:buNone/>
                </a:pPr>
                <a:r>
                  <a:rPr lang="zh-CN" altLang="en-US" sz="1800" b="1" dirty="0">
                    <a:cs typeface="+mn-ea"/>
                    <a:sym typeface="+mn-lt"/>
                  </a:rPr>
                  <a:t>五个规范</a:t>
                </a:r>
              </a:p>
            </p:txBody>
          </p:sp>
        </p:grpSp>
      </p:grpSp>
      <p:sp>
        <p:nvSpPr>
          <p:cNvPr id="6" name="任意多边形: 形状 5">
            <a:extLst>
              <a:ext uri="{FF2B5EF4-FFF2-40B4-BE49-F238E27FC236}">
                <a16:creationId xmlns:a16="http://schemas.microsoft.com/office/drawing/2014/main" id="{72AEB825-2F07-C856-7592-03D1998FFDB1}"/>
              </a:ext>
            </a:extLst>
          </p:cNvPr>
          <p:cNvSpPr/>
          <p:nvPr/>
        </p:nvSpPr>
        <p:spPr>
          <a:xfrm>
            <a:off x="7292405" y="3404485"/>
            <a:ext cx="452888" cy="468129"/>
          </a:xfrm>
          <a:custGeom>
            <a:avLst/>
            <a:gdLst>
              <a:gd name="T0" fmla="*/ 4800 w 12800"/>
              <a:gd name="T1" fmla="*/ 6000 h 12800"/>
              <a:gd name="T2" fmla="*/ 1200 w 12800"/>
              <a:gd name="T3" fmla="*/ 6000 h 12800"/>
              <a:gd name="T4" fmla="*/ 0 w 12800"/>
              <a:gd name="T5" fmla="*/ 4800 h 12800"/>
              <a:gd name="T6" fmla="*/ 0 w 12800"/>
              <a:gd name="T7" fmla="*/ 1200 h 12800"/>
              <a:gd name="T8" fmla="*/ 1200 w 12800"/>
              <a:gd name="T9" fmla="*/ 0 h 12800"/>
              <a:gd name="T10" fmla="*/ 4800 w 12800"/>
              <a:gd name="T11" fmla="*/ 0 h 12800"/>
              <a:gd name="T12" fmla="*/ 6000 w 12800"/>
              <a:gd name="T13" fmla="*/ 1200 h 12800"/>
              <a:gd name="T14" fmla="*/ 6000 w 12800"/>
              <a:gd name="T15" fmla="*/ 4800 h 12800"/>
              <a:gd name="T16" fmla="*/ 4800 w 12800"/>
              <a:gd name="T17" fmla="*/ 6000 h 12800"/>
              <a:gd name="T18" fmla="*/ 4800 w 12800"/>
              <a:gd name="T19" fmla="*/ 12800 h 12800"/>
              <a:gd name="T20" fmla="*/ 1200 w 12800"/>
              <a:gd name="T21" fmla="*/ 12800 h 12800"/>
              <a:gd name="T22" fmla="*/ 0 w 12800"/>
              <a:gd name="T23" fmla="*/ 11600 h 12800"/>
              <a:gd name="T24" fmla="*/ 0 w 12800"/>
              <a:gd name="T25" fmla="*/ 8000 h 12800"/>
              <a:gd name="T26" fmla="*/ 1200 w 12800"/>
              <a:gd name="T27" fmla="*/ 6800 h 12800"/>
              <a:gd name="T28" fmla="*/ 4800 w 12800"/>
              <a:gd name="T29" fmla="*/ 6800 h 12800"/>
              <a:gd name="T30" fmla="*/ 6000 w 12800"/>
              <a:gd name="T31" fmla="*/ 8000 h 12800"/>
              <a:gd name="T32" fmla="*/ 6000 w 12800"/>
              <a:gd name="T33" fmla="*/ 11520 h 12800"/>
              <a:gd name="T34" fmla="*/ 4800 w 12800"/>
              <a:gd name="T35" fmla="*/ 12800 h 12800"/>
              <a:gd name="T36" fmla="*/ 9840 w 12800"/>
              <a:gd name="T37" fmla="*/ 12800 h 12800"/>
              <a:gd name="T38" fmla="*/ 9840 w 12800"/>
              <a:gd name="T39" fmla="*/ 12800 h 12800"/>
              <a:gd name="T40" fmla="*/ 6800 w 12800"/>
              <a:gd name="T41" fmla="*/ 9840 h 12800"/>
              <a:gd name="T42" fmla="*/ 6800 w 12800"/>
              <a:gd name="T43" fmla="*/ 9840 h 12800"/>
              <a:gd name="T44" fmla="*/ 9760 w 12800"/>
              <a:gd name="T45" fmla="*/ 6880 h 12800"/>
              <a:gd name="T46" fmla="*/ 9760 w 12800"/>
              <a:gd name="T47" fmla="*/ 6880 h 12800"/>
              <a:gd name="T48" fmla="*/ 12720 w 12800"/>
              <a:gd name="T49" fmla="*/ 9840 h 12800"/>
              <a:gd name="T50" fmla="*/ 12720 w 12800"/>
              <a:gd name="T51" fmla="*/ 9840 h 12800"/>
              <a:gd name="T52" fmla="*/ 9840 w 12800"/>
              <a:gd name="T53" fmla="*/ 12800 h 12800"/>
              <a:gd name="T54" fmla="*/ 11600 w 12800"/>
              <a:gd name="T55" fmla="*/ 6000 h 12800"/>
              <a:gd name="T56" fmla="*/ 8000 w 12800"/>
              <a:gd name="T57" fmla="*/ 6000 h 12800"/>
              <a:gd name="T58" fmla="*/ 6800 w 12800"/>
              <a:gd name="T59" fmla="*/ 4800 h 12800"/>
              <a:gd name="T60" fmla="*/ 6800 w 12800"/>
              <a:gd name="T61" fmla="*/ 1200 h 12800"/>
              <a:gd name="T62" fmla="*/ 8000 w 12800"/>
              <a:gd name="T63" fmla="*/ 0 h 12800"/>
              <a:gd name="T64" fmla="*/ 11520 w 12800"/>
              <a:gd name="T65" fmla="*/ 0 h 12800"/>
              <a:gd name="T66" fmla="*/ 12800 w 12800"/>
              <a:gd name="T67" fmla="*/ 1200 h 12800"/>
              <a:gd name="T68" fmla="*/ 12800 w 12800"/>
              <a:gd name="T69" fmla="*/ 4800 h 12800"/>
              <a:gd name="T70" fmla="*/ 11600 w 12800"/>
              <a:gd name="T71" fmla="*/ 600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800" h="12800">
                <a:moveTo>
                  <a:pt x="4800" y="6000"/>
                </a:moveTo>
                <a:lnTo>
                  <a:pt x="1200" y="6000"/>
                </a:lnTo>
                <a:cubicBezTo>
                  <a:pt x="560" y="6000"/>
                  <a:pt x="0" y="5440"/>
                  <a:pt x="0" y="4800"/>
                </a:cubicBezTo>
                <a:lnTo>
                  <a:pt x="0" y="1200"/>
                </a:lnTo>
                <a:cubicBezTo>
                  <a:pt x="0" y="560"/>
                  <a:pt x="560" y="0"/>
                  <a:pt x="1200" y="0"/>
                </a:cubicBezTo>
                <a:lnTo>
                  <a:pt x="4800" y="0"/>
                </a:lnTo>
                <a:cubicBezTo>
                  <a:pt x="5440" y="0"/>
                  <a:pt x="6000" y="560"/>
                  <a:pt x="6000" y="1200"/>
                </a:cubicBezTo>
                <a:lnTo>
                  <a:pt x="6000" y="4800"/>
                </a:lnTo>
                <a:cubicBezTo>
                  <a:pt x="6000" y="5440"/>
                  <a:pt x="5440" y="6000"/>
                  <a:pt x="4800" y="6000"/>
                </a:cubicBezTo>
                <a:close/>
                <a:moveTo>
                  <a:pt x="4800" y="12800"/>
                </a:moveTo>
                <a:lnTo>
                  <a:pt x="1200" y="12800"/>
                </a:lnTo>
                <a:cubicBezTo>
                  <a:pt x="560" y="12800"/>
                  <a:pt x="0" y="12240"/>
                  <a:pt x="0" y="11600"/>
                </a:cubicBezTo>
                <a:lnTo>
                  <a:pt x="0" y="8000"/>
                </a:lnTo>
                <a:cubicBezTo>
                  <a:pt x="0" y="7360"/>
                  <a:pt x="560" y="6800"/>
                  <a:pt x="1200" y="6800"/>
                </a:cubicBezTo>
                <a:lnTo>
                  <a:pt x="4800" y="6800"/>
                </a:lnTo>
                <a:cubicBezTo>
                  <a:pt x="5440" y="6800"/>
                  <a:pt x="6000" y="7360"/>
                  <a:pt x="6000" y="8000"/>
                </a:cubicBezTo>
                <a:lnTo>
                  <a:pt x="6000" y="11520"/>
                </a:lnTo>
                <a:cubicBezTo>
                  <a:pt x="6000" y="12240"/>
                  <a:pt x="5440" y="12800"/>
                  <a:pt x="4800" y="12800"/>
                </a:cubicBezTo>
                <a:close/>
                <a:moveTo>
                  <a:pt x="9840" y="12800"/>
                </a:moveTo>
                <a:lnTo>
                  <a:pt x="9840" y="12800"/>
                </a:lnTo>
                <a:cubicBezTo>
                  <a:pt x="8160" y="12800"/>
                  <a:pt x="6800" y="11440"/>
                  <a:pt x="6800" y="9840"/>
                </a:cubicBezTo>
                <a:lnTo>
                  <a:pt x="6800" y="9840"/>
                </a:lnTo>
                <a:cubicBezTo>
                  <a:pt x="6800" y="8160"/>
                  <a:pt x="8160" y="6880"/>
                  <a:pt x="9760" y="6880"/>
                </a:cubicBezTo>
                <a:lnTo>
                  <a:pt x="9760" y="6880"/>
                </a:lnTo>
                <a:cubicBezTo>
                  <a:pt x="11440" y="6880"/>
                  <a:pt x="12720" y="8240"/>
                  <a:pt x="12720" y="9840"/>
                </a:cubicBezTo>
                <a:lnTo>
                  <a:pt x="12720" y="9840"/>
                </a:lnTo>
                <a:cubicBezTo>
                  <a:pt x="12800" y="11440"/>
                  <a:pt x="11440" y="12800"/>
                  <a:pt x="9840" y="12800"/>
                </a:cubicBezTo>
                <a:close/>
                <a:moveTo>
                  <a:pt x="11600" y="6000"/>
                </a:moveTo>
                <a:lnTo>
                  <a:pt x="8000" y="6000"/>
                </a:lnTo>
                <a:cubicBezTo>
                  <a:pt x="7360" y="6000"/>
                  <a:pt x="6800" y="5440"/>
                  <a:pt x="6800" y="4800"/>
                </a:cubicBezTo>
                <a:lnTo>
                  <a:pt x="6800" y="1200"/>
                </a:lnTo>
                <a:cubicBezTo>
                  <a:pt x="6800" y="560"/>
                  <a:pt x="7360" y="0"/>
                  <a:pt x="8000" y="0"/>
                </a:cubicBezTo>
                <a:lnTo>
                  <a:pt x="11520" y="0"/>
                </a:lnTo>
                <a:cubicBezTo>
                  <a:pt x="12240" y="0"/>
                  <a:pt x="12800" y="560"/>
                  <a:pt x="12800" y="1200"/>
                </a:cubicBezTo>
                <a:lnTo>
                  <a:pt x="12800" y="4800"/>
                </a:lnTo>
                <a:cubicBezTo>
                  <a:pt x="12800" y="5440"/>
                  <a:pt x="12240" y="6000"/>
                  <a:pt x="11600" y="600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任意多边形: 形状 6">
            <a:extLst>
              <a:ext uri="{FF2B5EF4-FFF2-40B4-BE49-F238E27FC236}">
                <a16:creationId xmlns:a16="http://schemas.microsoft.com/office/drawing/2014/main" id="{25C30808-D182-135F-C93C-E98BA100FA56}"/>
              </a:ext>
            </a:extLst>
          </p:cNvPr>
          <p:cNvSpPr/>
          <p:nvPr/>
        </p:nvSpPr>
        <p:spPr>
          <a:xfrm>
            <a:off x="7287829" y="4946468"/>
            <a:ext cx="457464" cy="479165"/>
          </a:xfrm>
          <a:custGeom>
            <a:avLst/>
            <a:gdLst>
              <a:gd name="T0" fmla="*/ 88862 h 440259"/>
              <a:gd name="T1" fmla="*/ 88862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88862 h 440259"/>
              <a:gd name="T19" fmla="*/ 88862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52" h="252">
                <a:moveTo>
                  <a:pt x="237" y="0"/>
                </a:moveTo>
                <a:lnTo>
                  <a:pt x="15" y="0"/>
                </a:lnTo>
                <a:cubicBezTo>
                  <a:pt x="7" y="0"/>
                  <a:pt x="0" y="7"/>
                  <a:pt x="0" y="15"/>
                </a:cubicBezTo>
                <a:lnTo>
                  <a:pt x="0" y="237"/>
                </a:lnTo>
                <a:cubicBezTo>
                  <a:pt x="0" y="245"/>
                  <a:pt x="7" y="252"/>
                  <a:pt x="15" y="252"/>
                </a:cubicBezTo>
                <a:lnTo>
                  <a:pt x="237" y="252"/>
                </a:lnTo>
                <a:cubicBezTo>
                  <a:pt x="245" y="252"/>
                  <a:pt x="252" y="245"/>
                  <a:pt x="252" y="237"/>
                </a:cubicBezTo>
                <a:lnTo>
                  <a:pt x="252" y="15"/>
                </a:lnTo>
                <a:cubicBezTo>
                  <a:pt x="252" y="7"/>
                  <a:pt x="245" y="0"/>
                  <a:pt x="237" y="0"/>
                </a:cubicBezTo>
                <a:close/>
                <a:moveTo>
                  <a:pt x="115" y="203"/>
                </a:moveTo>
                <a:cubicBezTo>
                  <a:pt x="95" y="203"/>
                  <a:pt x="79" y="199"/>
                  <a:pt x="70" y="194"/>
                </a:cubicBezTo>
                <a:lnTo>
                  <a:pt x="77" y="166"/>
                </a:lnTo>
                <a:cubicBezTo>
                  <a:pt x="84" y="169"/>
                  <a:pt x="99" y="174"/>
                  <a:pt x="113" y="174"/>
                </a:cubicBezTo>
                <a:cubicBezTo>
                  <a:pt x="129" y="174"/>
                  <a:pt x="145" y="167"/>
                  <a:pt x="145" y="150"/>
                </a:cubicBezTo>
                <a:cubicBezTo>
                  <a:pt x="145" y="133"/>
                  <a:pt x="132" y="123"/>
                  <a:pt x="100" y="123"/>
                </a:cubicBezTo>
                <a:cubicBezTo>
                  <a:pt x="91" y="123"/>
                  <a:pt x="85" y="124"/>
                  <a:pt x="78" y="125"/>
                </a:cubicBezTo>
                <a:lnTo>
                  <a:pt x="89" y="41"/>
                </a:lnTo>
                <a:lnTo>
                  <a:pt x="177" y="41"/>
                </a:lnTo>
                <a:lnTo>
                  <a:pt x="177" y="71"/>
                </a:lnTo>
                <a:lnTo>
                  <a:pt x="115" y="71"/>
                </a:lnTo>
                <a:lnTo>
                  <a:pt x="112" y="96"/>
                </a:lnTo>
                <a:cubicBezTo>
                  <a:pt x="115" y="96"/>
                  <a:pt x="118" y="96"/>
                  <a:pt x="122" y="96"/>
                </a:cubicBezTo>
                <a:cubicBezTo>
                  <a:pt x="137" y="96"/>
                  <a:pt x="153" y="99"/>
                  <a:pt x="164" y="107"/>
                </a:cubicBezTo>
                <a:cubicBezTo>
                  <a:pt x="176" y="115"/>
                  <a:pt x="183" y="128"/>
                  <a:pt x="183" y="147"/>
                </a:cubicBezTo>
                <a:cubicBezTo>
                  <a:pt x="183" y="177"/>
                  <a:pt x="158" y="203"/>
                  <a:pt x="115" y="203"/>
                </a:cubicBezTo>
                <a:close/>
              </a:path>
            </a:pathLst>
          </a:custGeom>
          <a:solidFill>
            <a:srgbClr val="1245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n-lt"/>
                <a:ea typeface="+mn-ea"/>
                <a:cs typeface="+mn-ea"/>
                <a:sym typeface="+mn-lt"/>
              </a:rPr>
              <a:t>用户需求</a:t>
            </a:r>
          </a:p>
        </p:txBody>
      </p:sp>
      <p:sp>
        <p:nvSpPr>
          <p:cNvPr id="3" name="页脚占位符 2"/>
          <p:cNvSpPr>
            <a:spLocks noGrp="1"/>
          </p:cNvSpPr>
          <p:nvPr>
            <p:ph type="ftr" sz="quarter" idx="11"/>
          </p:nvPr>
        </p:nvSpPr>
        <p:spPr/>
        <p:txBody>
          <a:bodyPr/>
          <a:lstStyle/>
          <a:p>
            <a:r>
              <a:rPr lang="zh-CN" altLang="en-US" dirty="0">
                <a:cs typeface="+mn-ea"/>
                <a:sym typeface="+mn-lt"/>
              </a:rPr>
              <a:t>课程管理系统</a:t>
            </a:r>
          </a:p>
        </p:txBody>
      </p:sp>
      <p:sp>
        <p:nvSpPr>
          <p:cNvPr id="4" name="灯片编号占位符 3"/>
          <p:cNvSpPr>
            <a:spLocks noGrp="1"/>
          </p:cNvSpPr>
          <p:nvPr>
            <p:ph type="sldNum" sz="quarter" idx="12"/>
          </p:nvPr>
        </p:nvSpPr>
        <p:spPr/>
        <p:txBody>
          <a:bodyPr/>
          <a:lstStyle/>
          <a:p>
            <a:fld id="{5DD3DB80-B894-403A-B48E-6FDC1A72010E}" type="slidenum">
              <a:rPr lang="zh-CN" altLang="en-US" b="1" smtClean="0">
                <a:solidFill>
                  <a:schemeClr val="tx1"/>
                </a:solidFill>
                <a:cs typeface="+mn-ea"/>
                <a:sym typeface="+mn-lt"/>
              </a:rPr>
              <a:t>7</a:t>
            </a:fld>
            <a:endParaRPr lang="zh-CN" altLang="en-US" b="1" dirty="0">
              <a:solidFill>
                <a:schemeClr val="tx1"/>
              </a:solidFill>
              <a:cs typeface="+mn-ea"/>
              <a:sym typeface="+mn-lt"/>
            </a:endParaRPr>
          </a:p>
        </p:txBody>
      </p:sp>
      <p:grpSp>
        <p:nvGrpSpPr>
          <p:cNvPr id="21" name="组合 20"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nvGrpSpPr>
        <p:grpSpPr>
          <a:xfrm>
            <a:off x="0" y="1320422"/>
            <a:ext cx="12192000" cy="4633508"/>
            <a:chOff x="0" y="1320422"/>
            <a:chExt cx="12192000" cy="4633508"/>
          </a:xfrm>
        </p:grpSpPr>
        <p:grpSp>
          <p:nvGrpSpPr>
            <p:cNvPr id="22" name="组合 21"/>
            <p:cNvGrpSpPr/>
            <p:nvPr/>
          </p:nvGrpSpPr>
          <p:grpSpPr>
            <a:xfrm>
              <a:off x="2799285" y="1320422"/>
              <a:ext cx="1865929" cy="2166327"/>
              <a:chOff x="2799285" y="1320422"/>
              <a:chExt cx="1865929" cy="2166327"/>
            </a:xfrm>
          </p:grpSpPr>
          <p:sp>
            <p:nvSpPr>
              <p:cNvPr id="61" name="任意多边形: 形状 60"/>
              <p:cNvSpPr/>
              <p:nvPr/>
            </p:nvSpPr>
            <p:spPr>
              <a:xfrm rot="5400000">
                <a:off x="2174153" y="1945554"/>
                <a:ext cx="2166327" cy="916064"/>
              </a:xfrm>
              <a:custGeom>
                <a:avLst/>
                <a:gdLst>
                  <a:gd name="connsiteX0" fmla="*/ 0 w 2166327"/>
                  <a:gd name="connsiteY0" fmla="*/ 0 h 916064"/>
                  <a:gd name="connsiteX1" fmla="*/ 2166327 w 2166327"/>
                  <a:gd name="connsiteY1" fmla="*/ 0 h 916064"/>
                  <a:gd name="connsiteX2" fmla="*/ 2159127 w 2166327"/>
                  <a:gd name="connsiteY2" fmla="*/ 12497 h 916064"/>
                  <a:gd name="connsiteX3" fmla="*/ 2166326 w 2166327"/>
                  <a:gd name="connsiteY3" fmla="*/ 12497 h 916064"/>
                  <a:gd name="connsiteX4" fmla="*/ 1714542 w 2166327"/>
                  <a:gd name="connsiteY4" fmla="*/ 916064 h 916064"/>
                  <a:gd name="connsiteX5" fmla="*/ 451785 w 2166327"/>
                  <a:gd name="connsiteY5" fmla="*/ 916064 h 916064"/>
                  <a:gd name="connsiteX6" fmla="*/ 2 w 2166327"/>
                  <a:gd name="connsiteY6" fmla="*/ 12497 h 916064"/>
                  <a:gd name="connsiteX7" fmla="*/ 7200 w 2166327"/>
                  <a:gd name="connsiteY7" fmla="*/ 12497 h 916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66327" h="916064">
                    <a:moveTo>
                      <a:pt x="0" y="0"/>
                    </a:moveTo>
                    <a:lnTo>
                      <a:pt x="2166327" y="0"/>
                    </a:lnTo>
                    <a:lnTo>
                      <a:pt x="2159127" y="12497"/>
                    </a:lnTo>
                    <a:lnTo>
                      <a:pt x="2166326" y="12497"/>
                    </a:lnTo>
                    <a:lnTo>
                      <a:pt x="1714542" y="916064"/>
                    </a:lnTo>
                    <a:lnTo>
                      <a:pt x="451785" y="916064"/>
                    </a:lnTo>
                    <a:lnTo>
                      <a:pt x="2" y="12497"/>
                    </a:lnTo>
                    <a:lnTo>
                      <a:pt x="7200" y="12497"/>
                    </a:lnTo>
                    <a:close/>
                  </a:path>
                </a:pathLst>
              </a:custGeom>
              <a:solidFill>
                <a:schemeClr val="bg1">
                  <a:lumMod val="85000"/>
                </a:schemeClr>
              </a:solidFill>
              <a:ln w="635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id-ID">
                  <a:cs typeface="+mn-ea"/>
                  <a:sym typeface="+mn-lt"/>
                </a:endParaRPr>
              </a:p>
            </p:txBody>
          </p:sp>
          <p:sp>
            <p:nvSpPr>
              <p:cNvPr id="62" name="任意多边形: 形状 61"/>
              <p:cNvSpPr/>
              <p:nvPr/>
            </p:nvSpPr>
            <p:spPr>
              <a:xfrm rot="5400000">
                <a:off x="3130269" y="1951803"/>
                <a:ext cx="2166323" cy="903566"/>
              </a:xfrm>
              <a:custGeom>
                <a:avLst/>
                <a:gdLst>
                  <a:gd name="connsiteX0" fmla="*/ 1419283 w 2166323"/>
                  <a:gd name="connsiteY0" fmla="*/ 178156 h 903566"/>
                  <a:gd name="connsiteX1" fmla="*/ 1419283 w 2166323"/>
                  <a:gd name="connsiteY1" fmla="*/ 0 h 903566"/>
                  <a:gd name="connsiteX2" fmla="*/ 1714541 w 2166323"/>
                  <a:gd name="connsiteY2" fmla="*/ 0 h 903566"/>
                  <a:gd name="connsiteX3" fmla="*/ 2166323 w 2166323"/>
                  <a:gd name="connsiteY3" fmla="*/ 903566 h 903566"/>
                  <a:gd name="connsiteX4" fmla="*/ 1957743 w 2166323"/>
                  <a:gd name="connsiteY4" fmla="*/ 903566 h 903566"/>
                  <a:gd name="connsiteX5" fmla="*/ 1595038 w 2166323"/>
                  <a:gd name="connsiteY5" fmla="*/ 178156 h 903566"/>
                  <a:gd name="connsiteX6" fmla="*/ 0 w 2166323"/>
                  <a:gd name="connsiteY6" fmla="*/ 903566 h 903566"/>
                  <a:gd name="connsiteX7" fmla="*/ 451784 w 2166323"/>
                  <a:gd name="connsiteY7" fmla="*/ 0 h 903566"/>
                  <a:gd name="connsiteX8" fmla="*/ 883730 w 2166323"/>
                  <a:gd name="connsiteY8" fmla="*/ 0 h 903566"/>
                  <a:gd name="connsiteX9" fmla="*/ 883730 w 2166323"/>
                  <a:gd name="connsiteY9" fmla="*/ 178156 h 903566"/>
                  <a:gd name="connsiteX10" fmla="*/ 571289 w 2166323"/>
                  <a:gd name="connsiteY10" fmla="*/ 178156 h 903566"/>
                  <a:gd name="connsiteX11" fmla="*/ 208584 w 2166323"/>
                  <a:gd name="connsiteY11" fmla="*/ 903566 h 903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66323" h="903566">
                    <a:moveTo>
                      <a:pt x="1419283" y="178156"/>
                    </a:moveTo>
                    <a:lnTo>
                      <a:pt x="1419283" y="0"/>
                    </a:lnTo>
                    <a:lnTo>
                      <a:pt x="1714541" y="0"/>
                    </a:lnTo>
                    <a:lnTo>
                      <a:pt x="2166323" y="903566"/>
                    </a:lnTo>
                    <a:lnTo>
                      <a:pt x="1957743" y="903566"/>
                    </a:lnTo>
                    <a:lnTo>
                      <a:pt x="1595038" y="178156"/>
                    </a:lnTo>
                    <a:close/>
                    <a:moveTo>
                      <a:pt x="0" y="903566"/>
                    </a:moveTo>
                    <a:lnTo>
                      <a:pt x="451784" y="0"/>
                    </a:lnTo>
                    <a:lnTo>
                      <a:pt x="883730" y="0"/>
                    </a:lnTo>
                    <a:lnTo>
                      <a:pt x="883730" y="178156"/>
                    </a:lnTo>
                    <a:lnTo>
                      <a:pt x="571289" y="178156"/>
                    </a:lnTo>
                    <a:lnTo>
                      <a:pt x="208584" y="903566"/>
                    </a:lnTo>
                    <a:close/>
                  </a:path>
                </a:pathLst>
              </a:custGeom>
              <a:solidFill>
                <a:schemeClr val="bg1">
                  <a:lumMod val="85000"/>
                </a:schemeClr>
              </a:solidFill>
              <a:ln w="635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id-ID">
                  <a:cs typeface="+mn-ea"/>
                  <a:sym typeface="+mn-lt"/>
                </a:endParaRPr>
              </a:p>
            </p:txBody>
          </p:sp>
        </p:grpSp>
        <p:sp>
          <p:nvSpPr>
            <p:cNvPr id="23" name="矩形 22"/>
            <p:cNvSpPr/>
            <p:nvPr/>
          </p:nvSpPr>
          <p:spPr>
            <a:xfrm>
              <a:off x="0" y="2288406"/>
              <a:ext cx="2799285" cy="23035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62500" lnSpcReduction="20000"/>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en-US">
                <a:cs typeface="+mn-ea"/>
                <a:sym typeface="+mn-lt"/>
              </a:endParaRPr>
            </a:p>
          </p:txBody>
        </p:sp>
        <p:sp>
          <p:nvSpPr>
            <p:cNvPr id="24" name="矩形 23"/>
            <p:cNvSpPr/>
            <p:nvPr/>
          </p:nvSpPr>
          <p:spPr>
            <a:xfrm>
              <a:off x="5839485" y="2290382"/>
              <a:ext cx="6352515" cy="22640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62500" lnSpcReduction="20000"/>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en-US">
                <a:cs typeface="+mn-ea"/>
                <a:sym typeface="+mn-lt"/>
              </a:endParaRPr>
            </a:p>
          </p:txBody>
        </p:sp>
        <p:sp>
          <p:nvSpPr>
            <p:cNvPr id="25" name="文本框 24"/>
            <p:cNvSpPr txBox="1"/>
            <p:nvPr/>
          </p:nvSpPr>
          <p:spPr bwMode="auto">
            <a:xfrm>
              <a:off x="4443787" y="2207453"/>
              <a:ext cx="130535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buFontTx/>
                <a:buNone/>
              </a:pPr>
              <a:r>
                <a:rPr lang="zh-CN" altLang="en-US" sz="2000" b="1" dirty="0">
                  <a:cs typeface="+mn-ea"/>
                  <a:sym typeface="+mn-lt"/>
                </a:rPr>
                <a:t>三种角色</a:t>
              </a:r>
              <a:endParaRPr lang="en-US" altLang="zh-CN" sz="2000" b="1" dirty="0">
                <a:cs typeface="+mn-ea"/>
                <a:sym typeface="+mn-lt"/>
              </a:endParaRPr>
            </a:p>
          </p:txBody>
        </p:sp>
        <p:grpSp>
          <p:nvGrpSpPr>
            <p:cNvPr id="26" name="组合 25"/>
            <p:cNvGrpSpPr/>
            <p:nvPr/>
          </p:nvGrpSpPr>
          <p:grpSpPr>
            <a:xfrm>
              <a:off x="6985770" y="5218510"/>
              <a:ext cx="4533129" cy="735420"/>
              <a:chOff x="6987359" y="5381472"/>
              <a:chExt cx="4533129" cy="735420"/>
            </a:xfrm>
          </p:grpSpPr>
          <p:sp>
            <p:nvSpPr>
              <p:cNvPr id="58" name="矩形 57"/>
              <p:cNvSpPr/>
              <p:nvPr/>
            </p:nvSpPr>
            <p:spPr bwMode="auto">
              <a:xfrm>
                <a:off x="6987359" y="5381472"/>
                <a:ext cx="4533126" cy="3677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nSpc>
                    <a:spcPct val="120000"/>
                  </a:lnSpc>
                  <a:buFont typeface="Arial" panose="020B0604020202020204" pitchFamily="34" charset="0"/>
                  <a:buChar char="•"/>
                </a:pPr>
                <a:r>
                  <a:rPr lang="zh-CN" altLang="en-US" sz="1100" dirty="0"/>
                  <a:t>学生是系统的最终用户，来查看课程信息、选课和查看成绩。</a:t>
                </a:r>
                <a:endParaRPr lang="en-US" altLang="zh-CN" sz="1100" dirty="0">
                  <a:cs typeface="+mn-ea"/>
                  <a:sym typeface="+mn-lt"/>
                </a:endParaRPr>
              </a:p>
            </p:txBody>
          </p:sp>
          <p:sp>
            <p:nvSpPr>
              <p:cNvPr id="59" name="矩形 58"/>
              <p:cNvSpPr/>
              <p:nvPr/>
            </p:nvSpPr>
            <p:spPr bwMode="auto">
              <a:xfrm>
                <a:off x="6987359" y="5749182"/>
                <a:ext cx="4533129" cy="3677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nSpc>
                    <a:spcPct val="120000"/>
                  </a:lnSpc>
                  <a:buFont typeface="Arial" panose="020B0604020202020204" pitchFamily="34" charset="0"/>
                  <a:buChar char="•"/>
                </a:pPr>
                <a:r>
                  <a:rPr lang="zh-CN" altLang="en-US" sz="1100" dirty="0">
                    <a:cs typeface="+mn-ea"/>
                    <a:sym typeface="+mn-lt"/>
                  </a:rPr>
                  <a:t>个人信息管理、</a:t>
                </a:r>
                <a:r>
                  <a:rPr lang="zh-CN" altLang="en-US" sz="1100" dirty="0"/>
                  <a:t>选课功能、课表查询、成绩查看、可视化分析</a:t>
                </a:r>
                <a:r>
                  <a:rPr lang="en-US" altLang="zh-CN" sz="1100" b="1" dirty="0"/>
                  <a:t>……</a:t>
                </a:r>
                <a:endParaRPr lang="en-US" altLang="zh-CN" sz="1100" b="1" dirty="0">
                  <a:cs typeface="+mn-ea"/>
                  <a:sym typeface="+mn-lt"/>
                </a:endParaRPr>
              </a:p>
            </p:txBody>
          </p:sp>
          <p:cxnSp>
            <p:nvCxnSpPr>
              <p:cNvPr id="60" name="直接连接符 59"/>
              <p:cNvCxnSpPr>
                <a:cxnSpLocks/>
              </p:cNvCxnSpPr>
              <p:nvPr/>
            </p:nvCxnSpPr>
            <p:spPr>
              <a:xfrm>
                <a:off x="7088860" y="5749182"/>
                <a:ext cx="4431625"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grpSp>
          <p:nvGrpSpPr>
            <p:cNvPr id="27" name="组合 26"/>
            <p:cNvGrpSpPr/>
            <p:nvPr/>
          </p:nvGrpSpPr>
          <p:grpSpPr>
            <a:xfrm>
              <a:off x="6985770" y="3123462"/>
              <a:ext cx="4533129" cy="753266"/>
              <a:chOff x="6987359" y="3614703"/>
              <a:chExt cx="4533129" cy="753266"/>
            </a:xfrm>
          </p:grpSpPr>
          <p:sp>
            <p:nvSpPr>
              <p:cNvPr id="55" name="矩形 54"/>
              <p:cNvSpPr/>
              <p:nvPr/>
            </p:nvSpPr>
            <p:spPr bwMode="auto">
              <a:xfrm>
                <a:off x="6987359" y="4000259"/>
                <a:ext cx="4533129" cy="3677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nSpc>
                    <a:spcPct val="120000"/>
                  </a:lnSpc>
                  <a:buFont typeface="Arial" panose="020B0604020202020204" pitchFamily="34" charset="0"/>
                  <a:buChar char="•"/>
                </a:pPr>
                <a:r>
                  <a:rPr lang="zh-CN" altLang="en-US" sz="1100" dirty="0"/>
                  <a:t>系统设置、用户管理、课程管理、成绩管理、数据统计和分析</a:t>
                </a:r>
                <a:r>
                  <a:rPr lang="en-US" altLang="zh-CN" sz="1100" b="1" dirty="0">
                    <a:cs typeface="+mn-ea"/>
                    <a:sym typeface="+mn-lt"/>
                  </a:rPr>
                  <a:t>……</a:t>
                </a:r>
              </a:p>
            </p:txBody>
          </p:sp>
          <p:sp>
            <p:nvSpPr>
              <p:cNvPr id="56" name="矩形 55"/>
              <p:cNvSpPr/>
              <p:nvPr/>
            </p:nvSpPr>
            <p:spPr bwMode="auto">
              <a:xfrm>
                <a:off x="6987359" y="3614703"/>
                <a:ext cx="4533129" cy="3677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nSpc>
                    <a:spcPct val="120000"/>
                  </a:lnSpc>
                  <a:buFont typeface="Arial" panose="020B0604020202020204" pitchFamily="34" charset="0"/>
                  <a:buChar char="•"/>
                </a:pPr>
                <a:r>
                  <a:rPr lang="zh-CN" altLang="en-US" sz="1100" dirty="0"/>
                  <a:t>教务是系统的管理员，负责整个课程管理系统的运行和管理。</a:t>
                </a:r>
                <a:endParaRPr lang="en-US" altLang="zh-CN" sz="1100" dirty="0">
                  <a:cs typeface="+mn-ea"/>
                  <a:sym typeface="+mn-lt"/>
                </a:endParaRPr>
              </a:p>
            </p:txBody>
          </p:sp>
          <p:cxnSp>
            <p:nvCxnSpPr>
              <p:cNvPr id="57" name="直接连接符 56"/>
              <p:cNvCxnSpPr/>
              <p:nvPr/>
            </p:nvCxnSpPr>
            <p:spPr>
              <a:xfrm>
                <a:off x="7088860" y="3991336"/>
                <a:ext cx="4431625"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grpSp>
          <p:nvGrpSpPr>
            <p:cNvPr id="28" name="组合 27"/>
            <p:cNvGrpSpPr/>
            <p:nvPr/>
          </p:nvGrpSpPr>
          <p:grpSpPr>
            <a:xfrm>
              <a:off x="6985770" y="4179909"/>
              <a:ext cx="4539294" cy="724285"/>
              <a:chOff x="6987359" y="4515933"/>
              <a:chExt cx="4539294" cy="724285"/>
            </a:xfrm>
          </p:grpSpPr>
          <p:sp>
            <p:nvSpPr>
              <p:cNvPr id="36" name="矩形 35"/>
              <p:cNvSpPr/>
              <p:nvPr/>
            </p:nvSpPr>
            <p:spPr bwMode="auto">
              <a:xfrm>
                <a:off x="6993524" y="4872508"/>
                <a:ext cx="4533129" cy="3677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nSpc>
                    <a:spcPct val="120000"/>
                  </a:lnSpc>
                  <a:buFont typeface="Arial" panose="020B0604020202020204" pitchFamily="34" charset="0"/>
                  <a:buChar char="•"/>
                </a:pPr>
                <a:r>
                  <a:rPr lang="zh-CN" altLang="en-US" sz="1100" dirty="0"/>
                  <a:t>个人信息管理、学生管理、课表查询、成绩录入、成绩分析</a:t>
                </a:r>
                <a:r>
                  <a:rPr lang="en-US" altLang="zh-CN" sz="1100" b="1" dirty="0"/>
                  <a:t>……</a:t>
                </a:r>
                <a:endParaRPr lang="en-US" altLang="zh-CN" sz="1100" b="1" dirty="0">
                  <a:cs typeface="+mn-ea"/>
                  <a:sym typeface="+mn-lt"/>
                </a:endParaRPr>
              </a:p>
            </p:txBody>
          </p:sp>
          <p:sp>
            <p:nvSpPr>
              <p:cNvPr id="37" name="矩形 36"/>
              <p:cNvSpPr/>
              <p:nvPr/>
            </p:nvSpPr>
            <p:spPr bwMode="auto">
              <a:xfrm>
                <a:off x="6987359" y="4515933"/>
                <a:ext cx="4533129" cy="3677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nSpc>
                    <a:spcPct val="120000"/>
                  </a:lnSpc>
                  <a:buFont typeface="Arial" panose="020B0604020202020204" pitchFamily="34" charset="0"/>
                  <a:buChar char="•"/>
                </a:pPr>
                <a:r>
                  <a:rPr lang="zh-CN" altLang="en-US" sz="1100" dirty="0"/>
                  <a:t>教师是系统中的教学人员，负责具体的课程教学和管理。</a:t>
                </a:r>
                <a:endParaRPr lang="en-US" altLang="zh-CN" sz="1100" dirty="0">
                  <a:cs typeface="+mn-ea"/>
                  <a:sym typeface="+mn-lt"/>
                </a:endParaRPr>
              </a:p>
            </p:txBody>
          </p:sp>
          <p:cxnSp>
            <p:nvCxnSpPr>
              <p:cNvPr id="54" name="直接连接符 53"/>
              <p:cNvCxnSpPr/>
              <p:nvPr/>
            </p:nvCxnSpPr>
            <p:spPr>
              <a:xfrm>
                <a:off x="7088860" y="4883643"/>
                <a:ext cx="4431625"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sp>
          <p:nvSpPr>
            <p:cNvPr id="29" name="文本框 28"/>
            <p:cNvSpPr txBox="1"/>
            <p:nvPr/>
          </p:nvSpPr>
          <p:spPr bwMode="auto">
            <a:xfrm>
              <a:off x="5013927" y="3262066"/>
              <a:ext cx="52770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buFontTx/>
                <a:buNone/>
              </a:pPr>
              <a:r>
                <a:rPr lang="en-US" altLang="zh-CN" sz="2400" b="1" dirty="0">
                  <a:solidFill>
                    <a:schemeClr val="accent1"/>
                  </a:solidFill>
                  <a:cs typeface="+mn-ea"/>
                  <a:sym typeface="+mn-lt"/>
                </a:rPr>
                <a:t>01</a:t>
              </a:r>
            </a:p>
          </p:txBody>
        </p:sp>
        <p:sp>
          <p:nvSpPr>
            <p:cNvPr id="30" name="文本框 29"/>
            <p:cNvSpPr txBox="1"/>
            <p:nvPr/>
          </p:nvSpPr>
          <p:spPr bwMode="auto">
            <a:xfrm>
              <a:off x="5013927" y="4305129"/>
              <a:ext cx="52770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buFontTx/>
                <a:buNone/>
              </a:pPr>
              <a:r>
                <a:rPr lang="en-US" altLang="zh-CN" sz="2400" b="1" dirty="0">
                  <a:solidFill>
                    <a:schemeClr val="accent1"/>
                  </a:solidFill>
                  <a:cs typeface="+mn-ea"/>
                  <a:sym typeface="+mn-lt"/>
                </a:rPr>
                <a:t>02</a:t>
              </a:r>
            </a:p>
          </p:txBody>
        </p:sp>
        <p:sp>
          <p:nvSpPr>
            <p:cNvPr id="31" name="文本框 30"/>
            <p:cNvSpPr txBox="1"/>
            <p:nvPr/>
          </p:nvSpPr>
          <p:spPr bwMode="auto">
            <a:xfrm>
              <a:off x="5013927" y="5348191"/>
              <a:ext cx="52770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buFontTx/>
                <a:buNone/>
              </a:pPr>
              <a:r>
                <a:rPr lang="en-US" altLang="zh-CN" sz="2400" b="1" dirty="0">
                  <a:solidFill>
                    <a:schemeClr val="accent1"/>
                  </a:solidFill>
                  <a:cs typeface="+mn-ea"/>
                  <a:sym typeface="+mn-lt"/>
                </a:rPr>
                <a:t>03</a:t>
              </a:r>
            </a:p>
          </p:txBody>
        </p:sp>
        <p:sp>
          <p:nvSpPr>
            <p:cNvPr id="32" name="任意多边形: 形状 31"/>
            <p:cNvSpPr/>
            <p:nvPr/>
          </p:nvSpPr>
          <p:spPr>
            <a:xfrm>
              <a:off x="3070580" y="2199774"/>
              <a:ext cx="373472" cy="407624"/>
            </a:xfrm>
            <a:custGeom>
              <a:avLst/>
              <a:gdLst>
                <a:gd name="connsiteX0" fmla="*/ 243589 w 557114"/>
                <a:gd name="connsiteY0" fmla="*/ 355438 h 608062"/>
                <a:gd name="connsiteX1" fmla="*/ 277656 w 557114"/>
                <a:gd name="connsiteY1" fmla="*/ 355438 h 608062"/>
                <a:gd name="connsiteX2" fmla="*/ 277940 w 557114"/>
                <a:gd name="connsiteY2" fmla="*/ 355438 h 608062"/>
                <a:gd name="connsiteX3" fmla="*/ 278604 w 557114"/>
                <a:gd name="connsiteY3" fmla="*/ 355438 h 608062"/>
                <a:gd name="connsiteX4" fmla="*/ 279174 w 557114"/>
                <a:gd name="connsiteY4" fmla="*/ 355438 h 608062"/>
                <a:gd name="connsiteX5" fmla="*/ 279458 w 557114"/>
                <a:gd name="connsiteY5" fmla="*/ 355438 h 608062"/>
                <a:gd name="connsiteX6" fmla="*/ 279553 w 557114"/>
                <a:gd name="connsiteY6" fmla="*/ 355438 h 608062"/>
                <a:gd name="connsiteX7" fmla="*/ 313620 w 557114"/>
                <a:gd name="connsiteY7" fmla="*/ 355438 h 608062"/>
                <a:gd name="connsiteX8" fmla="*/ 324438 w 557114"/>
                <a:gd name="connsiteY8" fmla="*/ 375432 h 608062"/>
                <a:gd name="connsiteX9" fmla="*/ 298152 w 557114"/>
                <a:gd name="connsiteY9" fmla="*/ 430202 h 608062"/>
                <a:gd name="connsiteX10" fmla="*/ 301948 w 557114"/>
                <a:gd name="connsiteY10" fmla="*/ 510272 h 608062"/>
                <a:gd name="connsiteX11" fmla="*/ 356891 w 557114"/>
                <a:gd name="connsiteY11" fmla="*/ 389172 h 608062"/>
                <a:gd name="connsiteX12" fmla="*/ 356986 w 557114"/>
                <a:gd name="connsiteY12" fmla="*/ 389172 h 608062"/>
                <a:gd name="connsiteX13" fmla="*/ 376628 w 557114"/>
                <a:gd name="connsiteY13" fmla="*/ 375337 h 608062"/>
                <a:gd name="connsiteX14" fmla="*/ 383556 w 557114"/>
                <a:gd name="connsiteY14" fmla="*/ 376474 h 608062"/>
                <a:gd name="connsiteX15" fmla="*/ 383745 w 557114"/>
                <a:gd name="connsiteY15" fmla="*/ 376569 h 608062"/>
                <a:gd name="connsiteX16" fmla="*/ 518588 w 557114"/>
                <a:gd name="connsiteY16" fmla="*/ 438920 h 608062"/>
                <a:gd name="connsiteX17" fmla="*/ 557114 w 557114"/>
                <a:gd name="connsiteY17" fmla="*/ 482224 h 608062"/>
                <a:gd name="connsiteX18" fmla="*/ 557114 w 557114"/>
                <a:gd name="connsiteY18" fmla="*/ 608062 h 608062"/>
                <a:gd name="connsiteX19" fmla="*/ 279743 w 557114"/>
                <a:gd name="connsiteY19" fmla="*/ 608062 h 608062"/>
                <a:gd name="connsiteX20" fmla="*/ 279458 w 557114"/>
                <a:gd name="connsiteY20" fmla="*/ 608062 h 608062"/>
                <a:gd name="connsiteX21" fmla="*/ 279364 w 557114"/>
                <a:gd name="connsiteY21" fmla="*/ 608062 h 608062"/>
                <a:gd name="connsiteX22" fmla="*/ 279174 w 557114"/>
                <a:gd name="connsiteY22" fmla="*/ 608062 h 608062"/>
                <a:gd name="connsiteX23" fmla="*/ 278984 w 557114"/>
                <a:gd name="connsiteY23" fmla="*/ 608062 h 608062"/>
                <a:gd name="connsiteX24" fmla="*/ 278604 w 557114"/>
                <a:gd name="connsiteY24" fmla="*/ 608062 h 608062"/>
                <a:gd name="connsiteX25" fmla="*/ 278130 w 557114"/>
                <a:gd name="connsiteY25" fmla="*/ 608062 h 608062"/>
                <a:gd name="connsiteX26" fmla="*/ 277940 w 557114"/>
                <a:gd name="connsiteY26" fmla="*/ 608062 h 608062"/>
                <a:gd name="connsiteX27" fmla="*/ 277845 w 557114"/>
                <a:gd name="connsiteY27" fmla="*/ 608062 h 608062"/>
                <a:gd name="connsiteX28" fmla="*/ 277750 w 557114"/>
                <a:gd name="connsiteY28" fmla="*/ 608062 h 608062"/>
                <a:gd name="connsiteX29" fmla="*/ 277656 w 557114"/>
                <a:gd name="connsiteY29" fmla="*/ 608062 h 608062"/>
                <a:gd name="connsiteX30" fmla="*/ 277371 w 557114"/>
                <a:gd name="connsiteY30" fmla="*/ 608062 h 608062"/>
                <a:gd name="connsiteX31" fmla="*/ 0 w 557114"/>
                <a:gd name="connsiteY31" fmla="*/ 608062 h 608062"/>
                <a:gd name="connsiteX32" fmla="*/ 0 w 557114"/>
                <a:gd name="connsiteY32" fmla="*/ 482224 h 608062"/>
                <a:gd name="connsiteX33" fmla="*/ 38621 w 557114"/>
                <a:gd name="connsiteY33" fmla="*/ 438920 h 608062"/>
                <a:gd name="connsiteX34" fmla="*/ 173464 w 557114"/>
                <a:gd name="connsiteY34" fmla="*/ 376569 h 608062"/>
                <a:gd name="connsiteX35" fmla="*/ 173558 w 557114"/>
                <a:gd name="connsiteY35" fmla="*/ 376474 h 608062"/>
                <a:gd name="connsiteX36" fmla="*/ 180486 w 557114"/>
                <a:gd name="connsiteY36" fmla="*/ 375337 h 608062"/>
                <a:gd name="connsiteX37" fmla="*/ 200223 w 557114"/>
                <a:gd name="connsiteY37" fmla="*/ 389172 h 608062"/>
                <a:gd name="connsiteX38" fmla="*/ 255166 w 557114"/>
                <a:gd name="connsiteY38" fmla="*/ 510272 h 608062"/>
                <a:gd name="connsiteX39" fmla="*/ 258962 w 557114"/>
                <a:gd name="connsiteY39" fmla="*/ 430202 h 608062"/>
                <a:gd name="connsiteX40" fmla="*/ 232676 w 557114"/>
                <a:gd name="connsiteY40" fmla="*/ 375432 h 608062"/>
                <a:gd name="connsiteX41" fmla="*/ 243589 w 557114"/>
                <a:gd name="connsiteY41" fmla="*/ 355438 h 608062"/>
                <a:gd name="connsiteX42" fmla="*/ 276250 w 557114"/>
                <a:gd name="connsiteY42" fmla="*/ 0 h 608062"/>
                <a:gd name="connsiteX43" fmla="*/ 277674 w 557114"/>
                <a:gd name="connsiteY43" fmla="*/ 0 h 608062"/>
                <a:gd name="connsiteX44" fmla="*/ 277863 w 557114"/>
                <a:gd name="connsiteY44" fmla="*/ 0 h 608062"/>
                <a:gd name="connsiteX45" fmla="*/ 277958 w 557114"/>
                <a:gd name="connsiteY45" fmla="*/ 0 h 608062"/>
                <a:gd name="connsiteX46" fmla="*/ 279382 w 557114"/>
                <a:gd name="connsiteY46" fmla="*/ 0 h 608062"/>
                <a:gd name="connsiteX47" fmla="*/ 402570 w 557114"/>
                <a:gd name="connsiteY47" fmla="*/ 104895 h 608062"/>
                <a:gd name="connsiteX48" fmla="*/ 394693 w 557114"/>
                <a:gd name="connsiteY48" fmla="*/ 159001 h 608062"/>
                <a:gd name="connsiteX49" fmla="*/ 405892 w 557114"/>
                <a:gd name="connsiteY49" fmla="*/ 184774 h 608062"/>
                <a:gd name="connsiteX50" fmla="*/ 377040 w 557114"/>
                <a:gd name="connsiteY50" fmla="*/ 236890 h 608062"/>
                <a:gd name="connsiteX51" fmla="*/ 315731 w 557114"/>
                <a:gd name="connsiteY51" fmla="*/ 311274 h 608062"/>
                <a:gd name="connsiteX52" fmla="*/ 277958 w 557114"/>
                <a:gd name="connsiteY52" fmla="*/ 319707 h 608062"/>
                <a:gd name="connsiteX53" fmla="*/ 277958 w 557114"/>
                <a:gd name="connsiteY53" fmla="*/ 319802 h 608062"/>
                <a:gd name="connsiteX54" fmla="*/ 277863 w 557114"/>
                <a:gd name="connsiteY54" fmla="*/ 319802 h 608062"/>
                <a:gd name="connsiteX55" fmla="*/ 277674 w 557114"/>
                <a:gd name="connsiteY55" fmla="*/ 319802 h 608062"/>
                <a:gd name="connsiteX56" fmla="*/ 277674 w 557114"/>
                <a:gd name="connsiteY56" fmla="*/ 319707 h 608062"/>
                <a:gd name="connsiteX57" fmla="*/ 239901 w 557114"/>
                <a:gd name="connsiteY57" fmla="*/ 311274 h 608062"/>
                <a:gd name="connsiteX58" fmla="*/ 178592 w 557114"/>
                <a:gd name="connsiteY58" fmla="*/ 236890 h 608062"/>
                <a:gd name="connsiteX59" fmla="*/ 149740 w 557114"/>
                <a:gd name="connsiteY59" fmla="*/ 184774 h 608062"/>
                <a:gd name="connsiteX60" fmla="*/ 161034 w 557114"/>
                <a:gd name="connsiteY60" fmla="*/ 159001 h 608062"/>
                <a:gd name="connsiteX61" fmla="*/ 153062 w 557114"/>
                <a:gd name="connsiteY61" fmla="*/ 104895 h 608062"/>
                <a:gd name="connsiteX62" fmla="*/ 276250 w 557114"/>
                <a:gd name="connsiteY62" fmla="*/ 0 h 608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557114" h="608062">
                  <a:moveTo>
                    <a:pt x="243589" y="355438"/>
                  </a:moveTo>
                  <a:lnTo>
                    <a:pt x="277656" y="355438"/>
                  </a:lnTo>
                  <a:lnTo>
                    <a:pt x="277940" y="355438"/>
                  </a:lnTo>
                  <a:lnTo>
                    <a:pt x="278604" y="355438"/>
                  </a:lnTo>
                  <a:lnTo>
                    <a:pt x="279174" y="355438"/>
                  </a:lnTo>
                  <a:lnTo>
                    <a:pt x="279458" y="355438"/>
                  </a:lnTo>
                  <a:lnTo>
                    <a:pt x="279553" y="355438"/>
                  </a:lnTo>
                  <a:lnTo>
                    <a:pt x="313620" y="355438"/>
                  </a:lnTo>
                  <a:cubicBezTo>
                    <a:pt x="325007" y="355438"/>
                    <a:pt x="330511" y="364630"/>
                    <a:pt x="324438" y="375432"/>
                  </a:cubicBezTo>
                  <a:cubicBezTo>
                    <a:pt x="321781" y="379980"/>
                    <a:pt x="298152" y="430202"/>
                    <a:pt x="298152" y="430202"/>
                  </a:cubicBezTo>
                  <a:lnTo>
                    <a:pt x="301948" y="510272"/>
                  </a:lnTo>
                  <a:cubicBezTo>
                    <a:pt x="317700" y="481655"/>
                    <a:pt x="343131" y="422432"/>
                    <a:pt x="356891" y="389172"/>
                  </a:cubicBezTo>
                  <a:cubicBezTo>
                    <a:pt x="356891" y="389172"/>
                    <a:pt x="356891" y="389172"/>
                    <a:pt x="356986" y="389172"/>
                  </a:cubicBezTo>
                  <a:cubicBezTo>
                    <a:pt x="359832" y="381117"/>
                    <a:pt x="367519" y="375337"/>
                    <a:pt x="376628" y="375337"/>
                  </a:cubicBezTo>
                  <a:cubicBezTo>
                    <a:pt x="379096" y="375337"/>
                    <a:pt x="381373" y="375716"/>
                    <a:pt x="383556" y="376474"/>
                  </a:cubicBezTo>
                  <a:cubicBezTo>
                    <a:pt x="383650" y="376474"/>
                    <a:pt x="383650" y="376474"/>
                    <a:pt x="383745" y="376569"/>
                  </a:cubicBezTo>
                  <a:cubicBezTo>
                    <a:pt x="387446" y="377706"/>
                    <a:pt x="464973" y="411724"/>
                    <a:pt x="518588" y="438920"/>
                  </a:cubicBezTo>
                  <a:cubicBezTo>
                    <a:pt x="542595" y="451049"/>
                    <a:pt x="557114" y="466305"/>
                    <a:pt x="557114" y="482224"/>
                  </a:cubicBezTo>
                  <a:lnTo>
                    <a:pt x="557114" y="608062"/>
                  </a:lnTo>
                  <a:lnTo>
                    <a:pt x="279743" y="608062"/>
                  </a:lnTo>
                  <a:lnTo>
                    <a:pt x="279458" y="608062"/>
                  </a:lnTo>
                  <a:lnTo>
                    <a:pt x="279364" y="608062"/>
                  </a:lnTo>
                  <a:lnTo>
                    <a:pt x="279174" y="608062"/>
                  </a:lnTo>
                  <a:lnTo>
                    <a:pt x="278984" y="608062"/>
                  </a:lnTo>
                  <a:lnTo>
                    <a:pt x="278604" y="608062"/>
                  </a:lnTo>
                  <a:lnTo>
                    <a:pt x="278130" y="608062"/>
                  </a:lnTo>
                  <a:lnTo>
                    <a:pt x="277940" y="608062"/>
                  </a:lnTo>
                  <a:lnTo>
                    <a:pt x="277845" y="608062"/>
                  </a:lnTo>
                  <a:lnTo>
                    <a:pt x="277750" y="608062"/>
                  </a:lnTo>
                  <a:lnTo>
                    <a:pt x="277656" y="608062"/>
                  </a:lnTo>
                  <a:lnTo>
                    <a:pt x="277371" y="608062"/>
                  </a:lnTo>
                  <a:lnTo>
                    <a:pt x="0" y="608062"/>
                  </a:lnTo>
                  <a:lnTo>
                    <a:pt x="0" y="482224"/>
                  </a:lnTo>
                  <a:cubicBezTo>
                    <a:pt x="0" y="466305"/>
                    <a:pt x="14519" y="451049"/>
                    <a:pt x="38621" y="438920"/>
                  </a:cubicBezTo>
                  <a:cubicBezTo>
                    <a:pt x="92141" y="411724"/>
                    <a:pt x="169668" y="377706"/>
                    <a:pt x="173464" y="376569"/>
                  </a:cubicBezTo>
                  <a:cubicBezTo>
                    <a:pt x="173464" y="376474"/>
                    <a:pt x="173464" y="376474"/>
                    <a:pt x="173558" y="376474"/>
                  </a:cubicBezTo>
                  <a:cubicBezTo>
                    <a:pt x="175741" y="375716"/>
                    <a:pt x="178018" y="375337"/>
                    <a:pt x="180486" y="375337"/>
                  </a:cubicBezTo>
                  <a:cubicBezTo>
                    <a:pt x="189595" y="375337"/>
                    <a:pt x="197282" y="381117"/>
                    <a:pt x="200223" y="389172"/>
                  </a:cubicBezTo>
                  <a:cubicBezTo>
                    <a:pt x="214078" y="422432"/>
                    <a:pt x="239414" y="481655"/>
                    <a:pt x="255166" y="510272"/>
                  </a:cubicBezTo>
                  <a:lnTo>
                    <a:pt x="258962" y="430202"/>
                  </a:lnTo>
                  <a:cubicBezTo>
                    <a:pt x="258962" y="430202"/>
                    <a:pt x="235333" y="379980"/>
                    <a:pt x="232676" y="375432"/>
                  </a:cubicBezTo>
                  <a:cubicBezTo>
                    <a:pt x="226603" y="364630"/>
                    <a:pt x="232107" y="355438"/>
                    <a:pt x="243589" y="355438"/>
                  </a:cubicBezTo>
                  <a:close/>
                  <a:moveTo>
                    <a:pt x="276250" y="0"/>
                  </a:moveTo>
                  <a:cubicBezTo>
                    <a:pt x="276725" y="0"/>
                    <a:pt x="277199" y="0"/>
                    <a:pt x="277674" y="0"/>
                  </a:cubicBezTo>
                  <a:cubicBezTo>
                    <a:pt x="277769" y="0"/>
                    <a:pt x="277769" y="0"/>
                    <a:pt x="277863" y="0"/>
                  </a:cubicBezTo>
                  <a:cubicBezTo>
                    <a:pt x="277863" y="0"/>
                    <a:pt x="277863" y="0"/>
                    <a:pt x="277958" y="0"/>
                  </a:cubicBezTo>
                  <a:cubicBezTo>
                    <a:pt x="278433" y="0"/>
                    <a:pt x="278907" y="0"/>
                    <a:pt x="279382" y="0"/>
                  </a:cubicBezTo>
                  <a:cubicBezTo>
                    <a:pt x="385487" y="0"/>
                    <a:pt x="405417" y="75615"/>
                    <a:pt x="402570" y="104895"/>
                  </a:cubicBezTo>
                  <a:cubicBezTo>
                    <a:pt x="400387" y="128395"/>
                    <a:pt x="394693" y="159001"/>
                    <a:pt x="394693" y="159001"/>
                  </a:cubicBezTo>
                  <a:cubicBezTo>
                    <a:pt x="394693" y="159001"/>
                    <a:pt x="405892" y="164118"/>
                    <a:pt x="405892" y="184774"/>
                  </a:cubicBezTo>
                  <a:cubicBezTo>
                    <a:pt x="402001" y="236511"/>
                    <a:pt x="381311" y="214149"/>
                    <a:pt x="377040" y="236890"/>
                  </a:cubicBezTo>
                  <a:cubicBezTo>
                    <a:pt x="370017" y="274603"/>
                    <a:pt x="336610" y="301893"/>
                    <a:pt x="315731" y="311274"/>
                  </a:cubicBezTo>
                  <a:cubicBezTo>
                    <a:pt x="303583" y="316770"/>
                    <a:pt x="291055" y="319518"/>
                    <a:pt x="277958" y="319707"/>
                  </a:cubicBezTo>
                  <a:lnTo>
                    <a:pt x="277958" y="319802"/>
                  </a:lnTo>
                  <a:cubicBezTo>
                    <a:pt x="277863" y="319802"/>
                    <a:pt x="277863" y="319802"/>
                    <a:pt x="277863" y="319802"/>
                  </a:cubicBezTo>
                  <a:cubicBezTo>
                    <a:pt x="277769" y="319802"/>
                    <a:pt x="277769" y="319802"/>
                    <a:pt x="277674" y="319802"/>
                  </a:cubicBezTo>
                  <a:lnTo>
                    <a:pt x="277674" y="319707"/>
                  </a:lnTo>
                  <a:cubicBezTo>
                    <a:pt x="264577" y="319518"/>
                    <a:pt x="252049" y="316770"/>
                    <a:pt x="239901" y="311274"/>
                  </a:cubicBezTo>
                  <a:cubicBezTo>
                    <a:pt x="219022" y="301893"/>
                    <a:pt x="185615" y="274603"/>
                    <a:pt x="178592" y="236890"/>
                  </a:cubicBezTo>
                  <a:cubicBezTo>
                    <a:pt x="174321" y="214149"/>
                    <a:pt x="153631" y="236511"/>
                    <a:pt x="149740" y="184774"/>
                  </a:cubicBezTo>
                  <a:cubicBezTo>
                    <a:pt x="149740" y="164118"/>
                    <a:pt x="161034" y="159001"/>
                    <a:pt x="161034" y="159001"/>
                  </a:cubicBezTo>
                  <a:cubicBezTo>
                    <a:pt x="161034" y="159001"/>
                    <a:pt x="155245" y="128395"/>
                    <a:pt x="153062" y="104895"/>
                  </a:cubicBezTo>
                  <a:cubicBezTo>
                    <a:pt x="150215" y="75615"/>
                    <a:pt x="170145" y="0"/>
                    <a:pt x="27625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a:cs typeface="+mn-ea"/>
                <a:sym typeface="+mn-lt"/>
              </a:endParaRPr>
            </a:p>
          </p:txBody>
        </p:sp>
        <p:grpSp>
          <p:nvGrpSpPr>
            <p:cNvPr id="33" name="组合 32"/>
            <p:cNvGrpSpPr/>
            <p:nvPr/>
          </p:nvGrpSpPr>
          <p:grpSpPr>
            <a:xfrm>
              <a:off x="669923" y="3854953"/>
              <a:ext cx="3773863" cy="1628781"/>
              <a:chOff x="669579" y="4678841"/>
              <a:chExt cx="4182138" cy="1628781"/>
            </a:xfrm>
          </p:grpSpPr>
          <p:sp>
            <p:nvSpPr>
              <p:cNvPr id="34" name="文本框 33"/>
              <p:cNvSpPr txBox="1"/>
              <p:nvPr/>
            </p:nvSpPr>
            <p:spPr>
              <a:xfrm>
                <a:off x="669580" y="4678841"/>
                <a:ext cx="3426201" cy="777048"/>
              </a:xfrm>
              <a:prstGeom prst="rect">
                <a:avLst/>
              </a:prstGeom>
              <a:noFill/>
              <a:ln>
                <a:noFill/>
              </a:ln>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buSzPct val="25000"/>
                </a:pPr>
                <a:r>
                  <a:rPr lang="zh-CN" altLang="en-US" sz="3600" b="1" dirty="0">
                    <a:cs typeface="+mn-ea"/>
                    <a:sym typeface="+mn-lt"/>
                  </a:rPr>
                  <a:t>课程管理系统</a:t>
                </a:r>
                <a:endParaRPr lang="en-US" sz="3600" b="1" dirty="0">
                  <a:cs typeface="+mn-ea"/>
                  <a:sym typeface="+mn-lt"/>
                </a:endParaRPr>
              </a:p>
            </p:txBody>
          </p:sp>
          <p:sp>
            <p:nvSpPr>
              <p:cNvPr id="35" name="文本框 34"/>
              <p:cNvSpPr txBox="1"/>
              <p:nvPr/>
            </p:nvSpPr>
            <p:spPr>
              <a:xfrm>
                <a:off x="669579" y="5485488"/>
                <a:ext cx="4182138" cy="822134"/>
              </a:xfrm>
              <a:prstGeom prst="rect">
                <a:avLst/>
              </a:prstGeom>
              <a:noFill/>
              <a:ln>
                <a:noFill/>
              </a:ln>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buSzPct val="25000"/>
                </a:pPr>
                <a:r>
                  <a:rPr lang="zh-CN" altLang="en-US" sz="1100" dirty="0"/>
                  <a:t>在课程管理系统中，通常会涉及三种主要角色：教务、教师和学生。每个角色都有不同的职责和权限。</a:t>
                </a:r>
                <a:endParaRPr lang="en-US" sz="1100" dirty="0">
                  <a:cs typeface="+mn-ea"/>
                  <a:sym typeface="+mn-lt"/>
                </a:endParaRPr>
              </a:p>
            </p:txBody>
          </p:sp>
        </p:grpSp>
      </p:grpSp>
      <p:sp>
        <p:nvSpPr>
          <p:cNvPr id="8" name="左中括号 7">
            <a:extLst>
              <a:ext uri="{FF2B5EF4-FFF2-40B4-BE49-F238E27FC236}">
                <a16:creationId xmlns:a16="http://schemas.microsoft.com/office/drawing/2014/main" id="{06D45CE3-8F10-C470-35E0-180F50CA81C0}"/>
              </a:ext>
            </a:extLst>
          </p:cNvPr>
          <p:cNvSpPr/>
          <p:nvPr/>
        </p:nvSpPr>
        <p:spPr>
          <a:xfrm>
            <a:off x="4472052" y="3486748"/>
            <a:ext cx="483125" cy="2099472"/>
          </a:xfrm>
          <a:prstGeom prst="leftBracket">
            <a:avLst>
              <a:gd name="adj" fmla="val 86458"/>
            </a:avLst>
          </a:prstGeom>
          <a:solidFill>
            <a:schemeClr val="bg1"/>
          </a:solidFill>
          <a:ln w="12700" cap="rnd">
            <a:solidFill>
              <a:schemeClr val="bg1">
                <a:lumMod val="85000"/>
              </a:schemeClr>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a:extLst>
              <a:ext uri="{FF2B5EF4-FFF2-40B4-BE49-F238E27FC236}">
                <a16:creationId xmlns:a16="http://schemas.microsoft.com/office/drawing/2014/main" id="{C1741F52-0A70-7F87-830B-6A4F4C24BF00}"/>
              </a:ext>
            </a:extLst>
          </p:cNvPr>
          <p:cNvCxnSpPr>
            <a:cxnSpLocks/>
          </p:cNvCxnSpPr>
          <p:nvPr/>
        </p:nvCxnSpPr>
        <p:spPr>
          <a:xfrm>
            <a:off x="3611409" y="4547619"/>
            <a:ext cx="1343768" cy="0"/>
          </a:xfrm>
          <a:prstGeom prst="line">
            <a:avLst/>
          </a:prstGeom>
          <a:solidFill>
            <a:schemeClr val="bg1"/>
          </a:solidFill>
          <a:ln w="12700" cap="rnd">
            <a:solidFill>
              <a:schemeClr val="bg1">
                <a:lumMod val="85000"/>
              </a:schemeClr>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cxnSp>
      <p:cxnSp>
        <p:nvCxnSpPr>
          <p:cNvPr id="11" name="直接连接符 10">
            <a:extLst>
              <a:ext uri="{FF2B5EF4-FFF2-40B4-BE49-F238E27FC236}">
                <a16:creationId xmlns:a16="http://schemas.microsoft.com/office/drawing/2014/main" id="{7F75FE0F-947A-7553-0670-31690ED1FE93}"/>
              </a:ext>
            </a:extLst>
          </p:cNvPr>
          <p:cNvCxnSpPr>
            <a:cxnSpLocks/>
            <a:stCxn id="29" idx="3"/>
            <a:endCxn id="15" idx="1"/>
          </p:cNvCxnSpPr>
          <p:nvPr/>
        </p:nvCxnSpPr>
        <p:spPr>
          <a:xfrm>
            <a:off x="5541636" y="3492899"/>
            <a:ext cx="567712" cy="80"/>
          </a:xfrm>
          <a:prstGeom prst="line">
            <a:avLst/>
          </a:prstGeom>
          <a:solidFill>
            <a:schemeClr val="bg1"/>
          </a:solidFill>
          <a:ln w="12700" cap="rnd">
            <a:solidFill>
              <a:schemeClr val="bg1">
                <a:lumMod val="85000"/>
              </a:schemeClr>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cxnSp>
      <p:cxnSp>
        <p:nvCxnSpPr>
          <p:cNvPr id="13" name="直接连接符 12">
            <a:extLst>
              <a:ext uri="{FF2B5EF4-FFF2-40B4-BE49-F238E27FC236}">
                <a16:creationId xmlns:a16="http://schemas.microsoft.com/office/drawing/2014/main" id="{0292095C-5C12-E9C0-83EC-E14030FF1C33}"/>
              </a:ext>
            </a:extLst>
          </p:cNvPr>
          <p:cNvCxnSpPr>
            <a:cxnSpLocks/>
            <a:stCxn id="30" idx="3"/>
            <a:endCxn id="16" idx="1"/>
          </p:cNvCxnSpPr>
          <p:nvPr/>
        </p:nvCxnSpPr>
        <p:spPr>
          <a:xfrm>
            <a:off x="5541636" y="4535962"/>
            <a:ext cx="567712" cy="1914"/>
          </a:xfrm>
          <a:prstGeom prst="line">
            <a:avLst/>
          </a:prstGeom>
          <a:solidFill>
            <a:schemeClr val="bg1"/>
          </a:solidFill>
          <a:ln w="12700" cap="rnd">
            <a:solidFill>
              <a:schemeClr val="bg1">
                <a:lumMod val="85000"/>
              </a:schemeClr>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cxnSp>
      <p:cxnSp>
        <p:nvCxnSpPr>
          <p:cNvPr id="14" name="直接连接符 13">
            <a:extLst>
              <a:ext uri="{FF2B5EF4-FFF2-40B4-BE49-F238E27FC236}">
                <a16:creationId xmlns:a16="http://schemas.microsoft.com/office/drawing/2014/main" id="{CB6526FA-ABFB-4A9E-8B0F-78F72661966A}"/>
              </a:ext>
            </a:extLst>
          </p:cNvPr>
          <p:cNvCxnSpPr>
            <a:cxnSpLocks/>
            <a:stCxn id="31" idx="3"/>
            <a:endCxn id="17" idx="1"/>
          </p:cNvCxnSpPr>
          <p:nvPr/>
        </p:nvCxnSpPr>
        <p:spPr>
          <a:xfrm>
            <a:off x="5541636" y="5579024"/>
            <a:ext cx="567788" cy="1633"/>
          </a:xfrm>
          <a:prstGeom prst="line">
            <a:avLst/>
          </a:prstGeom>
          <a:solidFill>
            <a:schemeClr val="bg1"/>
          </a:solidFill>
          <a:ln w="12700" cap="rnd">
            <a:solidFill>
              <a:schemeClr val="bg1">
                <a:lumMod val="85000"/>
              </a:schemeClr>
            </a:solid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cxnSp>
      <p:sp>
        <p:nvSpPr>
          <p:cNvPr id="15" name="矩形: 圆角 14">
            <a:extLst>
              <a:ext uri="{FF2B5EF4-FFF2-40B4-BE49-F238E27FC236}">
                <a16:creationId xmlns:a16="http://schemas.microsoft.com/office/drawing/2014/main" id="{2E4DD804-29E3-79DB-8E2B-5499A734D04F}"/>
              </a:ext>
            </a:extLst>
          </p:cNvPr>
          <p:cNvSpPr/>
          <p:nvPr/>
        </p:nvSpPr>
        <p:spPr>
          <a:xfrm>
            <a:off x="6109348" y="3295261"/>
            <a:ext cx="664474" cy="395436"/>
          </a:xfrm>
          <a:prstGeom prst="roundRect">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r>
              <a:rPr kumimoji="1" lang="zh-CN" altLang="en-US" sz="1400" b="1" dirty="0">
                <a:solidFill>
                  <a:schemeClr val="tx1"/>
                </a:solidFill>
                <a:latin typeface="Arial" panose="020B0604020202020204" pitchFamily="34" charset="0"/>
                <a:ea typeface="微软雅黑" panose="020B0503020204020204" pitchFamily="34" charset="-122"/>
                <a:sym typeface="Arial" panose="020B0604020202020204" pitchFamily="34" charset="0"/>
              </a:rPr>
              <a:t>教务</a:t>
            </a:r>
            <a:endParaRPr kumimoji="1" lang="en-US" altLang="zh-CN" sz="1400" b="1" dirty="0">
              <a:solidFill>
                <a:schemeClr val="tx1"/>
              </a:solidFill>
              <a:latin typeface="Arial" panose="020B0604020202020204" pitchFamily="34" charset="0"/>
              <a:ea typeface="微软雅黑" panose="020B0503020204020204" pitchFamily="34" charset="-122"/>
              <a:sym typeface="Arial" panose="020B0604020202020204" pitchFamily="34" charset="0"/>
            </a:endParaRPr>
          </a:p>
        </p:txBody>
      </p:sp>
      <p:sp>
        <p:nvSpPr>
          <p:cNvPr id="16" name="矩形: 圆角 15">
            <a:extLst>
              <a:ext uri="{FF2B5EF4-FFF2-40B4-BE49-F238E27FC236}">
                <a16:creationId xmlns:a16="http://schemas.microsoft.com/office/drawing/2014/main" id="{FA41FDA2-F2B4-1EA0-0B67-A65FB711ACBE}"/>
              </a:ext>
            </a:extLst>
          </p:cNvPr>
          <p:cNvSpPr/>
          <p:nvPr/>
        </p:nvSpPr>
        <p:spPr>
          <a:xfrm>
            <a:off x="6109348" y="4340158"/>
            <a:ext cx="664474" cy="395436"/>
          </a:xfrm>
          <a:prstGeom prst="roundRect">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r>
              <a:rPr kumimoji="1" lang="zh-CN" altLang="en-US" sz="1400" b="1" dirty="0">
                <a:solidFill>
                  <a:schemeClr val="tx1"/>
                </a:solidFill>
                <a:latin typeface="Arial" panose="020B0604020202020204" pitchFamily="34" charset="0"/>
                <a:ea typeface="微软雅黑" panose="020B0503020204020204" pitchFamily="34" charset="-122"/>
                <a:sym typeface="Arial" panose="020B0604020202020204" pitchFamily="34" charset="0"/>
              </a:rPr>
              <a:t>教师</a:t>
            </a:r>
            <a:endParaRPr kumimoji="1" lang="en-US" altLang="zh-CN" sz="1400" b="1" dirty="0">
              <a:solidFill>
                <a:schemeClr val="tx1"/>
              </a:solidFill>
              <a:latin typeface="Arial" panose="020B0604020202020204" pitchFamily="34" charset="0"/>
              <a:ea typeface="微软雅黑" panose="020B0503020204020204" pitchFamily="34" charset="-122"/>
              <a:sym typeface="Arial" panose="020B0604020202020204" pitchFamily="34" charset="0"/>
            </a:endParaRPr>
          </a:p>
        </p:txBody>
      </p:sp>
      <p:sp>
        <p:nvSpPr>
          <p:cNvPr id="17" name="矩形: 圆角 16">
            <a:extLst>
              <a:ext uri="{FF2B5EF4-FFF2-40B4-BE49-F238E27FC236}">
                <a16:creationId xmlns:a16="http://schemas.microsoft.com/office/drawing/2014/main" id="{CE7AD83D-7686-EC79-39CE-4EB2D89F3288}"/>
              </a:ext>
            </a:extLst>
          </p:cNvPr>
          <p:cNvSpPr/>
          <p:nvPr/>
        </p:nvSpPr>
        <p:spPr>
          <a:xfrm>
            <a:off x="6109424" y="5382939"/>
            <a:ext cx="664474" cy="395436"/>
          </a:xfrm>
          <a:prstGeom prst="roundRect">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r>
              <a:rPr kumimoji="1" lang="zh-CN" altLang="en-US" sz="1400" b="1" dirty="0">
                <a:solidFill>
                  <a:schemeClr val="tx1"/>
                </a:solidFill>
                <a:latin typeface="Arial" panose="020B0604020202020204" pitchFamily="34" charset="0"/>
                <a:ea typeface="微软雅黑" panose="020B0503020204020204" pitchFamily="34" charset="-122"/>
                <a:sym typeface="Arial" panose="020B0604020202020204" pitchFamily="34" charset="0"/>
              </a:rPr>
              <a:t>学生</a:t>
            </a:r>
            <a:endParaRPr kumimoji="1" lang="en-US" altLang="zh-CN" sz="1400" b="1" dirty="0">
              <a:solidFill>
                <a:schemeClr val="tx1"/>
              </a:solidFill>
              <a:latin typeface="Arial" panose="020B0604020202020204" pitchFamily="34" charset="0"/>
              <a:ea typeface="微软雅黑" panose="020B0503020204020204" pitchFamily="34" charset="-122"/>
              <a:sym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n-lt"/>
                <a:ea typeface="+mn-ea"/>
                <a:cs typeface="+mn-ea"/>
                <a:sym typeface="+mn-lt"/>
              </a:rPr>
              <a:t>功能需求</a:t>
            </a:r>
          </a:p>
        </p:txBody>
      </p:sp>
      <p:sp>
        <p:nvSpPr>
          <p:cNvPr id="3" name="页脚占位符 2"/>
          <p:cNvSpPr>
            <a:spLocks noGrp="1"/>
          </p:cNvSpPr>
          <p:nvPr>
            <p:ph type="ftr" sz="quarter" idx="11"/>
          </p:nvPr>
        </p:nvSpPr>
        <p:spPr/>
        <p:txBody>
          <a:bodyPr/>
          <a:lstStyle/>
          <a:p>
            <a:r>
              <a:rPr lang="zh-CN" altLang="en-US" dirty="0">
                <a:cs typeface="+mn-ea"/>
                <a:sym typeface="+mn-lt"/>
              </a:rPr>
              <a:t>课程管理系统</a:t>
            </a:r>
            <a:r>
              <a:rPr lang="en-US" altLang="zh-CN" dirty="0">
                <a:cs typeface="+mn-ea"/>
                <a:sym typeface="+mn-lt"/>
              </a:rPr>
              <a:t> </a:t>
            </a:r>
            <a:endParaRPr lang="zh-CN" altLang="en-US" dirty="0">
              <a:cs typeface="+mn-ea"/>
              <a:sym typeface="+mn-lt"/>
            </a:endParaRPr>
          </a:p>
        </p:txBody>
      </p:sp>
      <p:sp>
        <p:nvSpPr>
          <p:cNvPr id="4" name="灯片编号占位符 3"/>
          <p:cNvSpPr>
            <a:spLocks noGrp="1"/>
          </p:cNvSpPr>
          <p:nvPr>
            <p:ph type="sldNum" sz="quarter" idx="12"/>
          </p:nvPr>
        </p:nvSpPr>
        <p:spPr/>
        <p:txBody>
          <a:bodyPr/>
          <a:lstStyle/>
          <a:p>
            <a:fld id="{5DD3DB80-B894-403A-B48E-6FDC1A72010E}" type="slidenum">
              <a:rPr lang="zh-CN" altLang="en-US" b="1" smtClean="0">
                <a:solidFill>
                  <a:schemeClr val="tx1"/>
                </a:solidFill>
                <a:cs typeface="+mn-ea"/>
                <a:sym typeface="+mn-lt"/>
              </a:rPr>
              <a:t>8</a:t>
            </a:fld>
            <a:endParaRPr lang="zh-CN" altLang="en-US" b="1" dirty="0">
              <a:solidFill>
                <a:schemeClr val="tx1"/>
              </a:solidFill>
              <a:cs typeface="+mn-ea"/>
              <a:sym typeface="+mn-lt"/>
            </a:endParaRPr>
          </a:p>
        </p:txBody>
      </p:sp>
      <p:grpSp>
        <p:nvGrpSpPr>
          <p:cNvPr id="11" name="组合 10"/>
          <p:cNvGrpSpPr/>
          <p:nvPr/>
        </p:nvGrpSpPr>
        <p:grpSpPr>
          <a:xfrm>
            <a:off x="8090828" y="4441585"/>
            <a:ext cx="2299050" cy="902050"/>
            <a:chOff x="9029821" y="2934358"/>
            <a:chExt cx="2457329" cy="964152"/>
          </a:xfrm>
        </p:grpSpPr>
        <p:sp>
          <p:nvSpPr>
            <p:cNvPr id="29" name="文本框 28"/>
            <p:cNvSpPr txBox="1"/>
            <p:nvPr/>
          </p:nvSpPr>
          <p:spPr>
            <a:xfrm>
              <a:off x="9029821" y="3308954"/>
              <a:ext cx="2457329" cy="589556"/>
            </a:xfrm>
            <a:prstGeom prst="rect">
              <a:avLst/>
            </a:prstGeom>
            <a:noFill/>
          </p:spPr>
          <p:txBody>
            <a:bodyPr wrap="square" lIns="90000" tIns="46800" rIns="90000" bIns="46800" anchor="ctr" anchorCtr="0">
              <a:normAutofit lnSpcReduction="10000"/>
            </a:bodyPr>
            <a:lstStyle/>
            <a:p>
              <a:pPr>
                <a:lnSpc>
                  <a:spcPct val="120000"/>
                </a:lnSpc>
              </a:pPr>
              <a:r>
                <a:rPr lang="zh-CN" altLang="en-US" sz="900" dirty="0"/>
                <a:t>课程管理系统中的重要功能之一，涉及对学生的成绩进行录入、计算、查询和分析等方面</a:t>
              </a:r>
              <a:endParaRPr lang="en-US" altLang="zh-CN" sz="900" dirty="0">
                <a:cs typeface="+mn-ea"/>
                <a:sym typeface="+mn-lt"/>
              </a:endParaRPr>
            </a:p>
          </p:txBody>
        </p:sp>
        <p:sp>
          <p:nvSpPr>
            <p:cNvPr id="30" name="矩形 29"/>
            <p:cNvSpPr/>
            <p:nvPr/>
          </p:nvSpPr>
          <p:spPr>
            <a:xfrm>
              <a:off x="9029821" y="2934358"/>
              <a:ext cx="2457329" cy="374596"/>
            </a:xfrm>
            <a:prstGeom prst="rect">
              <a:avLst/>
            </a:prstGeom>
          </p:spPr>
          <p:txBody>
            <a:bodyPr wrap="none" lIns="90000" tIns="46800" rIns="90000" bIns="46800" anchor="ctr">
              <a:normAutofit/>
            </a:bodyPr>
            <a:lstStyle/>
            <a:p>
              <a:pPr lvl="0" defTabSz="914400">
                <a:defRPr/>
              </a:pPr>
              <a:r>
                <a:rPr lang="zh-CN" altLang="en-US" sz="1600" b="1" dirty="0">
                  <a:cs typeface="+mn-ea"/>
                  <a:sym typeface="+mn-lt"/>
                </a:rPr>
                <a:t>成绩管理</a:t>
              </a:r>
            </a:p>
          </p:txBody>
        </p:sp>
      </p:grpSp>
      <p:grpSp>
        <p:nvGrpSpPr>
          <p:cNvPr id="12" name="组合 11"/>
          <p:cNvGrpSpPr/>
          <p:nvPr/>
        </p:nvGrpSpPr>
        <p:grpSpPr>
          <a:xfrm>
            <a:off x="1721563" y="4441585"/>
            <a:ext cx="2252538" cy="902050"/>
            <a:chOff x="609599" y="2934358"/>
            <a:chExt cx="2407615" cy="964152"/>
          </a:xfrm>
        </p:grpSpPr>
        <p:sp>
          <p:nvSpPr>
            <p:cNvPr id="27" name="文本框 26"/>
            <p:cNvSpPr txBox="1"/>
            <p:nvPr/>
          </p:nvSpPr>
          <p:spPr>
            <a:xfrm>
              <a:off x="609599" y="3308954"/>
              <a:ext cx="2407615" cy="589556"/>
            </a:xfrm>
            <a:prstGeom prst="rect">
              <a:avLst/>
            </a:prstGeom>
            <a:noFill/>
          </p:spPr>
          <p:txBody>
            <a:bodyPr wrap="square" lIns="90000" tIns="46800" rIns="90000" bIns="46800" anchor="ctr" anchorCtr="0">
              <a:normAutofit/>
            </a:bodyPr>
            <a:lstStyle/>
            <a:p>
              <a:pPr algn="r">
                <a:lnSpc>
                  <a:spcPct val="120000"/>
                </a:lnSpc>
              </a:pPr>
              <a:r>
                <a:rPr lang="zh-CN" altLang="en-US" sz="900" dirty="0"/>
                <a:t>课程管理系统中的核心功能之一，涵盖了课程的创建、安排、调整和监管等方面</a:t>
              </a:r>
              <a:endParaRPr lang="en-US" altLang="zh-CN" sz="900" dirty="0">
                <a:cs typeface="+mn-ea"/>
                <a:sym typeface="+mn-lt"/>
              </a:endParaRPr>
            </a:p>
          </p:txBody>
        </p:sp>
        <p:sp>
          <p:nvSpPr>
            <p:cNvPr id="28" name="矩形 27"/>
            <p:cNvSpPr/>
            <p:nvPr/>
          </p:nvSpPr>
          <p:spPr>
            <a:xfrm>
              <a:off x="609599" y="2934358"/>
              <a:ext cx="2407615" cy="374596"/>
            </a:xfrm>
            <a:prstGeom prst="rect">
              <a:avLst/>
            </a:prstGeom>
          </p:spPr>
          <p:txBody>
            <a:bodyPr wrap="none" lIns="90000" tIns="46800" rIns="90000" bIns="46800" anchor="ctr">
              <a:normAutofit/>
            </a:bodyPr>
            <a:lstStyle/>
            <a:p>
              <a:pPr lvl="0" algn="r" defTabSz="914400">
                <a:defRPr/>
              </a:pPr>
              <a:r>
                <a:rPr lang="zh-CN" altLang="en-US" sz="1600" b="1" dirty="0">
                  <a:cs typeface="+mn-ea"/>
                  <a:sym typeface="+mn-lt"/>
                </a:rPr>
                <a:t>课程管理</a:t>
              </a:r>
            </a:p>
          </p:txBody>
        </p:sp>
      </p:grpSp>
      <p:grpSp>
        <p:nvGrpSpPr>
          <p:cNvPr id="13" name="组合 12"/>
          <p:cNvGrpSpPr/>
          <p:nvPr/>
        </p:nvGrpSpPr>
        <p:grpSpPr>
          <a:xfrm>
            <a:off x="8881940" y="2766939"/>
            <a:ext cx="2299050" cy="902050"/>
            <a:chOff x="9029821" y="2934358"/>
            <a:chExt cx="2457329" cy="964152"/>
          </a:xfrm>
        </p:grpSpPr>
        <p:sp>
          <p:nvSpPr>
            <p:cNvPr id="25" name="文本框 24"/>
            <p:cNvSpPr txBox="1"/>
            <p:nvPr/>
          </p:nvSpPr>
          <p:spPr>
            <a:xfrm>
              <a:off x="9029821" y="3308954"/>
              <a:ext cx="2457329" cy="589556"/>
            </a:xfrm>
            <a:prstGeom prst="rect">
              <a:avLst/>
            </a:prstGeom>
            <a:noFill/>
          </p:spPr>
          <p:txBody>
            <a:bodyPr wrap="square" lIns="90000" tIns="46800" rIns="90000" bIns="46800" anchor="ctr" anchorCtr="0">
              <a:normAutofit lnSpcReduction="10000"/>
            </a:bodyPr>
            <a:lstStyle/>
            <a:p>
              <a:pPr>
                <a:lnSpc>
                  <a:spcPct val="120000"/>
                </a:lnSpc>
              </a:pPr>
              <a:r>
                <a:rPr lang="zh-CN" altLang="en-US" sz="900" dirty="0"/>
                <a:t>课程管理系统中的重要功能之一，涉及学生选课、课程冲突检测和选课结果的记录等方面</a:t>
              </a:r>
              <a:endParaRPr lang="en-US" altLang="zh-CN" sz="900" dirty="0">
                <a:cs typeface="+mn-ea"/>
                <a:sym typeface="+mn-lt"/>
              </a:endParaRPr>
            </a:p>
          </p:txBody>
        </p:sp>
        <p:sp>
          <p:nvSpPr>
            <p:cNvPr id="26" name="矩形 25"/>
            <p:cNvSpPr/>
            <p:nvPr/>
          </p:nvSpPr>
          <p:spPr>
            <a:xfrm>
              <a:off x="9029821" y="2934358"/>
              <a:ext cx="2457329" cy="374596"/>
            </a:xfrm>
            <a:prstGeom prst="rect">
              <a:avLst/>
            </a:prstGeom>
          </p:spPr>
          <p:txBody>
            <a:bodyPr wrap="none" lIns="90000" tIns="46800" rIns="90000" bIns="46800" anchor="ctr">
              <a:normAutofit/>
            </a:bodyPr>
            <a:lstStyle/>
            <a:p>
              <a:pPr lvl="0" defTabSz="914400">
                <a:defRPr/>
              </a:pPr>
              <a:r>
                <a:rPr lang="zh-CN" altLang="en-US" sz="1600" b="1" dirty="0">
                  <a:cs typeface="+mn-ea"/>
                  <a:sym typeface="+mn-lt"/>
                </a:rPr>
                <a:t>选课管理</a:t>
              </a:r>
            </a:p>
          </p:txBody>
        </p:sp>
      </p:grpSp>
      <p:grpSp>
        <p:nvGrpSpPr>
          <p:cNvPr id="14" name="组合 13"/>
          <p:cNvGrpSpPr/>
          <p:nvPr/>
        </p:nvGrpSpPr>
        <p:grpSpPr>
          <a:xfrm>
            <a:off x="1011010" y="2766939"/>
            <a:ext cx="2252538" cy="902050"/>
            <a:chOff x="609599" y="2934358"/>
            <a:chExt cx="2407615" cy="964152"/>
          </a:xfrm>
        </p:grpSpPr>
        <p:sp>
          <p:nvSpPr>
            <p:cNvPr id="23" name="文本框 22"/>
            <p:cNvSpPr txBox="1"/>
            <p:nvPr/>
          </p:nvSpPr>
          <p:spPr>
            <a:xfrm>
              <a:off x="609599" y="3308954"/>
              <a:ext cx="2407615" cy="589556"/>
            </a:xfrm>
            <a:prstGeom prst="rect">
              <a:avLst/>
            </a:prstGeom>
            <a:noFill/>
          </p:spPr>
          <p:txBody>
            <a:bodyPr wrap="square" lIns="90000" tIns="46800" rIns="90000" bIns="46800" anchor="ctr" anchorCtr="0">
              <a:normAutofit/>
            </a:bodyPr>
            <a:lstStyle/>
            <a:p>
              <a:pPr algn="r">
                <a:lnSpc>
                  <a:spcPct val="120000"/>
                </a:lnSpc>
              </a:pPr>
              <a:r>
                <a:rPr lang="zh-CN" altLang="en-US" sz="900" dirty="0"/>
                <a:t>课程管理系统中的重要方面，涉及收集、存储、处理和传递各种课程相关的信息</a:t>
              </a:r>
              <a:endParaRPr lang="en-US" altLang="zh-CN" sz="900" dirty="0">
                <a:cs typeface="+mn-ea"/>
                <a:sym typeface="+mn-lt"/>
              </a:endParaRPr>
            </a:p>
          </p:txBody>
        </p:sp>
        <p:sp>
          <p:nvSpPr>
            <p:cNvPr id="24" name="矩形 23"/>
            <p:cNvSpPr/>
            <p:nvPr/>
          </p:nvSpPr>
          <p:spPr>
            <a:xfrm>
              <a:off x="609599" y="2934358"/>
              <a:ext cx="2407615" cy="340055"/>
            </a:xfrm>
            <a:prstGeom prst="rect">
              <a:avLst/>
            </a:prstGeom>
          </p:spPr>
          <p:txBody>
            <a:bodyPr wrap="none" lIns="90000" tIns="46800" rIns="90000" bIns="46800" anchor="ctr">
              <a:normAutofit lnSpcReduction="10000"/>
            </a:bodyPr>
            <a:lstStyle/>
            <a:p>
              <a:pPr lvl="0" algn="r" defTabSz="914400">
                <a:defRPr/>
              </a:pPr>
              <a:r>
                <a:rPr lang="zh-CN" altLang="en-US" sz="1600" b="1" dirty="0">
                  <a:cs typeface="+mn-ea"/>
                  <a:sym typeface="+mn-lt"/>
                </a:rPr>
                <a:t>信息管理</a:t>
              </a:r>
            </a:p>
          </p:txBody>
        </p:sp>
      </p:grpSp>
      <p:grpSp>
        <p:nvGrpSpPr>
          <p:cNvPr id="15" name="组合 14"/>
          <p:cNvGrpSpPr/>
          <p:nvPr/>
        </p:nvGrpSpPr>
        <p:grpSpPr>
          <a:xfrm>
            <a:off x="5074692" y="1411625"/>
            <a:ext cx="1890803" cy="1049761"/>
            <a:chOff x="5122025" y="254932"/>
            <a:chExt cx="2020976" cy="1122032"/>
          </a:xfrm>
        </p:grpSpPr>
        <p:sp>
          <p:nvSpPr>
            <p:cNvPr id="21" name="文本框 20"/>
            <p:cNvSpPr txBox="1"/>
            <p:nvPr/>
          </p:nvSpPr>
          <p:spPr>
            <a:xfrm>
              <a:off x="5122026" y="750318"/>
              <a:ext cx="2020975" cy="626646"/>
            </a:xfrm>
            <a:prstGeom prst="rect">
              <a:avLst/>
            </a:prstGeom>
            <a:noFill/>
          </p:spPr>
          <p:txBody>
            <a:bodyPr wrap="square" lIns="90000" tIns="46800" rIns="90000" bIns="46800" anchor="ctr" anchorCtr="1">
              <a:normAutofit lnSpcReduction="10000"/>
            </a:bodyPr>
            <a:lstStyle/>
            <a:p>
              <a:pPr algn="ctr">
                <a:lnSpc>
                  <a:spcPct val="150000"/>
                </a:lnSpc>
              </a:pPr>
              <a:r>
                <a:rPr lang="zh-CN" altLang="en-US" sz="1400" b="1" dirty="0">
                  <a:cs typeface="+mn-ea"/>
                  <a:sym typeface="+mn-lt"/>
                </a:rPr>
                <a:t>登录注册界面</a:t>
              </a:r>
              <a:endParaRPr lang="en-US" altLang="zh-CN" sz="1400" b="1" dirty="0">
                <a:cs typeface="+mn-ea"/>
                <a:sym typeface="+mn-lt"/>
              </a:endParaRPr>
            </a:p>
            <a:p>
              <a:pPr algn="ctr">
                <a:lnSpc>
                  <a:spcPct val="150000"/>
                </a:lnSpc>
              </a:pPr>
              <a:r>
                <a:rPr lang="zh-CN" altLang="en-US" sz="900" dirty="0">
                  <a:sym typeface="+mn-lt"/>
                </a:rPr>
                <a:t>网页多端浏览器支持</a:t>
              </a:r>
              <a:endParaRPr lang="en-US" altLang="zh-CN" sz="900" dirty="0">
                <a:sym typeface="+mn-lt"/>
              </a:endParaRPr>
            </a:p>
          </p:txBody>
        </p:sp>
        <p:sp>
          <p:nvSpPr>
            <p:cNvPr id="22" name="矩形 21"/>
            <p:cNvSpPr/>
            <p:nvPr/>
          </p:nvSpPr>
          <p:spPr>
            <a:xfrm>
              <a:off x="5122025" y="254932"/>
              <a:ext cx="2020976" cy="495386"/>
            </a:xfrm>
            <a:prstGeom prst="rect">
              <a:avLst/>
            </a:prstGeom>
          </p:spPr>
          <p:txBody>
            <a:bodyPr wrap="none" lIns="90000" tIns="46800" rIns="90000" bIns="46800" anchor="ctr" anchorCtr="1">
              <a:normAutofit/>
            </a:bodyPr>
            <a:lstStyle/>
            <a:p>
              <a:pPr lvl="0" algn="ctr" defTabSz="914400">
                <a:spcBef>
                  <a:spcPct val="0"/>
                </a:spcBef>
                <a:defRPr/>
              </a:pPr>
              <a:r>
                <a:rPr lang="zh-CN" altLang="en-US" b="1" dirty="0">
                  <a:cs typeface="+mn-ea"/>
                  <a:sym typeface="+mn-lt"/>
                </a:rPr>
                <a:t>四大模块</a:t>
              </a:r>
            </a:p>
          </p:txBody>
        </p:sp>
      </p:grpSp>
      <p:grpSp>
        <p:nvGrpSpPr>
          <p:cNvPr id="37" name="组合 36"/>
          <p:cNvGrpSpPr/>
          <p:nvPr/>
        </p:nvGrpSpPr>
        <p:grpSpPr>
          <a:xfrm>
            <a:off x="3597551" y="2533043"/>
            <a:ext cx="4869828" cy="3332431"/>
            <a:chOff x="3713736" y="2352766"/>
            <a:chExt cx="4869828" cy="3332431"/>
          </a:xfrm>
        </p:grpSpPr>
        <p:grpSp>
          <p:nvGrpSpPr>
            <p:cNvPr id="36" name="组合 35"/>
            <p:cNvGrpSpPr/>
            <p:nvPr/>
          </p:nvGrpSpPr>
          <p:grpSpPr>
            <a:xfrm>
              <a:off x="3713736" y="2352766"/>
              <a:ext cx="2247773" cy="3047264"/>
              <a:chOff x="3713736" y="2352766"/>
              <a:chExt cx="2247773" cy="3047264"/>
            </a:xfrm>
          </p:grpSpPr>
          <p:sp>
            <p:nvSpPr>
              <p:cNvPr id="8" name="任意多边形: 形状 7"/>
              <p:cNvSpPr/>
              <p:nvPr/>
            </p:nvSpPr>
            <p:spPr>
              <a:xfrm flipH="1">
                <a:off x="3713736" y="2352766"/>
                <a:ext cx="2247773" cy="1735792"/>
              </a:xfrm>
              <a:custGeom>
                <a:avLst/>
                <a:gdLst>
                  <a:gd name="connsiteX0" fmla="*/ 1500961 w 2402522"/>
                  <a:gd name="connsiteY0" fmla="*/ 379 h 1855293"/>
                  <a:gd name="connsiteX1" fmla="*/ 2258040 w 2402522"/>
                  <a:gd name="connsiteY1" fmla="*/ 430391 h 1855293"/>
                  <a:gd name="connsiteX2" fmla="*/ 2324916 w 2402522"/>
                  <a:gd name="connsiteY2" fmla="*/ 1298497 h 1855293"/>
                  <a:gd name="connsiteX3" fmla="*/ 1972131 w 2402522"/>
                  <a:gd name="connsiteY3" fmla="*/ 1709958 h 1855293"/>
                  <a:gd name="connsiteX4" fmla="*/ 1804289 w 2402522"/>
                  <a:gd name="connsiteY4" fmla="*/ 1794183 h 1855293"/>
                  <a:gd name="connsiteX5" fmla="*/ 1703481 w 2402522"/>
                  <a:gd name="connsiteY5" fmla="*/ 1821496 h 1855293"/>
                  <a:gd name="connsiteX6" fmla="*/ 1705549 w 2402522"/>
                  <a:gd name="connsiteY6" fmla="*/ 1824741 h 1855293"/>
                  <a:gd name="connsiteX7" fmla="*/ 1686949 w 2402522"/>
                  <a:gd name="connsiteY7" fmla="*/ 1825975 h 1855293"/>
                  <a:gd name="connsiteX8" fmla="*/ 1628410 w 2402522"/>
                  <a:gd name="connsiteY8" fmla="*/ 1841834 h 1855293"/>
                  <a:gd name="connsiteX9" fmla="*/ 1539068 w 2402522"/>
                  <a:gd name="connsiteY9" fmla="*/ 1852302 h 1855293"/>
                  <a:gd name="connsiteX10" fmla="*/ 1472337 w 2402522"/>
                  <a:gd name="connsiteY10" fmla="*/ 1853614 h 1855293"/>
                  <a:gd name="connsiteX11" fmla="*/ 1472337 w 2402522"/>
                  <a:gd name="connsiteY11" fmla="*/ 1855293 h 1855293"/>
                  <a:gd name="connsiteX12" fmla="*/ 0 w 2402522"/>
                  <a:gd name="connsiteY12" fmla="*/ 1855293 h 1855293"/>
                  <a:gd name="connsiteX13" fmla="*/ 369083 w 2402522"/>
                  <a:gd name="connsiteY13" fmla="*/ 1074912 h 1855293"/>
                  <a:gd name="connsiteX14" fmla="*/ 444650 w 2402522"/>
                  <a:gd name="connsiteY14" fmla="*/ 931337 h 1855293"/>
                  <a:gd name="connsiteX15" fmla="*/ 644898 w 2402522"/>
                  <a:gd name="connsiteY15" fmla="*/ 514845 h 1855293"/>
                  <a:gd name="connsiteX16" fmla="*/ 645800 w 2402522"/>
                  <a:gd name="connsiteY16" fmla="*/ 515278 h 1855293"/>
                  <a:gd name="connsiteX17" fmla="*/ 665339 w 2402522"/>
                  <a:gd name="connsiteY17" fmla="*/ 475771 h 1855293"/>
                  <a:gd name="connsiteX18" fmla="*/ 712840 w 2402522"/>
                  <a:gd name="connsiteY18" fmla="*/ 399380 h 1855293"/>
                  <a:gd name="connsiteX19" fmla="*/ 750416 w 2402522"/>
                  <a:gd name="connsiteY19" fmla="*/ 350396 h 1855293"/>
                  <a:gd name="connsiteX20" fmla="*/ 757540 w 2402522"/>
                  <a:gd name="connsiteY20" fmla="*/ 336863 h 1855293"/>
                  <a:gd name="connsiteX21" fmla="*/ 759019 w 2402522"/>
                  <a:gd name="connsiteY21" fmla="*/ 339183 h 1855293"/>
                  <a:gd name="connsiteX22" fmla="*/ 768048 w 2402522"/>
                  <a:gd name="connsiteY22" fmla="*/ 327413 h 1855293"/>
                  <a:gd name="connsiteX23" fmla="*/ 978474 w 2402522"/>
                  <a:gd name="connsiteY23" fmla="*/ 144481 h 1855293"/>
                  <a:gd name="connsiteX24" fmla="*/ 1500961 w 2402522"/>
                  <a:gd name="connsiteY24" fmla="*/ 379 h 1855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402522" h="1855293">
                    <a:moveTo>
                      <a:pt x="1500961" y="379"/>
                    </a:moveTo>
                    <a:cubicBezTo>
                      <a:pt x="1798454" y="8885"/>
                      <a:pt x="2086546" y="160207"/>
                      <a:pt x="2258040" y="430391"/>
                    </a:cubicBezTo>
                    <a:cubicBezTo>
                      <a:pt x="2429535" y="700575"/>
                      <a:pt x="2443843" y="1025676"/>
                      <a:pt x="2324916" y="1298497"/>
                    </a:cubicBezTo>
                    <a:cubicBezTo>
                      <a:pt x="2253561" y="1462190"/>
                      <a:pt x="2134241" y="1607061"/>
                      <a:pt x="1972131" y="1709958"/>
                    </a:cubicBezTo>
                    <a:cubicBezTo>
                      <a:pt x="1918094" y="1744257"/>
                      <a:pt x="1861861" y="1772268"/>
                      <a:pt x="1804289" y="1794183"/>
                    </a:cubicBezTo>
                    <a:lnTo>
                      <a:pt x="1703481" y="1821496"/>
                    </a:lnTo>
                    <a:lnTo>
                      <a:pt x="1705549" y="1824741"/>
                    </a:lnTo>
                    <a:lnTo>
                      <a:pt x="1686949" y="1825975"/>
                    </a:lnTo>
                    <a:lnTo>
                      <a:pt x="1628410" y="1841834"/>
                    </a:lnTo>
                    <a:cubicBezTo>
                      <a:pt x="1598714" y="1846791"/>
                      <a:pt x="1568897" y="1850273"/>
                      <a:pt x="1539068" y="1852302"/>
                    </a:cubicBezTo>
                    <a:lnTo>
                      <a:pt x="1472337" y="1853614"/>
                    </a:lnTo>
                    <a:lnTo>
                      <a:pt x="1472337" y="1855293"/>
                    </a:lnTo>
                    <a:lnTo>
                      <a:pt x="0" y="1855293"/>
                    </a:lnTo>
                    <a:lnTo>
                      <a:pt x="369083" y="1074912"/>
                    </a:lnTo>
                    <a:lnTo>
                      <a:pt x="444650" y="931337"/>
                    </a:lnTo>
                    <a:lnTo>
                      <a:pt x="644898" y="514845"/>
                    </a:lnTo>
                    <a:lnTo>
                      <a:pt x="645800" y="515278"/>
                    </a:lnTo>
                    <a:lnTo>
                      <a:pt x="665339" y="475771"/>
                    </a:lnTo>
                    <a:cubicBezTo>
                      <a:pt x="679872" y="449642"/>
                      <a:pt x="695714" y="424142"/>
                      <a:pt x="712840" y="399380"/>
                    </a:cubicBezTo>
                    <a:lnTo>
                      <a:pt x="750416" y="350396"/>
                    </a:lnTo>
                    <a:lnTo>
                      <a:pt x="757540" y="336863"/>
                    </a:lnTo>
                    <a:lnTo>
                      <a:pt x="759019" y="339183"/>
                    </a:lnTo>
                    <a:lnTo>
                      <a:pt x="768048" y="327413"/>
                    </a:lnTo>
                    <a:cubicBezTo>
                      <a:pt x="827061" y="257872"/>
                      <a:pt x="897418" y="195929"/>
                      <a:pt x="978474" y="144481"/>
                    </a:cubicBezTo>
                    <a:cubicBezTo>
                      <a:pt x="1140584" y="41585"/>
                      <a:pt x="1322465" y="-4725"/>
                      <a:pt x="1500961" y="379"/>
                    </a:cubicBezTo>
                    <a:close/>
                  </a:path>
                </a:pathLst>
              </a:custGeom>
              <a:solidFill>
                <a:schemeClr val="accent2"/>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cs typeface="+mn-ea"/>
                  <a:sym typeface="+mn-lt"/>
                </a:endParaRPr>
              </a:p>
            </p:txBody>
          </p:sp>
          <p:sp>
            <p:nvSpPr>
              <p:cNvPr id="10" name="任意多边形: 形状 9"/>
              <p:cNvSpPr/>
              <p:nvPr/>
            </p:nvSpPr>
            <p:spPr>
              <a:xfrm flipH="1" flipV="1">
                <a:off x="4486914" y="4261308"/>
                <a:ext cx="1474595" cy="1138722"/>
              </a:xfrm>
              <a:custGeom>
                <a:avLst/>
                <a:gdLst>
                  <a:gd name="connsiteX0" fmla="*/ 1500961 w 2402522"/>
                  <a:gd name="connsiteY0" fmla="*/ 379 h 1855293"/>
                  <a:gd name="connsiteX1" fmla="*/ 2258040 w 2402522"/>
                  <a:gd name="connsiteY1" fmla="*/ 430391 h 1855293"/>
                  <a:gd name="connsiteX2" fmla="*/ 2324916 w 2402522"/>
                  <a:gd name="connsiteY2" fmla="*/ 1298497 h 1855293"/>
                  <a:gd name="connsiteX3" fmla="*/ 1972131 w 2402522"/>
                  <a:gd name="connsiteY3" fmla="*/ 1709958 h 1855293"/>
                  <a:gd name="connsiteX4" fmla="*/ 1804289 w 2402522"/>
                  <a:gd name="connsiteY4" fmla="*/ 1794183 h 1855293"/>
                  <a:gd name="connsiteX5" fmla="*/ 1703481 w 2402522"/>
                  <a:gd name="connsiteY5" fmla="*/ 1821496 h 1855293"/>
                  <a:gd name="connsiteX6" fmla="*/ 1705549 w 2402522"/>
                  <a:gd name="connsiteY6" fmla="*/ 1824741 h 1855293"/>
                  <a:gd name="connsiteX7" fmla="*/ 1686949 w 2402522"/>
                  <a:gd name="connsiteY7" fmla="*/ 1825975 h 1855293"/>
                  <a:gd name="connsiteX8" fmla="*/ 1628410 w 2402522"/>
                  <a:gd name="connsiteY8" fmla="*/ 1841834 h 1855293"/>
                  <a:gd name="connsiteX9" fmla="*/ 1539068 w 2402522"/>
                  <a:gd name="connsiteY9" fmla="*/ 1852302 h 1855293"/>
                  <a:gd name="connsiteX10" fmla="*/ 1472337 w 2402522"/>
                  <a:gd name="connsiteY10" fmla="*/ 1853614 h 1855293"/>
                  <a:gd name="connsiteX11" fmla="*/ 1472337 w 2402522"/>
                  <a:gd name="connsiteY11" fmla="*/ 1855293 h 1855293"/>
                  <a:gd name="connsiteX12" fmla="*/ 0 w 2402522"/>
                  <a:gd name="connsiteY12" fmla="*/ 1855293 h 1855293"/>
                  <a:gd name="connsiteX13" fmla="*/ 369083 w 2402522"/>
                  <a:gd name="connsiteY13" fmla="*/ 1074912 h 1855293"/>
                  <a:gd name="connsiteX14" fmla="*/ 444650 w 2402522"/>
                  <a:gd name="connsiteY14" fmla="*/ 931337 h 1855293"/>
                  <a:gd name="connsiteX15" fmla="*/ 644898 w 2402522"/>
                  <a:gd name="connsiteY15" fmla="*/ 514845 h 1855293"/>
                  <a:gd name="connsiteX16" fmla="*/ 645800 w 2402522"/>
                  <a:gd name="connsiteY16" fmla="*/ 515278 h 1855293"/>
                  <a:gd name="connsiteX17" fmla="*/ 665339 w 2402522"/>
                  <a:gd name="connsiteY17" fmla="*/ 475771 h 1855293"/>
                  <a:gd name="connsiteX18" fmla="*/ 712840 w 2402522"/>
                  <a:gd name="connsiteY18" fmla="*/ 399380 h 1855293"/>
                  <a:gd name="connsiteX19" fmla="*/ 750416 w 2402522"/>
                  <a:gd name="connsiteY19" fmla="*/ 350396 h 1855293"/>
                  <a:gd name="connsiteX20" fmla="*/ 757540 w 2402522"/>
                  <a:gd name="connsiteY20" fmla="*/ 336863 h 1855293"/>
                  <a:gd name="connsiteX21" fmla="*/ 759019 w 2402522"/>
                  <a:gd name="connsiteY21" fmla="*/ 339183 h 1855293"/>
                  <a:gd name="connsiteX22" fmla="*/ 768048 w 2402522"/>
                  <a:gd name="connsiteY22" fmla="*/ 327413 h 1855293"/>
                  <a:gd name="connsiteX23" fmla="*/ 978474 w 2402522"/>
                  <a:gd name="connsiteY23" fmla="*/ 144481 h 1855293"/>
                  <a:gd name="connsiteX24" fmla="*/ 1500961 w 2402522"/>
                  <a:gd name="connsiteY24" fmla="*/ 379 h 1855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402522" h="1855293">
                    <a:moveTo>
                      <a:pt x="1500961" y="379"/>
                    </a:moveTo>
                    <a:cubicBezTo>
                      <a:pt x="1798454" y="8885"/>
                      <a:pt x="2086546" y="160207"/>
                      <a:pt x="2258040" y="430391"/>
                    </a:cubicBezTo>
                    <a:cubicBezTo>
                      <a:pt x="2429535" y="700575"/>
                      <a:pt x="2443843" y="1025676"/>
                      <a:pt x="2324916" y="1298497"/>
                    </a:cubicBezTo>
                    <a:cubicBezTo>
                      <a:pt x="2253561" y="1462190"/>
                      <a:pt x="2134241" y="1607061"/>
                      <a:pt x="1972131" y="1709958"/>
                    </a:cubicBezTo>
                    <a:cubicBezTo>
                      <a:pt x="1918094" y="1744257"/>
                      <a:pt x="1861861" y="1772268"/>
                      <a:pt x="1804289" y="1794183"/>
                    </a:cubicBezTo>
                    <a:lnTo>
                      <a:pt x="1703481" y="1821496"/>
                    </a:lnTo>
                    <a:lnTo>
                      <a:pt x="1705549" y="1824741"/>
                    </a:lnTo>
                    <a:lnTo>
                      <a:pt x="1686949" y="1825975"/>
                    </a:lnTo>
                    <a:lnTo>
                      <a:pt x="1628410" y="1841834"/>
                    </a:lnTo>
                    <a:cubicBezTo>
                      <a:pt x="1598714" y="1846791"/>
                      <a:pt x="1568897" y="1850273"/>
                      <a:pt x="1539068" y="1852302"/>
                    </a:cubicBezTo>
                    <a:lnTo>
                      <a:pt x="1472337" y="1853614"/>
                    </a:lnTo>
                    <a:lnTo>
                      <a:pt x="1472337" y="1855293"/>
                    </a:lnTo>
                    <a:lnTo>
                      <a:pt x="0" y="1855293"/>
                    </a:lnTo>
                    <a:lnTo>
                      <a:pt x="369083" y="1074912"/>
                    </a:lnTo>
                    <a:lnTo>
                      <a:pt x="444650" y="931337"/>
                    </a:lnTo>
                    <a:lnTo>
                      <a:pt x="644898" y="514845"/>
                    </a:lnTo>
                    <a:lnTo>
                      <a:pt x="645800" y="515278"/>
                    </a:lnTo>
                    <a:lnTo>
                      <a:pt x="665339" y="475771"/>
                    </a:lnTo>
                    <a:cubicBezTo>
                      <a:pt x="679872" y="449642"/>
                      <a:pt x="695714" y="424142"/>
                      <a:pt x="712840" y="399380"/>
                    </a:cubicBezTo>
                    <a:lnTo>
                      <a:pt x="750416" y="350396"/>
                    </a:lnTo>
                    <a:lnTo>
                      <a:pt x="757540" y="336863"/>
                    </a:lnTo>
                    <a:lnTo>
                      <a:pt x="759019" y="339183"/>
                    </a:lnTo>
                    <a:lnTo>
                      <a:pt x="768048" y="327413"/>
                    </a:lnTo>
                    <a:cubicBezTo>
                      <a:pt x="827061" y="257872"/>
                      <a:pt x="897418" y="195929"/>
                      <a:pt x="978474" y="144481"/>
                    </a:cubicBezTo>
                    <a:cubicBezTo>
                      <a:pt x="1140584" y="41585"/>
                      <a:pt x="1322465" y="-4725"/>
                      <a:pt x="1500961" y="379"/>
                    </a:cubicBezTo>
                    <a:close/>
                  </a:path>
                </a:pathLst>
              </a:custGeom>
              <a:solidFill>
                <a:schemeClr val="accent5"/>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grpSp>
        <p:grpSp>
          <p:nvGrpSpPr>
            <p:cNvPr id="35" name="组合 34"/>
            <p:cNvGrpSpPr/>
            <p:nvPr/>
          </p:nvGrpSpPr>
          <p:grpSpPr>
            <a:xfrm>
              <a:off x="6335791" y="2352766"/>
              <a:ext cx="2247773" cy="3047264"/>
              <a:chOff x="6335791" y="2352766"/>
              <a:chExt cx="2247773" cy="3047264"/>
            </a:xfrm>
          </p:grpSpPr>
          <p:sp>
            <p:nvSpPr>
              <p:cNvPr id="7" name="任意多边形: 形状 6"/>
              <p:cNvSpPr/>
              <p:nvPr/>
            </p:nvSpPr>
            <p:spPr>
              <a:xfrm>
                <a:off x="6335791" y="2352766"/>
                <a:ext cx="2247773" cy="1735792"/>
              </a:xfrm>
              <a:custGeom>
                <a:avLst/>
                <a:gdLst>
                  <a:gd name="connsiteX0" fmla="*/ 1500961 w 2402522"/>
                  <a:gd name="connsiteY0" fmla="*/ 379 h 1855293"/>
                  <a:gd name="connsiteX1" fmla="*/ 2258040 w 2402522"/>
                  <a:gd name="connsiteY1" fmla="*/ 430391 h 1855293"/>
                  <a:gd name="connsiteX2" fmla="*/ 2324916 w 2402522"/>
                  <a:gd name="connsiteY2" fmla="*/ 1298497 h 1855293"/>
                  <a:gd name="connsiteX3" fmla="*/ 1972131 w 2402522"/>
                  <a:gd name="connsiteY3" fmla="*/ 1709958 h 1855293"/>
                  <a:gd name="connsiteX4" fmla="*/ 1804289 w 2402522"/>
                  <a:gd name="connsiteY4" fmla="*/ 1794183 h 1855293"/>
                  <a:gd name="connsiteX5" fmla="*/ 1703481 w 2402522"/>
                  <a:gd name="connsiteY5" fmla="*/ 1821496 h 1855293"/>
                  <a:gd name="connsiteX6" fmla="*/ 1705549 w 2402522"/>
                  <a:gd name="connsiteY6" fmla="*/ 1824741 h 1855293"/>
                  <a:gd name="connsiteX7" fmla="*/ 1686949 w 2402522"/>
                  <a:gd name="connsiteY7" fmla="*/ 1825975 h 1855293"/>
                  <a:gd name="connsiteX8" fmla="*/ 1628410 w 2402522"/>
                  <a:gd name="connsiteY8" fmla="*/ 1841834 h 1855293"/>
                  <a:gd name="connsiteX9" fmla="*/ 1539068 w 2402522"/>
                  <a:gd name="connsiteY9" fmla="*/ 1852302 h 1855293"/>
                  <a:gd name="connsiteX10" fmla="*/ 1472337 w 2402522"/>
                  <a:gd name="connsiteY10" fmla="*/ 1853614 h 1855293"/>
                  <a:gd name="connsiteX11" fmla="*/ 1472337 w 2402522"/>
                  <a:gd name="connsiteY11" fmla="*/ 1855293 h 1855293"/>
                  <a:gd name="connsiteX12" fmla="*/ 0 w 2402522"/>
                  <a:gd name="connsiteY12" fmla="*/ 1855293 h 1855293"/>
                  <a:gd name="connsiteX13" fmla="*/ 369083 w 2402522"/>
                  <a:gd name="connsiteY13" fmla="*/ 1074912 h 1855293"/>
                  <a:gd name="connsiteX14" fmla="*/ 444650 w 2402522"/>
                  <a:gd name="connsiteY14" fmla="*/ 931337 h 1855293"/>
                  <a:gd name="connsiteX15" fmla="*/ 644898 w 2402522"/>
                  <a:gd name="connsiteY15" fmla="*/ 514845 h 1855293"/>
                  <a:gd name="connsiteX16" fmla="*/ 645800 w 2402522"/>
                  <a:gd name="connsiteY16" fmla="*/ 515278 h 1855293"/>
                  <a:gd name="connsiteX17" fmla="*/ 665339 w 2402522"/>
                  <a:gd name="connsiteY17" fmla="*/ 475771 h 1855293"/>
                  <a:gd name="connsiteX18" fmla="*/ 712840 w 2402522"/>
                  <a:gd name="connsiteY18" fmla="*/ 399380 h 1855293"/>
                  <a:gd name="connsiteX19" fmla="*/ 750416 w 2402522"/>
                  <a:gd name="connsiteY19" fmla="*/ 350396 h 1855293"/>
                  <a:gd name="connsiteX20" fmla="*/ 757540 w 2402522"/>
                  <a:gd name="connsiteY20" fmla="*/ 336863 h 1855293"/>
                  <a:gd name="connsiteX21" fmla="*/ 759019 w 2402522"/>
                  <a:gd name="connsiteY21" fmla="*/ 339183 h 1855293"/>
                  <a:gd name="connsiteX22" fmla="*/ 768048 w 2402522"/>
                  <a:gd name="connsiteY22" fmla="*/ 327413 h 1855293"/>
                  <a:gd name="connsiteX23" fmla="*/ 978474 w 2402522"/>
                  <a:gd name="connsiteY23" fmla="*/ 144481 h 1855293"/>
                  <a:gd name="connsiteX24" fmla="*/ 1500961 w 2402522"/>
                  <a:gd name="connsiteY24" fmla="*/ 379 h 1855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402522" h="1855293">
                    <a:moveTo>
                      <a:pt x="1500961" y="379"/>
                    </a:moveTo>
                    <a:cubicBezTo>
                      <a:pt x="1798454" y="8885"/>
                      <a:pt x="2086546" y="160207"/>
                      <a:pt x="2258040" y="430391"/>
                    </a:cubicBezTo>
                    <a:cubicBezTo>
                      <a:pt x="2429535" y="700575"/>
                      <a:pt x="2443843" y="1025676"/>
                      <a:pt x="2324916" y="1298497"/>
                    </a:cubicBezTo>
                    <a:cubicBezTo>
                      <a:pt x="2253561" y="1462190"/>
                      <a:pt x="2134241" y="1607061"/>
                      <a:pt x="1972131" y="1709958"/>
                    </a:cubicBezTo>
                    <a:cubicBezTo>
                      <a:pt x="1918094" y="1744257"/>
                      <a:pt x="1861861" y="1772268"/>
                      <a:pt x="1804289" y="1794183"/>
                    </a:cubicBezTo>
                    <a:lnTo>
                      <a:pt x="1703481" y="1821496"/>
                    </a:lnTo>
                    <a:lnTo>
                      <a:pt x="1705549" y="1824741"/>
                    </a:lnTo>
                    <a:lnTo>
                      <a:pt x="1686949" y="1825975"/>
                    </a:lnTo>
                    <a:lnTo>
                      <a:pt x="1628410" y="1841834"/>
                    </a:lnTo>
                    <a:cubicBezTo>
                      <a:pt x="1598714" y="1846791"/>
                      <a:pt x="1568897" y="1850273"/>
                      <a:pt x="1539068" y="1852302"/>
                    </a:cubicBezTo>
                    <a:lnTo>
                      <a:pt x="1472337" y="1853614"/>
                    </a:lnTo>
                    <a:lnTo>
                      <a:pt x="1472337" y="1855293"/>
                    </a:lnTo>
                    <a:lnTo>
                      <a:pt x="0" y="1855293"/>
                    </a:lnTo>
                    <a:lnTo>
                      <a:pt x="369083" y="1074912"/>
                    </a:lnTo>
                    <a:lnTo>
                      <a:pt x="444650" y="931337"/>
                    </a:lnTo>
                    <a:lnTo>
                      <a:pt x="644898" y="514845"/>
                    </a:lnTo>
                    <a:lnTo>
                      <a:pt x="645800" y="515278"/>
                    </a:lnTo>
                    <a:lnTo>
                      <a:pt x="665339" y="475771"/>
                    </a:lnTo>
                    <a:cubicBezTo>
                      <a:pt x="679872" y="449642"/>
                      <a:pt x="695714" y="424142"/>
                      <a:pt x="712840" y="399380"/>
                    </a:cubicBezTo>
                    <a:lnTo>
                      <a:pt x="750416" y="350396"/>
                    </a:lnTo>
                    <a:lnTo>
                      <a:pt x="757540" y="336863"/>
                    </a:lnTo>
                    <a:lnTo>
                      <a:pt x="759019" y="339183"/>
                    </a:lnTo>
                    <a:lnTo>
                      <a:pt x="768048" y="327413"/>
                    </a:lnTo>
                    <a:cubicBezTo>
                      <a:pt x="827061" y="257872"/>
                      <a:pt x="897418" y="195929"/>
                      <a:pt x="978474" y="144481"/>
                    </a:cubicBezTo>
                    <a:cubicBezTo>
                      <a:pt x="1140584" y="41585"/>
                      <a:pt x="1322465" y="-4725"/>
                      <a:pt x="1500961" y="379"/>
                    </a:cubicBezTo>
                    <a:close/>
                  </a:path>
                </a:pathLst>
              </a:custGeom>
              <a:solidFill>
                <a:schemeClr val="accent4"/>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9" name="任意多边形: 形状 8"/>
              <p:cNvSpPr/>
              <p:nvPr/>
            </p:nvSpPr>
            <p:spPr>
              <a:xfrm flipV="1">
                <a:off x="6335791" y="4261308"/>
                <a:ext cx="1474595" cy="1138722"/>
              </a:xfrm>
              <a:custGeom>
                <a:avLst/>
                <a:gdLst>
                  <a:gd name="connsiteX0" fmla="*/ 1500961 w 2402522"/>
                  <a:gd name="connsiteY0" fmla="*/ 379 h 1855293"/>
                  <a:gd name="connsiteX1" fmla="*/ 2258040 w 2402522"/>
                  <a:gd name="connsiteY1" fmla="*/ 430391 h 1855293"/>
                  <a:gd name="connsiteX2" fmla="*/ 2324916 w 2402522"/>
                  <a:gd name="connsiteY2" fmla="*/ 1298497 h 1855293"/>
                  <a:gd name="connsiteX3" fmla="*/ 1972131 w 2402522"/>
                  <a:gd name="connsiteY3" fmla="*/ 1709958 h 1855293"/>
                  <a:gd name="connsiteX4" fmla="*/ 1804289 w 2402522"/>
                  <a:gd name="connsiteY4" fmla="*/ 1794183 h 1855293"/>
                  <a:gd name="connsiteX5" fmla="*/ 1703481 w 2402522"/>
                  <a:gd name="connsiteY5" fmla="*/ 1821496 h 1855293"/>
                  <a:gd name="connsiteX6" fmla="*/ 1705549 w 2402522"/>
                  <a:gd name="connsiteY6" fmla="*/ 1824741 h 1855293"/>
                  <a:gd name="connsiteX7" fmla="*/ 1686949 w 2402522"/>
                  <a:gd name="connsiteY7" fmla="*/ 1825975 h 1855293"/>
                  <a:gd name="connsiteX8" fmla="*/ 1628410 w 2402522"/>
                  <a:gd name="connsiteY8" fmla="*/ 1841834 h 1855293"/>
                  <a:gd name="connsiteX9" fmla="*/ 1539068 w 2402522"/>
                  <a:gd name="connsiteY9" fmla="*/ 1852302 h 1855293"/>
                  <a:gd name="connsiteX10" fmla="*/ 1472337 w 2402522"/>
                  <a:gd name="connsiteY10" fmla="*/ 1853614 h 1855293"/>
                  <a:gd name="connsiteX11" fmla="*/ 1472337 w 2402522"/>
                  <a:gd name="connsiteY11" fmla="*/ 1855293 h 1855293"/>
                  <a:gd name="connsiteX12" fmla="*/ 0 w 2402522"/>
                  <a:gd name="connsiteY12" fmla="*/ 1855293 h 1855293"/>
                  <a:gd name="connsiteX13" fmla="*/ 369083 w 2402522"/>
                  <a:gd name="connsiteY13" fmla="*/ 1074912 h 1855293"/>
                  <a:gd name="connsiteX14" fmla="*/ 444650 w 2402522"/>
                  <a:gd name="connsiteY14" fmla="*/ 931337 h 1855293"/>
                  <a:gd name="connsiteX15" fmla="*/ 644898 w 2402522"/>
                  <a:gd name="connsiteY15" fmla="*/ 514845 h 1855293"/>
                  <a:gd name="connsiteX16" fmla="*/ 645800 w 2402522"/>
                  <a:gd name="connsiteY16" fmla="*/ 515278 h 1855293"/>
                  <a:gd name="connsiteX17" fmla="*/ 665339 w 2402522"/>
                  <a:gd name="connsiteY17" fmla="*/ 475771 h 1855293"/>
                  <a:gd name="connsiteX18" fmla="*/ 712840 w 2402522"/>
                  <a:gd name="connsiteY18" fmla="*/ 399380 h 1855293"/>
                  <a:gd name="connsiteX19" fmla="*/ 750416 w 2402522"/>
                  <a:gd name="connsiteY19" fmla="*/ 350396 h 1855293"/>
                  <a:gd name="connsiteX20" fmla="*/ 757540 w 2402522"/>
                  <a:gd name="connsiteY20" fmla="*/ 336863 h 1855293"/>
                  <a:gd name="connsiteX21" fmla="*/ 759019 w 2402522"/>
                  <a:gd name="connsiteY21" fmla="*/ 339183 h 1855293"/>
                  <a:gd name="connsiteX22" fmla="*/ 768048 w 2402522"/>
                  <a:gd name="connsiteY22" fmla="*/ 327413 h 1855293"/>
                  <a:gd name="connsiteX23" fmla="*/ 978474 w 2402522"/>
                  <a:gd name="connsiteY23" fmla="*/ 144481 h 1855293"/>
                  <a:gd name="connsiteX24" fmla="*/ 1500961 w 2402522"/>
                  <a:gd name="connsiteY24" fmla="*/ 379 h 1855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402522" h="1855293">
                    <a:moveTo>
                      <a:pt x="1500961" y="379"/>
                    </a:moveTo>
                    <a:cubicBezTo>
                      <a:pt x="1798454" y="8885"/>
                      <a:pt x="2086546" y="160207"/>
                      <a:pt x="2258040" y="430391"/>
                    </a:cubicBezTo>
                    <a:cubicBezTo>
                      <a:pt x="2429535" y="700575"/>
                      <a:pt x="2443843" y="1025676"/>
                      <a:pt x="2324916" y="1298497"/>
                    </a:cubicBezTo>
                    <a:cubicBezTo>
                      <a:pt x="2253561" y="1462190"/>
                      <a:pt x="2134241" y="1607061"/>
                      <a:pt x="1972131" y="1709958"/>
                    </a:cubicBezTo>
                    <a:cubicBezTo>
                      <a:pt x="1918094" y="1744257"/>
                      <a:pt x="1861861" y="1772268"/>
                      <a:pt x="1804289" y="1794183"/>
                    </a:cubicBezTo>
                    <a:lnTo>
                      <a:pt x="1703481" y="1821496"/>
                    </a:lnTo>
                    <a:lnTo>
                      <a:pt x="1705549" y="1824741"/>
                    </a:lnTo>
                    <a:lnTo>
                      <a:pt x="1686949" y="1825975"/>
                    </a:lnTo>
                    <a:lnTo>
                      <a:pt x="1628410" y="1841834"/>
                    </a:lnTo>
                    <a:cubicBezTo>
                      <a:pt x="1598714" y="1846791"/>
                      <a:pt x="1568897" y="1850273"/>
                      <a:pt x="1539068" y="1852302"/>
                    </a:cubicBezTo>
                    <a:lnTo>
                      <a:pt x="1472337" y="1853614"/>
                    </a:lnTo>
                    <a:lnTo>
                      <a:pt x="1472337" y="1855293"/>
                    </a:lnTo>
                    <a:lnTo>
                      <a:pt x="0" y="1855293"/>
                    </a:lnTo>
                    <a:lnTo>
                      <a:pt x="369083" y="1074912"/>
                    </a:lnTo>
                    <a:lnTo>
                      <a:pt x="444650" y="931337"/>
                    </a:lnTo>
                    <a:lnTo>
                      <a:pt x="644898" y="514845"/>
                    </a:lnTo>
                    <a:lnTo>
                      <a:pt x="645800" y="515278"/>
                    </a:lnTo>
                    <a:lnTo>
                      <a:pt x="665339" y="475771"/>
                    </a:lnTo>
                    <a:cubicBezTo>
                      <a:pt x="679872" y="449642"/>
                      <a:pt x="695714" y="424142"/>
                      <a:pt x="712840" y="399380"/>
                    </a:cubicBezTo>
                    <a:lnTo>
                      <a:pt x="750416" y="350396"/>
                    </a:lnTo>
                    <a:lnTo>
                      <a:pt x="757540" y="336863"/>
                    </a:lnTo>
                    <a:lnTo>
                      <a:pt x="759019" y="339183"/>
                    </a:lnTo>
                    <a:lnTo>
                      <a:pt x="768048" y="327413"/>
                    </a:lnTo>
                    <a:cubicBezTo>
                      <a:pt x="827061" y="257872"/>
                      <a:pt x="897418" y="195929"/>
                      <a:pt x="978474" y="144481"/>
                    </a:cubicBezTo>
                    <a:cubicBezTo>
                      <a:pt x="1140584" y="41585"/>
                      <a:pt x="1322465" y="-4725"/>
                      <a:pt x="1500961" y="379"/>
                    </a:cubicBezTo>
                    <a:close/>
                  </a:path>
                </a:pathLst>
              </a:custGeom>
              <a:solidFill>
                <a:schemeClr val="accent6"/>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grpSp>
        <p:grpSp>
          <p:nvGrpSpPr>
            <p:cNvPr id="34" name="组合 33"/>
            <p:cNvGrpSpPr/>
            <p:nvPr/>
          </p:nvGrpSpPr>
          <p:grpSpPr>
            <a:xfrm>
              <a:off x="5605725" y="2459240"/>
              <a:ext cx="1085850" cy="3225957"/>
              <a:chOff x="5991014" y="2459240"/>
              <a:chExt cx="1085850" cy="3225957"/>
            </a:xfrm>
          </p:grpSpPr>
          <p:grpSp>
            <p:nvGrpSpPr>
              <p:cNvPr id="6" name="组合 5"/>
              <p:cNvGrpSpPr/>
              <p:nvPr/>
            </p:nvGrpSpPr>
            <p:grpSpPr>
              <a:xfrm>
                <a:off x="5991014" y="2459240"/>
                <a:ext cx="1085850" cy="3225957"/>
                <a:chOff x="5438775" y="1724025"/>
                <a:chExt cx="1085850" cy="3448050"/>
              </a:xfrm>
            </p:grpSpPr>
            <p:cxnSp>
              <p:nvCxnSpPr>
                <p:cNvPr id="31" name="直接连接符 30"/>
                <p:cNvCxnSpPr/>
                <p:nvPr/>
              </p:nvCxnSpPr>
              <p:spPr>
                <a:xfrm>
                  <a:off x="5981700" y="2200275"/>
                  <a:ext cx="0" cy="2771775"/>
                </a:xfrm>
                <a:prstGeom prst="line">
                  <a:avLst/>
                </a:prstGeom>
                <a:solidFill>
                  <a:schemeClr val="tx2">
                    <a:lumMod val="40000"/>
                    <a:lumOff val="60000"/>
                  </a:schemeClr>
                </a:solidFill>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2" name="椭圆 31"/>
                <p:cNvSpPr/>
                <p:nvPr/>
              </p:nvSpPr>
              <p:spPr>
                <a:xfrm>
                  <a:off x="5438775" y="1724025"/>
                  <a:ext cx="1085850" cy="1085850"/>
                </a:xfrm>
                <a:prstGeom prst="ellipse">
                  <a:avLst/>
                </a:prstGeom>
                <a:solidFill>
                  <a:schemeClr val="accent1"/>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33" name="椭圆 32"/>
                <p:cNvSpPr/>
                <p:nvPr/>
              </p:nvSpPr>
              <p:spPr>
                <a:xfrm>
                  <a:off x="5781675" y="4772025"/>
                  <a:ext cx="400050" cy="400050"/>
                </a:xfrm>
                <a:prstGeom prst="ellipse">
                  <a:avLst/>
                </a:prstGeom>
                <a:solidFill>
                  <a:schemeClr val="tx2">
                    <a:lumMod val="40000"/>
                    <a:lumOff val="60000"/>
                  </a:schemeClr>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grpSp>
          <p:sp>
            <p:nvSpPr>
              <p:cNvPr id="20" name="任意多边形: 形状 19"/>
              <p:cNvSpPr/>
              <p:nvPr/>
            </p:nvSpPr>
            <p:spPr bwMode="auto">
              <a:xfrm>
                <a:off x="6294576" y="2764915"/>
                <a:ext cx="478726" cy="404558"/>
              </a:xfrm>
              <a:custGeom>
                <a:avLst/>
                <a:gdLst>
                  <a:gd name="connsiteX0" fmla="*/ 46038 w 338138"/>
                  <a:gd name="connsiteY0" fmla="*/ 261938 h 285751"/>
                  <a:gd name="connsiteX1" fmla="*/ 38100 w 338138"/>
                  <a:gd name="connsiteY1" fmla="*/ 270670 h 285751"/>
                  <a:gd name="connsiteX2" fmla="*/ 46038 w 338138"/>
                  <a:gd name="connsiteY2" fmla="*/ 279402 h 285751"/>
                  <a:gd name="connsiteX3" fmla="*/ 53976 w 338138"/>
                  <a:gd name="connsiteY3" fmla="*/ 270670 h 285751"/>
                  <a:gd name="connsiteX4" fmla="*/ 46038 w 338138"/>
                  <a:gd name="connsiteY4" fmla="*/ 261938 h 285751"/>
                  <a:gd name="connsiteX5" fmla="*/ 288131 w 338138"/>
                  <a:gd name="connsiteY5" fmla="*/ 184150 h 285751"/>
                  <a:gd name="connsiteX6" fmla="*/ 277812 w 338138"/>
                  <a:gd name="connsiteY6" fmla="*/ 194469 h 285751"/>
                  <a:gd name="connsiteX7" fmla="*/ 288131 w 338138"/>
                  <a:gd name="connsiteY7" fmla="*/ 204788 h 285751"/>
                  <a:gd name="connsiteX8" fmla="*/ 298450 w 338138"/>
                  <a:gd name="connsiteY8" fmla="*/ 194469 h 285751"/>
                  <a:gd name="connsiteX9" fmla="*/ 288131 w 338138"/>
                  <a:gd name="connsiteY9" fmla="*/ 184150 h 285751"/>
                  <a:gd name="connsiteX10" fmla="*/ 19050 w 338138"/>
                  <a:gd name="connsiteY10" fmla="*/ 165100 h 285751"/>
                  <a:gd name="connsiteX11" fmla="*/ 19050 w 338138"/>
                  <a:gd name="connsiteY11" fmla="*/ 242888 h 285751"/>
                  <a:gd name="connsiteX12" fmla="*/ 73025 w 338138"/>
                  <a:gd name="connsiteY12" fmla="*/ 242888 h 285751"/>
                  <a:gd name="connsiteX13" fmla="*/ 73025 w 338138"/>
                  <a:gd name="connsiteY13" fmla="*/ 165100 h 285751"/>
                  <a:gd name="connsiteX14" fmla="*/ 12010 w 338138"/>
                  <a:gd name="connsiteY14" fmla="*/ 141288 h 285751"/>
                  <a:gd name="connsiteX15" fmla="*/ 81400 w 338138"/>
                  <a:gd name="connsiteY15" fmla="*/ 141288 h 285751"/>
                  <a:gd name="connsiteX16" fmla="*/ 92075 w 338138"/>
                  <a:gd name="connsiteY16" fmla="*/ 153107 h 285751"/>
                  <a:gd name="connsiteX17" fmla="*/ 92075 w 338138"/>
                  <a:gd name="connsiteY17" fmla="*/ 273932 h 285751"/>
                  <a:gd name="connsiteX18" fmla="*/ 81400 w 338138"/>
                  <a:gd name="connsiteY18" fmla="*/ 285751 h 285751"/>
                  <a:gd name="connsiteX19" fmla="*/ 12010 w 338138"/>
                  <a:gd name="connsiteY19" fmla="*/ 285751 h 285751"/>
                  <a:gd name="connsiteX20" fmla="*/ 0 w 338138"/>
                  <a:gd name="connsiteY20" fmla="*/ 273932 h 285751"/>
                  <a:gd name="connsiteX21" fmla="*/ 0 w 338138"/>
                  <a:gd name="connsiteY21" fmla="*/ 153107 h 285751"/>
                  <a:gd name="connsiteX22" fmla="*/ 12010 w 338138"/>
                  <a:gd name="connsiteY22" fmla="*/ 141288 h 285751"/>
                  <a:gd name="connsiteX23" fmla="*/ 55002 w 338138"/>
                  <a:gd name="connsiteY23" fmla="*/ 82550 h 285751"/>
                  <a:gd name="connsiteX24" fmla="*/ 175185 w 338138"/>
                  <a:gd name="connsiteY24" fmla="*/ 82550 h 285751"/>
                  <a:gd name="connsiteX25" fmla="*/ 193675 w 338138"/>
                  <a:gd name="connsiteY25" fmla="*/ 99703 h 285751"/>
                  <a:gd name="connsiteX26" fmla="*/ 193675 w 338138"/>
                  <a:gd name="connsiteY26" fmla="*/ 268597 h 285751"/>
                  <a:gd name="connsiteX27" fmla="*/ 175185 w 338138"/>
                  <a:gd name="connsiteY27" fmla="*/ 285750 h 285751"/>
                  <a:gd name="connsiteX28" fmla="*/ 107830 w 338138"/>
                  <a:gd name="connsiteY28" fmla="*/ 285750 h 285751"/>
                  <a:gd name="connsiteX29" fmla="*/ 109151 w 338138"/>
                  <a:gd name="connsiteY29" fmla="*/ 276514 h 285751"/>
                  <a:gd name="connsiteX30" fmla="*/ 109151 w 338138"/>
                  <a:gd name="connsiteY30" fmla="*/ 273875 h 285751"/>
                  <a:gd name="connsiteX31" fmla="*/ 115754 w 338138"/>
                  <a:gd name="connsiteY31" fmla="*/ 275194 h 285751"/>
                  <a:gd name="connsiteX32" fmla="*/ 124999 w 338138"/>
                  <a:gd name="connsiteY32" fmla="*/ 264639 h 285751"/>
                  <a:gd name="connsiteX33" fmla="*/ 115754 w 338138"/>
                  <a:gd name="connsiteY33" fmla="*/ 254083 h 285751"/>
                  <a:gd name="connsiteX34" fmla="*/ 109151 w 338138"/>
                  <a:gd name="connsiteY34" fmla="*/ 256722 h 285751"/>
                  <a:gd name="connsiteX35" fmla="*/ 109151 w 338138"/>
                  <a:gd name="connsiteY35" fmla="*/ 235610 h 285751"/>
                  <a:gd name="connsiteX36" fmla="*/ 168582 w 338138"/>
                  <a:gd name="connsiteY36" fmla="*/ 235610 h 285751"/>
                  <a:gd name="connsiteX37" fmla="*/ 168582 w 338138"/>
                  <a:gd name="connsiteY37" fmla="*/ 110259 h 285751"/>
                  <a:gd name="connsiteX38" fmla="*/ 61606 w 338138"/>
                  <a:gd name="connsiteY38" fmla="*/ 110259 h 285751"/>
                  <a:gd name="connsiteX39" fmla="*/ 61606 w 338138"/>
                  <a:gd name="connsiteY39" fmla="*/ 126093 h 285751"/>
                  <a:gd name="connsiteX40" fmla="*/ 36512 w 338138"/>
                  <a:gd name="connsiteY40" fmla="*/ 126093 h 285751"/>
                  <a:gd name="connsiteX41" fmla="*/ 36512 w 338138"/>
                  <a:gd name="connsiteY41" fmla="*/ 99703 h 285751"/>
                  <a:gd name="connsiteX42" fmla="*/ 55002 w 338138"/>
                  <a:gd name="connsiteY42" fmla="*/ 82550 h 285751"/>
                  <a:gd name="connsiteX43" fmla="*/ 102729 w 338138"/>
                  <a:gd name="connsiteY43" fmla="*/ 0 h 285751"/>
                  <a:gd name="connsiteX44" fmla="*/ 305260 w 338138"/>
                  <a:gd name="connsiteY44" fmla="*/ 0 h 285751"/>
                  <a:gd name="connsiteX45" fmla="*/ 338138 w 338138"/>
                  <a:gd name="connsiteY45" fmla="*/ 34237 h 285751"/>
                  <a:gd name="connsiteX46" fmla="*/ 338138 w 338138"/>
                  <a:gd name="connsiteY46" fmla="*/ 188306 h 285751"/>
                  <a:gd name="connsiteX47" fmla="*/ 305260 w 338138"/>
                  <a:gd name="connsiteY47" fmla="*/ 221226 h 285751"/>
                  <a:gd name="connsiteX48" fmla="*/ 234242 w 338138"/>
                  <a:gd name="connsiteY48" fmla="*/ 221226 h 285751"/>
                  <a:gd name="connsiteX49" fmla="*/ 234242 w 338138"/>
                  <a:gd name="connsiteY49" fmla="*/ 243612 h 285751"/>
                  <a:gd name="connsiteX50" fmla="*/ 265806 w 338138"/>
                  <a:gd name="connsiteY50" fmla="*/ 243612 h 285751"/>
                  <a:gd name="connsiteX51" fmla="*/ 277642 w 338138"/>
                  <a:gd name="connsiteY51" fmla="*/ 256780 h 285751"/>
                  <a:gd name="connsiteX52" fmla="*/ 277642 w 338138"/>
                  <a:gd name="connsiteY52" fmla="*/ 272582 h 285751"/>
                  <a:gd name="connsiteX53" fmla="*/ 265806 w 338138"/>
                  <a:gd name="connsiteY53" fmla="*/ 285750 h 285751"/>
                  <a:gd name="connsiteX54" fmla="*/ 205309 w 338138"/>
                  <a:gd name="connsiteY54" fmla="*/ 285750 h 285751"/>
                  <a:gd name="connsiteX55" fmla="*/ 210570 w 338138"/>
                  <a:gd name="connsiteY55" fmla="*/ 269948 h 285751"/>
                  <a:gd name="connsiteX56" fmla="*/ 210570 w 338138"/>
                  <a:gd name="connsiteY56" fmla="*/ 213325 h 285751"/>
                  <a:gd name="connsiteX57" fmla="*/ 210570 w 338138"/>
                  <a:gd name="connsiteY57" fmla="*/ 172504 h 285751"/>
                  <a:gd name="connsiteX58" fmla="*/ 296054 w 338138"/>
                  <a:gd name="connsiteY58" fmla="*/ 172504 h 285751"/>
                  <a:gd name="connsiteX59" fmla="*/ 309205 w 338138"/>
                  <a:gd name="connsiteY59" fmla="*/ 159335 h 285751"/>
                  <a:gd name="connsiteX60" fmla="*/ 309205 w 338138"/>
                  <a:gd name="connsiteY60" fmla="*/ 39504 h 285751"/>
                  <a:gd name="connsiteX61" fmla="*/ 296054 w 338138"/>
                  <a:gd name="connsiteY61" fmla="*/ 27653 h 285751"/>
                  <a:gd name="connsiteX62" fmla="*/ 110620 w 338138"/>
                  <a:gd name="connsiteY62" fmla="*/ 27653 h 285751"/>
                  <a:gd name="connsiteX63" fmla="*/ 98783 w 338138"/>
                  <a:gd name="connsiteY63" fmla="*/ 39504 h 285751"/>
                  <a:gd name="connsiteX64" fmla="*/ 98783 w 338138"/>
                  <a:gd name="connsiteY64" fmla="*/ 65841 h 285751"/>
                  <a:gd name="connsiteX65" fmla="*/ 69850 w 338138"/>
                  <a:gd name="connsiteY65" fmla="*/ 65841 h 285751"/>
                  <a:gd name="connsiteX66" fmla="*/ 69850 w 338138"/>
                  <a:gd name="connsiteY66" fmla="*/ 34237 h 285751"/>
                  <a:gd name="connsiteX67" fmla="*/ 102729 w 338138"/>
                  <a:gd name="connsiteY67" fmla="*/ 0 h 285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338138" h="285751">
                    <a:moveTo>
                      <a:pt x="46038" y="261938"/>
                    </a:moveTo>
                    <a:cubicBezTo>
                      <a:pt x="41654" y="261938"/>
                      <a:pt x="38100" y="265847"/>
                      <a:pt x="38100" y="270670"/>
                    </a:cubicBezTo>
                    <a:cubicBezTo>
                      <a:pt x="38100" y="275493"/>
                      <a:pt x="41654" y="279402"/>
                      <a:pt x="46038" y="279402"/>
                    </a:cubicBezTo>
                    <a:cubicBezTo>
                      <a:pt x="50422" y="279402"/>
                      <a:pt x="53976" y="275493"/>
                      <a:pt x="53976" y="270670"/>
                    </a:cubicBezTo>
                    <a:cubicBezTo>
                      <a:pt x="53976" y="265847"/>
                      <a:pt x="50422" y="261938"/>
                      <a:pt x="46038" y="261938"/>
                    </a:cubicBezTo>
                    <a:close/>
                    <a:moveTo>
                      <a:pt x="288131" y="184150"/>
                    </a:moveTo>
                    <a:cubicBezTo>
                      <a:pt x="282432" y="184150"/>
                      <a:pt x="277812" y="188770"/>
                      <a:pt x="277812" y="194469"/>
                    </a:cubicBezTo>
                    <a:cubicBezTo>
                      <a:pt x="277812" y="200168"/>
                      <a:pt x="282432" y="204788"/>
                      <a:pt x="288131" y="204788"/>
                    </a:cubicBezTo>
                    <a:cubicBezTo>
                      <a:pt x="293830" y="204788"/>
                      <a:pt x="298450" y="200168"/>
                      <a:pt x="298450" y="194469"/>
                    </a:cubicBezTo>
                    <a:cubicBezTo>
                      <a:pt x="298450" y="188770"/>
                      <a:pt x="293830" y="184150"/>
                      <a:pt x="288131" y="184150"/>
                    </a:cubicBezTo>
                    <a:close/>
                    <a:moveTo>
                      <a:pt x="19050" y="165100"/>
                    </a:moveTo>
                    <a:lnTo>
                      <a:pt x="19050" y="242888"/>
                    </a:lnTo>
                    <a:lnTo>
                      <a:pt x="73025" y="242888"/>
                    </a:lnTo>
                    <a:lnTo>
                      <a:pt x="73025" y="165100"/>
                    </a:lnTo>
                    <a:close/>
                    <a:moveTo>
                      <a:pt x="12010" y="141288"/>
                    </a:moveTo>
                    <a:cubicBezTo>
                      <a:pt x="12010" y="141288"/>
                      <a:pt x="12010" y="141288"/>
                      <a:pt x="81400" y="141288"/>
                    </a:cubicBezTo>
                    <a:cubicBezTo>
                      <a:pt x="86738" y="141288"/>
                      <a:pt x="92075" y="146541"/>
                      <a:pt x="92075" y="153107"/>
                    </a:cubicBezTo>
                    <a:cubicBezTo>
                      <a:pt x="92075" y="153107"/>
                      <a:pt x="92075" y="153107"/>
                      <a:pt x="92075" y="273932"/>
                    </a:cubicBezTo>
                    <a:cubicBezTo>
                      <a:pt x="92075" y="280498"/>
                      <a:pt x="86738" y="285751"/>
                      <a:pt x="81400" y="285751"/>
                    </a:cubicBezTo>
                    <a:cubicBezTo>
                      <a:pt x="81400" y="285751"/>
                      <a:pt x="81400" y="285751"/>
                      <a:pt x="12010" y="285751"/>
                    </a:cubicBezTo>
                    <a:cubicBezTo>
                      <a:pt x="5337" y="285751"/>
                      <a:pt x="0" y="280498"/>
                      <a:pt x="0" y="273932"/>
                    </a:cubicBezTo>
                    <a:cubicBezTo>
                      <a:pt x="0" y="273932"/>
                      <a:pt x="0" y="273932"/>
                      <a:pt x="0" y="153107"/>
                    </a:cubicBezTo>
                    <a:cubicBezTo>
                      <a:pt x="0" y="146541"/>
                      <a:pt x="5337" y="141288"/>
                      <a:pt x="12010" y="141288"/>
                    </a:cubicBezTo>
                    <a:close/>
                    <a:moveTo>
                      <a:pt x="55002" y="82550"/>
                    </a:moveTo>
                    <a:cubicBezTo>
                      <a:pt x="55002" y="82550"/>
                      <a:pt x="55002" y="82550"/>
                      <a:pt x="175185" y="82550"/>
                    </a:cubicBezTo>
                    <a:cubicBezTo>
                      <a:pt x="185751" y="82550"/>
                      <a:pt x="193675" y="90467"/>
                      <a:pt x="193675" y="99703"/>
                    </a:cubicBezTo>
                    <a:cubicBezTo>
                      <a:pt x="193675" y="99703"/>
                      <a:pt x="193675" y="99703"/>
                      <a:pt x="193675" y="268597"/>
                    </a:cubicBezTo>
                    <a:cubicBezTo>
                      <a:pt x="193675" y="277833"/>
                      <a:pt x="185751" y="285750"/>
                      <a:pt x="175185" y="285750"/>
                    </a:cubicBezTo>
                    <a:cubicBezTo>
                      <a:pt x="175185" y="285750"/>
                      <a:pt x="175185" y="285750"/>
                      <a:pt x="107830" y="285750"/>
                    </a:cubicBezTo>
                    <a:cubicBezTo>
                      <a:pt x="109151" y="283111"/>
                      <a:pt x="109151" y="280472"/>
                      <a:pt x="109151" y="276514"/>
                    </a:cubicBezTo>
                    <a:cubicBezTo>
                      <a:pt x="109151" y="276514"/>
                      <a:pt x="109151" y="276514"/>
                      <a:pt x="109151" y="273875"/>
                    </a:cubicBezTo>
                    <a:cubicBezTo>
                      <a:pt x="110471" y="273875"/>
                      <a:pt x="113113" y="275194"/>
                      <a:pt x="115754" y="275194"/>
                    </a:cubicBezTo>
                    <a:cubicBezTo>
                      <a:pt x="121037" y="275194"/>
                      <a:pt x="124999" y="271236"/>
                      <a:pt x="124999" y="264639"/>
                    </a:cubicBezTo>
                    <a:cubicBezTo>
                      <a:pt x="124999" y="259361"/>
                      <a:pt x="121037" y="254083"/>
                      <a:pt x="115754" y="254083"/>
                    </a:cubicBezTo>
                    <a:cubicBezTo>
                      <a:pt x="113113" y="254083"/>
                      <a:pt x="110471" y="255402"/>
                      <a:pt x="109151" y="256722"/>
                    </a:cubicBezTo>
                    <a:cubicBezTo>
                      <a:pt x="109151" y="256722"/>
                      <a:pt x="109151" y="256722"/>
                      <a:pt x="109151" y="235610"/>
                    </a:cubicBezTo>
                    <a:cubicBezTo>
                      <a:pt x="109151" y="235610"/>
                      <a:pt x="109151" y="235610"/>
                      <a:pt x="168582" y="235610"/>
                    </a:cubicBezTo>
                    <a:cubicBezTo>
                      <a:pt x="168582" y="235610"/>
                      <a:pt x="168582" y="235610"/>
                      <a:pt x="168582" y="110259"/>
                    </a:cubicBezTo>
                    <a:cubicBezTo>
                      <a:pt x="168582" y="110259"/>
                      <a:pt x="168582" y="110259"/>
                      <a:pt x="61606" y="110259"/>
                    </a:cubicBezTo>
                    <a:cubicBezTo>
                      <a:pt x="61606" y="110259"/>
                      <a:pt x="61606" y="110259"/>
                      <a:pt x="61606" y="126093"/>
                    </a:cubicBezTo>
                    <a:cubicBezTo>
                      <a:pt x="61606" y="126093"/>
                      <a:pt x="61606" y="126093"/>
                      <a:pt x="36512" y="126093"/>
                    </a:cubicBezTo>
                    <a:cubicBezTo>
                      <a:pt x="36512" y="126093"/>
                      <a:pt x="36512" y="126093"/>
                      <a:pt x="36512" y="99703"/>
                    </a:cubicBezTo>
                    <a:cubicBezTo>
                      <a:pt x="36512" y="90467"/>
                      <a:pt x="45757" y="82550"/>
                      <a:pt x="55002" y="82550"/>
                    </a:cubicBezTo>
                    <a:close/>
                    <a:moveTo>
                      <a:pt x="102729" y="0"/>
                    </a:moveTo>
                    <a:cubicBezTo>
                      <a:pt x="102729" y="0"/>
                      <a:pt x="102729" y="0"/>
                      <a:pt x="305260" y="0"/>
                    </a:cubicBezTo>
                    <a:cubicBezTo>
                      <a:pt x="323672" y="0"/>
                      <a:pt x="338138" y="15802"/>
                      <a:pt x="338138" y="34237"/>
                    </a:cubicBezTo>
                    <a:cubicBezTo>
                      <a:pt x="338138" y="34237"/>
                      <a:pt x="338138" y="34237"/>
                      <a:pt x="338138" y="188306"/>
                    </a:cubicBezTo>
                    <a:cubicBezTo>
                      <a:pt x="338138" y="206741"/>
                      <a:pt x="323672" y="221226"/>
                      <a:pt x="305260" y="221226"/>
                    </a:cubicBezTo>
                    <a:cubicBezTo>
                      <a:pt x="305260" y="221226"/>
                      <a:pt x="305260" y="221226"/>
                      <a:pt x="234242" y="221226"/>
                    </a:cubicBezTo>
                    <a:cubicBezTo>
                      <a:pt x="234242" y="221226"/>
                      <a:pt x="234242" y="221226"/>
                      <a:pt x="234242" y="243612"/>
                    </a:cubicBezTo>
                    <a:cubicBezTo>
                      <a:pt x="234242" y="243612"/>
                      <a:pt x="234242" y="243612"/>
                      <a:pt x="265806" y="243612"/>
                    </a:cubicBezTo>
                    <a:cubicBezTo>
                      <a:pt x="272381" y="243612"/>
                      <a:pt x="277642" y="250196"/>
                      <a:pt x="277642" y="256780"/>
                    </a:cubicBezTo>
                    <a:cubicBezTo>
                      <a:pt x="277642" y="256780"/>
                      <a:pt x="277642" y="256780"/>
                      <a:pt x="277642" y="272582"/>
                    </a:cubicBezTo>
                    <a:cubicBezTo>
                      <a:pt x="277642" y="280483"/>
                      <a:pt x="272381" y="285750"/>
                      <a:pt x="265806" y="285750"/>
                    </a:cubicBezTo>
                    <a:cubicBezTo>
                      <a:pt x="265806" y="285750"/>
                      <a:pt x="265806" y="285750"/>
                      <a:pt x="205309" y="285750"/>
                    </a:cubicBezTo>
                    <a:cubicBezTo>
                      <a:pt x="207940" y="280483"/>
                      <a:pt x="209255" y="275216"/>
                      <a:pt x="210570" y="269948"/>
                    </a:cubicBezTo>
                    <a:cubicBezTo>
                      <a:pt x="210570" y="268632"/>
                      <a:pt x="210570" y="213325"/>
                      <a:pt x="210570" y="213325"/>
                    </a:cubicBezTo>
                    <a:cubicBezTo>
                      <a:pt x="210570" y="213325"/>
                      <a:pt x="210570" y="213325"/>
                      <a:pt x="210570" y="172504"/>
                    </a:cubicBezTo>
                    <a:cubicBezTo>
                      <a:pt x="210570" y="172504"/>
                      <a:pt x="210570" y="172504"/>
                      <a:pt x="296054" y="172504"/>
                    </a:cubicBezTo>
                    <a:cubicBezTo>
                      <a:pt x="303945" y="172504"/>
                      <a:pt x="309205" y="165920"/>
                      <a:pt x="309205" y="159335"/>
                    </a:cubicBezTo>
                    <a:cubicBezTo>
                      <a:pt x="309205" y="159335"/>
                      <a:pt x="309205" y="159335"/>
                      <a:pt x="309205" y="39504"/>
                    </a:cubicBezTo>
                    <a:cubicBezTo>
                      <a:pt x="309205" y="32920"/>
                      <a:pt x="303945" y="27653"/>
                      <a:pt x="296054" y="27653"/>
                    </a:cubicBezTo>
                    <a:cubicBezTo>
                      <a:pt x="296054" y="27653"/>
                      <a:pt x="296054" y="27653"/>
                      <a:pt x="110620" y="27653"/>
                    </a:cubicBezTo>
                    <a:cubicBezTo>
                      <a:pt x="104044" y="27653"/>
                      <a:pt x="98783" y="32920"/>
                      <a:pt x="98783" y="39504"/>
                    </a:cubicBezTo>
                    <a:cubicBezTo>
                      <a:pt x="98783" y="39504"/>
                      <a:pt x="98783" y="39504"/>
                      <a:pt x="98783" y="65841"/>
                    </a:cubicBezTo>
                    <a:cubicBezTo>
                      <a:pt x="98783" y="65841"/>
                      <a:pt x="98783" y="65841"/>
                      <a:pt x="69850" y="65841"/>
                    </a:cubicBezTo>
                    <a:cubicBezTo>
                      <a:pt x="69850" y="65841"/>
                      <a:pt x="69850" y="65841"/>
                      <a:pt x="69850" y="34237"/>
                    </a:cubicBezTo>
                    <a:cubicBezTo>
                      <a:pt x="69850" y="15802"/>
                      <a:pt x="84317" y="0"/>
                      <a:pt x="102729" y="0"/>
                    </a:cubicBezTo>
                    <a:close/>
                  </a:path>
                </a:pathLst>
              </a:custGeom>
              <a:solidFill>
                <a:schemeClr val="bg1"/>
              </a:solidFill>
              <a:ln>
                <a:noFill/>
              </a:ln>
            </p:spPr>
            <p:txBody>
              <a:bodyPr anchor="ctr"/>
              <a:lstStyle/>
              <a:p>
                <a:pPr algn="ctr"/>
                <a:endParaRPr>
                  <a:cs typeface="+mn-ea"/>
                  <a:sym typeface="+mn-lt"/>
                </a:endParaRPr>
              </a:p>
            </p:txBody>
          </p:sp>
        </p:grpSp>
      </p:grpSp>
      <p:sp>
        <p:nvSpPr>
          <p:cNvPr id="38" name="任意多边形: 形状 37">
            <a:extLst>
              <a:ext uri="{FF2B5EF4-FFF2-40B4-BE49-F238E27FC236}">
                <a16:creationId xmlns:a16="http://schemas.microsoft.com/office/drawing/2014/main" id="{93EE0474-7193-1AC9-F971-611612B41938}"/>
              </a:ext>
            </a:extLst>
          </p:cNvPr>
          <p:cNvSpPr/>
          <p:nvPr/>
        </p:nvSpPr>
        <p:spPr>
          <a:xfrm>
            <a:off x="4302033" y="3302592"/>
            <a:ext cx="490315" cy="366398"/>
          </a:xfrm>
          <a:custGeom>
            <a:avLst/>
            <a:gdLst>
              <a:gd name="T0" fmla="*/ 11699 w 12599"/>
              <a:gd name="T1" fmla="*/ 0 h 9449"/>
              <a:gd name="T2" fmla="*/ 900 w 12599"/>
              <a:gd name="T3" fmla="*/ 0 h 9449"/>
              <a:gd name="T4" fmla="*/ 0 w 12599"/>
              <a:gd name="T5" fmla="*/ 900 h 9449"/>
              <a:gd name="T6" fmla="*/ 0 w 12599"/>
              <a:gd name="T7" fmla="*/ 8549 h 9449"/>
              <a:gd name="T8" fmla="*/ 900 w 12599"/>
              <a:gd name="T9" fmla="*/ 9449 h 9449"/>
              <a:gd name="T10" fmla="*/ 11699 w 12599"/>
              <a:gd name="T11" fmla="*/ 9449 h 9449"/>
              <a:gd name="T12" fmla="*/ 12599 w 12599"/>
              <a:gd name="T13" fmla="*/ 8549 h 9449"/>
              <a:gd name="T14" fmla="*/ 12599 w 12599"/>
              <a:gd name="T15" fmla="*/ 900 h 9449"/>
              <a:gd name="T16" fmla="*/ 11699 w 12599"/>
              <a:gd name="T17" fmla="*/ 0 h 9449"/>
              <a:gd name="T18" fmla="*/ 3753 w 12599"/>
              <a:gd name="T19" fmla="*/ 2255 h 9449"/>
              <a:gd name="T20" fmla="*/ 5093 w 12599"/>
              <a:gd name="T21" fmla="*/ 3536 h 9449"/>
              <a:gd name="T22" fmla="*/ 3753 w 12599"/>
              <a:gd name="T23" fmla="*/ 4870 h 9449"/>
              <a:gd name="T24" fmla="*/ 2449 w 12599"/>
              <a:gd name="T25" fmla="*/ 3466 h 9449"/>
              <a:gd name="T26" fmla="*/ 3753 w 12599"/>
              <a:gd name="T27" fmla="*/ 2255 h 9449"/>
              <a:gd name="T28" fmla="*/ 6177 w 12599"/>
              <a:gd name="T29" fmla="*/ 7644 h 9449"/>
              <a:gd name="T30" fmla="*/ 1356 w 12599"/>
              <a:gd name="T31" fmla="*/ 7644 h 9449"/>
              <a:gd name="T32" fmla="*/ 1356 w 12599"/>
              <a:gd name="T33" fmla="*/ 7372 h 9449"/>
              <a:gd name="T34" fmla="*/ 3771 w 12599"/>
              <a:gd name="T35" fmla="*/ 5099 h 9449"/>
              <a:gd name="T36" fmla="*/ 6177 w 12599"/>
              <a:gd name="T37" fmla="*/ 7258 h 9449"/>
              <a:gd name="T38" fmla="*/ 6177 w 12599"/>
              <a:gd name="T39" fmla="*/ 7644 h 9449"/>
              <a:gd name="T40" fmla="*/ 11246 w 12599"/>
              <a:gd name="T41" fmla="*/ 6591 h 9449"/>
              <a:gd name="T42" fmla="*/ 11034 w 12599"/>
              <a:gd name="T43" fmla="*/ 6801 h 9449"/>
              <a:gd name="T44" fmla="*/ 7508 w 12599"/>
              <a:gd name="T45" fmla="*/ 6801 h 9449"/>
              <a:gd name="T46" fmla="*/ 7296 w 12599"/>
              <a:gd name="T47" fmla="*/ 6591 h 9449"/>
              <a:gd name="T48" fmla="*/ 7296 w 12599"/>
              <a:gd name="T49" fmla="*/ 6169 h 9449"/>
              <a:gd name="T50" fmla="*/ 7508 w 12599"/>
              <a:gd name="T51" fmla="*/ 5959 h 9449"/>
              <a:gd name="T52" fmla="*/ 11034 w 12599"/>
              <a:gd name="T53" fmla="*/ 5959 h 9449"/>
              <a:gd name="T54" fmla="*/ 11246 w 12599"/>
              <a:gd name="T55" fmla="*/ 6169 h 9449"/>
              <a:gd name="T56" fmla="*/ 11246 w 12599"/>
              <a:gd name="T57" fmla="*/ 6591 h 9449"/>
              <a:gd name="T58" fmla="*/ 11246 w 12599"/>
              <a:gd name="T59" fmla="*/ 5186 h 9449"/>
              <a:gd name="T60" fmla="*/ 11034 w 12599"/>
              <a:gd name="T61" fmla="*/ 5397 h 9449"/>
              <a:gd name="T62" fmla="*/ 7508 w 12599"/>
              <a:gd name="T63" fmla="*/ 5397 h 9449"/>
              <a:gd name="T64" fmla="*/ 7296 w 12599"/>
              <a:gd name="T65" fmla="*/ 5186 h 9449"/>
              <a:gd name="T66" fmla="*/ 7296 w 12599"/>
              <a:gd name="T67" fmla="*/ 4765 h 9449"/>
              <a:gd name="T68" fmla="*/ 7508 w 12599"/>
              <a:gd name="T69" fmla="*/ 4555 h 9449"/>
              <a:gd name="T70" fmla="*/ 11034 w 12599"/>
              <a:gd name="T71" fmla="*/ 4555 h 9449"/>
              <a:gd name="T72" fmla="*/ 11246 w 12599"/>
              <a:gd name="T73" fmla="*/ 4765 h 9449"/>
              <a:gd name="T74" fmla="*/ 11246 w 12599"/>
              <a:gd name="T75" fmla="*/ 5186 h 9449"/>
              <a:gd name="T76" fmla="*/ 11246 w 12599"/>
              <a:gd name="T77" fmla="*/ 3782 h 9449"/>
              <a:gd name="T78" fmla="*/ 11034 w 12599"/>
              <a:gd name="T79" fmla="*/ 3993 h 9449"/>
              <a:gd name="T80" fmla="*/ 7508 w 12599"/>
              <a:gd name="T81" fmla="*/ 3993 h 9449"/>
              <a:gd name="T82" fmla="*/ 7296 w 12599"/>
              <a:gd name="T83" fmla="*/ 3782 h 9449"/>
              <a:gd name="T84" fmla="*/ 7296 w 12599"/>
              <a:gd name="T85" fmla="*/ 3361 h 9449"/>
              <a:gd name="T86" fmla="*/ 7508 w 12599"/>
              <a:gd name="T87" fmla="*/ 3150 h 9449"/>
              <a:gd name="T88" fmla="*/ 11034 w 12599"/>
              <a:gd name="T89" fmla="*/ 3150 h 9449"/>
              <a:gd name="T90" fmla="*/ 11246 w 12599"/>
              <a:gd name="T91" fmla="*/ 3361 h 9449"/>
              <a:gd name="T92" fmla="*/ 11246 w 12599"/>
              <a:gd name="T93" fmla="*/ 3782 h 9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599" h="9449">
                <a:moveTo>
                  <a:pt x="11699" y="0"/>
                </a:moveTo>
                <a:lnTo>
                  <a:pt x="900" y="0"/>
                </a:lnTo>
                <a:cubicBezTo>
                  <a:pt x="403" y="0"/>
                  <a:pt x="0" y="403"/>
                  <a:pt x="0" y="900"/>
                </a:cubicBezTo>
                <a:lnTo>
                  <a:pt x="0" y="8549"/>
                </a:lnTo>
                <a:cubicBezTo>
                  <a:pt x="0" y="9046"/>
                  <a:pt x="403" y="9449"/>
                  <a:pt x="900" y="9449"/>
                </a:cubicBezTo>
                <a:lnTo>
                  <a:pt x="11699" y="9449"/>
                </a:lnTo>
                <a:cubicBezTo>
                  <a:pt x="12196" y="9449"/>
                  <a:pt x="12599" y="9046"/>
                  <a:pt x="12599" y="8549"/>
                </a:cubicBezTo>
                <a:lnTo>
                  <a:pt x="12599" y="900"/>
                </a:lnTo>
                <a:cubicBezTo>
                  <a:pt x="12599" y="403"/>
                  <a:pt x="12196" y="0"/>
                  <a:pt x="11699" y="0"/>
                </a:cubicBezTo>
                <a:close/>
                <a:moveTo>
                  <a:pt x="3753" y="2255"/>
                </a:moveTo>
                <a:cubicBezTo>
                  <a:pt x="4433" y="2255"/>
                  <a:pt x="5093" y="2872"/>
                  <a:pt x="5093" y="3536"/>
                </a:cubicBezTo>
                <a:cubicBezTo>
                  <a:pt x="5093" y="4201"/>
                  <a:pt x="4458" y="4870"/>
                  <a:pt x="3753" y="4870"/>
                </a:cubicBezTo>
                <a:cubicBezTo>
                  <a:pt x="3073" y="4870"/>
                  <a:pt x="2448" y="4130"/>
                  <a:pt x="2449" y="3466"/>
                </a:cubicBezTo>
                <a:cubicBezTo>
                  <a:pt x="2449" y="2802"/>
                  <a:pt x="3073" y="2255"/>
                  <a:pt x="3753" y="2255"/>
                </a:cubicBezTo>
                <a:close/>
                <a:moveTo>
                  <a:pt x="6177" y="7644"/>
                </a:moveTo>
                <a:lnTo>
                  <a:pt x="1356" y="7644"/>
                </a:lnTo>
                <a:lnTo>
                  <a:pt x="1356" y="7372"/>
                </a:lnTo>
                <a:cubicBezTo>
                  <a:pt x="1356" y="6066"/>
                  <a:pt x="2114" y="5099"/>
                  <a:pt x="3771" y="5099"/>
                </a:cubicBezTo>
                <a:cubicBezTo>
                  <a:pt x="5428" y="5099"/>
                  <a:pt x="6177" y="6020"/>
                  <a:pt x="6177" y="7258"/>
                </a:cubicBezTo>
                <a:cubicBezTo>
                  <a:pt x="6177" y="7307"/>
                  <a:pt x="6180" y="7595"/>
                  <a:pt x="6177" y="7644"/>
                </a:cubicBezTo>
                <a:close/>
                <a:moveTo>
                  <a:pt x="11246" y="6591"/>
                </a:moveTo>
                <a:cubicBezTo>
                  <a:pt x="11246" y="6707"/>
                  <a:pt x="11151" y="6801"/>
                  <a:pt x="11034" y="6801"/>
                </a:cubicBezTo>
                <a:lnTo>
                  <a:pt x="7508" y="6801"/>
                </a:lnTo>
                <a:cubicBezTo>
                  <a:pt x="7392" y="6801"/>
                  <a:pt x="7296" y="6707"/>
                  <a:pt x="7296" y="6591"/>
                </a:cubicBezTo>
                <a:lnTo>
                  <a:pt x="7296" y="6169"/>
                </a:lnTo>
                <a:cubicBezTo>
                  <a:pt x="7296" y="6053"/>
                  <a:pt x="7391" y="5959"/>
                  <a:pt x="7508" y="5959"/>
                </a:cubicBezTo>
                <a:lnTo>
                  <a:pt x="11034" y="5959"/>
                </a:lnTo>
                <a:cubicBezTo>
                  <a:pt x="11151" y="5959"/>
                  <a:pt x="11246" y="6053"/>
                  <a:pt x="11246" y="6169"/>
                </a:cubicBezTo>
                <a:lnTo>
                  <a:pt x="11246" y="6591"/>
                </a:lnTo>
                <a:close/>
                <a:moveTo>
                  <a:pt x="11246" y="5186"/>
                </a:moveTo>
                <a:cubicBezTo>
                  <a:pt x="11246" y="5303"/>
                  <a:pt x="11151" y="5397"/>
                  <a:pt x="11034" y="5397"/>
                </a:cubicBezTo>
                <a:lnTo>
                  <a:pt x="7508" y="5397"/>
                </a:lnTo>
                <a:cubicBezTo>
                  <a:pt x="7392" y="5397"/>
                  <a:pt x="7296" y="5303"/>
                  <a:pt x="7296" y="5186"/>
                </a:cubicBezTo>
                <a:lnTo>
                  <a:pt x="7296" y="4765"/>
                </a:lnTo>
                <a:cubicBezTo>
                  <a:pt x="7296" y="4649"/>
                  <a:pt x="7391" y="4555"/>
                  <a:pt x="7508" y="4555"/>
                </a:cubicBezTo>
                <a:lnTo>
                  <a:pt x="11034" y="4555"/>
                </a:lnTo>
                <a:cubicBezTo>
                  <a:pt x="11151" y="4555"/>
                  <a:pt x="11246" y="4649"/>
                  <a:pt x="11246" y="4765"/>
                </a:cubicBezTo>
                <a:lnTo>
                  <a:pt x="11246" y="5186"/>
                </a:lnTo>
                <a:close/>
                <a:moveTo>
                  <a:pt x="11246" y="3782"/>
                </a:moveTo>
                <a:cubicBezTo>
                  <a:pt x="11246" y="3899"/>
                  <a:pt x="11151" y="3993"/>
                  <a:pt x="11034" y="3993"/>
                </a:cubicBezTo>
                <a:lnTo>
                  <a:pt x="7508" y="3993"/>
                </a:lnTo>
                <a:cubicBezTo>
                  <a:pt x="7392" y="3993"/>
                  <a:pt x="7296" y="3899"/>
                  <a:pt x="7296" y="3782"/>
                </a:cubicBezTo>
                <a:lnTo>
                  <a:pt x="7296" y="3361"/>
                </a:lnTo>
                <a:cubicBezTo>
                  <a:pt x="7296" y="3245"/>
                  <a:pt x="7391" y="3150"/>
                  <a:pt x="7508" y="3150"/>
                </a:cubicBezTo>
                <a:lnTo>
                  <a:pt x="11034" y="3150"/>
                </a:lnTo>
                <a:cubicBezTo>
                  <a:pt x="11151" y="3150"/>
                  <a:pt x="11246" y="3245"/>
                  <a:pt x="11246" y="3361"/>
                </a:cubicBezTo>
                <a:lnTo>
                  <a:pt x="11246" y="3782"/>
                </a:ln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任意多边形: 形状 38">
            <a:extLst>
              <a:ext uri="{FF2B5EF4-FFF2-40B4-BE49-F238E27FC236}">
                <a16:creationId xmlns:a16="http://schemas.microsoft.com/office/drawing/2014/main" id="{3DAD7DA3-ADEB-EAA3-EA22-556D0151C61B}"/>
              </a:ext>
            </a:extLst>
          </p:cNvPr>
          <p:cNvSpPr/>
          <p:nvPr/>
        </p:nvSpPr>
        <p:spPr>
          <a:xfrm>
            <a:off x="4734678" y="4802816"/>
            <a:ext cx="487838" cy="368930"/>
          </a:xfrm>
          <a:custGeom>
            <a:avLst/>
            <a:gdLst>
              <a:gd name="connsiteX0" fmla="*/ 424809 w 532904"/>
              <a:gd name="connsiteY0" fmla="*/ 219037 h 412783"/>
              <a:gd name="connsiteX1" fmla="*/ 432618 w 532904"/>
              <a:gd name="connsiteY1" fmla="*/ 241514 h 412783"/>
              <a:gd name="connsiteX2" fmla="*/ 346571 w 532904"/>
              <a:gd name="connsiteY2" fmla="*/ 271372 h 412783"/>
              <a:gd name="connsiteX3" fmla="*/ 338809 w 532904"/>
              <a:gd name="connsiteY3" fmla="*/ 248895 h 412783"/>
              <a:gd name="connsiteX4" fmla="*/ 110524 w 532904"/>
              <a:gd name="connsiteY4" fmla="*/ 219037 h 412783"/>
              <a:gd name="connsiteX5" fmla="*/ 196571 w 532904"/>
              <a:gd name="connsiteY5" fmla="*/ 248895 h 412783"/>
              <a:gd name="connsiteX6" fmla="*/ 188762 w 532904"/>
              <a:gd name="connsiteY6" fmla="*/ 271372 h 412783"/>
              <a:gd name="connsiteX7" fmla="*/ 102714 w 532904"/>
              <a:gd name="connsiteY7" fmla="*/ 241514 h 412783"/>
              <a:gd name="connsiteX8" fmla="*/ 420618 w 532904"/>
              <a:gd name="connsiteY8" fmla="*/ 108129 h 412783"/>
              <a:gd name="connsiteX9" fmla="*/ 428428 w 532904"/>
              <a:gd name="connsiteY9" fmla="*/ 130606 h 412783"/>
              <a:gd name="connsiteX10" fmla="*/ 342380 w 532904"/>
              <a:gd name="connsiteY10" fmla="*/ 160464 h 412783"/>
              <a:gd name="connsiteX11" fmla="*/ 334571 w 532904"/>
              <a:gd name="connsiteY11" fmla="*/ 137987 h 412783"/>
              <a:gd name="connsiteX12" fmla="*/ 114762 w 532904"/>
              <a:gd name="connsiteY12" fmla="*/ 108129 h 412783"/>
              <a:gd name="connsiteX13" fmla="*/ 200809 w 532904"/>
              <a:gd name="connsiteY13" fmla="*/ 137987 h 412783"/>
              <a:gd name="connsiteX14" fmla="*/ 193000 w 532904"/>
              <a:gd name="connsiteY14" fmla="*/ 160464 h 412783"/>
              <a:gd name="connsiteX15" fmla="*/ 106952 w 532904"/>
              <a:gd name="connsiteY15" fmla="*/ 130606 h 412783"/>
              <a:gd name="connsiteX16" fmla="*/ 509095 w 532904"/>
              <a:gd name="connsiteY16" fmla="*/ 57746 h 412783"/>
              <a:gd name="connsiteX17" fmla="*/ 532904 w 532904"/>
              <a:gd name="connsiteY17" fmla="*/ 57746 h 412783"/>
              <a:gd name="connsiteX18" fmla="*/ 532904 w 532904"/>
              <a:gd name="connsiteY18" fmla="*/ 312135 h 412783"/>
              <a:gd name="connsiteX19" fmla="*/ 487809 w 532904"/>
              <a:gd name="connsiteY19" fmla="*/ 357231 h 412783"/>
              <a:gd name="connsiteX20" fmla="*/ 470999 w 532904"/>
              <a:gd name="connsiteY20" fmla="*/ 340374 h 412783"/>
              <a:gd name="connsiteX21" fmla="*/ 509095 w 532904"/>
              <a:gd name="connsiteY21" fmla="*/ 302277 h 412783"/>
              <a:gd name="connsiteX22" fmla="*/ 0 w 532904"/>
              <a:gd name="connsiteY22" fmla="*/ 57746 h 412783"/>
              <a:gd name="connsiteX23" fmla="*/ 23809 w 532904"/>
              <a:gd name="connsiteY23" fmla="*/ 57746 h 412783"/>
              <a:gd name="connsiteX24" fmla="*/ 23809 w 532904"/>
              <a:gd name="connsiteY24" fmla="*/ 302277 h 412783"/>
              <a:gd name="connsiteX25" fmla="*/ 61905 w 532904"/>
              <a:gd name="connsiteY25" fmla="*/ 340374 h 412783"/>
              <a:gd name="connsiteX26" fmla="*/ 45048 w 532904"/>
              <a:gd name="connsiteY26" fmla="*/ 357231 h 412783"/>
              <a:gd name="connsiteX27" fmla="*/ 0 w 532904"/>
              <a:gd name="connsiteY27" fmla="*/ 312182 h 412783"/>
              <a:gd name="connsiteX28" fmla="*/ 402599 w 532904"/>
              <a:gd name="connsiteY28" fmla="*/ 26865 h 412783"/>
              <a:gd name="connsiteX29" fmla="*/ 387672 w 532904"/>
              <a:gd name="connsiteY29" fmla="*/ 27935 h 412783"/>
              <a:gd name="connsiteX30" fmla="*/ 323577 w 532904"/>
              <a:gd name="connsiteY30" fmla="*/ 54651 h 412783"/>
              <a:gd name="connsiteX31" fmla="*/ 300196 w 532904"/>
              <a:gd name="connsiteY31" fmla="*/ 79226 h 412783"/>
              <a:gd name="connsiteX32" fmla="*/ 300196 w 532904"/>
              <a:gd name="connsiteY32" fmla="*/ 369684 h 412783"/>
              <a:gd name="connsiteX33" fmla="*/ 305387 w 532904"/>
              <a:gd name="connsiteY33" fmla="*/ 382590 h 412783"/>
              <a:gd name="connsiteX34" fmla="*/ 311625 w 532904"/>
              <a:gd name="connsiteY34" fmla="*/ 388447 h 412783"/>
              <a:gd name="connsiteX35" fmla="*/ 384720 w 532904"/>
              <a:gd name="connsiteY35" fmla="*/ 346396 h 412783"/>
              <a:gd name="connsiteX36" fmla="*/ 467529 w 532904"/>
              <a:gd name="connsiteY36" fmla="*/ 293200 h 412783"/>
              <a:gd name="connsiteX37" fmla="*/ 467482 w 532904"/>
              <a:gd name="connsiteY37" fmla="*/ 293200 h 412783"/>
              <a:gd name="connsiteX38" fmla="*/ 467482 w 532904"/>
              <a:gd name="connsiteY38" fmla="*/ 57652 h 412783"/>
              <a:gd name="connsiteX39" fmla="*/ 459720 w 532904"/>
              <a:gd name="connsiteY39" fmla="*/ 39650 h 412783"/>
              <a:gd name="connsiteX40" fmla="*/ 402599 w 532904"/>
              <a:gd name="connsiteY40" fmla="*/ 26865 h 412783"/>
              <a:gd name="connsiteX41" fmla="*/ 112369 w 532904"/>
              <a:gd name="connsiteY41" fmla="*/ 24148 h 412783"/>
              <a:gd name="connsiteX42" fmla="*/ 74482 w 532904"/>
              <a:gd name="connsiteY42" fmla="*/ 31316 h 412783"/>
              <a:gd name="connsiteX43" fmla="*/ 68910 w 532904"/>
              <a:gd name="connsiteY43" fmla="*/ 55937 h 412783"/>
              <a:gd name="connsiteX44" fmla="*/ 69005 w 532904"/>
              <a:gd name="connsiteY44" fmla="*/ 56842 h 412783"/>
              <a:gd name="connsiteX45" fmla="*/ 69005 w 532904"/>
              <a:gd name="connsiteY45" fmla="*/ 293200 h 412783"/>
              <a:gd name="connsiteX46" fmla="*/ 151815 w 532904"/>
              <a:gd name="connsiteY46" fmla="*/ 346396 h 412783"/>
              <a:gd name="connsiteX47" fmla="*/ 224863 w 532904"/>
              <a:gd name="connsiteY47" fmla="*/ 388447 h 412783"/>
              <a:gd name="connsiteX48" fmla="*/ 231101 w 532904"/>
              <a:gd name="connsiteY48" fmla="*/ 382590 h 412783"/>
              <a:gd name="connsiteX49" fmla="*/ 236291 w 532904"/>
              <a:gd name="connsiteY49" fmla="*/ 369684 h 412783"/>
              <a:gd name="connsiteX50" fmla="*/ 236339 w 532904"/>
              <a:gd name="connsiteY50" fmla="*/ 369684 h 412783"/>
              <a:gd name="connsiteX51" fmla="*/ 236339 w 532904"/>
              <a:gd name="connsiteY51" fmla="*/ 88989 h 412783"/>
              <a:gd name="connsiteX52" fmla="*/ 178291 w 532904"/>
              <a:gd name="connsiteY52" fmla="*/ 37983 h 412783"/>
              <a:gd name="connsiteX53" fmla="*/ 112369 w 532904"/>
              <a:gd name="connsiteY53" fmla="*/ 24148 h 412783"/>
              <a:gd name="connsiteX54" fmla="*/ 417863 w 532904"/>
              <a:gd name="connsiteY54" fmla="*/ 3313 h 412783"/>
              <a:gd name="connsiteX55" fmla="*/ 475434 w 532904"/>
              <a:gd name="connsiteY55" fmla="*/ 21839 h 412783"/>
              <a:gd name="connsiteX56" fmla="*/ 491339 w 532904"/>
              <a:gd name="connsiteY56" fmla="*/ 57795 h 412783"/>
              <a:gd name="connsiteX57" fmla="*/ 491339 w 532904"/>
              <a:gd name="connsiteY57" fmla="*/ 296867 h 412783"/>
              <a:gd name="connsiteX58" fmla="*/ 479672 w 532904"/>
              <a:gd name="connsiteY58" fmla="*/ 314011 h 412783"/>
              <a:gd name="connsiteX59" fmla="*/ 460053 w 532904"/>
              <a:gd name="connsiteY59" fmla="*/ 327965 h 412783"/>
              <a:gd name="connsiteX60" fmla="*/ 402577 w 532904"/>
              <a:gd name="connsiteY60" fmla="*/ 363493 h 412783"/>
              <a:gd name="connsiteX61" fmla="*/ 319482 w 532904"/>
              <a:gd name="connsiteY61" fmla="*/ 411307 h 412783"/>
              <a:gd name="connsiteX62" fmla="*/ 316815 w 532904"/>
              <a:gd name="connsiteY62" fmla="*/ 412783 h 412783"/>
              <a:gd name="connsiteX63" fmla="*/ 313720 w 532904"/>
              <a:gd name="connsiteY63" fmla="*/ 412783 h 412783"/>
              <a:gd name="connsiteX64" fmla="*/ 276339 w 532904"/>
              <a:gd name="connsiteY64" fmla="*/ 369684 h 412783"/>
              <a:gd name="connsiteX65" fmla="*/ 276339 w 532904"/>
              <a:gd name="connsiteY65" fmla="*/ 78559 h 412783"/>
              <a:gd name="connsiteX66" fmla="*/ 306577 w 532904"/>
              <a:gd name="connsiteY66" fmla="*/ 37697 h 412783"/>
              <a:gd name="connsiteX67" fmla="*/ 383767 w 532904"/>
              <a:gd name="connsiteY67" fmla="*/ 4456 h 412783"/>
              <a:gd name="connsiteX68" fmla="*/ 384244 w 532904"/>
              <a:gd name="connsiteY68" fmla="*/ 4408 h 412783"/>
              <a:gd name="connsiteX69" fmla="*/ 417863 w 532904"/>
              <a:gd name="connsiteY69" fmla="*/ 3313 h 412783"/>
              <a:gd name="connsiteX70" fmla="*/ 120386 w 532904"/>
              <a:gd name="connsiteY70" fmla="*/ 884 h 412783"/>
              <a:gd name="connsiteX71" fmla="*/ 185339 w 532904"/>
              <a:gd name="connsiteY71" fmla="*/ 15219 h 412783"/>
              <a:gd name="connsiteX72" fmla="*/ 260053 w 532904"/>
              <a:gd name="connsiteY72" fmla="*/ 88989 h 412783"/>
              <a:gd name="connsiteX73" fmla="*/ 260053 w 532904"/>
              <a:gd name="connsiteY73" fmla="*/ 369684 h 412783"/>
              <a:gd name="connsiteX74" fmla="*/ 250291 w 532904"/>
              <a:gd name="connsiteY74" fmla="*/ 396591 h 412783"/>
              <a:gd name="connsiteX75" fmla="*/ 222672 w 532904"/>
              <a:gd name="connsiteY75" fmla="*/ 412783 h 412783"/>
              <a:gd name="connsiteX76" fmla="*/ 219577 w 532904"/>
              <a:gd name="connsiteY76" fmla="*/ 412783 h 412783"/>
              <a:gd name="connsiteX77" fmla="*/ 216863 w 532904"/>
              <a:gd name="connsiteY77" fmla="*/ 411307 h 412783"/>
              <a:gd name="connsiteX78" fmla="*/ 133767 w 532904"/>
              <a:gd name="connsiteY78" fmla="*/ 363493 h 412783"/>
              <a:gd name="connsiteX79" fmla="*/ 76339 w 532904"/>
              <a:gd name="connsiteY79" fmla="*/ 327965 h 412783"/>
              <a:gd name="connsiteX80" fmla="*/ 56720 w 532904"/>
              <a:gd name="connsiteY80" fmla="*/ 314011 h 412783"/>
              <a:gd name="connsiteX81" fmla="*/ 45101 w 532904"/>
              <a:gd name="connsiteY81" fmla="*/ 296914 h 412783"/>
              <a:gd name="connsiteX82" fmla="*/ 45101 w 532904"/>
              <a:gd name="connsiteY82" fmla="*/ 58700 h 412783"/>
              <a:gd name="connsiteX83" fmla="*/ 58767 w 532904"/>
              <a:gd name="connsiteY83" fmla="*/ 13266 h 412783"/>
              <a:gd name="connsiteX84" fmla="*/ 120386 w 532904"/>
              <a:gd name="connsiteY84" fmla="*/ 884 h 4127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532904" h="412783">
                <a:moveTo>
                  <a:pt x="424809" y="219037"/>
                </a:moveTo>
                <a:lnTo>
                  <a:pt x="432618" y="241514"/>
                </a:lnTo>
                <a:lnTo>
                  <a:pt x="346571" y="271372"/>
                </a:lnTo>
                <a:lnTo>
                  <a:pt x="338809" y="248895"/>
                </a:lnTo>
                <a:close/>
                <a:moveTo>
                  <a:pt x="110524" y="219037"/>
                </a:moveTo>
                <a:lnTo>
                  <a:pt x="196571" y="248895"/>
                </a:lnTo>
                <a:lnTo>
                  <a:pt x="188762" y="271372"/>
                </a:lnTo>
                <a:lnTo>
                  <a:pt x="102714" y="241514"/>
                </a:lnTo>
                <a:close/>
                <a:moveTo>
                  <a:pt x="420618" y="108129"/>
                </a:moveTo>
                <a:lnTo>
                  <a:pt x="428428" y="130606"/>
                </a:lnTo>
                <a:lnTo>
                  <a:pt x="342380" y="160464"/>
                </a:lnTo>
                <a:lnTo>
                  <a:pt x="334571" y="137987"/>
                </a:lnTo>
                <a:close/>
                <a:moveTo>
                  <a:pt x="114762" y="108129"/>
                </a:moveTo>
                <a:lnTo>
                  <a:pt x="200809" y="137987"/>
                </a:lnTo>
                <a:lnTo>
                  <a:pt x="193000" y="160464"/>
                </a:lnTo>
                <a:lnTo>
                  <a:pt x="106952" y="130606"/>
                </a:lnTo>
                <a:close/>
                <a:moveTo>
                  <a:pt x="509095" y="57746"/>
                </a:moveTo>
                <a:lnTo>
                  <a:pt x="532904" y="57746"/>
                </a:lnTo>
                <a:lnTo>
                  <a:pt x="532904" y="312135"/>
                </a:lnTo>
                <a:lnTo>
                  <a:pt x="487809" y="357231"/>
                </a:lnTo>
                <a:lnTo>
                  <a:pt x="470999" y="340374"/>
                </a:lnTo>
                <a:lnTo>
                  <a:pt x="509095" y="302277"/>
                </a:lnTo>
                <a:close/>
                <a:moveTo>
                  <a:pt x="0" y="57746"/>
                </a:moveTo>
                <a:lnTo>
                  <a:pt x="23809" y="57746"/>
                </a:lnTo>
                <a:lnTo>
                  <a:pt x="23809" y="302277"/>
                </a:lnTo>
                <a:lnTo>
                  <a:pt x="61905" y="340374"/>
                </a:lnTo>
                <a:lnTo>
                  <a:pt x="45048" y="357231"/>
                </a:lnTo>
                <a:lnTo>
                  <a:pt x="0" y="312182"/>
                </a:lnTo>
                <a:close/>
                <a:moveTo>
                  <a:pt x="402599" y="26865"/>
                </a:moveTo>
                <a:cubicBezTo>
                  <a:pt x="396511" y="27030"/>
                  <a:pt x="391279" y="27470"/>
                  <a:pt x="387672" y="27935"/>
                </a:cubicBezTo>
                <a:cubicBezTo>
                  <a:pt x="357767" y="33173"/>
                  <a:pt x="336339" y="45365"/>
                  <a:pt x="323577" y="54651"/>
                </a:cubicBezTo>
                <a:cubicBezTo>
                  <a:pt x="308101" y="66034"/>
                  <a:pt x="301244" y="76273"/>
                  <a:pt x="300196" y="79226"/>
                </a:cubicBezTo>
                <a:lnTo>
                  <a:pt x="300196" y="369684"/>
                </a:lnTo>
                <a:cubicBezTo>
                  <a:pt x="300196" y="372493"/>
                  <a:pt x="302006" y="377970"/>
                  <a:pt x="305387" y="382590"/>
                </a:cubicBezTo>
                <a:cubicBezTo>
                  <a:pt x="307434" y="385400"/>
                  <a:pt x="309672" y="387495"/>
                  <a:pt x="311625" y="388447"/>
                </a:cubicBezTo>
                <a:cubicBezTo>
                  <a:pt x="322053" y="382590"/>
                  <a:pt x="353006" y="365112"/>
                  <a:pt x="384720" y="346396"/>
                </a:cubicBezTo>
                <a:cubicBezTo>
                  <a:pt x="446053" y="310201"/>
                  <a:pt x="462958" y="297343"/>
                  <a:pt x="467529" y="293200"/>
                </a:cubicBezTo>
                <a:lnTo>
                  <a:pt x="467482" y="293200"/>
                </a:lnTo>
                <a:lnTo>
                  <a:pt x="467482" y="57652"/>
                </a:lnTo>
                <a:cubicBezTo>
                  <a:pt x="467482" y="49984"/>
                  <a:pt x="465053" y="44269"/>
                  <a:pt x="459720" y="39650"/>
                </a:cubicBezTo>
                <a:cubicBezTo>
                  <a:pt x="446827" y="28363"/>
                  <a:pt x="420863" y="26372"/>
                  <a:pt x="402599" y="26865"/>
                </a:cubicBezTo>
                <a:close/>
                <a:moveTo>
                  <a:pt x="112369" y="24148"/>
                </a:moveTo>
                <a:cubicBezTo>
                  <a:pt x="94541" y="23005"/>
                  <a:pt x="81387" y="25363"/>
                  <a:pt x="74482" y="31316"/>
                </a:cubicBezTo>
                <a:cubicBezTo>
                  <a:pt x="72434" y="33078"/>
                  <a:pt x="66148" y="38507"/>
                  <a:pt x="68910" y="55937"/>
                </a:cubicBezTo>
                <a:lnTo>
                  <a:pt x="69005" y="56842"/>
                </a:lnTo>
                <a:lnTo>
                  <a:pt x="69005" y="293200"/>
                </a:lnTo>
                <a:cubicBezTo>
                  <a:pt x="73624" y="297343"/>
                  <a:pt x="90434" y="310201"/>
                  <a:pt x="151815" y="346396"/>
                </a:cubicBezTo>
                <a:cubicBezTo>
                  <a:pt x="183529" y="365159"/>
                  <a:pt x="214434" y="382590"/>
                  <a:pt x="224863" y="388447"/>
                </a:cubicBezTo>
                <a:cubicBezTo>
                  <a:pt x="226815" y="387495"/>
                  <a:pt x="229101" y="385400"/>
                  <a:pt x="231101" y="382590"/>
                </a:cubicBezTo>
                <a:cubicBezTo>
                  <a:pt x="234434" y="377970"/>
                  <a:pt x="236291" y="372493"/>
                  <a:pt x="236291" y="369684"/>
                </a:cubicBezTo>
                <a:lnTo>
                  <a:pt x="236339" y="369684"/>
                </a:lnTo>
                <a:lnTo>
                  <a:pt x="236339" y="88989"/>
                </a:lnTo>
                <a:cubicBezTo>
                  <a:pt x="236339" y="67796"/>
                  <a:pt x="215767" y="49699"/>
                  <a:pt x="178291" y="37983"/>
                </a:cubicBezTo>
                <a:cubicBezTo>
                  <a:pt x="152696" y="29935"/>
                  <a:pt x="130196" y="25291"/>
                  <a:pt x="112369" y="24148"/>
                </a:cubicBezTo>
                <a:close/>
                <a:moveTo>
                  <a:pt x="417863" y="3313"/>
                </a:moveTo>
                <a:cubicBezTo>
                  <a:pt x="443625" y="4694"/>
                  <a:pt x="462958" y="10885"/>
                  <a:pt x="475434" y="21839"/>
                </a:cubicBezTo>
                <a:cubicBezTo>
                  <a:pt x="485863" y="30935"/>
                  <a:pt x="491339" y="43412"/>
                  <a:pt x="491339" y="57795"/>
                </a:cubicBezTo>
                <a:lnTo>
                  <a:pt x="491339" y="296867"/>
                </a:lnTo>
                <a:cubicBezTo>
                  <a:pt x="491339" y="304058"/>
                  <a:pt x="485625" y="309249"/>
                  <a:pt x="479672" y="314011"/>
                </a:cubicBezTo>
                <a:cubicBezTo>
                  <a:pt x="475053" y="317678"/>
                  <a:pt x="468625" y="322298"/>
                  <a:pt x="460053" y="327965"/>
                </a:cubicBezTo>
                <a:cubicBezTo>
                  <a:pt x="446101" y="337157"/>
                  <a:pt x="426815" y="349158"/>
                  <a:pt x="402577" y="363493"/>
                </a:cubicBezTo>
                <a:cubicBezTo>
                  <a:pt x="361529" y="387828"/>
                  <a:pt x="319910" y="411069"/>
                  <a:pt x="319482" y="411307"/>
                </a:cubicBezTo>
                <a:lnTo>
                  <a:pt x="316815" y="412783"/>
                </a:lnTo>
                <a:lnTo>
                  <a:pt x="313720" y="412783"/>
                </a:lnTo>
                <a:cubicBezTo>
                  <a:pt x="292053" y="412783"/>
                  <a:pt x="276339" y="387066"/>
                  <a:pt x="276339" y="369684"/>
                </a:cubicBezTo>
                <a:lnTo>
                  <a:pt x="276339" y="78559"/>
                </a:lnTo>
                <a:cubicBezTo>
                  <a:pt x="276339" y="65605"/>
                  <a:pt x="291958" y="48937"/>
                  <a:pt x="306577" y="37697"/>
                </a:cubicBezTo>
                <a:cubicBezTo>
                  <a:pt x="321767" y="26030"/>
                  <a:pt x="347482" y="10790"/>
                  <a:pt x="383767" y="4456"/>
                </a:cubicBezTo>
                <a:lnTo>
                  <a:pt x="384244" y="4408"/>
                </a:lnTo>
                <a:cubicBezTo>
                  <a:pt x="384910" y="4361"/>
                  <a:pt x="399720" y="2361"/>
                  <a:pt x="417863" y="3313"/>
                </a:cubicBezTo>
                <a:close/>
                <a:moveTo>
                  <a:pt x="120386" y="884"/>
                </a:moveTo>
                <a:cubicBezTo>
                  <a:pt x="139148" y="2789"/>
                  <a:pt x="161005" y="7599"/>
                  <a:pt x="185339" y="15219"/>
                </a:cubicBezTo>
                <a:cubicBezTo>
                  <a:pt x="250386" y="35602"/>
                  <a:pt x="260101" y="70177"/>
                  <a:pt x="260053" y="88989"/>
                </a:cubicBezTo>
                <a:lnTo>
                  <a:pt x="260053" y="369684"/>
                </a:lnTo>
                <a:cubicBezTo>
                  <a:pt x="260053" y="378113"/>
                  <a:pt x="256339" y="388209"/>
                  <a:pt x="250291" y="396591"/>
                </a:cubicBezTo>
                <a:cubicBezTo>
                  <a:pt x="242720" y="407021"/>
                  <a:pt x="232910" y="412783"/>
                  <a:pt x="222672" y="412783"/>
                </a:cubicBezTo>
                <a:lnTo>
                  <a:pt x="219577" y="412783"/>
                </a:lnTo>
                <a:lnTo>
                  <a:pt x="216863" y="411307"/>
                </a:lnTo>
                <a:cubicBezTo>
                  <a:pt x="216482" y="411116"/>
                  <a:pt x="174863" y="387828"/>
                  <a:pt x="133767" y="363493"/>
                </a:cubicBezTo>
                <a:cubicBezTo>
                  <a:pt x="109577" y="349063"/>
                  <a:pt x="90291" y="337157"/>
                  <a:pt x="76339" y="327965"/>
                </a:cubicBezTo>
                <a:cubicBezTo>
                  <a:pt x="67767" y="322298"/>
                  <a:pt x="61339" y="317726"/>
                  <a:pt x="56720" y="314011"/>
                </a:cubicBezTo>
                <a:cubicBezTo>
                  <a:pt x="50815" y="309297"/>
                  <a:pt x="45101" y="304153"/>
                  <a:pt x="45101" y="296914"/>
                </a:cubicBezTo>
                <a:lnTo>
                  <a:pt x="45101" y="58700"/>
                </a:lnTo>
                <a:cubicBezTo>
                  <a:pt x="43053" y="44841"/>
                  <a:pt x="43958" y="26077"/>
                  <a:pt x="58767" y="13266"/>
                </a:cubicBezTo>
                <a:cubicBezTo>
                  <a:pt x="71767" y="2075"/>
                  <a:pt x="91863" y="-1973"/>
                  <a:pt x="120386" y="884"/>
                </a:cubicBez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任意多边形: 形状 39">
            <a:extLst>
              <a:ext uri="{FF2B5EF4-FFF2-40B4-BE49-F238E27FC236}">
                <a16:creationId xmlns:a16="http://schemas.microsoft.com/office/drawing/2014/main" id="{C2C7F3CA-A602-71C9-C878-B0EE7F74975C}"/>
              </a:ext>
            </a:extLst>
          </p:cNvPr>
          <p:cNvSpPr/>
          <p:nvPr/>
        </p:nvSpPr>
        <p:spPr>
          <a:xfrm>
            <a:off x="7299729" y="3320010"/>
            <a:ext cx="443310" cy="366397"/>
          </a:xfrm>
          <a:custGeom>
            <a:avLst/>
            <a:gdLst>
              <a:gd name="T0" fmla="*/ 1336 w 10967"/>
              <a:gd name="T1" fmla="*/ 2588 h 9592"/>
              <a:gd name="T2" fmla="*/ 1609 w 10967"/>
              <a:gd name="T3" fmla="*/ 2483 h 9592"/>
              <a:gd name="T4" fmla="*/ 3550 w 10967"/>
              <a:gd name="T5" fmla="*/ 382 h 9592"/>
              <a:gd name="T6" fmla="*/ 2956 w 10967"/>
              <a:gd name="T7" fmla="*/ 131 h 9592"/>
              <a:gd name="T8" fmla="*/ 607 w 10967"/>
              <a:gd name="T9" fmla="*/ 1007 h 9592"/>
              <a:gd name="T10" fmla="*/ 107 w 10967"/>
              <a:gd name="T11" fmla="*/ 1007 h 9592"/>
              <a:gd name="T12" fmla="*/ 105 w 10967"/>
              <a:gd name="T13" fmla="*/ 1508 h 9592"/>
              <a:gd name="T14" fmla="*/ 2966 w 10967"/>
              <a:gd name="T15" fmla="*/ 3634 h 9592"/>
              <a:gd name="T16" fmla="*/ 613 w 10967"/>
              <a:gd name="T17" fmla="*/ 4510 h 9592"/>
              <a:gd name="T18" fmla="*/ 114 w 10967"/>
              <a:gd name="T19" fmla="*/ 4505 h 9592"/>
              <a:gd name="T20" fmla="*/ 114 w 10967"/>
              <a:gd name="T21" fmla="*/ 5006 h 9592"/>
              <a:gd name="T22" fmla="*/ 1353 w 10967"/>
              <a:gd name="T23" fmla="*/ 6081 h 9592"/>
              <a:gd name="T24" fmla="*/ 1622 w 10967"/>
              <a:gd name="T25" fmla="*/ 5975 h 9592"/>
              <a:gd name="T26" fmla="*/ 3567 w 10967"/>
              <a:gd name="T27" fmla="*/ 3886 h 9592"/>
              <a:gd name="T28" fmla="*/ 2966 w 10967"/>
              <a:gd name="T29" fmla="*/ 3634 h 9592"/>
              <a:gd name="T30" fmla="*/ 1345 w 10967"/>
              <a:gd name="T31" fmla="*/ 8756 h 9592"/>
              <a:gd name="T32" fmla="*/ 357 w 10967"/>
              <a:gd name="T33" fmla="*/ 7908 h 9592"/>
              <a:gd name="T34" fmla="*/ 0 w 10967"/>
              <a:gd name="T35" fmla="*/ 8266 h 9592"/>
              <a:gd name="T36" fmla="*/ 1072 w 10967"/>
              <a:gd name="T37" fmla="*/ 9485 h 9592"/>
              <a:gd name="T38" fmla="*/ 1366 w 10967"/>
              <a:gd name="T39" fmla="*/ 9591 h 9592"/>
              <a:gd name="T40" fmla="*/ 3453 w 10967"/>
              <a:gd name="T41" fmla="*/ 7640 h 9592"/>
              <a:gd name="T42" fmla="*/ 3453 w 10967"/>
              <a:gd name="T43" fmla="*/ 7138 h 9592"/>
              <a:gd name="T44" fmla="*/ 10939 w 10967"/>
              <a:gd name="T45" fmla="*/ 859 h 9592"/>
              <a:gd name="T46" fmla="*/ 5423 w 10967"/>
              <a:gd name="T47" fmla="*/ 1487 h 9592"/>
              <a:gd name="T48" fmla="*/ 5423 w 10967"/>
              <a:gd name="T49" fmla="*/ 231 h 9592"/>
              <a:gd name="T50" fmla="*/ 10939 w 10967"/>
              <a:gd name="T51" fmla="*/ 859 h 9592"/>
              <a:gd name="T52" fmla="*/ 10339 w 10967"/>
              <a:gd name="T53" fmla="*/ 5337 h 9592"/>
              <a:gd name="T54" fmla="*/ 4823 w 10967"/>
              <a:gd name="T55" fmla="*/ 4709 h 9592"/>
              <a:gd name="T56" fmla="*/ 10339 w 10967"/>
              <a:gd name="T57" fmla="*/ 4081 h 9592"/>
              <a:gd name="T58" fmla="*/ 10912 w 10967"/>
              <a:gd name="T59" fmla="*/ 8560 h 9592"/>
              <a:gd name="T60" fmla="*/ 5396 w 10967"/>
              <a:gd name="T61" fmla="*/ 9188 h 9592"/>
              <a:gd name="T62" fmla="*/ 5396 w 10967"/>
              <a:gd name="T63" fmla="*/ 7932 h 9592"/>
              <a:gd name="T64" fmla="*/ 10912 w 10967"/>
              <a:gd name="T65" fmla="*/ 8560 h 9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967" h="9592">
                <a:moveTo>
                  <a:pt x="1073" y="2483"/>
                </a:moveTo>
                <a:cubicBezTo>
                  <a:pt x="1142" y="2553"/>
                  <a:pt x="1237" y="2591"/>
                  <a:pt x="1336" y="2588"/>
                </a:cubicBezTo>
                <a:lnTo>
                  <a:pt x="1353" y="2588"/>
                </a:lnTo>
                <a:cubicBezTo>
                  <a:pt x="1449" y="2588"/>
                  <a:pt x="1540" y="2550"/>
                  <a:pt x="1609" y="2483"/>
                </a:cubicBezTo>
                <a:lnTo>
                  <a:pt x="3449" y="634"/>
                </a:lnTo>
                <a:cubicBezTo>
                  <a:pt x="3515" y="566"/>
                  <a:pt x="3551" y="476"/>
                  <a:pt x="3550" y="382"/>
                </a:cubicBezTo>
                <a:cubicBezTo>
                  <a:pt x="3550" y="287"/>
                  <a:pt x="3512" y="197"/>
                  <a:pt x="3445" y="131"/>
                </a:cubicBezTo>
                <a:cubicBezTo>
                  <a:pt x="3308" y="0"/>
                  <a:pt x="3093" y="0"/>
                  <a:pt x="2956" y="131"/>
                </a:cubicBezTo>
                <a:lnTo>
                  <a:pt x="1347" y="1749"/>
                </a:lnTo>
                <a:lnTo>
                  <a:pt x="607" y="1007"/>
                </a:lnTo>
                <a:cubicBezTo>
                  <a:pt x="541" y="940"/>
                  <a:pt x="451" y="902"/>
                  <a:pt x="357" y="902"/>
                </a:cubicBezTo>
                <a:cubicBezTo>
                  <a:pt x="263" y="902"/>
                  <a:pt x="172" y="940"/>
                  <a:pt x="107" y="1007"/>
                </a:cubicBezTo>
                <a:cubicBezTo>
                  <a:pt x="40" y="1074"/>
                  <a:pt x="2" y="1164"/>
                  <a:pt x="0" y="1258"/>
                </a:cubicBezTo>
                <a:cubicBezTo>
                  <a:pt x="0" y="1352"/>
                  <a:pt x="38" y="1442"/>
                  <a:pt x="105" y="1508"/>
                </a:cubicBezTo>
                <a:lnTo>
                  <a:pt x="1073" y="2483"/>
                </a:lnTo>
                <a:close/>
                <a:moveTo>
                  <a:pt x="2966" y="3634"/>
                </a:moveTo>
                <a:lnTo>
                  <a:pt x="1353" y="5253"/>
                </a:lnTo>
                <a:lnTo>
                  <a:pt x="613" y="4510"/>
                </a:lnTo>
                <a:cubicBezTo>
                  <a:pt x="548" y="4441"/>
                  <a:pt x="458" y="4401"/>
                  <a:pt x="363" y="4400"/>
                </a:cubicBezTo>
                <a:cubicBezTo>
                  <a:pt x="269" y="4398"/>
                  <a:pt x="179" y="4437"/>
                  <a:pt x="114" y="4505"/>
                </a:cubicBezTo>
                <a:cubicBezTo>
                  <a:pt x="48" y="4572"/>
                  <a:pt x="10" y="4662"/>
                  <a:pt x="8" y="4756"/>
                </a:cubicBezTo>
                <a:cubicBezTo>
                  <a:pt x="8" y="4850"/>
                  <a:pt x="46" y="4940"/>
                  <a:pt x="114" y="5006"/>
                </a:cubicBezTo>
                <a:lnTo>
                  <a:pt x="1080" y="5975"/>
                </a:lnTo>
                <a:cubicBezTo>
                  <a:pt x="1153" y="6047"/>
                  <a:pt x="1252" y="6085"/>
                  <a:pt x="1353" y="6081"/>
                </a:cubicBezTo>
                <a:lnTo>
                  <a:pt x="1366" y="6081"/>
                </a:lnTo>
                <a:cubicBezTo>
                  <a:pt x="1462" y="6081"/>
                  <a:pt x="1554" y="6043"/>
                  <a:pt x="1622" y="5975"/>
                </a:cubicBezTo>
                <a:lnTo>
                  <a:pt x="3461" y="4137"/>
                </a:lnTo>
                <a:cubicBezTo>
                  <a:pt x="3528" y="4070"/>
                  <a:pt x="3565" y="3980"/>
                  <a:pt x="3567" y="3886"/>
                </a:cubicBezTo>
                <a:cubicBezTo>
                  <a:pt x="3567" y="3792"/>
                  <a:pt x="3529" y="3702"/>
                  <a:pt x="3461" y="3636"/>
                </a:cubicBezTo>
                <a:cubicBezTo>
                  <a:pt x="3321" y="3507"/>
                  <a:pt x="3107" y="3506"/>
                  <a:pt x="2966" y="3634"/>
                </a:cubicBezTo>
                <a:close/>
                <a:moveTo>
                  <a:pt x="2959" y="7138"/>
                </a:moveTo>
                <a:lnTo>
                  <a:pt x="1345" y="8756"/>
                </a:lnTo>
                <a:lnTo>
                  <a:pt x="607" y="8014"/>
                </a:lnTo>
                <a:cubicBezTo>
                  <a:pt x="541" y="7947"/>
                  <a:pt x="451" y="7909"/>
                  <a:pt x="357" y="7908"/>
                </a:cubicBezTo>
                <a:cubicBezTo>
                  <a:pt x="263" y="7908"/>
                  <a:pt x="172" y="7946"/>
                  <a:pt x="107" y="8014"/>
                </a:cubicBezTo>
                <a:cubicBezTo>
                  <a:pt x="40" y="8081"/>
                  <a:pt x="2" y="8171"/>
                  <a:pt x="0" y="8266"/>
                </a:cubicBezTo>
                <a:cubicBezTo>
                  <a:pt x="0" y="8360"/>
                  <a:pt x="38" y="8450"/>
                  <a:pt x="105" y="8516"/>
                </a:cubicBezTo>
                <a:lnTo>
                  <a:pt x="1072" y="9485"/>
                </a:lnTo>
                <a:cubicBezTo>
                  <a:pt x="1142" y="9553"/>
                  <a:pt x="1236" y="9591"/>
                  <a:pt x="1334" y="9591"/>
                </a:cubicBezTo>
                <a:lnTo>
                  <a:pt x="1366" y="9591"/>
                </a:lnTo>
                <a:cubicBezTo>
                  <a:pt x="1460" y="9592"/>
                  <a:pt x="1551" y="9554"/>
                  <a:pt x="1616" y="9485"/>
                </a:cubicBezTo>
                <a:lnTo>
                  <a:pt x="3453" y="7640"/>
                </a:lnTo>
                <a:cubicBezTo>
                  <a:pt x="3519" y="7573"/>
                  <a:pt x="3557" y="7484"/>
                  <a:pt x="3558" y="7390"/>
                </a:cubicBezTo>
                <a:cubicBezTo>
                  <a:pt x="3559" y="7295"/>
                  <a:pt x="3521" y="7204"/>
                  <a:pt x="3453" y="7138"/>
                </a:cubicBezTo>
                <a:cubicBezTo>
                  <a:pt x="3311" y="7015"/>
                  <a:pt x="3101" y="7015"/>
                  <a:pt x="2959" y="7138"/>
                </a:cubicBezTo>
                <a:close/>
                <a:moveTo>
                  <a:pt x="10939" y="859"/>
                </a:moveTo>
                <a:cubicBezTo>
                  <a:pt x="10939" y="1206"/>
                  <a:pt x="10658" y="1487"/>
                  <a:pt x="10311" y="1487"/>
                </a:cubicBezTo>
                <a:lnTo>
                  <a:pt x="5423" y="1487"/>
                </a:lnTo>
                <a:cubicBezTo>
                  <a:pt x="5076" y="1487"/>
                  <a:pt x="4795" y="1206"/>
                  <a:pt x="4795" y="859"/>
                </a:cubicBezTo>
                <a:cubicBezTo>
                  <a:pt x="4795" y="512"/>
                  <a:pt x="5076" y="231"/>
                  <a:pt x="5423" y="231"/>
                </a:cubicBezTo>
                <a:lnTo>
                  <a:pt x="10311" y="231"/>
                </a:lnTo>
                <a:cubicBezTo>
                  <a:pt x="10658" y="231"/>
                  <a:pt x="10939" y="512"/>
                  <a:pt x="10939" y="859"/>
                </a:cubicBezTo>
                <a:close/>
                <a:moveTo>
                  <a:pt x="10967" y="4709"/>
                </a:moveTo>
                <a:cubicBezTo>
                  <a:pt x="10967" y="5056"/>
                  <a:pt x="10685" y="5337"/>
                  <a:pt x="10339" y="5337"/>
                </a:cubicBezTo>
                <a:lnTo>
                  <a:pt x="5451" y="5337"/>
                </a:lnTo>
                <a:cubicBezTo>
                  <a:pt x="5104" y="5337"/>
                  <a:pt x="4823" y="5056"/>
                  <a:pt x="4823" y="4709"/>
                </a:cubicBezTo>
                <a:cubicBezTo>
                  <a:pt x="4823" y="4363"/>
                  <a:pt x="5104" y="4081"/>
                  <a:pt x="5451" y="4081"/>
                </a:cubicBezTo>
                <a:lnTo>
                  <a:pt x="10339" y="4081"/>
                </a:lnTo>
                <a:cubicBezTo>
                  <a:pt x="10685" y="4081"/>
                  <a:pt x="10967" y="4363"/>
                  <a:pt x="10967" y="4709"/>
                </a:cubicBezTo>
                <a:close/>
                <a:moveTo>
                  <a:pt x="10912" y="8560"/>
                </a:moveTo>
                <a:cubicBezTo>
                  <a:pt x="10912" y="8907"/>
                  <a:pt x="10631" y="9188"/>
                  <a:pt x="10284" y="9188"/>
                </a:cubicBezTo>
                <a:lnTo>
                  <a:pt x="5396" y="9188"/>
                </a:lnTo>
                <a:cubicBezTo>
                  <a:pt x="5049" y="9188"/>
                  <a:pt x="4768" y="8907"/>
                  <a:pt x="4768" y="8560"/>
                </a:cubicBezTo>
                <a:cubicBezTo>
                  <a:pt x="4768" y="8213"/>
                  <a:pt x="5049" y="7932"/>
                  <a:pt x="5396" y="7932"/>
                </a:cubicBezTo>
                <a:lnTo>
                  <a:pt x="10284" y="7932"/>
                </a:lnTo>
                <a:cubicBezTo>
                  <a:pt x="10631" y="7932"/>
                  <a:pt x="10912" y="8213"/>
                  <a:pt x="10912" y="8560"/>
                </a:cubicBez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任意多边形: 形状 40">
            <a:extLst>
              <a:ext uri="{FF2B5EF4-FFF2-40B4-BE49-F238E27FC236}">
                <a16:creationId xmlns:a16="http://schemas.microsoft.com/office/drawing/2014/main" id="{D818A1ED-D21A-64A0-D0C2-29D4EDEDB593}"/>
              </a:ext>
            </a:extLst>
          </p:cNvPr>
          <p:cNvSpPr/>
          <p:nvPr/>
        </p:nvSpPr>
        <p:spPr>
          <a:xfrm>
            <a:off x="6956902" y="4790297"/>
            <a:ext cx="323977" cy="381450"/>
          </a:xfrm>
          <a:custGeom>
            <a:avLst/>
            <a:gdLst>
              <a:gd name="T0" fmla="*/ 5714 w 8434"/>
              <a:gd name="T1" fmla="*/ 1554 h 10878"/>
              <a:gd name="T2" fmla="*/ 4217 w 8434"/>
              <a:gd name="T3" fmla="*/ 0 h 10878"/>
              <a:gd name="T4" fmla="*/ 2720 w 8434"/>
              <a:gd name="T5" fmla="*/ 1554 h 10878"/>
              <a:gd name="T6" fmla="*/ 1972 w 8434"/>
              <a:gd name="T7" fmla="*/ 1554 h 10878"/>
              <a:gd name="T8" fmla="*/ 1972 w 8434"/>
              <a:gd name="T9" fmla="*/ 2331 h 10878"/>
              <a:gd name="T10" fmla="*/ 6462 w 8434"/>
              <a:gd name="T11" fmla="*/ 2331 h 10878"/>
              <a:gd name="T12" fmla="*/ 6462 w 8434"/>
              <a:gd name="T13" fmla="*/ 1554 h 10878"/>
              <a:gd name="T14" fmla="*/ 5714 w 8434"/>
              <a:gd name="T15" fmla="*/ 1554 h 10878"/>
              <a:gd name="T16" fmla="*/ 3468 w 8434"/>
              <a:gd name="T17" fmla="*/ 1554 h 10878"/>
              <a:gd name="T18" fmla="*/ 4217 w 8434"/>
              <a:gd name="T19" fmla="*/ 777 h 10878"/>
              <a:gd name="T20" fmla="*/ 4965 w 8434"/>
              <a:gd name="T21" fmla="*/ 1554 h 10878"/>
              <a:gd name="T22" fmla="*/ 3468 w 8434"/>
              <a:gd name="T23" fmla="*/ 1554 h 10878"/>
              <a:gd name="T24" fmla="*/ 3468 w 8434"/>
              <a:gd name="T25" fmla="*/ 1554 h 10878"/>
              <a:gd name="T26" fmla="*/ 7630 w 8434"/>
              <a:gd name="T27" fmla="*/ 1554 h 10878"/>
              <a:gd name="T28" fmla="*/ 7028 w 8434"/>
              <a:gd name="T29" fmla="*/ 1554 h 10878"/>
              <a:gd name="T30" fmla="*/ 7028 w 8434"/>
              <a:gd name="T31" fmla="*/ 2331 h 10878"/>
              <a:gd name="T32" fmla="*/ 7329 w 8434"/>
              <a:gd name="T33" fmla="*/ 2331 h 10878"/>
              <a:gd name="T34" fmla="*/ 7730 w 8434"/>
              <a:gd name="T35" fmla="*/ 2775 h 10878"/>
              <a:gd name="T36" fmla="*/ 7730 w 8434"/>
              <a:gd name="T37" fmla="*/ 9658 h 10878"/>
              <a:gd name="T38" fmla="*/ 7329 w 8434"/>
              <a:gd name="T39" fmla="*/ 10101 h 10878"/>
              <a:gd name="T40" fmla="*/ 1105 w 8434"/>
              <a:gd name="T41" fmla="*/ 10101 h 10878"/>
              <a:gd name="T42" fmla="*/ 703 w 8434"/>
              <a:gd name="T43" fmla="*/ 9658 h 10878"/>
              <a:gd name="T44" fmla="*/ 703 w 8434"/>
              <a:gd name="T45" fmla="*/ 2775 h 10878"/>
              <a:gd name="T46" fmla="*/ 1105 w 8434"/>
              <a:gd name="T47" fmla="*/ 2331 h 10878"/>
              <a:gd name="T48" fmla="*/ 1406 w 8434"/>
              <a:gd name="T49" fmla="*/ 2331 h 10878"/>
              <a:gd name="T50" fmla="*/ 1406 w 8434"/>
              <a:gd name="T51" fmla="*/ 1554 h 10878"/>
              <a:gd name="T52" fmla="*/ 803 w 8434"/>
              <a:gd name="T53" fmla="*/ 1554 h 10878"/>
              <a:gd name="T54" fmla="*/ 0 w 8434"/>
              <a:gd name="T55" fmla="*/ 2442 h 10878"/>
              <a:gd name="T56" fmla="*/ 0 w 8434"/>
              <a:gd name="T57" fmla="*/ 9991 h 10878"/>
              <a:gd name="T58" fmla="*/ 803 w 8434"/>
              <a:gd name="T59" fmla="*/ 10878 h 10878"/>
              <a:gd name="T60" fmla="*/ 7630 w 8434"/>
              <a:gd name="T61" fmla="*/ 10878 h 10878"/>
              <a:gd name="T62" fmla="*/ 8434 w 8434"/>
              <a:gd name="T63" fmla="*/ 9990 h 10878"/>
              <a:gd name="T64" fmla="*/ 8434 w 8434"/>
              <a:gd name="T65" fmla="*/ 2442 h 10878"/>
              <a:gd name="T66" fmla="*/ 7630 w 8434"/>
              <a:gd name="T67" fmla="*/ 1554 h 10878"/>
              <a:gd name="T68" fmla="*/ 7630 w 8434"/>
              <a:gd name="T69" fmla="*/ 1554 h 10878"/>
              <a:gd name="T70" fmla="*/ 1972 w 8434"/>
              <a:gd name="T71" fmla="*/ 8547 h 10878"/>
              <a:gd name="T72" fmla="*/ 6462 w 8434"/>
              <a:gd name="T73" fmla="*/ 8547 h 10878"/>
              <a:gd name="T74" fmla="*/ 6836 w 8434"/>
              <a:gd name="T75" fmla="*/ 8158 h 10878"/>
              <a:gd name="T76" fmla="*/ 6462 w 8434"/>
              <a:gd name="T77" fmla="*/ 7770 h 10878"/>
              <a:gd name="T78" fmla="*/ 1972 w 8434"/>
              <a:gd name="T79" fmla="*/ 7770 h 10878"/>
              <a:gd name="T80" fmla="*/ 1598 w 8434"/>
              <a:gd name="T81" fmla="*/ 8158 h 10878"/>
              <a:gd name="T82" fmla="*/ 1972 w 8434"/>
              <a:gd name="T83" fmla="*/ 8547 h 10878"/>
              <a:gd name="T84" fmla="*/ 1972 w 8434"/>
              <a:gd name="T85" fmla="*/ 8547 h 10878"/>
              <a:gd name="T86" fmla="*/ 1972 w 8434"/>
              <a:gd name="T87" fmla="*/ 6604 h 10878"/>
              <a:gd name="T88" fmla="*/ 6462 w 8434"/>
              <a:gd name="T89" fmla="*/ 6604 h 10878"/>
              <a:gd name="T90" fmla="*/ 6836 w 8434"/>
              <a:gd name="T91" fmla="*/ 6216 h 10878"/>
              <a:gd name="T92" fmla="*/ 6462 w 8434"/>
              <a:gd name="T93" fmla="*/ 5828 h 10878"/>
              <a:gd name="T94" fmla="*/ 1972 w 8434"/>
              <a:gd name="T95" fmla="*/ 5828 h 10878"/>
              <a:gd name="T96" fmla="*/ 1598 w 8434"/>
              <a:gd name="T97" fmla="*/ 6216 h 10878"/>
              <a:gd name="T98" fmla="*/ 1972 w 8434"/>
              <a:gd name="T99" fmla="*/ 6604 h 10878"/>
              <a:gd name="T100" fmla="*/ 1972 w 8434"/>
              <a:gd name="T101" fmla="*/ 6604 h 10878"/>
              <a:gd name="T102" fmla="*/ 1972 w 8434"/>
              <a:gd name="T103" fmla="*/ 4662 h 10878"/>
              <a:gd name="T104" fmla="*/ 6462 w 8434"/>
              <a:gd name="T105" fmla="*/ 4662 h 10878"/>
              <a:gd name="T106" fmla="*/ 6836 w 8434"/>
              <a:gd name="T107" fmla="*/ 4274 h 10878"/>
              <a:gd name="T108" fmla="*/ 6462 w 8434"/>
              <a:gd name="T109" fmla="*/ 3886 h 10878"/>
              <a:gd name="T110" fmla="*/ 1972 w 8434"/>
              <a:gd name="T111" fmla="*/ 3886 h 10878"/>
              <a:gd name="T112" fmla="*/ 1598 w 8434"/>
              <a:gd name="T113" fmla="*/ 4274 h 10878"/>
              <a:gd name="T114" fmla="*/ 1972 w 8434"/>
              <a:gd name="T115" fmla="*/ 4662 h 10878"/>
              <a:gd name="T116" fmla="*/ 1972 w 8434"/>
              <a:gd name="T117" fmla="*/ 4662 h 108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434" h="10878">
                <a:moveTo>
                  <a:pt x="5714" y="1554"/>
                </a:moveTo>
                <a:cubicBezTo>
                  <a:pt x="5714" y="696"/>
                  <a:pt x="5044" y="0"/>
                  <a:pt x="4217" y="0"/>
                </a:cubicBezTo>
                <a:cubicBezTo>
                  <a:pt x="3390" y="0"/>
                  <a:pt x="2720" y="696"/>
                  <a:pt x="2720" y="1554"/>
                </a:cubicBezTo>
                <a:lnTo>
                  <a:pt x="1972" y="1554"/>
                </a:lnTo>
                <a:lnTo>
                  <a:pt x="1972" y="2331"/>
                </a:lnTo>
                <a:lnTo>
                  <a:pt x="6462" y="2331"/>
                </a:lnTo>
                <a:lnTo>
                  <a:pt x="6462" y="1554"/>
                </a:lnTo>
                <a:lnTo>
                  <a:pt x="5714" y="1554"/>
                </a:lnTo>
                <a:close/>
                <a:moveTo>
                  <a:pt x="3468" y="1554"/>
                </a:moveTo>
                <a:cubicBezTo>
                  <a:pt x="3468" y="1125"/>
                  <a:pt x="3803" y="777"/>
                  <a:pt x="4217" y="777"/>
                </a:cubicBezTo>
                <a:cubicBezTo>
                  <a:pt x="4630" y="777"/>
                  <a:pt x="4965" y="1125"/>
                  <a:pt x="4965" y="1554"/>
                </a:cubicBezTo>
                <a:lnTo>
                  <a:pt x="3468" y="1554"/>
                </a:lnTo>
                <a:close/>
                <a:moveTo>
                  <a:pt x="3468" y="1554"/>
                </a:moveTo>
                <a:close/>
                <a:moveTo>
                  <a:pt x="7630" y="1554"/>
                </a:moveTo>
                <a:lnTo>
                  <a:pt x="7028" y="1554"/>
                </a:lnTo>
                <a:lnTo>
                  <a:pt x="7028" y="2331"/>
                </a:lnTo>
                <a:lnTo>
                  <a:pt x="7329" y="2331"/>
                </a:lnTo>
                <a:cubicBezTo>
                  <a:pt x="7551" y="2331"/>
                  <a:pt x="7730" y="2530"/>
                  <a:pt x="7730" y="2775"/>
                </a:cubicBezTo>
                <a:lnTo>
                  <a:pt x="7730" y="9658"/>
                </a:lnTo>
                <a:cubicBezTo>
                  <a:pt x="7730" y="9902"/>
                  <a:pt x="7551" y="10101"/>
                  <a:pt x="7329" y="10101"/>
                </a:cubicBezTo>
                <a:lnTo>
                  <a:pt x="1105" y="10101"/>
                </a:lnTo>
                <a:cubicBezTo>
                  <a:pt x="883" y="10101"/>
                  <a:pt x="703" y="9902"/>
                  <a:pt x="703" y="9658"/>
                </a:cubicBezTo>
                <a:lnTo>
                  <a:pt x="703" y="2775"/>
                </a:lnTo>
                <a:cubicBezTo>
                  <a:pt x="703" y="2530"/>
                  <a:pt x="882" y="2331"/>
                  <a:pt x="1105" y="2331"/>
                </a:cubicBezTo>
                <a:lnTo>
                  <a:pt x="1406" y="2331"/>
                </a:lnTo>
                <a:lnTo>
                  <a:pt x="1406" y="1554"/>
                </a:lnTo>
                <a:lnTo>
                  <a:pt x="803" y="1554"/>
                </a:lnTo>
                <a:cubicBezTo>
                  <a:pt x="360" y="1554"/>
                  <a:pt x="0" y="1952"/>
                  <a:pt x="0" y="2442"/>
                </a:cubicBezTo>
                <a:lnTo>
                  <a:pt x="0" y="9991"/>
                </a:lnTo>
                <a:cubicBezTo>
                  <a:pt x="0" y="10480"/>
                  <a:pt x="360" y="10878"/>
                  <a:pt x="803" y="10878"/>
                </a:cubicBezTo>
                <a:lnTo>
                  <a:pt x="7630" y="10878"/>
                </a:lnTo>
                <a:cubicBezTo>
                  <a:pt x="8074" y="10878"/>
                  <a:pt x="8434" y="10480"/>
                  <a:pt x="8434" y="9990"/>
                </a:cubicBezTo>
                <a:lnTo>
                  <a:pt x="8434" y="2442"/>
                </a:lnTo>
                <a:cubicBezTo>
                  <a:pt x="8434" y="1952"/>
                  <a:pt x="8074" y="1554"/>
                  <a:pt x="7630" y="1554"/>
                </a:cubicBezTo>
                <a:close/>
                <a:moveTo>
                  <a:pt x="7630" y="1554"/>
                </a:moveTo>
                <a:close/>
                <a:moveTo>
                  <a:pt x="1972" y="8547"/>
                </a:moveTo>
                <a:lnTo>
                  <a:pt x="6462" y="8547"/>
                </a:lnTo>
                <a:cubicBezTo>
                  <a:pt x="6669" y="8547"/>
                  <a:pt x="6836" y="8373"/>
                  <a:pt x="6836" y="8158"/>
                </a:cubicBezTo>
                <a:cubicBezTo>
                  <a:pt x="6836" y="7944"/>
                  <a:pt x="6669" y="7770"/>
                  <a:pt x="6462" y="7770"/>
                </a:cubicBezTo>
                <a:lnTo>
                  <a:pt x="1972" y="7770"/>
                </a:lnTo>
                <a:cubicBezTo>
                  <a:pt x="1765" y="7770"/>
                  <a:pt x="1598" y="7944"/>
                  <a:pt x="1598" y="8158"/>
                </a:cubicBezTo>
                <a:cubicBezTo>
                  <a:pt x="1598" y="8373"/>
                  <a:pt x="1765" y="8547"/>
                  <a:pt x="1972" y="8547"/>
                </a:cubicBezTo>
                <a:close/>
                <a:moveTo>
                  <a:pt x="1972" y="8547"/>
                </a:moveTo>
                <a:close/>
                <a:moveTo>
                  <a:pt x="1972" y="6604"/>
                </a:moveTo>
                <a:lnTo>
                  <a:pt x="6462" y="6604"/>
                </a:lnTo>
                <a:cubicBezTo>
                  <a:pt x="6669" y="6604"/>
                  <a:pt x="6836" y="6430"/>
                  <a:pt x="6836" y="6216"/>
                </a:cubicBezTo>
                <a:cubicBezTo>
                  <a:pt x="6836" y="6002"/>
                  <a:pt x="6669" y="5828"/>
                  <a:pt x="6462" y="5828"/>
                </a:cubicBezTo>
                <a:lnTo>
                  <a:pt x="1972" y="5828"/>
                </a:lnTo>
                <a:cubicBezTo>
                  <a:pt x="1765" y="5828"/>
                  <a:pt x="1598" y="6002"/>
                  <a:pt x="1598" y="6216"/>
                </a:cubicBezTo>
                <a:cubicBezTo>
                  <a:pt x="1597" y="6431"/>
                  <a:pt x="1765" y="6604"/>
                  <a:pt x="1972" y="6604"/>
                </a:cubicBezTo>
                <a:close/>
                <a:moveTo>
                  <a:pt x="1972" y="6604"/>
                </a:moveTo>
                <a:close/>
                <a:moveTo>
                  <a:pt x="1972" y="4662"/>
                </a:moveTo>
                <a:lnTo>
                  <a:pt x="6462" y="4662"/>
                </a:lnTo>
                <a:cubicBezTo>
                  <a:pt x="6669" y="4662"/>
                  <a:pt x="6836" y="4488"/>
                  <a:pt x="6836" y="4274"/>
                </a:cubicBezTo>
                <a:cubicBezTo>
                  <a:pt x="6836" y="4060"/>
                  <a:pt x="6669" y="3886"/>
                  <a:pt x="6462" y="3886"/>
                </a:cubicBezTo>
                <a:lnTo>
                  <a:pt x="1972" y="3886"/>
                </a:lnTo>
                <a:cubicBezTo>
                  <a:pt x="1765" y="3886"/>
                  <a:pt x="1598" y="4060"/>
                  <a:pt x="1598" y="4274"/>
                </a:cubicBezTo>
                <a:cubicBezTo>
                  <a:pt x="1597" y="4489"/>
                  <a:pt x="1765" y="4662"/>
                  <a:pt x="1972" y="4662"/>
                </a:cubicBezTo>
                <a:close/>
                <a:moveTo>
                  <a:pt x="1972" y="4662"/>
                </a:move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800" b="1" dirty="0">
                <a:cs typeface="+mn-ea"/>
                <a:sym typeface="+mn-lt"/>
              </a:rPr>
              <a:t>用户界面需求</a:t>
            </a:r>
            <a:endParaRPr lang="zh-CN" altLang="en-US" dirty="0">
              <a:latin typeface="+mn-lt"/>
              <a:ea typeface="+mn-ea"/>
              <a:cs typeface="+mn-ea"/>
              <a:sym typeface="+mn-lt"/>
            </a:endParaRPr>
          </a:p>
        </p:txBody>
      </p:sp>
      <p:sp>
        <p:nvSpPr>
          <p:cNvPr id="3" name="页脚占位符 2"/>
          <p:cNvSpPr>
            <a:spLocks noGrp="1"/>
          </p:cNvSpPr>
          <p:nvPr>
            <p:ph type="ftr" sz="quarter" idx="11"/>
          </p:nvPr>
        </p:nvSpPr>
        <p:spPr/>
        <p:txBody>
          <a:bodyPr/>
          <a:lstStyle/>
          <a:p>
            <a:r>
              <a:rPr lang="zh-CN" altLang="en-US" dirty="0">
                <a:cs typeface="+mn-ea"/>
                <a:sym typeface="+mn-lt"/>
              </a:rPr>
              <a:t>课程管理系统</a:t>
            </a:r>
          </a:p>
        </p:txBody>
      </p:sp>
      <p:sp>
        <p:nvSpPr>
          <p:cNvPr id="4" name="灯片编号占位符 3"/>
          <p:cNvSpPr>
            <a:spLocks noGrp="1"/>
          </p:cNvSpPr>
          <p:nvPr>
            <p:ph type="sldNum" sz="quarter" idx="12"/>
          </p:nvPr>
        </p:nvSpPr>
        <p:spPr/>
        <p:txBody>
          <a:bodyPr/>
          <a:lstStyle/>
          <a:p>
            <a:fld id="{5DD3DB80-B894-403A-B48E-6FDC1A72010E}" type="slidenum">
              <a:rPr lang="zh-CN" altLang="en-US" b="1" smtClean="0">
                <a:solidFill>
                  <a:schemeClr val="tx1"/>
                </a:solidFill>
                <a:cs typeface="+mn-ea"/>
                <a:sym typeface="+mn-lt"/>
              </a:rPr>
              <a:t>9</a:t>
            </a:fld>
            <a:endParaRPr lang="zh-CN" altLang="en-US" b="1" dirty="0">
              <a:solidFill>
                <a:schemeClr val="tx1"/>
              </a:solidFill>
              <a:cs typeface="+mn-ea"/>
              <a:sym typeface="+mn-lt"/>
            </a:endParaRPr>
          </a:p>
        </p:txBody>
      </p:sp>
      <p:grpSp>
        <p:nvGrpSpPr>
          <p:cNvPr id="5" name="组合 4"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nvGrpSpPr>
        <p:grpSpPr>
          <a:xfrm>
            <a:off x="673100" y="1397719"/>
            <a:ext cx="10845800" cy="5460281"/>
            <a:chOff x="673100" y="1397719"/>
            <a:chExt cx="10845800" cy="5460281"/>
          </a:xfrm>
        </p:grpSpPr>
        <p:grpSp>
          <p:nvGrpSpPr>
            <p:cNvPr id="6" name="组合 5"/>
            <p:cNvGrpSpPr/>
            <p:nvPr/>
          </p:nvGrpSpPr>
          <p:grpSpPr>
            <a:xfrm>
              <a:off x="3533570" y="1995340"/>
              <a:ext cx="5796237" cy="4862660"/>
              <a:chOff x="3533570" y="1995340"/>
              <a:chExt cx="5796237" cy="4862660"/>
            </a:xfrm>
          </p:grpSpPr>
          <p:sp>
            <p:nvSpPr>
              <p:cNvPr id="41" name="任意多边形: 形状 40"/>
              <p:cNvSpPr/>
              <p:nvPr/>
            </p:nvSpPr>
            <p:spPr>
              <a:xfrm>
                <a:off x="3533570" y="5706356"/>
                <a:ext cx="5796237" cy="1151644"/>
              </a:xfrm>
              <a:custGeom>
                <a:avLst/>
                <a:gdLst>
                  <a:gd name="connsiteX0" fmla="*/ 1301308 w 5796237"/>
                  <a:gd name="connsiteY0" fmla="*/ 0 h 1151644"/>
                  <a:gd name="connsiteX1" fmla="*/ 1329524 w 5796237"/>
                  <a:gd name="connsiteY1" fmla="*/ 0 h 1151644"/>
                  <a:gd name="connsiteX2" fmla="*/ 1356007 w 5796237"/>
                  <a:gd name="connsiteY2" fmla="*/ 432 h 1151644"/>
                  <a:gd name="connsiteX3" fmla="*/ 1382490 w 5796237"/>
                  <a:gd name="connsiteY3" fmla="*/ 3033 h 1151644"/>
                  <a:gd name="connsiteX4" fmla="*/ 1408547 w 5796237"/>
                  <a:gd name="connsiteY4" fmla="*/ 6075 h 1151644"/>
                  <a:gd name="connsiteX5" fmla="*/ 1434148 w 5796237"/>
                  <a:gd name="connsiteY5" fmla="*/ 11286 h 1151644"/>
                  <a:gd name="connsiteX6" fmla="*/ 1460205 w 5796237"/>
                  <a:gd name="connsiteY6" fmla="*/ 16939 h 1151644"/>
                  <a:gd name="connsiteX7" fmla="*/ 1484955 w 5796237"/>
                  <a:gd name="connsiteY7" fmla="*/ 23887 h 1151644"/>
                  <a:gd name="connsiteX8" fmla="*/ 1509279 w 5796237"/>
                  <a:gd name="connsiteY8" fmla="*/ 31709 h 1151644"/>
                  <a:gd name="connsiteX9" fmla="*/ 1533147 w 5796237"/>
                  <a:gd name="connsiteY9" fmla="*/ 41267 h 1151644"/>
                  <a:gd name="connsiteX10" fmla="*/ 1556164 w 5796237"/>
                  <a:gd name="connsiteY10" fmla="*/ 51258 h 1151644"/>
                  <a:gd name="connsiteX11" fmla="*/ 1578755 w 5796237"/>
                  <a:gd name="connsiteY11" fmla="*/ 62554 h 1151644"/>
                  <a:gd name="connsiteX12" fmla="*/ 1600890 w 5796237"/>
                  <a:gd name="connsiteY12" fmla="*/ 75155 h 1151644"/>
                  <a:gd name="connsiteX13" fmla="*/ 1622599 w 5796237"/>
                  <a:gd name="connsiteY13" fmla="*/ 88178 h 1151644"/>
                  <a:gd name="connsiteX14" fmla="*/ 1643001 w 5796237"/>
                  <a:gd name="connsiteY14" fmla="*/ 102516 h 1151644"/>
                  <a:gd name="connsiteX15" fmla="*/ 1663433 w 5796237"/>
                  <a:gd name="connsiteY15" fmla="*/ 117727 h 1151644"/>
                  <a:gd name="connsiteX16" fmla="*/ 1682527 w 5796237"/>
                  <a:gd name="connsiteY16" fmla="*/ 134234 h 1151644"/>
                  <a:gd name="connsiteX17" fmla="*/ 1701196 w 5796237"/>
                  <a:gd name="connsiteY17" fmla="*/ 151173 h 1151644"/>
                  <a:gd name="connsiteX18" fmla="*/ 1718983 w 5796237"/>
                  <a:gd name="connsiteY18" fmla="*/ 168553 h 1151644"/>
                  <a:gd name="connsiteX19" fmla="*/ 1735919 w 5796237"/>
                  <a:gd name="connsiteY19" fmla="*/ 187229 h 1151644"/>
                  <a:gd name="connsiteX20" fmla="*/ 1752003 w 5796237"/>
                  <a:gd name="connsiteY20" fmla="*/ 205914 h 1151644"/>
                  <a:gd name="connsiteX21" fmla="*/ 1767205 w 5796237"/>
                  <a:gd name="connsiteY21" fmla="*/ 226327 h 1151644"/>
                  <a:gd name="connsiteX22" fmla="*/ 1781526 w 5796237"/>
                  <a:gd name="connsiteY22" fmla="*/ 246750 h 1151644"/>
                  <a:gd name="connsiteX23" fmla="*/ 1794540 w 5796237"/>
                  <a:gd name="connsiteY23" fmla="*/ 268900 h 1151644"/>
                  <a:gd name="connsiteX24" fmla="*/ 1807127 w 5796237"/>
                  <a:gd name="connsiteY24" fmla="*/ 290618 h 1151644"/>
                  <a:gd name="connsiteX25" fmla="*/ 1818438 w 5796237"/>
                  <a:gd name="connsiteY25" fmla="*/ 313209 h 1151644"/>
                  <a:gd name="connsiteX26" fmla="*/ 1828837 w 5796237"/>
                  <a:gd name="connsiteY26" fmla="*/ 336232 h 1151644"/>
                  <a:gd name="connsiteX27" fmla="*/ 1838414 w 5796237"/>
                  <a:gd name="connsiteY27" fmla="*/ 360129 h 1151644"/>
                  <a:gd name="connsiteX28" fmla="*/ 1846228 w 5796237"/>
                  <a:gd name="connsiteY28" fmla="*/ 384457 h 1151644"/>
                  <a:gd name="connsiteX29" fmla="*/ 1853161 w 5796237"/>
                  <a:gd name="connsiteY29" fmla="*/ 409218 h 1151644"/>
                  <a:gd name="connsiteX30" fmla="*/ 1859667 w 5796237"/>
                  <a:gd name="connsiteY30" fmla="*/ 433978 h 1151644"/>
                  <a:gd name="connsiteX31" fmla="*/ 1864441 w 5796237"/>
                  <a:gd name="connsiteY31" fmla="*/ 460044 h 1151644"/>
                  <a:gd name="connsiteX32" fmla="*/ 1868363 w 5796237"/>
                  <a:gd name="connsiteY32" fmla="*/ 486109 h 1151644"/>
                  <a:gd name="connsiteX33" fmla="*/ 1870096 w 5796237"/>
                  <a:gd name="connsiteY33" fmla="*/ 512607 h 1151644"/>
                  <a:gd name="connsiteX34" fmla="*/ 1883140 w 5796237"/>
                  <a:gd name="connsiteY34" fmla="*/ 502616 h 1151644"/>
                  <a:gd name="connsiteX35" fmla="*/ 1897035 w 5796237"/>
                  <a:gd name="connsiteY35" fmla="*/ 492194 h 1151644"/>
                  <a:gd name="connsiteX36" fmla="*/ 1910049 w 5796237"/>
                  <a:gd name="connsiteY36" fmla="*/ 482203 h 1151644"/>
                  <a:gd name="connsiteX37" fmla="*/ 1923944 w 5796237"/>
                  <a:gd name="connsiteY37" fmla="*/ 473076 h 1151644"/>
                  <a:gd name="connsiteX38" fmla="*/ 1938265 w 5796237"/>
                  <a:gd name="connsiteY38" fmla="*/ 463518 h 1151644"/>
                  <a:gd name="connsiteX39" fmla="*/ 1952160 w 5796237"/>
                  <a:gd name="connsiteY39" fmla="*/ 454832 h 1151644"/>
                  <a:gd name="connsiteX40" fmla="*/ 1966480 w 5796237"/>
                  <a:gd name="connsiteY40" fmla="*/ 446147 h 1151644"/>
                  <a:gd name="connsiteX41" fmla="*/ 1981257 w 5796237"/>
                  <a:gd name="connsiteY41" fmla="*/ 437894 h 1151644"/>
                  <a:gd name="connsiteX42" fmla="*/ 1996004 w 5796237"/>
                  <a:gd name="connsiteY42" fmla="*/ 429640 h 1151644"/>
                  <a:gd name="connsiteX43" fmla="*/ 2010781 w 5796237"/>
                  <a:gd name="connsiteY43" fmla="*/ 422251 h 1151644"/>
                  <a:gd name="connsiteX44" fmla="*/ 2025983 w 5796237"/>
                  <a:gd name="connsiteY44" fmla="*/ 414861 h 1151644"/>
                  <a:gd name="connsiteX45" fmla="*/ 2041611 w 5796237"/>
                  <a:gd name="connsiteY45" fmla="*/ 407913 h 1151644"/>
                  <a:gd name="connsiteX46" fmla="*/ 2057240 w 5796237"/>
                  <a:gd name="connsiteY46" fmla="*/ 400964 h 1151644"/>
                  <a:gd name="connsiteX47" fmla="*/ 2072868 w 5796237"/>
                  <a:gd name="connsiteY47" fmla="*/ 394880 h 1151644"/>
                  <a:gd name="connsiteX48" fmla="*/ 2088496 w 5796237"/>
                  <a:gd name="connsiteY48" fmla="*/ 388363 h 1151644"/>
                  <a:gd name="connsiteX49" fmla="*/ 2104124 w 5796237"/>
                  <a:gd name="connsiteY49" fmla="*/ 382720 h 1151644"/>
                  <a:gd name="connsiteX50" fmla="*/ 2120209 w 5796237"/>
                  <a:gd name="connsiteY50" fmla="*/ 377068 h 1151644"/>
                  <a:gd name="connsiteX51" fmla="*/ 2136688 w 5796237"/>
                  <a:gd name="connsiteY51" fmla="*/ 372288 h 1151644"/>
                  <a:gd name="connsiteX52" fmla="*/ 2152772 w 5796237"/>
                  <a:gd name="connsiteY52" fmla="*/ 367077 h 1151644"/>
                  <a:gd name="connsiteX53" fmla="*/ 2169708 w 5796237"/>
                  <a:gd name="connsiteY53" fmla="*/ 362739 h 1151644"/>
                  <a:gd name="connsiteX54" fmla="*/ 2185762 w 5796237"/>
                  <a:gd name="connsiteY54" fmla="*/ 358392 h 1151644"/>
                  <a:gd name="connsiteX55" fmla="*/ 2202698 w 5796237"/>
                  <a:gd name="connsiteY55" fmla="*/ 354486 h 1151644"/>
                  <a:gd name="connsiteX56" fmla="*/ 2219633 w 5796237"/>
                  <a:gd name="connsiteY56" fmla="*/ 351444 h 1151644"/>
                  <a:gd name="connsiteX57" fmla="*/ 2236995 w 5796237"/>
                  <a:gd name="connsiteY57" fmla="*/ 348401 h 1151644"/>
                  <a:gd name="connsiteX58" fmla="*/ 2253930 w 5796237"/>
                  <a:gd name="connsiteY58" fmla="*/ 345791 h 1151644"/>
                  <a:gd name="connsiteX59" fmla="*/ 2271748 w 5796237"/>
                  <a:gd name="connsiteY59" fmla="*/ 343190 h 1151644"/>
                  <a:gd name="connsiteX60" fmla="*/ 2289109 w 5796237"/>
                  <a:gd name="connsiteY60" fmla="*/ 341453 h 1151644"/>
                  <a:gd name="connsiteX61" fmla="*/ 2306470 w 5796237"/>
                  <a:gd name="connsiteY61" fmla="*/ 340148 h 1151644"/>
                  <a:gd name="connsiteX62" fmla="*/ 2324288 w 5796237"/>
                  <a:gd name="connsiteY62" fmla="*/ 338843 h 1151644"/>
                  <a:gd name="connsiteX63" fmla="*/ 2342075 w 5796237"/>
                  <a:gd name="connsiteY63" fmla="*/ 338411 h 1151644"/>
                  <a:gd name="connsiteX64" fmla="*/ 2359892 w 5796237"/>
                  <a:gd name="connsiteY64" fmla="*/ 337537 h 1151644"/>
                  <a:gd name="connsiteX65" fmla="*/ 2377679 w 5796237"/>
                  <a:gd name="connsiteY65" fmla="*/ 337537 h 1151644"/>
                  <a:gd name="connsiteX66" fmla="*/ 2412432 w 5796237"/>
                  <a:gd name="connsiteY66" fmla="*/ 338843 h 1151644"/>
                  <a:gd name="connsiteX67" fmla="*/ 2446729 w 5796237"/>
                  <a:gd name="connsiteY67" fmla="*/ 341453 h 1151644"/>
                  <a:gd name="connsiteX68" fmla="*/ 2480600 w 5796237"/>
                  <a:gd name="connsiteY68" fmla="*/ 345359 h 1151644"/>
                  <a:gd name="connsiteX69" fmla="*/ 2514015 w 5796237"/>
                  <a:gd name="connsiteY69" fmla="*/ 351002 h 1151644"/>
                  <a:gd name="connsiteX70" fmla="*/ 2547461 w 5796237"/>
                  <a:gd name="connsiteY70" fmla="*/ 357519 h 1151644"/>
                  <a:gd name="connsiteX71" fmla="*/ 2580025 w 5796237"/>
                  <a:gd name="connsiteY71" fmla="*/ 365772 h 1151644"/>
                  <a:gd name="connsiteX72" fmla="*/ 2611707 w 5796237"/>
                  <a:gd name="connsiteY72" fmla="*/ 375331 h 1151644"/>
                  <a:gd name="connsiteX73" fmla="*/ 2642994 w 5796237"/>
                  <a:gd name="connsiteY73" fmla="*/ 385763 h 1151644"/>
                  <a:gd name="connsiteX74" fmla="*/ 2673825 w 5796237"/>
                  <a:gd name="connsiteY74" fmla="*/ 397922 h 1151644"/>
                  <a:gd name="connsiteX75" fmla="*/ 2703774 w 5796237"/>
                  <a:gd name="connsiteY75" fmla="*/ 410955 h 1151644"/>
                  <a:gd name="connsiteX76" fmla="*/ 2732871 w 5796237"/>
                  <a:gd name="connsiteY76" fmla="*/ 425293 h 1151644"/>
                  <a:gd name="connsiteX77" fmla="*/ 2761939 w 5796237"/>
                  <a:gd name="connsiteY77" fmla="*/ 440494 h 1151644"/>
                  <a:gd name="connsiteX78" fmla="*/ 2789729 w 5796237"/>
                  <a:gd name="connsiteY78" fmla="*/ 457443 h 1151644"/>
                  <a:gd name="connsiteX79" fmla="*/ 2817519 w 5796237"/>
                  <a:gd name="connsiteY79" fmla="*/ 474813 h 1151644"/>
                  <a:gd name="connsiteX80" fmla="*/ 2843576 w 5796237"/>
                  <a:gd name="connsiteY80" fmla="*/ 493499 h 1151644"/>
                  <a:gd name="connsiteX81" fmla="*/ 2869208 w 5796237"/>
                  <a:gd name="connsiteY81" fmla="*/ 513912 h 1151644"/>
                  <a:gd name="connsiteX82" fmla="*/ 2894383 w 5796237"/>
                  <a:gd name="connsiteY82" fmla="*/ 534334 h 1151644"/>
                  <a:gd name="connsiteX83" fmla="*/ 2911769 w 5796237"/>
                  <a:gd name="connsiteY83" fmla="*/ 550448 h 1151644"/>
                  <a:gd name="connsiteX84" fmla="*/ 2923107 w 5796237"/>
                  <a:gd name="connsiteY84" fmla="*/ 552578 h 1151644"/>
                  <a:gd name="connsiteX85" fmla="*/ 2923107 w 5796237"/>
                  <a:gd name="connsiteY85" fmla="*/ 548231 h 1151644"/>
                  <a:gd name="connsiteX86" fmla="*/ 2923107 w 5796237"/>
                  <a:gd name="connsiteY86" fmla="*/ 543020 h 1151644"/>
                  <a:gd name="connsiteX87" fmla="*/ 2924415 w 5796237"/>
                  <a:gd name="connsiteY87" fmla="*/ 514785 h 1151644"/>
                  <a:gd name="connsiteX88" fmla="*/ 2926148 w 5796237"/>
                  <a:gd name="connsiteY88" fmla="*/ 486982 h 1151644"/>
                  <a:gd name="connsiteX89" fmla="*/ 2930040 w 5796237"/>
                  <a:gd name="connsiteY89" fmla="*/ 459180 h 1151644"/>
                  <a:gd name="connsiteX90" fmla="*/ 2935695 w 5796237"/>
                  <a:gd name="connsiteY90" fmla="*/ 432241 h 1151644"/>
                  <a:gd name="connsiteX91" fmla="*/ 2941776 w 5796237"/>
                  <a:gd name="connsiteY91" fmla="*/ 405744 h 1151644"/>
                  <a:gd name="connsiteX92" fmla="*/ 2949164 w 5796237"/>
                  <a:gd name="connsiteY92" fmla="*/ 380110 h 1151644"/>
                  <a:gd name="connsiteX93" fmla="*/ 2957830 w 5796237"/>
                  <a:gd name="connsiteY93" fmla="*/ 354486 h 1151644"/>
                  <a:gd name="connsiteX94" fmla="*/ 2967833 w 5796237"/>
                  <a:gd name="connsiteY94" fmla="*/ 329716 h 1151644"/>
                  <a:gd name="connsiteX95" fmla="*/ 2979113 w 5796237"/>
                  <a:gd name="connsiteY95" fmla="*/ 305829 h 1151644"/>
                  <a:gd name="connsiteX96" fmla="*/ 2991701 w 5796237"/>
                  <a:gd name="connsiteY96" fmla="*/ 281932 h 1151644"/>
                  <a:gd name="connsiteX97" fmla="*/ 3005596 w 5796237"/>
                  <a:gd name="connsiteY97" fmla="*/ 259341 h 1151644"/>
                  <a:gd name="connsiteX98" fmla="*/ 3019917 w 5796237"/>
                  <a:gd name="connsiteY98" fmla="*/ 236749 h 1151644"/>
                  <a:gd name="connsiteX99" fmla="*/ 3035545 w 5796237"/>
                  <a:gd name="connsiteY99" fmla="*/ 215463 h 1151644"/>
                  <a:gd name="connsiteX100" fmla="*/ 3051630 w 5796237"/>
                  <a:gd name="connsiteY100" fmla="*/ 194618 h 1151644"/>
                  <a:gd name="connsiteX101" fmla="*/ 3069417 w 5796237"/>
                  <a:gd name="connsiteY101" fmla="*/ 175501 h 1151644"/>
                  <a:gd name="connsiteX102" fmla="*/ 3087234 w 5796237"/>
                  <a:gd name="connsiteY102" fmla="*/ 156384 h 1151644"/>
                  <a:gd name="connsiteX103" fmla="*/ 3106754 w 5796237"/>
                  <a:gd name="connsiteY103" fmla="*/ 138572 h 1151644"/>
                  <a:gd name="connsiteX104" fmla="*/ 3126730 w 5796237"/>
                  <a:gd name="connsiteY104" fmla="*/ 121633 h 1151644"/>
                  <a:gd name="connsiteX105" fmla="*/ 3148014 w 5796237"/>
                  <a:gd name="connsiteY105" fmla="*/ 105126 h 1151644"/>
                  <a:gd name="connsiteX106" fmla="*/ 3169297 w 5796237"/>
                  <a:gd name="connsiteY106" fmla="*/ 90356 h 1151644"/>
                  <a:gd name="connsiteX107" fmla="*/ 3191858 w 5796237"/>
                  <a:gd name="connsiteY107" fmla="*/ 76450 h 1151644"/>
                  <a:gd name="connsiteX108" fmla="*/ 3214875 w 5796237"/>
                  <a:gd name="connsiteY108" fmla="*/ 63417 h 1151644"/>
                  <a:gd name="connsiteX109" fmla="*/ 3238773 w 5796237"/>
                  <a:gd name="connsiteY109" fmla="*/ 51258 h 1151644"/>
                  <a:gd name="connsiteX110" fmla="*/ 3263067 w 5796237"/>
                  <a:gd name="connsiteY110" fmla="*/ 40826 h 1151644"/>
                  <a:gd name="connsiteX111" fmla="*/ 3288273 w 5796237"/>
                  <a:gd name="connsiteY111" fmla="*/ 31277 h 1151644"/>
                  <a:gd name="connsiteX112" fmla="*/ 3313874 w 5796237"/>
                  <a:gd name="connsiteY112" fmla="*/ 22582 h 1151644"/>
                  <a:gd name="connsiteX113" fmla="*/ 3339931 w 5796237"/>
                  <a:gd name="connsiteY113" fmla="*/ 15634 h 1151644"/>
                  <a:gd name="connsiteX114" fmla="*/ 3366414 w 5796237"/>
                  <a:gd name="connsiteY114" fmla="*/ 9549 h 1151644"/>
                  <a:gd name="connsiteX115" fmla="*/ 3393353 w 5796237"/>
                  <a:gd name="connsiteY115" fmla="*/ 4770 h 1151644"/>
                  <a:gd name="connsiteX116" fmla="*/ 3420687 w 5796237"/>
                  <a:gd name="connsiteY116" fmla="*/ 1737 h 1151644"/>
                  <a:gd name="connsiteX117" fmla="*/ 3448933 w 5796237"/>
                  <a:gd name="connsiteY117" fmla="*/ 0 h 1151644"/>
                  <a:gd name="connsiteX118" fmla="*/ 3477149 w 5796237"/>
                  <a:gd name="connsiteY118" fmla="*/ 0 h 1151644"/>
                  <a:gd name="connsiteX119" fmla="*/ 3503632 w 5796237"/>
                  <a:gd name="connsiteY119" fmla="*/ 432 h 1151644"/>
                  <a:gd name="connsiteX120" fmla="*/ 3530115 w 5796237"/>
                  <a:gd name="connsiteY120" fmla="*/ 3033 h 1151644"/>
                  <a:gd name="connsiteX121" fmla="*/ 3556172 w 5796237"/>
                  <a:gd name="connsiteY121" fmla="*/ 6075 h 1151644"/>
                  <a:gd name="connsiteX122" fmla="*/ 3581773 w 5796237"/>
                  <a:gd name="connsiteY122" fmla="*/ 11286 h 1151644"/>
                  <a:gd name="connsiteX123" fmla="*/ 3607830 w 5796237"/>
                  <a:gd name="connsiteY123" fmla="*/ 16939 h 1151644"/>
                  <a:gd name="connsiteX124" fmla="*/ 3632580 w 5796237"/>
                  <a:gd name="connsiteY124" fmla="*/ 23887 h 1151644"/>
                  <a:gd name="connsiteX125" fmla="*/ 3656904 w 5796237"/>
                  <a:gd name="connsiteY125" fmla="*/ 31709 h 1151644"/>
                  <a:gd name="connsiteX126" fmla="*/ 3680772 w 5796237"/>
                  <a:gd name="connsiteY126" fmla="*/ 41267 h 1151644"/>
                  <a:gd name="connsiteX127" fmla="*/ 3703789 w 5796237"/>
                  <a:gd name="connsiteY127" fmla="*/ 51258 h 1151644"/>
                  <a:gd name="connsiteX128" fmla="*/ 3726380 w 5796237"/>
                  <a:gd name="connsiteY128" fmla="*/ 62554 h 1151644"/>
                  <a:gd name="connsiteX129" fmla="*/ 3748515 w 5796237"/>
                  <a:gd name="connsiteY129" fmla="*/ 75155 h 1151644"/>
                  <a:gd name="connsiteX130" fmla="*/ 3770224 w 5796237"/>
                  <a:gd name="connsiteY130" fmla="*/ 88178 h 1151644"/>
                  <a:gd name="connsiteX131" fmla="*/ 3790626 w 5796237"/>
                  <a:gd name="connsiteY131" fmla="*/ 102516 h 1151644"/>
                  <a:gd name="connsiteX132" fmla="*/ 3811058 w 5796237"/>
                  <a:gd name="connsiteY132" fmla="*/ 117727 h 1151644"/>
                  <a:gd name="connsiteX133" fmla="*/ 3830152 w 5796237"/>
                  <a:gd name="connsiteY133" fmla="*/ 134234 h 1151644"/>
                  <a:gd name="connsiteX134" fmla="*/ 3848821 w 5796237"/>
                  <a:gd name="connsiteY134" fmla="*/ 151173 h 1151644"/>
                  <a:gd name="connsiteX135" fmla="*/ 3866608 w 5796237"/>
                  <a:gd name="connsiteY135" fmla="*/ 168553 h 1151644"/>
                  <a:gd name="connsiteX136" fmla="*/ 3883544 w 5796237"/>
                  <a:gd name="connsiteY136" fmla="*/ 187229 h 1151644"/>
                  <a:gd name="connsiteX137" fmla="*/ 3899628 w 5796237"/>
                  <a:gd name="connsiteY137" fmla="*/ 205914 h 1151644"/>
                  <a:gd name="connsiteX138" fmla="*/ 3914830 w 5796237"/>
                  <a:gd name="connsiteY138" fmla="*/ 226327 h 1151644"/>
                  <a:gd name="connsiteX139" fmla="*/ 3929151 w 5796237"/>
                  <a:gd name="connsiteY139" fmla="*/ 246750 h 1151644"/>
                  <a:gd name="connsiteX140" fmla="*/ 3942165 w 5796237"/>
                  <a:gd name="connsiteY140" fmla="*/ 268900 h 1151644"/>
                  <a:gd name="connsiteX141" fmla="*/ 3954752 w 5796237"/>
                  <a:gd name="connsiteY141" fmla="*/ 290618 h 1151644"/>
                  <a:gd name="connsiteX142" fmla="*/ 3966063 w 5796237"/>
                  <a:gd name="connsiteY142" fmla="*/ 313209 h 1151644"/>
                  <a:gd name="connsiteX143" fmla="*/ 3976462 w 5796237"/>
                  <a:gd name="connsiteY143" fmla="*/ 336232 h 1151644"/>
                  <a:gd name="connsiteX144" fmla="*/ 3986039 w 5796237"/>
                  <a:gd name="connsiteY144" fmla="*/ 360129 h 1151644"/>
                  <a:gd name="connsiteX145" fmla="*/ 3993853 w 5796237"/>
                  <a:gd name="connsiteY145" fmla="*/ 384457 h 1151644"/>
                  <a:gd name="connsiteX146" fmla="*/ 4000786 w 5796237"/>
                  <a:gd name="connsiteY146" fmla="*/ 409218 h 1151644"/>
                  <a:gd name="connsiteX147" fmla="*/ 4007292 w 5796237"/>
                  <a:gd name="connsiteY147" fmla="*/ 433978 h 1151644"/>
                  <a:gd name="connsiteX148" fmla="*/ 4012066 w 5796237"/>
                  <a:gd name="connsiteY148" fmla="*/ 460044 h 1151644"/>
                  <a:gd name="connsiteX149" fmla="*/ 4015988 w 5796237"/>
                  <a:gd name="connsiteY149" fmla="*/ 486109 h 1151644"/>
                  <a:gd name="connsiteX150" fmla="*/ 4017721 w 5796237"/>
                  <a:gd name="connsiteY150" fmla="*/ 512607 h 1151644"/>
                  <a:gd name="connsiteX151" fmla="*/ 4030765 w 5796237"/>
                  <a:gd name="connsiteY151" fmla="*/ 502616 h 1151644"/>
                  <a:gd name="connsiteX152" fmla="*/ 4044660 w 5796237"/>
                  <a:gd name="connsiteY152" fmla="*/ 492194 h 1151644"/>
                  <a:gd name="connsiteX153" fmla="*/ 4057674 w 5796237"/>
                  <a:gd name="connsiteY153" fmla="*/ 482203 h 1151644"/>
                  <a:gd name="connsiteX154" fmla="*/ 4071569 w 5796237"/>
                  <a:gd name="connsiteY154" fmla="*/ 473076 h 1151644"/>
                  <a:gd name="connsiteX155" fmla="*/ 4085890 w 5796237"/>
                  <a:gd name="connsiteY155" fmla="*/ 463518 h 1151644"/>
                  <a:gd name="connsiteX156" fmla="*/ 4099785 w 5796237"/>
                  <a:gd name="connsiteY156" fmla="*/ 454832 h 1151644"/>
                  <a:gd name="connsiteX157" fmla="*/ 4114105 w 5796237"/>
                  <a:gd name="connsiteY157" fmla="*/ 446147 h 1151644"/>
                  <a:gd name="connsiteX158" fmla="*/ 4128882 w 5796237"/>
                  <a:gd name="connsiteY158" fmla="*/ 437894 h 1151644"/>
                  <a:gd name="connsiteX159" fmla="*/ 4143629 w 5796237"/>
                  <a:gd name="connsiteY159" fmla="*/ 429640 h 1151644"/>
                  <a:gd name="connsiteX160" fmla="*/ 4158406 w 5796237"/>
                  <a:gd name="connsiteY160" fmla="*/ 422251 h 1151644"/>
                  <a:gd name="connsiteX161" fmla="*/ 4173608 w 5796237"/>
                  <a:gd name="connsiteY161" fmla="*/ 414861 h 1151644"/>
                  <a:gd name="connsiteX162" fmla="*/ 4189236 w 5796237"/>
                  <a:gd name="connsiteY162" fmla="*/ 407913 h 1151644"/>
                  <a:gd name="connsiteX163" fmla="*/ 4204865 w 5796237"/>
                  <a:gd name="connsiteY163" fmla="*/ 400964 h 1151644"/>
                  <a:gd name="connsiteX164" fmla="*/ 4220493 w 5796237"/>
                  <a:gd name="connsiteY164" fmla="*/ 394880 h 1151644"/>
                  <a:gd name="connsiteX165" fmla="*/ 4236121 w 5796237"/>
                  <a:gd name="connsiteY165" fmla="*/ 388363 h 1151644"/>
                  <a:gd name="connsiteX166" fmla="*/ 4251749 w 5796237"/>
                  <a:gd name="connsiteY166" fmla="*/ 382720 h 1151644"/>
                  <a:gd name="connsiteX167" fmla="*/ 4267834 w 5796237"/>
                  <a:gd name="connsiteY167" fmla="*/ 377068 h 1151644"/>
                  <a:gd name="connsiteX168" fmla="*/ 4284313 w 5796237"/>
                  <a:gd name="connsiteY168" fmla="*/ 372288 h 1151644"/>
                  <a:gd name="connsiteX169" fmla="*/ 4300397 w 5796237"/>
                  <a:gd name="connsiteY169" fmla="*/ 367077 h 1151644"/>
                  <a:gd name="connsiteX170" fmla="*/ 4317333 w 5796237"/>
                  <a:gd name="connsiteY170" fmla="*/ 362739 h 1151644"/>
                  <a:gd name="connsiteX171" fmla="*/ 4333387 w 5796237"/>
                  <a:gd name="connsiteY171" fmla="*/ 358392 h 1151644"/>
                  <a:gd name="connsiteX172" fmla="*/ 4350323 w 5796237"/>
                  <a:gd name="connsiteY172" fmla="*/ 354486 h 1151644"/>
                  <a:gd name="connsiteX173" fmla="*/ 4367258 w 5796237"/>
                  <a:gd name="connsiteY173" fmla="*/ 351444 h 1151644"/>
                  <a:gd name="connsiteX174" fmla="*/ 4384620 w 5796237"/>
                  <a:gd name="connsiteY174" fmla="*/ 348401 h 1151644"/>
                  <a:gd name="connsiteX175" fmla="*/ 4401555 w 5796237"/>
                  <a:gd name="connsiteY175" fmla="*/ 345791 h 1151644"/>
                  <a:gd name="connsiteX176" fmla="*/ 4419373 w 5796237"/>
                  <a:gd name="connsiteY176" fmla="*/ 343190 h 1151644"/>
                  <a:gd name="connsiteX177" fmla="*/ 4436734 w 5796237"/>
                  <a:gd name="connsiteY177" fmla="*/ 341453 h 1151644"/>
                  <a:gd name="connsiteX178" fmla="*/ 4454095 w 5796237"/>
                  <a:gd name="connsiteY178" fmla="*/ 340148 h 1151644"/>
                  <a:gd name="connsiteX179" fmla="*/ 4471913 w 5796237"/>
                  <a:gd name="connsiteY179" fmla="*/ 338843 h 1151644"/>
                  <a:gd name="connsiteX180" fmla="*/ 4489700 w 5796237"/>
                  <a:gd name="connsiteY180" fmla="*/ 338411 h 1151644"/>
                  <a:gd name="connsiteX181" fmla="*/ 4507517 w 5796237"/>
                  <a:gd name="connsiteY181" fmla="*/ 337537 h 1151644"/>
                  <a:gd name="connsiteX182" fmla="*/ 4525304 w 5796237"/>
                  <a:gd name="connsiteY182" fmla="*/ 337537 h 1151644"/>
                  <a:gd name="connsiteX183" fmla="*/ 4560057 w 5796237"/>
                  <a:gd name="connsiteY183" fmla="*/ 338843 h 1151644"/>
                  <a:gd name="connsiteX184" fmla="*/ 4594354 w 5796237"/>
                  <a:gd name="connsiteY184" fmla="*/ 341453 h 1151644"/>
                  <a:gd name="connsiteX185" fmla="*/ 4628225 w 5796237"/>
                  <a:gd name="connsiteY185" fmla="*/ 345359 h 1151644"/>
                  <a:gd name="connsiteX186" fmla="*/ 4661640 w 5796237"/>
                  <a:gd name="connsiteY186" fmla="*/ 351002 h 1151644"/>
                  <a:gd name="connsiteX187" fmla="*/ 4695086 w 5796237"/>
                  <a:gd name="connsiteY187" fmla="*/ 357519 h 1151644"/>
                  <a:gd name="connsiteX188" fmla="*/ 4727650 w 5796237"/>
                  <a:gd name="connsiteY188" fmla="*/ 365772 h 1151644"/>
                  <a:gd name="connsiteX189" fmla="*/ 4759332 w 5796237"/>
                  <a:gd name="connsiteY189" fmla="*/ 375331 h 1151644"/>
                  <a:gd name="connsiteX190" fmla="*/ 4790619 w 5796237"/>
                  <a:gd name="connsiteY190" fmla="*/ 385763 h 1151644"/>
                  <a:gd name="connsiteX191" fmla="*/ 4821450 w 5796237"/>
                  <a:gd name="connsiteY191" fmla="*/ 397922 h 1151644"/>
                  <a:gd name="connsiteX192" fmla="*/ 4851399 w 5796237"/>
                  <a:gd name="connsiteY192" fmla="*/ 410955 h 1151644"/>
                  <a:gd name="connsiteX193" fmla="*/ 4880496 w 5796237"/>
                  <a:gd name="connsiteY193" fmla="*/ 425293 h 1151644"/>
                  <a:gd name="connsiteX194" fmla="*/ 4909564 w 5796237"/>
                  <a:gd name="connsiteY194" fmla="*/ 440494 h 1151644"/>
                  <a:gd name="connsiteX195" fmla="*/ 4937354 w 5796237"/>
                  <a:gd name="connsiteY195" fmla="*/ 457443 h 1151644"/>
                  <a:gd name="connsiteX196" fmla="*/ 4965144 w 5796237"/>
                  <a:gd name="connsiteY196" fmla="*/ 474813 h 1151644"/>
                  <a:gd name="connsiteX197" fmla="*/ 4991201 w 5796237"/>
                  <a:gd name="connsiteY197" fmla="*/ 493499 h 1151644"/>
                  <a:gd name="connsiteX198" fmla="*/ 5016833 w 5796237"/>
                  <a:gd name="connsiteY198" fmla="*/ 513912 h 1151644"/>
                  <a:gd name="connsiteX199" fmla="*/ 5042008 w 5796237"/>
                  <a:gd name="connsiteY199" fmla="*/ 534334 h 1151644"/>
                  <a:gd name="connsiteX200" fmla="*/ 5065907 w 5796237"/>
                  <a:gd name="connsiteY200" fmla="*/ 556484 h 1151644"/>
                  <a:gd name="connsiteX201" fmla="*/ 5088893 w 5796237"/>
                  <a:gd name="connsiteY201" fmla="*/ 579076 h 1151644"/>
                  <a:gd name="connsiteX202" fmla="*/ 5111484 w 5796237"/>
                  <a:gd name="connsiteY202" fmla="*/ 602531 h 1151644"/>
                  <a:gd name="connsiteX203" fmla="*/ 5132767 w 5796237"/>
                  <a:gd name="connsiteY203" fmla="*/ 627301 h 1151644"/>
                  <a:gd name="connsiteX204" fmla="*/ 5152744 w 5796237"/>
                  <a:gd name="connsiteY204" fmla="*/ 652061 h 1151644"/>
                  <a:gd name="connsiteX205" fmla="*/ 5171412 w 5796237"/>
                  <a:gd name="connsiteY205" fmla="*/ 678558 h 1151644"/>
                  <a:gd name="connsiteX206" fmla="*/ 5189625 w 5796237"/>
                  <a:gd name="connsiteY206" fmla="*/ 705488 h 1151644"/>
                  <a:gd name="connsiteX207" fmla="*/ 5207017 w 5796237"/>
                  <a:gd name="connsiteY207" fmla="*/ 733732 h 1151644"/>
                  <a:gd name="connsiteX208" fmla="*/ 5222645 w 5796237"/>
                  <a:gd name="connsiteY208" fmla="*/ 761966 h 1151644"/>
                  <a:gd name="connsiteX209" fmla="*/ 5237847 w 5796237"/>
                  <a:gd name="connsiteY209" fmla="*/ 791074 h 1151644"/>
                  <a:gd name="connsiteX210" fmla="*/ 5251287 w 5796237"/>
                  <a:gd name="connsiteY210" fmla="*/ 820614 h 1151644"/>
                  <a:gd name="connsiteX211" fmla="*/ 5263874 w 5796237"/>
                  <a:gd name="connsiteY211" fmla="*/ 851459 h 1151644"/>
                  <a:gd name="connsiteX212" fmla="*/ 5275185 w 5796237"/>
                  <a:gd name="connsiteY212" fmla="*/ 882735 h 1151644"/>
                  <a:gd name="connsiteX213" fmla="*/ 5284732 w 5796237"/>
                  <a:gd name="connsiteY213" fmla="*/ 914012 h 1151644"/>
                  <a:gd name="connsiteX214" fmla="*/ 5293428 w 5796237"/>
                  <a:gd name="connsiteY214" fmla="*/ 946594 h 1151644"/>
                  <a:gd name="connsiteX215" fmla="*/ 5313830 w 5796237"/>
                  <a:gd name="connsiteY215" fmla="*/ 943552 h 1151644"/>
                  <a:gd name="connsiteX216" fmla="*/ 5335083 w 5796237"/>
                  <a:gd name="connsiteY216" fmla="*/ 941815 h 1151644"/>
                  <a:gd name="connsiteX217" fmla="*/ 5355941 w 5796237"/>
                  <a:gd name="connsiteY217" fmla="*/ 940951 h 1151644"/>
                  <a:gd name="connsiteX218" fmla="*/ 5377224 w 5796237"/>
                  <a:gd name="connsiteY218" fmla="*/ 940509 h 1151644"/>
                  <a:gd name="connsiteX219" fmla="*/ 5393278 w 5796237"/>
                  <a:gd name="connsiteY219" fmla="*/ 940951 h 1151644"/>
                  <a:gd name="connsiteX220" fmla="*/ 5408907 w 5796237"/>
                  <a:gd name="connsiteY220" fmla="*/ 941815 h 1151644"/>
                  <a:gd name="connsiteX221" fmla="*/ 5424535 w 5796237"/>
                  <a:gd name="connsiteY221" fmla="*/ 943552 h 1151644"/>
                  <a:gd name="connsiteX222" fmla="*/ 5440163 w 5796237"/>
                  <a:gd name="connsiteY222" fmla="*/ 944857 h 1151644"/>
                  <a:gd name="connsiteX223" fmla="*/ 5455791 w 5796237"/>
                  <a:gd name="connsiteY223" fmla="*/ 947467 h 1151644"/>
                  <a:gd name="connsiteX224" fmla="*/ 5471450 w 5796237"/>
                  <a:gd name="connsiteY224" fmla="*/ 949636 h 1151644"/>
                  <a:gd name="connsiteX225" fmla="*/ 5486622 w 5796237"/>
                  <a:gd name="connsiteY225" fmla="*/ 953110 h 1151644"/>
                  <a:gd name="connsiteX226" fmla="*/ 5501399 w 5796237"/>
                  <a:gd name="connsiteY226" fmla="*/ 956585 h 1151644"/>
                  <a:gd name="connsiteX227" fmla="*/ 5515719 w 5796237"/>
                  <a:gd name="connsiteY227" fmla="*/ 960491 h 1151644"/>
                  <a:gd name="connsiteX228" fmla="*/ 5530922 w 5796237"/>
                  <a:gd name="connsiteY228" fmla="*/ 964838 h 1151644"/>
                  <a:gd name="connsiteX229" fmla="*/ 5545243 w 5796237"/>
                  <a:gd name="connsiteY229" fmla="*/ 969617 h 1151644"/>
                  <a:gd name="connsiteX230" fmla="*/ 5559594 w 5796237"/>
                  <a:gd name="connsiteY230" fmla="*/ 974828 h 1151644"/>
                  <a:gd name="connsiteX231" fmla="*/ 5573489 w 5796237"/>
                  <a:gd name="connsiteY231" fmla="*/ 980481 h 1151644"/>
                  <a:gd name="connsiteX232" fmla="*/ 5587810 w 5796237"/>
                  <a:gd name="connsiteY232" fmla="*/ 986124 h 1151644"/>
                  <a:gd name="connsiteX233" fmla="*/ 5600823 w 5796237"/>
                  <a:gd name="connsiteY233" fmla="*/ 992209 h 1151644"/>
                  <a:gd name="connsiteX234" fmla="*/ 5614719 w 5796237"/>
                  <a:gd name="connsiteY234" fmla="*/ 999157 h 1151644"/>
                  <a:gd name="connsiteX235" fmla="*/ 5627762 w 5796237"/>
                  <a:gd name="connsiteY235" fmla="*/ 1006105 h 1151644"/>
                  <a:gd name="connsiteX236" fmla="*/ 5640776 w 5796237"/>
                  <a:gd name="connsiteY236" fmla="*/ 1013495 h 1151644"/>
                  <a:gd name="connsiteX237" fmla="*/ 5653363 w 5796237"/>
                  <a:gd name="connsiteY237" fmla="*/ 1021748 h 1151644"/>
                  <a:gd name="connsiteX238" fmla="*/ 5665951 w 5796237"/>
                  <a:gd name="connsiteY238" fmla="*/ 1029138 h 1151644"/>
                  <a:gd name="connsiteX239" fmla="*/ 5678539 w 5796237"/>
                  <a:gd name="connsiteY239" fmla="*/ 1038255 h 1151644"/>
                  <a:gd name="connsiteX240" fmla="*/ 5690275 w 5796237"/>
                  <a:gd name="connsiteY240" fmla="*/ 1046941 h 1151644"/>
                  <a:gd name="connsiteX241" fmla="*/ 5702437 w 5796237"/>
                  <a:gd name="connsiteY241" fmla="*/ 1056067 h 1151644"/>
                  <a:gd name="connsiteX242" fmla="*/ 5714143 w 5796237"/>
                  <a:gd name="connsiteY242" fmla="*/ 1065626 h 1151644"/>
                  <a:gd name="connsiteX243" fmla="*/ 5725454 w 5796237"/>
                  <a:gd name="connsiteY243" fmla="*/ 1075185 h 1151644"/>
                  <a:gd name="connsiteX244" fmla="*/ 5735853 w 5796237"/>
                  <a:gd name="connsiteY244" fmla="*/ 1085175 h 1151644"/>
                  <a:gd name="connsiteX245" fmla="*/ 5746737 w 5796237"/>
                  <a:gd name="connsiteY245" fmla="*/ 1095598 h 1151644"/>
                  <a:gd name="connsiteX246" fmla="*/ 5757136 w 5796237"/>
                  <a:gd name="connsiteY246" fmla="*/ 1106461 h 1151644"/>
                  <a:gd name="connsiteX247" fmla="*/ 5767139 w 5796237"/>
                  <a:gd name="connsiteY247" fmla="*/ 1116884 h 1151644"/>
                  <a:gd name="connsiteX248" fmla="*/ 5777112 w 5796237"/>
                  <a:gd name="connsiteY248" fmla="*/ 1128179 h 1151644"/>
                  <a:gd name="connsiteX249" fmla="*/ 5786659 w 5796237"/>
                  <a:gd name="connsiteY249" fmla="*/ 1139475 h 1151644"/>
                  <a:gd name="connsiteX250" fmla="*/ 5796237 w 5796237"/>
                  <a:gd name="connsiteY250" fmla="*/ 1151644 h 1151644"/>
                  <a:gd name="connsiteX251" fmla="*/ 3648612 w 5796237"/>
                  <a:gd name="connsiteY251" fmla="*/ 1151644 h 1151644"/>
                  <a:gd name="connsiteX252" fmla="*/ 2147625 w 5796237"/>
                  <a:gd name="connsiteY252" fmla="*/ 1151644 h 1151644"/>
                  <a:gd name="connsiteX253" fmla="*/ 0 w 5796237"/>
                  <a:gd name="connsiteY253" fmla="*/ 1151644 h 1151644"/>
                  <a:gd name="connsiteX254" fmla="*/ 3010 w 5796237"/>
                  <a:gd name="connsiteY254" fmla="*/ 1119494 h 1151644"/>
                  <a:gd name="connsiteX255" fmla="*/ 7358 w 5796237"/>
                  <a:gd name="connsiteY255" fmla="*/ 1088217 h 1151644"/>
                  <a:gd name="connsiteX256" fmla="*/ 13865 w 5796237"/>
                  <a:gd name="connsiteY256" fmla="*/ 1056941 h 1151644"/>
                  <a:gd name="connsiteX257" fmla="*/ 21253 w 5796237"/>
                  <a:gd name="connsiteY257" fmla="*/ 1026096 h 1151644"/>
                  <a:gd name="connsiteX258" fmla="*/ 30800 w 5796237"/>
                  <a:gd name="connsiteY258" fmla="*/ 996556 h 1151644"/>
                  <a:gd name="connsiteX259" fmla="*/ 40804 w 5796237"/>
                  <a:gd name="connsiteY259" fmla="*/ 967448 h 1151644"/>
                  <a:gd name="connsiteX260" fmla="*/ 52510 w 5796237"/>
                  <a:gd name="connsiteY260" fmla="*/ 938341 h 1151644"/>
                  <a:gd name="connsiteX261" fmla="*/ 65554 w 5796237"/>
                  <a:gd name="connsiteY261" fmla="*/ 910106 h 1151644"/>
                  <a:gd name="connsiteX262" fmla="*/ 79874 w 5796237"/>
                  <a:gd name="connsiteY262" fmla="*/ 883167 h 1151644"/>
                  <a:gd name="connsiteX263" fmla="*/ 95077 w 5796237"/>
                  <a:gd name="connsiteY263" fmla="*/ 857102 h 1151644"/>
                  <a:gd name="connsiteX264" fmla="*/ 112013 w 5796237"/>
                  <a:gd name="connsiteY264" fmla="*/ 831478 h 1151644"/>
                  <a:gd name="connsiteX265" fmla="*/ 129374 w 5796237"/>
                  <a:gd name="connsiteY265" fmla="*/ 806276 h 1151644"/>
                  <a:gd name="connsiteX266" fmla="*/ 148043 w 5796237"/>
                  <a:gd name="connsiteY266" fmla="*/ 782379 h 1151644"/>
                  <a:gd name="connsiteX267" fmla="*/ 168019 w 5796237"/>
                  <a:gd name="connsiteY267" fmla="*/ 759356 h 1151644"/>
                  <a:gd name="connsiteX268" fmla="*/ 188877 w 5796237"/>
                  <a:gd name="connsiteY268" fmla="*/ 737206 h 1151644"/>
                  <a:gd name="connsiteX269" fmla="*/ 210586 w 5796237"/>
                  <a:gd name="connsiteY269" fmla="*/ 715920 h 1151644"/>
                  <a:gd name="connsiteX270" fmla="*/ 234028 w 5796237"/>
                  <a:gd name="connsiteY270" fmla="*/ 695939 h 1151644"/>
                  <a:gd name="connsiteX271" fmla="*/ 257471 w 5796237"/>
                  <a:gd name="connsiteY271" fmla="*/ 677253 h 1151644"/>
                  <a:gd name="connsiteX272" fmla="*/ 282220 w 5796237"/>
                  <a:gd name="connsiteY272" fmla="*/ 659009 h 1151644"/>
                  <a:gd name="connsiteX273" fmla="*/ 307821 w 5796237"/>
                  <a:gd name="connsiteY273" fmla="*/ 642071 h 1151644"/>
                  <a:gd name="connsiteX274" fmla="*/ 333879 w 5796237"/>
                  <a:gd name="connsiteY274" fmla="*/ 626427 h 1151644"/>
                  <a:gd name="connsiteX275" fmla="*/ 360817 w 5796237"/>
                  <a:gd name="connsiteY275" fmla="*/ 612089 h 1151644"/>
                  <a:gd name="connsiteX276" fmla="*/ 388152 w 5796237"/>
                  <a:gd name="connsiteY276" fmla="*/ 599057 h 1151644"/>
                  <a:gd name="connsiteX277" fmla="*/ 416398 w 5796237"/>
                  <a:gd name="connsiteY277" fmla="*/ 586897 h 1151644"/>
                  <a:gd name="connsiteX278" fmla="*/ 445921 w 5796237"/>
                  <a:gd name="connsiteY278" fmla="*/ 576465 h 1151644"/>
                  <a:gd name="connsiteX279" fmla="*/ 475445 w 5796237"/>
                  <a:gd name="connsiteY279" fmla="*/ 566916 h 1151644"/>
                  <a:gd name="connsiteX280" fmla="*/ 505819 w 5796237"/>
                  <a:gd name="connsiteY280" fmla="*/ 559526 h 1151644"/>
                  <a:gd name="connsiteX281" fmla="*/ 536650 w 5796237"/>
                  <a:gd name="connsiteY281" fmla="*/ 553010 h 1151644"/>
                  <a:gd name="connsiteX282" fmla="*/ 567937 w 5796237"/>
                  <a:gd name="connsiteY282" fmla="*/ 548231 h 1151644"/>
                  <a:gd name="connsiteX283" fmla="*/ 599619 w 5796237"/>
                  <a:gd name="connsiteY283" fmla="*/ 544325 h 1151644"/>
                  <a:gd name="connsiteX284" fmla="*/ 631757 w 5796237"/>
                  <a:gd name="connsiteY284" fmla="*/ 542588 h 1151644"/>
                  <a:gd name="connsiteX285" fmla="*/ 663896 w 5796237"/>
                  <a:gd name="connsiteY285" fmla="*/ 541714 h 1151644"/>
                  <a:gd name="connsiteX286" fmla="*/ 678642 w 5796237"/>
                  <a:gd name="connsiteY286" fmla="*/ 541714 h 1151644"/>
                  <a:gd name="connsiteX287" fmla="*/ 692963 w 5796237"/>
                  <a:gd name="connsiteY287" fmla="*/ 542588 h 1151644"/>
                  <a:gd name="connsiteX288" fmla="*/ 706432 w 5796237"/>
                  <a:gd name="connsiteY288" fmla="*/ 543883 h 1151644"/>
                  <a:gd name="connsiteX289" fmla="*/ 720327 w 5796237"/>
                  <a:gd name="connsiteY289" fmla="*/ 545188 h 1151644"/>
                  <a:gd name="connsiteX290" fmla="*/ 734648 w 5796237"/>
                  <a:gd name="connsiteY290" fmla="*/ 546494 h 1151644"/>
                  <a:gd name="connsiteX291" fmla="*/ 748543 w 5796237"/>
                  <a:gd name="connsiteY291" fmla="*/ 548231 h 1151644"/>
                  <a:gd name="connsiteX292" fmla="*/ 761587 w 5796237"/>
                  <a:gd name="connsiteY292" fmla="*/ 549968 h 1151644"/>
                  <a:gd name="connsiteX293" fmla="*/ 775482 w 5796237"/>
                  <a:gd name="connsiteY293" fmla="*/ 552578 h 1151644"/>
                  <a:gd name="connsiteX294" fmla="*/ 775482 w 5796237"/>
                  <a:gd name="connsiteY294" fmla="*/ 548231 h 1151644"/>
                  <a:gd name="connsiteX295" fmla="*/ 775482 w 5796237"/>
                  <a:gd name="connsiteY295" fmla="*/ 543020 h 1151644"/>
                  <a:gd name="connsiteX296" fmla="*/ 776790 w 5796237"/>
                  <a:gd name="connsiteY296" fmla="*/ 514785 h 1151644"/>
                  <a:gd name="connsiteX297" fmla="*/ 778523 w 5796237"/>
                  <a:gd name="connsiteY297" fmla="*/ 486982 h 1151644"/>
                  <a:gd name="connsiteX298" fmla="*/ 782415 w 5796237"/>
                  <a:gd name="connsiteY298" fmla="*/ 459180 h 1151644"/>
                  <a:gd name="connsiteX299" fmla="*/ 788070 w 5796237"/>
                  <a:gd name="connsiteY299" fmla="*/ 432241 h 1151644"/>
                  <a:gd name="connsiteX300" fmla="*/ 794151 w 5796237"/>
                  <a:gd name="connsiteY300" fmla="*/ 405744 h 1151644"/>
                  <a:gd name="connsiteX301" fmla="*/ 801539 w 5796237"/>
                  <a:gd name="connsiteY301" fmla="*/ 380110 h 1151644"/>
                  <a:gd name="connsiteX302" fmla="*/ 810205 w 5796237"/>
                  <a:gd name="connsiteY302" fmla="*/ 354486 h 1151644"/>
                  <a:gd name="connsiteX303" fmla="*/ 820208 w 5796237"/>
                  <a:gd name="connsiteY303" fmla="*/ 329716 h 1151644"/>
                  <a:gd name="connsiteX304" fmla="*/ 831488 w 5796237"/>
                  <a:gd name="connsiteY304" fmla="*/ 305829 h 1151644"/>
                  <a:gd name="connsiteX305" fmla="*/ 844076 w 5796237"/>
                  <a:gd name="connsiteY305" fmla="*/ 281932 h 1151644"/>
                  <a:gd name="connsiteX306" fmla="*/ 857971 w 5796237"/>
                  <a:gd name="connsiteY306" fmla="*/ 259341 h 1151644"/>
                  <a:gd name="connsiteX307" fmla="*/ 872292 w 5796237"/>
                  <a:gd name="connsiteY307" fmla="*/ 236749 h 1151644"/>
                  <a:gd name="connsiteX308" fmla="*/ 887920 w 5796237"/>
                  <a:gd name="connsiteY308" fmla="*/ 215463 h 1151644"/>
                  <a:gd name="connsiteX309" fmla="*/ 904005 w 5796237"/>
                  <a:gd name="connsiteY309" fmla="*/ 194618 h 1151644"/>
                  <a:gd name="connsiteX310" fmla="*/ 921792 w 5796237"/>
                  <a:gd name="connsiteY310" fmla="*/ 175501 h 1151644"/>
                  <a:gd name="connsiteX311" fmla="*/ 939609 w 5796237"/>
                  <a:gd name="connsiteY311" fmla="*/ 156384 h 1151644"/>
                  <a:gd name="connsiteX312" fmla="*/ 959129 w 5796237"/>
                  <a:gd name="connsiteY312" fmla="*/ 138572 h 1151644"/>
                  <a:gd name="connsiteX313" fmla="*/ 979105 w 5796237"/>
                  <a:gd name="connsiteY313" fmla="*/ 121633 h 1151644"/>
                  <a:gd name="connsiteX314" fmla="*/ 1000389 w 5796237"/>
                  <a:gd name="connsiteY314" fmla="*/ 105126 h 1151644"/>
                  <a:gd name="connsiteX315" fmla="*/ 1021672 w 5796237"/>
                  <a:gd name="connsiteY315" fmla="*/ 90356 h 1151644"/>
                  <a:gd name="connsiteX316" fmla="*/ 1044233 w 5796237"/>
                  <a:gd name="connsiteY316" fmla="*/ 76450 h 1151644"/>
                  <a:gd name="connsiteX317" fmla="*/ 1067250 w 5796237"/>
                  <a:gd name="connsiteY317" fmla="*/ 63417 h 1151644"/>
                  <a:gd name="connsiteX318" fmla="*/ 1091148 w 5796237"/>
                  <a:gd name="connsiteY318" fmla="*/ 51258 h 1151644"/>
                  <a:gd name="connsiteX319" fmla="*/ 1115442 w 5796237"/>
                  <a:gd name="connsiteY319" fmla="*/ 40826 h 1151644"/>
                  <a:gd name="connsiteX320" fmla="*/ 1140648 w 5796237"/>
                  <a:gd name="connsiteY320" fmla="*/ 31277 h 1151644"/>
                  <a:gd name="connsiteX321" fmla="*/ 1166249 w 5796237"/>
                  <a:gd name="connsiteY321" fmla="*/ 22582 h 1151644"/>
                  <a:gd name="connsiteX322" fmla="*/ 1192306 w 5796237"/>
                  <a:gd name="connsiteY322" fmla="*/ 15634 h 1151644"/>
                  <a:gd name="connsiteX323" fmla="*/ 1218789 w 5796237"/>
                  <a:gd name="connsiteY323" fmla="*/ 9549 h 1151644"/>
                  <a:gd name="connsiteX324" fmla="*/ 1245728 w 5796237"/>
                  <a:gd name="connsiteY324" fmla="*/ 4770 h 1151644"/>
                  <a:gd name="connsiteX325" fmla="*/ 1273062 w 5796237"/>
                  <a:gd name="connsiteY325" fmla="*/ 1737 h 1151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Lst>
                <a:rect l="l" t="t" r="r" b="b"/>
                <a:pathLst>
                  <a:path w="5796237" h="1151644">
                    <a:moveTo>
                      <a:pt x="1301308" y="0"/>
                    </a:moveTo>
                    <a:lnTo>
                      <a:pt x="1329524" y="0"/>
                    </a:lnTo>
                    <a:lnTo>
                      <a:pt x="1356007" y="432"/>
                    </a:lnTo>
                    <a:lnTo>
                      <a:pt x="1382490" y="3033"/>
                    </a:lnTo>
                    <a:lnTo>
                      <a:pt x="1408547" y="6075"/>
                    </a:lnTo>
                    <a:lnTo>
                      <a:pt x="1434148" y="11286"/>
                    </a:lnTo>
                    <a:lnTo>
                      <a:pt x="1460205" y="16939"/>
                    </a:lnTo>
                    <a:lnTo>
                      <a:pt x="1484955" y="23887"/>
                    </a:lnTo>
                    <a:lnTo>
                      <a:pt x="1509279" y="31709"/>
                    </a:lnTo>
                    <a:lnTo>
                      <a:pt x="1533147" y="41267"/>
                    </a:lnTo>
                    <a:lnTo>
                      <a:pt x="1556164" y="51258"/>
                    </a:lnTo>
                    <a:lnTo>
                      <a:pt x="1578755" y="62554"/>
                    </a:lnTo>
                    <a:lnTo>
                      <a:pt x="1600890" y="75155"/>
                    </a:lnTo>
                    <a:lnTo>
                      <a:pt x="1622599" y="88178"/>
                    </a:lnTo>
                    <a:lnTo>
                      <a:pt x="1643001" y="102516"/>
                    </a:lnTo>
                    <a:lnTo>
                      <a:pt x="1663433" y="117727"/>
                    </a:lnTo>
                    <a:lnTo>
                      <a:pt x="1682527" y="134234"/>
                    </a:lnTo>
                    <a:lnTo>
                      <a:pt x="1701196" y="151173"/>
                    </a:lnTo>
                    <a:lnTo>
                      <a:pt x="1718983" y="168553"/>
                    </a:lnTo>
                    <a:lnTo>
                      <a:pt x="1735919" y="187229"/>
                    </a:lnTo>
                    <a:lnTo>
                      <a:pt x="1752003" y="205914"/>
                    </a:lnTo>
                    <a:lnTo>
                      <a:pt x="1767205" y="226327"/>
                    </a:lnTo>
                    <a:lnTo>
                      <a:pt x="1781526" y="246750"/>
                    </a:lnTo>
                    <a:lnTo>
                      <a:pt x="1794540" y="268900"/>
                    </a:lnTo>
                    <a:lnTo>
                      <a:pt x="1807127" y="290618"/>
                    </a:lnTo>
                    <a:lnTo>
                      <a:pt x="1818438" y="313209"/>
                    </a:lnTo>
                    <a:lnTo>
                      <a:pt x="1828837" y="336232"/>
                    </a:lnTo>
                    <a:lnTo>
                      <a:pt x="1838414" y="360129"/>
                    </a:lnTo>
                    <a:lnTo>
                      <a:pt x="1846228" y="384457"/>
                    </a:lnTo>
                    <a:lnTo>
                      <a:pt x="1853161" y="409218"/>
                    </a:lnTo>
                    <a:lnTo>
                      <a:pt x="1859667" y="433978"/>
                    </a:lnTo>
                    <a:lnTo>
                      <a:pt x="1864441" y="460044"/>
                    </a:lnTo>
                    <a:lnTo>
                      <a:pt x="1868363" y="486109"/>
                    </a:lnTo>
                    <a:lnTo>
                      <a:pt x="1870096" y="512607"/>
                    </a:lnTo>
                    <a:lnTo>
                      <a:pt x="1883140" y="502616"/>
                    </a:lnTo>
                    <a:lnTo>
                      <a:pt x="1897035" y="492194"/>
                    </a:lnTo>
                    <a:lnTo>
                      <a:pt x="1910049" y="482203"/>
                    </a:lnTo>
                    <a:lnTo>
                      <a:pt x="1923944" y="473076"/>
                    </a:lnTo>
                    <a:lnTo>
                      <a:pt x="1938265" y="463518"/>
                    </a:lnTo>
                    <a:lnTo>
                      <a:pt x="1952160" y="454832"/>
                    </a:lnTo>
                    <a:lnTo>
                      <a:pt x="1966480" y="446147"/>
                    </a:lnTo>
                    <a:lnTo>
                      <a:pt x="1981257" y="437894"/>
                    </a:lnTo>
                    <a:lnTo>
                      <a:pt x="1996004" y="429640"/>
                    </a:lnTo>
                    <a:lnTo>
                      <a:pt x="2010781" y="422251"/>
                    </a:lnTo>
                    <a:lnTo>
                      <a:pt x="2025983" y="414861"/>
                    </a:lnTo>
                    <a:lnTo>
                      <a:pt x="2041611" y="407913"/>
                    </a:lnTo>
                    <a:lnTo>
                      <a:pt x="2057240" y="400964"/>
                    </a:lnTo>
                    <a:lnTo>
                      <a:pt x="2072868" y="394880"/>
                    </a:lnTo>
                    <a:lnTo>
                      <a:pt x="2088496" y="388363"/>
                    </a:lnTo>
                    <a:lnTo>
                      <a:pt x="2104124" y="382720"/>
                    </a:lnTo>
                    <a:lnTo>
                      <a:pt x="2120209" y="377068"/>
                    </a:lnTo>
                    <a:lnTo>
                      <a:pt x="2136688" y="372288"/>
                    </a:lnTo>
                    <a:lnTo>
                      <a:pt x="2152772" y="367077"/>
                    </a:lnTo>
                    <a:lnTo>
                      <a:pt x="2169708" y="362739"/>
                    </a:lnTo>
                    <a:lnTo>
                      <a:pt x="2185762" y="358392"/>
                    </a:lnTo>
                    <a:lnTo>
                      <a:pt x="2202698" y="354486"/>
                    </a:lnTo>
                    <a:lnTo>
                      <a:pt x="2219633" y="351444"/>
                    </a:lnTo>
                    <a:lnTo>
                      <a:pt x="2236995" y="348401"/>
                    </a:lnTo>
                    <a:lnTo>
                      <a:pt x="2253930" y="345791"/>
                    </a:lnTo>
                    <a:lnTo>
                      <a:pt x="2271748" y="343190"/>
                    </a:lnTo>
                    <a:lnTo>
                      <a:pt x="2289109" y="341453"/>
                    </a:lnTo>
                    <a:lnTo>
                      <a:pt x="2306470" y="340148"/>
                    </a:lnTo>
                    <a:lnTo>
                      <a:pt x="2324288" y="338843"/>
                    </a:lnTo>
                    <a:lnTo>
                      <a:pt x="2342075" y="338411"/>
                    </a:lnTo>
                    <a:lnTo>
                      <a:pt x="2359892" y="337537"/>
                    </a:lnTo>
                    <a:lnTo>
                      <a:pt x="2377679" y="337537"/>
                    </a:lnTo>
                    <a:lnTo>
                      <a:pt x="2412432" y="338843"/>
                    </a:lnTo>
                    <a:lnTo>
                      <a:pt x="2446729" y="341453"/>
                    </a:lnTo>
                    <a:lnTo>
                      <a:pt x="2480600" y="345359"/>
                    </a:lnTo>
                    <a:lnTo>
                      <a:pt x="2514015" y="351002"/>
                    </a:lnTo>
                    <a:lnTo>
                      <a:pt x="2547461" y="357519"/>
                    </a:lnTo>
                    <a:lnTo>
                      <a:pt x="2580025" y="365772"/>
                    </a:lnTo>
                    <a:lnTo>
                      <a:pt x="2611707" y="375331"/>
                    </a:lnTo>
                    <a:lnTo>
                      <a:pt x="2642994" y="385763"/>
                    </a:lnTo>
                    <a:lnTo>
                      <a:pt x="2673825" y="397922"/>
                    </a:lnTo>
                    <a:lnTo>
                      <a:pt x="2703774" y="410955"/>
                    </a:lnTo>
                    <a:lnTo>
                      <a:pt x="2732871" y="425293"/>
                    </a:lnTo>
                    <a:lnTo>
                      <a:pt x="2761939" y="440494"/>
                    </a:lnTo>
                    <a:lnTo>
                      <a:pt x="2789729" y="457443"/>
                    </a:lnTo>
                    <a:lnTo>
                      <a:pt x="2817519" y="474813"/>
                    </a:lnTo>
                    <a:lnTo>
                      <a:pt x="2843576" y="493499"/>
                    </a:lnTo>
                    <a:lnTo>
                      <a:pt x="2869208" y="513912"/>
                    </a:lnTo>
                    <a:lnTo>
                      <a:pt x="2894383" y="534334"/>
                    </a:lnTo>
                    <a:lnTo>
                      <a:pt x="2911769" y="550448"/>
                    </a:lnTo>
                    <a:lnTo>
                      <a:pt x="2923107" y="552578"/>
                    </a:lnTo>
                    <a:lnTo>
                      <a:pt x="2923107" y="548231"/>
                    </a:lnTo>
                    <a:lnTo>
                      <a:pt x="2923107" y="543020"/>
                    </a:lnTo>
                    <a:lnTo>
                      <a:pt x="2924415" y="514785"/>
                    </a:lnTo>
                    <a:lnTo>
                      <a:pt x="2926148" y="486982"/>
                    </a:lnTo>
                    <a:lnTo>
                      <a:pt x="2930040" y="459180"/>
                    </a:lnTo>
                    <a:lnTo>
                      <a:pt x="2935695" y="432241"/>
                    </a:lnTo>
                    <a:lnTo>
                      <a:pt x="2941776" y="405744"/>
                    </a:lnTo>
                    <a:lnTo>
                      <a:pt x="2949164" y="380110"/>
                    </a:lnTo>
                    <a:lnTo>
                      <a:pt x="2957830" y="354486"/>
                    </a:lnTo>
                    <a:lnTo>
                      <a:pt x="2967833" y="329716"/>
                    </a:lnTo>
                    <a:lnTo>
                      <a:pt x="2979113" y="305829"/>
                    </a:lnTo>
                    <a:lnTo>
                      <a:pt x="2991701" y="281932"/>
                    </a:lnTo>
                    <a:lnTo>
                      <a:pt x="3005596" y="259341"/>
                    </a:lnTo>
                    <a:lnTo>
                      <a:pt x="3019917" y="236749"/>
                    </a:lnTo>
                    <a:lnTo>
                      <a:pt x="3035545" y="215463"/>
                    </a:lnTo>
                    <a:lnTo>
                      <a:pt x="3051630" y="194618"/>
                    </a:lnTo>
                    <a:lnTo>
                      <a:pt x="3069417" y="175501"/>
                    </a:lnTo>
                    <a:lnTo>
                      <a:pt x="3087234" y="156384"/>
                    </a:lnTo>
                    <a:lnTo>
                      <a:pt x="3106754" y="138572"/>
                    </a:lnTo>
                    <a:lnTo>
                      <a:pt x="3126730" y="121633"/>
                    </a:lnTo>
                    <a:lnTo>
                      <a:pt x="3148014" y="105126"/>
                    </a:lnTo>
                    <a:lnTo>
                      <a:pt x="3169297" y="90356"/>
                    </a:lnTo>
                    <a:lnTo>
                      <a:pt x="3191858" y="76450"/>
                    </a:lnTo>
                    <a:lnTo>
                      <a:pt x="3214875" y="63417"/>
                    </a:lnTo>
                    <a:lnTo>
                      <a:pt x="3238773" y="51258"/>
                    </a:lnTo>
                    <a:lnTo>
                      <a:pt x="3263067" y="40826"/>
                    </a:lnTo>
                    <a:lnTo>
                      <a:pt x="3288273" y="31277"/>
                    </a:lnTo>
                    <a:lnTo>
                      <a:pt x="3313874" y="22582"/>
                    </a:lnTo>
                    <a:lnTo>
                      <a:pt x="3339931" y="15634"/>
                    </a:lnTo>
                    <a:lnTo>
                      <a:pt x="3366414" y="9549"/>
                    </a:lnTo>
                    <a:lnTo>
                      <a:pt x="3393353" y="4770"/>
                    </a:lnTo>
                    <a:lnTo>
                      <a:pt x="3420687" y="1737"/>
                    </a:lnTo>
                    <a:lnTo>
                      <a:pt x="3448933" y="0"/>
                    </a:lnTo>
                    <a:lnTo>
                      <a:pt x="3477149" y="0"/>
                    </a:lnTo>
                    <a:lnTo>
                      <a:pt x="3503632" y="432"/>
                    </a:lnTo>
                    <a:lnTo>
                      <a:pt x="3530115" y="3033"/>
                    </a:lnTo>
                    <a:lnTo>
                      <a:pt x="3556172" y="6075"/>
                    </a:lnTo>
                    <a:lnTo>
                      <a:pt x="3581773" y="11286"/>
                    </a:lnTo>
                    <a:lnTo>
                      <a:pt x="3607830" y="16939"/>
                    </a:lnTo>
                    <a:lnTo>
                      <a:pt x="3632580" y="23887"/>
                    </a:lnTo>
                    <a:lnTo>
                      <a:pt x="3656904" y="31709"/>
                    </a:lnTo>
                    <a:lnTo>
                      <a:pt x="3680772" y="41267"/>
                    </a:lnTo>
                    <a:lnTo>
                      <a:pt x="3703789" y="51258"/>
                    </a:lnTo>
                    <a:lnTo>
                      <a:pt x="3726380" y="62554"/>
                    </a:lnTo>
                    <a:lnTo>
                      <a:pt x="3748515" y="75155"/>
                    </a:lnTo>
                    <a:lnTo>
                      <a:pt x="3770224" y="88178"/>
                    </a:lnTo>
                    <a:lnTo>
                      <a:pt x="3790626" y="102516"/>
                    </a:lnTo>
                    <a:lnTo>
                      <a:pt x="3811058" y="117727"/>
                    </a:lnTo>
                    <a:lnTo>
                      <a:pt x="3830152" y="134234"/>
                    </a:lnTo>
                    <a:lnTo>
                      <a:pt x="3848821" y="151173"/>
                    </a:lnTo>
                    <a:lnTo>
                      <a:pt x="3866608" y="168553"/>
                    </a:lnTo>
                    <a:lnTo>
                      <a:pt x="3883544" y="187229"/>
                    </a:lnTo>
                    <a:lnTo>
                      <a:pt x="3899628" y="205914"/>
                    </a:lnTo>
                    <a:lnTo>
                      <a:pt x="3914830" y="226327"/>
                    </a:lnTo>
                    <a:lnTo>
                      <a:pt x="3929151" y="246750"/>
                    </a:lnTo>
                    <a:lnTo>
                      <a:pt x="3942165" y="268900"/>
                    </a:lnTo>
                    <a:lnTo>
                      <a:pt x="3954752" y="290618"/>
                    </a:lnTo>
                    <a:lnTo>
                      <a:pt x="3966063" y="313209"/>
                    </a:lnTo>
                    <a:lnTo>
                      <a:pt x="3976462" y="336232"/>
                    </a:lnTo>
                    <a:lnTo>
                      <a:pt x="3986039" y="360129"/>
                    </a:lnTo>
                    <a:lnTo>
                      <a:pt x="3993853" y="384457"/>
                    </a:lnTo>
                    <a:lnTo>
                      <a:pt x="4000786" y="409218"/>
                    </a:lnTo>
                    <a:lnTo>
                      <a:pt x="4007292" y="433978"/>
                    </a:lnTo>
                    <a:lnTo>
                      <a:pt x="4012066" y="460044"/>
                    </a:lnTo>
                    <a:lnTo>
                      <a:pt x="4015988" y="486109"/>
                    </a:lnTo>
                    <a:lnTo>
                      <a:pt x="4017721" y="512607"/>
                    </a:lnTo>
                    <a:lnTo>
                      <a:pt x="4030765" y="502616"/>
                    </a:lnTo>
                    <a:lnTo>
                      <a:pt x="4044660" y="492194"/>
                    </a:lnTo>
                    <a:lnTo>
                      <a:pt x="4057674" y="482203"/>
                    </a:lnTo>
                    <a:lnTo>
                      <a:pt x="4071569" y="473076"/>
                    </a:lnTo>
                    <a:lnTo>
                      <a:pt x="4085890" y="463518"/>
                    </a:lnTo>
                    <a:lnTo>
                      <a:pt x="4099785" y="454832"/>
                    </a:lnTo>
                    <a:lnTo>
                      <a:pt x="4114105" y="446147"/>
                    </a:lnTo>
                    <a:lnTo>
                      <a:pt x="4128882" y="437894"/>
                    </a:lnTo>
                    <a:lnTo>
                      <a:pt x="4143629" y="429640"/>
                    </a:lnTo>
                    <a:lnTo>
                      <a:pt x="4158406" y="422251"/>
                    </a:lnTo>
                    <a:lnTo>
                      <a:pt x="4173608" y="414861"/>
                    </a:lnTo>
                    <a:lnTo>
                      <a:pt x="4189236" y="407913"/>
                    </a:lnTo>
                    <a:lnTo>
                      <a:pt x="4204865" y="400964"/>
                    </a:lnTo>
                    <a:lnTo>
                      <a:pt x="4220493" y="394880"/>
                    </a:lnTo>
                    <a:lnTo>
                      <a:pt x="4236121" y="388363"/>
                    </a:lnTo>
                    <a:lnTo>
                      <a:pt x="4251749" y="382720"/>
                    </a:lnTo>
                    <a:lnTo>
                      <a:pt x="4267834" y="377068"/>
                    </a:lnTo>
                    <a:lnTo>
                      <a:pt x="4284313" y="372288"/>
                    </a:lnTo>
                    <a:lnTo>
                      <a:pt x="4300397" y="367077"/>
                    </a:lnTo>
                    <a:lnTo>
                      <a:pt x="4317333" y="362739"/>
                    </a:lnTo>
                    <a:lnTo>
                      <a:pt x="4333387" y="358392"/>
                    </a:lnTo>
                    <a:lnTo>
                      <a:pt x="4350323" y="354486"/>
                    </a:lnTo>
                    <a:lnTo>
                      <a:pt x="4367258" y="351444"/>
                    </a:lnTo>
                    <a:lnTo>
                      <a:pt x="4384620" y="348401"/>
                    </a:lnTo>
                    <a:lnTo>
                      <a:pt x="4401555" y="345791"/>
                    </a:lnTo>
                    <a:lnTo>
                      <a:pt x="4419373" y="343190"/>
                    </a:lnTo>
                    <a:lnTo>
                      <a:pt x="4436734" y="341453"/>
                    </a:lnTo>
                    <a:lnTo>
                      <a:pt x="4454095" y="340148"/>
                    </a:lnTo>
                    <a:lnTo>
                      <a:pt x="4471913" y="338843"/>
                    </a:lnTo>
                    <a:lnTo>
                      <a:pt x="4489700" y="338411"/>
                    </a:lnTo>
                    <a:lnTo>
                      <a:pt x="4507517" y="337537"/>
                    </a:lnTo>
                    <a:lnTo>
                      <a:pt x="4525304" y="337537"/>
                    </a:lnTo>
                    <a:lnTo>
                      <a:pt x="4560057" y="338843"/>
                    </a:lnTo>
                    <a:lnTo>
                      <a:pt x="4594354" y="341453"/>
                    </a:lnTo>
                    <a:lnTo>
                      <a:pt x="4628225" y="345359"/>
                    </a:lnTo>
                    <a:lnTo>
                      <a:pt x="4661640" y="351002"/>
                    </a:lnTo>
                    <a:lnTo>
                      <a:pt x="4695086" y="357519"/>
                    </a:lnTo>
                    <a:lnTo>
                      <a:pt x="4727650" y="365772"/>
                    </a:lnTo>
                    <a:lnTo>
                      <a:pt x="4759332" y="375331"/>
                    </a:lnTo>
                    <a:lnTo>
                      <a:pt x="4790619" y="385763"/>
                    </a:lnTo>
                    <a:lnTo>
                      <a:pt x="4821450" y="397922"/>
                    </a:lnTo>
                    <a:lnTo>
                      <a:pt x="4851399" y="410955"/>
                    </a:lnTo>
                    <a:lnTo>
                      <a:pt x="4880496" y="425293"/>
                    </a:lnTo>
                    <a:lnTo>
                      <a:pt x="4909564" y="440494"/>
                    </a:lnTo>
                    <a:lnTo>
                      <a:pt x="4937354" y="457443"/>
                    </a:lnTo>
                    <a:lnTo>
                      <a:pt x="4965144" y="474813"/>
                    </a:lnTo>
                    <a:lnTo>
                      <a:pt x="4991201" y="493499"/>
                    </a:lnTo>
                    <a:lnTo>
                      <a:pt x="5016833" y="513912"/>
                    </a:lnTo>
                    <a:lnTo>
                      <a:pt x="5042008" y="534334"/>
                    </a:lnTo>
                    <a:lnTo>
                      <a:pt x="5065907" y="556484"/>
                    </a:lnTo>
                    <a:lnTo>
                      <a:pt x="5088893" y="579076"/>
                    </a:lnTo>
                    <a:lnTo>
                      <a:pt x="5111484" y="602531"/>
                    </a:lnTo>
                    <a:lnTo>
                      <a:pt x="5132767" y="627301"/>
                    </a:lnTo>
                    <a:lnTo>
                      <a:pt x="5152744" y="652061"/>
                    </a:lnTo>
                    <a:lnTo>
                      <a:pt x="5171412" y="678558"/>
                    </a:lnTo>
                    <a:lnTo>
                      <a:pt x="5189625" y="705488"/>
                    </a:lnTo>
                    <a:lnTo>
                      <a:pt x="5207017" y="733732"/>
                    </a:lnTo>
                    <a:lnTo>
                      <a:pt x="5222645" y="761966"/>
                    </a:lnTo>
                    <a:lnTo>
                      <a:pt x="5237847" y="791074"/>
                    </a:lnTo>
                    <a:lnTo>
                      <a:pt x="5251287" y="820614"/>
                    </a:lnTo>
                    <a:lnTo>
                      <a:pt x="5263874" y="851459"/>
                    </a:lnTo>
                    <a:lnTo>
                      <a:pt x="5275185" y="882735"/>
                    </a:lnTo>
                    <a:lnTo>
                      <a:pt x="5284732" y="914012"/>
                    </a:lnTo>
                    <a:lnTo>
                      <a:pt x="5293428" y="946594"/>
                    </a:lnTo>
                    <a:lnTo>
                      <a:pt x="5313830" y="943552"/>
                    </a:lnTo>
                    <a:lnTo>
                      <a:pt x="5335083" y="941815"/>
                    </a:lnTo>
                    <a:lnTo>
                      <a:pt x="5355941" y="940951"/>
                    </a:lnTo>
                    <a:lnTo>
                      <a:pt x="5377224" y="940509"/>
                    </a:lnTo>
                    <a:lnTo>
                      <a:pt x="5393278" y="940951"/>
                    </a:lnTo>
                    <a:lnTo>
                      <a:pt x="5408907" y="941815"/>
                    </a:lnTo>
                    <a:lnTo>
                      <a:pt x="5424535" y="943552"/>
                    </a:lnTo>
                    <a:lnTo>
                      <a:pt x="5440163" y="944857"/>
                    </a:lnTo>
                    <a:lnTo>
                      <a:pt x="5455791" y="947467"/>
                    </a:lnTo>
                    <a:lnTo>
                      <a:pt x="5471450" y="949636"/>
                    </a:lnTo>
                    <a:lnTo>
                      <a:pt x="5486622" y="953110"/>
                    </a:lnTo>
                    <a:lnTo>
                      <a:pt x="5501399" y="956585"/>
                    </a:lnTo>
                    <a:lnTo>
                      <a:pt x="5515719" y="960491"/>
                    </a:lnTo>
                    <a:lnTo>
                      <a:pt x="5530922" y="964838"/>
                    </a:lnTo>
                    <a:lnTo>
                      <a:pt x="5545243" y="969617"/>
                    </a:lnTo>
                    <a:lnTo>
                      <a:pt x="5559594" y="974828"/>
                    </a:lnTo>
                    <a:lnTo>
                      <a:pt x="5573489" y="980481"/>
                    </a:lnTo>
                    <a:lnTo>
                      <a:pt x="5587810" y="986124"/>
                    </a:lnTo>
                    <a:lnTo>
                      <a:pt x="5600823" y="992209"/>
                    </a:lnTo>
                    <a:lnTo>
                      <a:pt x="5614719" y="999157"/>
                    </a:lnTo>
                    <a:lnTo>
                      <a:pt x="5627762" y="1006105"/>
                    </a:lnTo>
                    <a:lnTo>
                      <a:pt x="5640776" y="1013495"/>
                    </a:lnTo>
                    <a:lnTo>
                      <a:pt x="5653363" y="1021748"/>
                    </a:lnTo>
                    <a:lnTo>
                      <a:pt x="5665951" y="1029138"/>
                    </a:lnTo>
                    <a:lnTo>
                      <a:pt x="5678539" y="1038255"/>
                    </a:lnTo>
                    <a:lnTo>
                      <a:pt x="5690275" y="1046941"/>
                    </a:lnTo>
                    <a:lnTo>
                      <a:pt x="5702437" y="1056067"/>
                    </a:lnTo>
                    <a:lnTo>
                      <a:pt x="5714143" y="1065626"/>
                    </a:lnTo>
                    <a:lnTo>
                      <a:pt x="5725454" y="1075185"/>
                    </a:lnTo>
                    <a:lnTo>
                      <a:pt x="5735853" y="1085175"/>
                    </a:lnTo>
                    <a:lnTo>
                      <a:pt x="5746737" y="1095598"/>
                    </a:lnTo>
                    <a:lnTo>
                      <a:pt x="5757136" y="1106461"/>
                    </a:lnTo>
                    <a:lnTo>
                      <a:pt x="5767139" y="1116884"/>
                    </a:lnTo>
                    <a:lnTo>
                      <a:pt x="5777112" y="1128179"/>
                    </a:lnTo>
                    <a:lnTo>
                      <a:pt x="5786659" y="1139475"/>
                    </a:lnTo>
                    <a:lnTo>
                      <a:pt x="5796237" y="1151644"/>
                    </a:lnTo>
                    <a:lnTo>
                      <a:pt x="3648612" y="1151644"/>
                    </a:lnTo>
                    <a:lnTo>
                      <a:pt x="2147625" y="1151644"/>
                    </a:lnTo>
                    <a:lnTo>
                      <a:pt x="0" y="1151644"/>
                    </a:lnTo>
                    <a:lnTo>
                      <a:pt x="3010" y="1119494"/>
                    </a:lnTo>
                    <a:lnTo>
                      <a:pt x="7358" y="1088217"/>
                    </a:lnTo>
                    <a:lnTo>
                      <a:pt x="13865" y="1056941"/>
                    </a:lnTo>
                    <a:lnTo>
                      <a:pt x="21253" y="1026096"/>
                    </a:lnTo>
                    <a:lnTo>
                      <a:pt x="30800" y="996556"/>
                    </a:lnTo>
                    <a:lnTo>
                      <a:pt x="40804" y="967448"/>
                    </a:lnTo>
                    <a:lnTo>
                      <a:pt x="52510" y="938341"/>
                    </a:lnTo>
                    <a:lnTo>
                      <a:pt x="65554" y="910106"/>
                    </a:lnTo>
                    <a:lnTo>
                      <a:pt x="79874" y="883167"/>
                    </a:lnTo>
                    <a:lnTo>
                      <a:pt x="95077" y="857102"/>
                    </a:lnTo>
                    <a:lnTo>
                      <a:pt x="112013" y="831478"/>
                    </a:lnTo>
                    <a:lnTo>
                      <a:pt x="129374" y="806276"/>
                    </a:lnTo>
                    <a:lnTo>
                      <a:pt x="148043" y="782379"/>
                    </a:lnTo>
                    <a:lnTo>
                      <a:pt x="168019" y="759356"/>
                    </a:lnTo>
                    <a:lnTo>
                      <a:pt x="188877" y="737206"/>
                    </a:lnTo>
                    <a:lnTo>
                      <a:pt x="210586" y="715920"/>
                    </a:lnTo>
                    <a:lnTo>
                      <a:pt x="234028" y="695939"/>
                    </a:lnTo>
                    <a:lnTo>
                      <a:pt x="257471" y="677253"/>
                    </a:lnTo>
                    <a:lnTo>
                      <a:pt x="282220" y="659009"/>
                    </a:lnTo>
                    <a:lnTo>
                      <a:pt x="307821" y="642071"/>
                    </a:lnTo>
                    <a:lnTo>
                      <a:pt x="333879" y="626427"/>
                    </a:lnTo>
                    <a:lnTo>
                      <a:pt x="360817" y="612089"/>
                    </a:lnTo>
                    <a:lnTo>
                      <a:pt x="388152" y="599057"/>
                    </a:lnTo>
                    <a:lnTo>
                      <a:pt x="416398" y="586897"/>
                    </a:lnTo>
                    <a:lnTo>
                      <a:pt x="445921" y="576465"/>
                    </a:lnTo>
                    <a:lnTo>
                      <a:pt x="475445" y="566916"/>
                    </a:lnTo>
                    <a:lnTo>
                      <a:pt x="505819" y="559526"/>
                    </a:lnTo>
                    <a:lnTo>
                      <a:pt x="536650" y="553010"/>
                    </a:lnTo>
                    <a:lnTo>
                      <a:pt x="567937" y="548231"/>
                    </a:lnTo>
                    <a:lnTo>
                      <a:pt x="599619" y="544325"/>
                    </a:lnTo>
                    <a:lnTo>
                      <a:pt x="631757" y="542588"/>
                    </a:lnTo>
                    <a:lnTo>
                      <a:pt x="663896" y="541714"/>
                    </a:lnTo>
                    <a:lnTo>
                      <a:pt x="678642" y="541714"/>
                    </a:lnTo>
                    <a:lnTo>
                      <a:pt x="692963" y="542588"/>
                    </a:lnTo>
                    <a:lnTo>
                      <a:pt x="706432" y="543883"/>
                    </a:lnTo>
                    <a:lnTo>
                      <a:pt x="720327" y="545188"/>
                    </a:lnTo>
                    <a:lnTo>
                      <a:pt x="734648" y="546494"/>
                    </a:lnTo>
                    <a:lnTo>
                      <a:pt x="748543" y="548231"/>
                    </a:lnTo>
                    <a:lnTo>
                      <a:pt x="761587" y="549968"/>
                    </a:lnTo>
                    <a:lnTo>
                      <a:pt x="775482" y="552578"/>
                    </a:lnTo>
                    <a:lnTo>
                      <a:pt x="775482" y="548231"/>
                    </a:lnTo>
                    <a:lnTo>
                      <a:pt x="775482" y="543020"/>
                    </a:lnTo>
                    <a:lnTo>
                      <a:pt x="776790" y="514785"/>
                    </a:lnTo>
                    <a:lnTo>
                      <a:pt x="778523" y="486982"/>
                    </a:lnTo>
                    <a:lnTo>
                      <a:pt x="782415" y="459180"/>
                    </a:lnTo>
                    <a:lnTo>
                      <a:pt x="788070" y="432241"/>
                    </a:lnTo>
                    <a:lnTo>
                      <a:pt x="794151" y="405744"/>
                    </a:lnTo>
                    <a:lnTo>
                      <a:pt x="801539" y="380110"/>
                    </a:lnTo>
                    <a:lnTo>
                      <a:pt x="810205" y="354486"/>
                    </a:lnTo>
                    <a:lnTo>
                      <a:pt x="820208" y="329716"/>
                    </a:lnTo>
                    <a:lnTo>
                      <a:pt x="831488" y="305829"/>
                    </a:lnTo>
                    <a:lnTo>
                      <a:pt x="844076" y="281932"/>
                    </a:lnTo>
                    <a:lnTo>
                      <a:pt x="857971" y="259341"/>
                    </a:lnTo>
                    <a:lnTo>
                      <a:pt x="872292" y="236749"/>
                    </a:lnTo>
                    <a:lnTo>
                      <a:pt x="887920" y="215463"/>
                    </a:lnTo>
                    <a:lnTo>
                      <a:pt x="904005" y="194618"/>
                    </a:lnTo>
                    <a:lnTo>
                      <a:pt x="921792" y="175501"/>
                    </a:lnTo>
                    <a:lnTo>
                      <a:pt x="939609" y="156384"/>
                    </a:lnTo>
                    <a:lnTo>
                      <a:pt x="959129" y="138572"/>
                    </a:lnTo>
                    <a:lnTo>
                      <a:pt x="979105" y="121633"/>
                    </a:lnTo>
                    <a:lnTo>
                      <a:pt x="1000389" y="105126"/>
                    </a:lnTo>
                    <a:lnTo>
                      <a:pt x="1021672" y="90356"/>
                    </a:lnTo>
                    <a:lnTo>
                      <a:pt x="1044233" y="76450"/>
                    </a:lnTo>
                    <a:lnTo>
                      <a:pt x="1067250" y="63417"/>
                    </a:lnTo>
                    <a:lnTo>
                      <a:pt x="1091148" y="51258"/>
                    </a:lnTo>
                    <a:lnTo>
                      <a:pt x="1115442" y="40826"/>
                    </a:lnTo>
                    <a:lnTo>
                      <a:pt x="1140648" y="31277"/>
                    </a:lnTo>
                    <a:lnTo>
                      <a:pt x="1166249" y="22582"/>
                    </a:lnTo>
                    <a:lnTo>
                      <a:pt x="1192306" y="15634"/>
                    </a:lnTo>
                    <a:lnTo>
                      <a:pt x="1218789" y="9549"/>
                    </a:lnTo>
                    <a:lnTo>
                      <a:pt x="1245728" y="4770"/>
                    </a:lnTo>
                    <a:lnTo>
                      <a:pt x="1273062" y="1737"/>
                    </a:lnTo>
                    <a:close/>
                  </a:path>
                </a:pathLst>
              </a:custGeom>
              <a:solidFill>
                <a:schemeClr val="bg1">
                  <a:lumMod val="95000"/>
                </a:schemeClr>
              </a:solidFill>
              <a:ln>
                <a:noFill/>
              </a:ln>
            </p:spPr>
            <p:txBody>
              <a:bodyPr wrap="square" lIns="91440" tIns="45720" rIns="91440" bIns="45720" anchor="t" anchorCtr="0">
                <a:norm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buClr>
                    <a:srgbClr val="000000"/>
                  </a:buClr>
                </a:pPr>
                <a:endParaRPr>
                  <a:cs typeface="+mn-ea"/>
                  <a:sym typeface="+mn-lt"/>
                </a:endParaRPr>
              </a:p>
            </p:txBody>
          </p:sp>
          <p:grpSp>
            <p:nvGrpSpPr>
              <p:cNvPr id="42" name="组合 41"/>
              <p:cNvGrpSpPr/>
              <p:nvPr/>
            </p:nvGrpSpPr>
            <p:grpSpPr>
              <a:xfrm>
                <a:off x="4914809" y="1995340"/>
                <a:ext cx="2141700" cy="3826148"/>
                <a:chOff x="4579121" y="1312715"/>
                <a:chExt cx="2141700" cy="3826148"/>
              </a:xfrm>
            </p:grpSpPr>
            <p:grpSp>
              <p:nvGrpSpPr>
                <p:cNvPr id="43" name="组合 42"/>
                <p:cNvGrpSpPr/>
                <p:nvPr/>
              </p:nvGrpSpPr>
              <p:grpSpPr>
                <a:xfrm rot="2700000">
                  <a:off x="5268520" y="3313871"/>
                  <a:ext cx="694467" cy="695599"/>
                  <a:chOff x="12814296" y="5689600"/>
                  <a:chExt cx="1947868" cy="1951036"/>
                </a:xfrm>
                <a:solidFill>
                  <a:schemeClr val="bg1">
                    <a:lumMod val="85000"/>
                  </a:schemeClr>
                </a:solidFill>
              </p:grpSpPr>
              <p:sp>
                <p:nvSpPr>
                  <p:cNvPr id="52" name="任意多边形: 形状 51"/>
                  <p:cNvSpPr/>
                  <p:nvPr/>
                </p:nvSpPr>
                <p:spPr>
                  <a:xfrm>
                    <a:off x="12814296" y="5689600"/>
                    <a:ext cx="1495422" cy="1497012"/>
                  </a:xfrm>
                  <a:custGeom>
                    <a:avLst/>
                    <a:gdLst/>
                    <a:ahLst/>
                    <a:cxnLst/>
                    <a:rect l="0" t="0" r="0" b="0"/>
                    <a:pathLst>
                      <a:path w="120000" h="120000" extrusionOk="0">
                        <a:moveTo>
                          <a:pt x="3377" y="100530"/>
                        </a:moveTo>
                        <a:lnTo>
                          <a:pt x="100499" y="3372"/>
                        </a:lnTo>
                        <a:lnTo>
                          <a:pt x="101327" y="2735"/>
                        </a:lnTo>
                        <a:lnTo>
                          <a:pt x="102156" y="2099"/>
                        </a:lnTo>
                        <a:lnTo>
                          <a:pt x="102984" y="1527"/>
                        </a:lnTo>
                        <a:lnTo>
                          <a:pt x="103749" y="1081"/>
                        </a:lnTo>
                        <a:lnTo>
                          <a:pt x="104705" y="636"/>
                        </a:lnTo>
                        <a:lnTo>
                          <a:pt x="105597" y="318"/>
                        </a:lnTo>
                        <a:lnTo>
                          <a:pt x="106553" y="190"/>
                        </a:lnTo>
                        <a:lnTo>
                          <a:pt x="107445" y="0"/>
                        </a:lnTo>
                        <a:lnTo>
                          <a:pt x="108337" y="0"/>
                        </a:lnTo>
                        <a:lnTo>
                          <a:pt x="109166" y="0"/>
                        </a:lnTo>
                        <a:lnTo>
                          <a:pt x="110122" y="190"/>
                        </a:lnTo>
                        <a:lnTo>
                          <a:pt x="110950" y="318"/>
                        </a:lnTo>
                        <a:lnTo>
                          <a:pt x="111651" y="699"/>
                        </a:lnTo>
                        <a:lnTo>
                          <a:pt x="112480" y="1081"/>
                        </a:lnTo>
                        <a:lnTo>
                          <a:pt x="113117" y="1527"/>
                        </a:lnTo>
                        <a:lnTo>
                          <a:pt x="113882" y="2163"/>
                        </a:lnTo>
                        <a:lnTo>
                          <a:pt x="117833" y="6108"/>
                        </a:lnTo>
                        <a:lnTo>
                          <a:pt x="118470" y="6871"/>
                        </a:lnTo>
                        <a:lnTo>
                          <a:pt x="118916" y="7507"/>
                        </a:lnTo>
                        <a:lnTo>
                          <a:pt x="119298" y="8335"/>
                        </a:lnTo>
                        <a:lnTo>
                          <a:pt x="119681" y="9034"/>
                        </a:lnTo>
                        <a:lnTo>
                          <a:pt x="119808" y="9862"/>
                        </a:lnTo>
                        <a:lnTo>
                          <a:pt x="119936" y="10816"/>
                        </a:lnTo>
                        <a:lnTo>
                          <a:pt x="120000" y="11643"/>
                        </a:lnTo>
                        <a:lnTo>
                          <a:pt x="119936" y="12534"/>
                        </a:lnTo>
                        <a:lnTo>
                          <a:pt x="119808" y="13488"/>
                        </a:lnTo>
                        <a:lnTo>
                          <a:pt x="119681" y="14379"/>
                        </a:lnTo>
                        <a:lnTo>
                          <a:pt x="119298" y="15334"/>
                        </a:lnTo>
                        <a:lnTo>
                          <a:pt x="118916" y="16097"/>
                        </a:lnTo>
                        <a:lnTo>
                          <a:pt x="118470" y="17051"/>
                        </a:lnTo>
                        <a:lnTo>
                          <a:pt x="117896" y="17879"/>
                        </a:lnTo>
                        <a:lnTo>
                          <a:pt x="117259" y="18706"/>
                        </a:lnTo>
                        <a:lnTo>
                          <a:pt x="116622" y="19406"/>
                        </a:lnTo>
                        <a:lnTo>
                          <a:pt x="19437" y="116627"/>
                        </a:lnTo>
                        <a:lnTo>
                          <a:pt x="18736" y="117327"/>
                        </a:lnTo>
                        <a:lnTo>
                          <a:pt x="17907" y="117963"/>
                        </a:lnTo>
                        <a:lnTo>
                          <a:pt x="17079" y="118536"/>
                        </a:lnTo>
                        <a:lnTo>
                          <a:pt x="16123" y="118981"/>
                        </a:lnTo>
                        <a:lnTo>
                          <a:pt x="15231" y="119363"/>
                        </a:lnTo>
                        <a:lnTo>
                          <a:pt x="14275" y="119618"/>
                        </a:lnTo>
                        <a:lnTo>
                          <a:pt x="13510" y="119936"/>
                        </a:lnTo>
                        <a:lnTo>
                          <a:pt x="12554" y="120000"/>
                        </a:lnTo>
                        <a:lnTo>
                          <a:pt x="11662" y="120000"/>
                        </a:lnTo>
                        <a:lnTo>
                          <a:pt x="10706" y="120000"/>
                        </a:lnTo>
                        <a:lnTo>
                          <a:pt x="9877" y="119809"/>
                        </a:lnTo>
                        <a:lnTo>
                          <a:pt x="9049" y="119618"/>
                        </a:lnTo>
                        <a:lnTo>
                          <a:pt x="8220" y="119363"/>
                        </a:lnTo>
                        <a:lnTo>
                          <a:pt x="7519" y="118918"/>
                        </a:lnTo>
                        <a:lnTo>
                          <a:pt x="6755" y="118472"/>
                        </a:lnTo>
                        <a:lnTo>
                          <a:pt x="6117" y="117900"/>
                        </a:lnTo>
                        <a:lnTo>
                          <a:pt x="2103" y="113828"/>
                        </a:lnTo>
                        <a:lnTo>
                          <a:pt x="1529" y="113191"/>
                        </a:lnTo>
                        <a:lnTo>
                          <a:pt x="1083" y="112492"/>
                        </a:lnTo>
                        <a:lnTo>
                          <a:pt x="637" y="111728"/>
                        </a:lnTo>
                        <a:lnTo>
                          <a:pt x="382" y="110901"/>
                        </a:lnTo>
                        <a:lnTo>
                          <a:pt x="63" y="110074"/>
                        </a:lnTo>
                        <a:lnTo>
                          <a:pt x="0" y="109247"/>
                        </a:lnTo>
                        <a:lnTo>
                          <a:pt x="0" y="108356"/>
                        </a:lnTo>
                        <a:lnTo>
                          <a:pt x="0" y="107401"/>
                        </a:lnTo>
                        <a:lnTo>
                          <a:pt x="63" y="106511"/>
                        </a:lnTo>
                        <a:lnTo>
                          <a:pt x="382" y="105620"/>
                        </a:lnTo>
                        <a:lnTo>
                          <a:pt x="637" y="104793"/>
                        </a:lnTo>
                        <a:lnTo>
                          <a:pt x="1019" y="103838"/>
                        </a:lnTo>
                        <a:lnTo>
                          <a:pt x="1465" y="102948"/>
                        </a:lnTo>
                        <a:lnTo>
                          <a:pt x="2039" y="102120"/>
                        </a:lnTo>
                        <a:lnTo>
                          <a:pt x="2676" y="101293"/>
                        </a:lnTo>
                        <a:lnTo>
                          <a:pt x="3377" y="100530"/>
                        </a:lnTo>
                        <a:close/>
                      </a:path>
                    </a:pathLst>
                  </a:custGeom>
                  <a:grpFill/>
                  <a:ln>
                    <a:noFill/>
                  </a:ln>
                </p:spPr>
                <p:txBody>
                  <a:bodyPr wrap="square" lIns="91440" tIns="45720" rIns="91440" bIns="45720" anchor="t" anchorCtr="0">
                    <a:normAutofit fontScale="25000" lnSpcReduction="20000"/>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buClr>
                        <a:srgbClr val="000000"/>
                      </a:buClr>
                    </a:pPr>
                    <a:endParaRPr>
                      <a:cs typeface="+mn-ea"/>
                      <a:sym typeface="+mn-lt"/>
                    </a:endParaRPr>
                  </a:p>
                </p:txBody>
              </p:sp>
              <p:sp>
                <p:nvSpPr>
                  <p:cNvPr id="53" name="任意多边形: 形状 52"/>
                  <p:cNvSpPr/>
                  <p:nvPr/>
                </p:nvSpPr>
                <p:spPr>
                  <a:xfrm>
                    <a:off x="13039725" y="5916610"/>
                    <a:ext cx="1495423" cy="1498598"/>
                  </a:xfrm>
                  <a:custGeom>
                    <a:avLst/>
                    <a:gdLst/>
                    <a:ahLst/>
                    <a:cxnLst/>
                    <a:rect l="0" t="0" r="0" b="0"/>
                    <a:pathLst>
                      <a:path w="120000" h="120000" extrusionOk="0">
                        <a:moveTo>
                          <a:pt x="3377" y="100487"/>
                        </a:moveTo>
                        <a:lnTo>
                          <a:pt x="100562" y="3432"/>
                        </a:lnTo>
                        <a:lnTo>
                          <a:pt x="101327" y="2733"/>
                        </a:lnTo>
                        <a:lnTo>
                          <a:pt x="102156" y="2097"/>
                        </a:lnTo>
                        <a:lnTo>
                          <a:pt x="102984" y="1588"/>
                        </a:lnTo>
                        <a:lnTo>
                          <a:pt x="103876" y="1144"/>
                        </a:lnTo>
                        <a:lnTo>
                          <a:pt x="104705" y="762"/>
                        </a:lnTo>
                        <a:lnTo>
                          <a:pt x="105597" y="381"/>
                        </a:lnTo>
                        <a:lnTo>
                          <a:pt x="106553" y="190"/>
                        </a:lnTo>
                        <a:lnTo>
                          <a:pt x="107445" y="127"/>
                        </a:lnTo>
                        <a:lnTo>
                          <a:pt x="108401" y="0"/>
                        </a:lnTo>
                        <a:lnTo>
                          <a:pt x="109229" y="127"/>
                        </a:lnTo>
                        <a:lnTo>
                          <a:pt x="110122" y="190"/>
                        </a:lnTo>
                        <a:lnTo>
                          <a:pt x="110950" y="381"/>
                        </a:lnTo>
                        <a:lnTo>
                          <a:pt x="111779" y="762"/>
                        </a:lnTo>
                        <a:lnTo>
                          <a:pt x="112480" y="1144"/>
                        </a:lnTo>
                        <a:lnTo>
                          <a:pt x="113244" y="1652"/>
                        </a:lnTo>
                        <a:lnTo>
                          <a:pt x="113882" y="2224"/>
                        </a:lnTo>
                        <a:lnTo>
                          <a:pt x="117833" y="6228"/>
                        </a:lnTo>
                        <a:lnTo>
                          <a:pt x="118470" y="6864"/>
                        </a:lnTo>
                        <a:lnTo>
                          <a:pt x="118916" y="7500"/>
                        </a:lnTo>
                        <a:lnTo>
                          <a:pt x="119298" y="8326"/>
                        </a:lnTo>
                        <a:lnTo>
                          <a:pt x="119681" y="9088"/>
                        </a:lnTo>
                        <a:lnTo>
                          <a:pt x="119872" y="9915"/>
                        </a:lnTo>
                        <a:lnTo>
                          <a:pt x="120000" y="10805"/>
                        </a:lnTo>
                        <a:lnTo>
                          <a:pt x="120000" y="11631"/>
                        </a:lnTo>
                        <a:lnTo>
                          <a:pt x="120000" y="12584"/>
                        </a:lnTo>
                        <a:lnTo>
                          <a:pt x="119872" y="13474"/>
                        </a:lnTo>
                        <a:lnTo>
                          <a:pt x="119681" y="14427"/>
                        </a:lnTo>
                        <a:lnTo>
                          <a:pt x="119362" y="15317"/>
                        </a:lnTo>
                        <a:lnTo>
                          <a:pt x="118916" y="16207"/>
                        </a:lnTo>
                        <a:lnTo>
                          <a:pt x="118470" y="17033"/>
                        </a:lnTo>
                        <a:lnTo>
                          <a:pt x="117896" y="17860"/>
                        </a:lnTo>
                        <a:lnTo>
                          <a:pt x="117259" y="18686"/>
                        </a:lnTo>
                        <a:lnTo>
                          <a:pt x="116622" y="19512"/>
                        </a:lnTo>
                        <a:lnTo>
                          <a:pt x="19437" y="116504"/>
                        </a:lnTo>
                        <a:lnTo>
                          <a:pt x="18736" y="117266"/>
                        </a:lnTo>
                        <a:lnTo>
                          <a:pt x="17907" y="117902"/>
                        </a:lnTo>
                        <a:lnTo>
                          <a:pt x="17079" y="118474"/>
                        </a:lnTo>
                        <a:lnTo>
                          <a:pt x="16123" y="118919"/>
                        </a:lnTo>
                        <a:lnTo>
                          <a:pt x="15231" y="119300"/>
                        </a:lnTo>
                        <a:lnTo>
                          <a:pt x="14402" y="119555"/>
                        </a:lnTo>
                        <a:lnTo>
                          <a:pt x="13510" y="119809"/>
                        </a:lnTo>
                        <a:lnTo>
                          <a:pt x="12554" y="119936"/>
                        </a:lnTo>
                        <a:lnTo>
                          <a:pt x="11662" y="120000"/>
                        </a:lnTo>
                        <a:lnTo>
                          <a:pt x="10706" y="119936"/>
                        </a:lnTo>
                        <a:lnTo>
                          <a:pt x="9877" y="119809"/>
                        </a:lnTo>
                        <a:lnTo>
                          <a:pt x="9113" y="119555"/>
                        </a:lnTo>
                        <a:lnTo>
                          <a:pt x="8284" y="119300"/>
                        </a:lnTo>
                        <a:lnTo>
                          <a:pt x="7519" y="118792"/>
                        </a:lnTo>
                        <a:lnTo>
                          <a:pt x="6818" y="118347"/>
                        </a:lnTo>
                        <a:lnTo>
                          <a:pt x="6117" y="117775"/>
                        </a:lnTo>
                        <a:lnTo>
                          <a:pt x="2103" y="113771"/>
                        </a:lnTo>
                        <a:lnTo>
                          <a:pt x="1529" y="113135"/>
                        </a:lnTo>
                        <a:lnTo>
                          <a:pt x="1083" y="112372"/>
                        </a:lnTo>
                        <a:lnTo>
                          <a:pt x="637" y="111673"/>
                        </a:lnTo>
                        <a:lnTo>
                          <a:pt x="382" y="110847"/>
                        </a:lnTo>
                        <a:lnTo>
                          <a:pt x="191" y="110021"/>
                        </a:lnTo>
                        <a:lnTo>
                          <a:pt x="0" y="109194"/>
                        </a:lnTo>
                        <a:lnTo>
                          <a:pt x="0" y="108241"/>
                        </a:lnTo>
                        <a:lnTo>
                          <a:pt x="0" y="107351"/>
                        </a:lnTo>
                        <a:lnTo>
                          <a:pt x="191" y="106461"/>
                        </a:lnTo>
                        <a:lnTo>
                          <a:pt x="382" y="105635"/>
                        </a:lnTo>
                        <a:lnTo>
                          <a:pt x="637" y="104682"/>
                        </a:lnTo>
                        <a:lnTo>
                          <a:pt x="1019" y="103792"/>
                        </a:lnTo>
                        <a:lnTo>
                          <a:pt x="1465" y="102966"/>
                        </a:lnTo>
                        <a:lnTo>
                          <a:pt x="2039" y="102012"/>
                        </a:lnTo>
                        <a:lnTo>
                          <a:pt x="2676" y="101186"/>
                        </a:lnTo>
                        <a:lnTo>
                          <a:pt x="3377" y="100487"/>
                        </a:lnTo>
                        <a:close/>
                      </a:path>
                    </a:pathLst>
                  </a:custGeom>
                  <a:grpFill/>
                  <a:ln>
                    <a:noFill/>
                  </a:ln>
                </p:spPr>
                <p:txBody>
                  <a:bodyPr wrap="square" lIns="91440" tIns="45720" rIns="91440" bIns="45720" anchor="t" anchorCtr="0">
                    <a:normAutofit fontScale="25000" lnSpcReduction="20000"/>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buClr>
                        <a:srgbClr val="000000"/>
                      </a:buClr>
                    </a:pPr>
                    <a:endParaRPr>
                      <a:cs typeface="+mn-ea"/>
                      <a:sym typeface="+mn-lt"/>
                    </a:endParaRPr>
                  </a:p>
                </p:txBody>
              </p:sp>
              <p:sp>
                <p:nvSpPr>
                  <p:cNvPr id="54" name="任意多边形: 形状 53"/>
                  <p:cNvSpPr/>
                  <p:nvPr/>
                </p:nvSpPr>
                <p:spPr>
                  <a:xfrm>
                    <a:off x="13266741" y="6142038"/>
                    <a:ext cx="1495423" cy="1498598"/>
                  </a:xfrm>
                  <a:custGeom>
                    <a:avLst/>
                    <a:gdLst/>
                    <a:ahLst/>
                    <a:cxnLst/>
                    <a:rect l="0" t="0" r="0" b="0"/>
                    <a:pathLst>
                      <a:path w="120000" h="120000" extrusionOk="0">
                        <a:moveTo>
                          <a:pt x="3375" y="100423"/>
                        </a:moveTo>
                        <a:lnTo>
                          <a:pt x="100509" y="3495"/>
                        </a:lnTo>
                        <a:lnTo>
                          <a:pt x="101273" y="2733"/>
                        </a:lnTo>
                        <a:lnTo>
                          <a:pt x="102101" y="2097"/>
                        </a:lnTo>
                        <a:lnTo>
                          <a:pt x="102929" y="1525"/>
                        </a:lnTo>
                        <a:lnTo>
                          <a:pt x="103821" y="1080"/>
                        </a:lnTo>
                        <a:lnTo>
                          <a:pt x="104649" y="699"/>
                        </a:lnTo>
                        <a:lnTo>
                          <a:pt x="105605" y="381"/>
                        </a:lnTo>
                        <a:lnTo>
                          <a:pt x="106496" y="190"/>
                        </a:lnTo>
                        <a:lnTo>
                          <a:pt x="107388" y="63"/>
                        </a:lnTo>
                        <a:lnTo>
                          <a:pt x="108343" y="0"/>
                        </a:lnTo>
                        <a:lnTo>
                          <a:pt x="109171" y="63"/>
                        </a:lnTo>
                        <a:lnTo>
                          <a:pt x="110063" y="190"/>
                        </a:lnTo>
                        <a:lnTo>
                          <a:pt x="110891" y="444"/>
                        </a:lnTo>
                        <a:lnTo>
                          <a:pt x="111719" y="699"/>
                        </a:lnTo>
                        <a:lnTo>
                          <a:pt x="112484" y="1080"/>
                        </a:lnTo>
                        <a:lnTo>
                          <a:pt x="113184" y="1652"/>
                        </a:lnTo>
                        <a:lnTo>
                          <a:pt x="113821" y="2161"/>
                        </a:lnTo>
                        <a:lnTo>
                          <a:pt x="117834" y="6228"/>
                        </a:lnTo>
                        <a:lnTo>
                          <a:pt x="118407" y="6864"/>
                        </a:lnTo>
                        <a:lnTo>
                          <a:pt x="118853" y="7563"/>
                        </a:lnTo>
                        <a:lnTo>
                          <a:pt x="119235" y="8326"/>
                        </a:lnTo>
                        <a:lnTo>
                          <a:pt x="119617" y="9152"/>
                        </a:lnTo>
                        <a:lnTo>
                          <a:pt x="119808" y="9978"/>
                        </a:lnTo>
                        <a:lnTo>
                          <a:pt x="120000" y="10805"/>
                        </a:lnTo>
                        <a:lnTo>
                          <a:pt x="120000" y="11694"/>
                        </a:lnTo>
                        <a:lnTo>
                          <a:pt x="120000" y="12521"/>
                        </a:lnTo>
                        <a:lnTo>
                          <a:pt x="119808" y="13474"/>
                        </a:lnTo>
                        <a:lnTo>
                          <a:pt x="119617" y="14364"/>
                        </a:lnTo>
                        <a:lnTo>
                          <a:pt x="119363" y="15317"/>
                        </a:lnTo>
                        <a:lnTo>
                          <a:pt x="118980" y="16207"/>
                        </a:lnTo>
                        <a:lnTo>
                          <a:pt x="118407" y="17033"/>
                        </a:lnTo>
                        <a:lnTo>
                          <a:pt x="117834" y="17860"/>
                        </a:lnTo>
                        <a:lnTo>
                          <a:pt x="117324" y="18686"/>
                        </a:lnTo>
                        <a:lnTo>
                          <a:pt x="116560" y="19512"/>
                        </a:lnTo>
                        <a:lnTo>
                          <a:pt x="19426" y="116504"/>
                        </a:lnTo>
                        <a:lnTo>
                          <a:pt x="18726" y="117203"/>
                        </a:lnTo>
                        <a:lnTo>
                          <a:pt x="17898" y="117838"/>
                        </a:lnTo>
                        <a:lnTo>
                          <a:pt x="17070" y="118411"/>
                        </a:lnTo>
                        <a:lnTo>
                          <a:pt x="16178" y="118855"/>
                        </a:lnTo>
                        <a:lnTo>
                          <a:pt x="15350" y="119237"/>
                        </a:lnTo>
                        <a:lnTo>
                          <a:pt x="14394" y="119491"/>
                        </a:lnTo>
                        <a:lnTo>
                          <a:pt x="13503" y="119809"/>
                        </a:lnTo>
                        <a:lnTo>
                          <a:pt x="12547" y="119872"/>
                        </a:lnTo>
                        <a:lnTo>
                          <a:pt x="11656" y="120000"/>
                        </a:lnTo>
                        <a:lnTo>
                          <a:pt x="10828" y="119872"/>
                        </a:lnTo>
                        <a:lnTo>
                          <a:pt x="9936" y="119809"/>
                        </a:lnTo>
                        <a:lnTo>
                          <a:pt x="9108" y="119491"/>
                        </a:lnTo>
                        <a:lnTo>
                          <a:pt x="8280" y="119237"/>
                        </a:lnTo>
                        <a:lnTo>
                          <a:pt x="7515" y="118855"/>
                        </a:lnTo>
                        <a:lnTo>
                          <a:pt x="6815" y="118347"/>
                        </a:lnTo>
                        <a:lnTo>
                          <a:pt x="6178" y="117775"/>
                        </a:lnTo>
                        <a:lnTo>
                          <a:pt x="2229" y="113771"/>
                        </a:lnTo>
                        <a:lnTo>
                          <a:pt x="1592" y="113072"/>
                        </a:lnTo>
                        <a:lnTo>
                          <a:pt x="1082" y="112372"/>
                        </a:lnTo>
                        <a:lnTo>
                          <a:pt x="636" y="111610"/>
                        </a:lnTo>
                        <a:lnTo>
                          <a:pt x="382" y="110783"/>
                        </a:lnTo>
                        <a:lnTo>
                          <a:pt x="191" y="109957"/>
                        </a:lnTo>
                        <a:lnTo>
                          <a:pt x="0" y="109131"/>
                        </a:lnTo>
                        <a:lnTo>
                          <a:pt x="0" y="108241"/>
                        </a:lnTo>
                        <a:lnTo>
                          <a:pt x="0" y="107415"/>
                        </a:lnTo>
                        <a:lnTo>
                          <a:pt x="191" y="106525"/>
                        </a:lnTo>
                        <a:lnTo>
                          <a:pt x="382" y="105572"/>
                        </a:lnTo>
                        <a:lnTo>
                          <a:pt x="636" y="104682"/>
                        </a:lnTo>
                        <a:lnTo>
                          <a:pt x="1019" y="103728"/>
                        </a:lnTo>
                        <a:lnTo>
                          <a:pt x="1592" y="102902"/>
                        </a:lnTo>
                        <a:lnTo>
                          <a:pt x="2101" y="102076"/>
                        </a:lnTo>
                        <a:lnTo>
                          <a:pt x="2675" y="101250"/>
                        </a:lnTo>
                        <a:lnTo>
                          <a:pt x="3375" y="100423"/>
                        </a:lnTo>
                        <a:close/>
                      </a:path>
                    </a:pathLst>
                  </a:custGeom>
                  <a:grpFill/>
                  <a:ln>
                    <a:noFill/>
                  </a:ln>
                </p:spPr>
                <p:txBody>
                  <a:bodyPr wrap="square" lIns="91440" tIns="45720" rIns="91440" bIns="45720" anchor="t" anchorCtr="0">
                    <a:normAutofit fontScale="25000" lnSpcReduction="20000"/>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buClr>
                        <a:srgbClr val="000000"/>
                      </a:buClr>
                    </a:pPr>
                    <a:endParaRPr>
                      <a:cs typeface="+mn-ea"/>
                      <a:sym typeface="+mn-lt"/>
                    </a:endParaRPr>
                  </a:p>
                </p:txBody>
              </p:sp>
              <p:sp>
                <p:nvSpPr>
                  <p:cNvPr id="55" name="任意多边形: 形状 54"/>
                  <p:cNvSpPr/>
                  <p:nvPr/>
                </p:nvSpPr>
                <p:spPr>
                  <a:xfrm>
                    <a:off x="13687425" y="6564313"/>
                    <a:ext cx="969964" cy="971550"/>
                  </a:xfrm>
                  <a:custGeom>
                    <a:avLst/>
                    <a:gdLst/>
                    <a:ahLst/>
                    <a:cxnLst/>
                    <a:rect l="0" t="0" r="0" b="0"/>
                    <a:pathLst>
                      <a:path w="120000" h="120000" extrusionOk="0">
                        <a:moveTo>
                          <a:pt x="112235" y="0"/>
                        </a:moveTo>
                        <a:lnTo>
                          <a:pt x="0" y="112261"/>
                        </a:lnTo>
                        <a:lnTo>
                          <a:pt x="1670" y="113926"/>
                        </a:lnTo>
                        <a:lnTo>
                          <a:pt x="3636" y="115297"/>
                        </a:lnTo>
                        <a:lnTo>
                          <a:pt x="5798" y="116473"/>
                        </a:lnTo>
                        <a:lnTo>
                          <a:pt x="7960" y="117551"/>
                        </a:lnTo>
                        <a:lnTo>
                          <a:pt x="10221" y="118432"/>
                        </a:lnTo>
                        <a:lnTo>
                          <a:pt x="12579" y="119020"/>
                        </a:lnTo>
                        <a:lnTo>
                          <a:pt x="15135" y="119608"/>
                        </a:lnTo>
                        <a:lnTo>
                          <a:pt x="17690" y="119804"/>
                        </a:lnTo>
                        <a:lnTo>
                          <a:pt x="20343" y="120000"/>
                        </a:lnTo>
                        <a:lnTo>
                          <a:pt x="23095" y="119804"/>
                        </a:lnTo>
                        <a:lnTo>
                          <a:pt x="25945" y="119706"/>
                        </a:lnTo>
                        <a:lnTo>
                          <a:pt x="28697" y="119314"/>
                        </a:lnTo>
                        <a:lnTo>
                          <a:pt x="31744" y="118824"/>
                        </a:lnTo>
                        <a:lnTo>
                          <a:pt x="34692" y="118138"/>
                        </a:lnTo>
                        <a:lnTo>
                          <a:pt x="37641" y="117355"/>
                        </a:lnTo>
                        <a:lnTo>
                          <a:pt x="40589" y="116473"/>
                        </a:lnTo>
                        <a:lnTo>
                          <a:pt x="43734" y="115297"/>
                        </a:lnTo>
                        <a:lnTo>
                          <a:pt x="46683" y="114220"/>
                        </a:lnTo>
                        <a:lnTo>
                          <a:pt x="49828" y="112751"/>
                        </a:lnTo>
                        <a:lnTo>
                          <a:pt x="52972" y="111379"/>
                        </a:lnTo>
                        <a:lnTo>
                          <a:pt x="55921" y="109812"/>
                        </a:lnTo>
                        <a:lnTo>
                          <a:pt x="58968" y="108244"/>
                        </a:lnTo>
                        <a:lnTo>
                          <a:pt x="62014" y="106383"/>
                        </a:lnTo>
                        <a:lnTo>
                          <a:pt x="65061" y="104620"/>
                        </a:lnTo>
                        <a:lnTo>
                          <a:pt x="67911" y="102759"/>
                        </a:lnTo>
                        <a:lnTo>
                          <a:pt x="70859" y="100604"/>
                        </a:lnTo>
                        <a:lnTo>
                          <a:pt x="73710" y="98644"/>
                        </a:lnTo>
                        <a:lnTo>
                          <a:pt x="76560" y="96391"/>
                        </a:lnTo>
                        <a:lnTo>
                          <a:pt x="79410" y="94138"/>
                        </a:lnTo>
                        <a:lnTo>
                          <a:pt x="81965" y="91885"/>
                        </a:lnTo>
                        <a:lnTo>
                          <a:pt x="84619" y="89436"/>
                        </a:lnTo>
                        <a:lnTo>
                          <a:pt x="87076" y="87085"/>
                        </a:lnTo>
                        <a:lnTo>
                          <a:pt x="89631" y="84538"/>
                        </a:lnTo>
                        <a:lnTo>
                          <a:pt x="91891" y="81991"/>
                        </a:lnTo>
                        <a:lnTo>
                          <a:pt x="94250" y="79346"/>
                        </a:lnTo>
                        <a:lnTo>
                          <a:pt x="96511" y="76604"/>
                        </a:lnTo>
                        <a:lnTo>
                          <a:pt x="98673" y="73763"/>
                        </a:lnTo>
                        <a:lnTo>
                          <a:pt x="100737" y="70922"/>
                        </a:lnTo>
                        <a:lnTo>
                          <a:pt x="102702" y="67983"/>
                        </a:lnTo>
                        <a:lnTo>
                          <a:pt x="104766" y="65044"/>
                        </a:lnTo>
                        <a:lnTo>
                          <a:pt x="106535" y="62106"/>
                        </a:lnTo>
                        <a:lnTo>
                          <a:pt x="108304" y="58971"/>
                        </a:lnTo>
                        <a:lnTo>
                          <a:pt x="109975" y="56032"/>
                        </a:lnTo>
                        <a:lnTo>
                          <a:pt x="111547" y="52897"/>
                        </a:lnTo>
                        <a:lnTo>
                          <a:pt x="112923" y="49959"/>
                        </a:lnTo>
                        <a:lnTo>
                          <a:pt x="114201" y="46824"/>
                        </a:lnTo>
                        <a:lnTo>
                          <a:pt x="115479" y="43689"/>
                        </a:lnTo>
                        <a:lnTo>
                          <a:pt x="116461" y="40751"/>
                        </a:lnTo>
                        <a:lnTo>
                          <a:pt x="117444" y="37616"/>
                        </a:lnTo>
                        <a:lnTo>
                          <a:pt x="118132" y="34677"/>
                        </a:lnTo>
                        <a:lnTo>
                          <a:pt x="118918" y="31738"/>
                        </a:lnTo>
                        <a:lnTo>
                          <a:pt x="119410" y="28897"/>
                        </a:lnTo>
                        <a:lnTo>
                          <a:pt x="119705" y="26057"/>
                        </a:lnTo>
                        <a:lnTo>
                          <a:pt x="120000" y="23216"/>
                        </a:lnTo>
                        <a:lnTo>
                          <a:pt x="120000" y="20375"/>
                        </a:lnTo>
                        <a:lnTo>
                          <a:pt x="119901" y="17828"/>
                        </a:lnTo>
                        <a:lnTo>
                          <a:pt x="119606" y="15183"/>
                        </a:lnTo>
                        <a:lnTo>
                          <a:pt x="119115" y="12734"/>
                        </a:lnTo>
                        <a:lnTo>
                          <a:pt x="118427" y="10383"/>
                        </a:lnTo>
                        <a:lnTo>
                          <a:pt x="117641" y="8130"/>
                        </a:lnTo>
                        <a:lnTo>
                          <a:pt x="116658" y="5877"/>
                        </a:lnTo>
                        <a:lnTo>
                          <a:pt x="115380" y="3820"/>
                        </a:lnTo>
                        <a:lnTo>
                          <a:pt x="113906" y="1861"/>
                        </a:lnTo>
                        <a:lnTo>
                          <a:pt x="112235" y="0"/>
                        </a:lnTo>
                        <a:close/>
                      </a:path>
                    </a:pathLst>
                  </a:custGeom>
                  <a:grpFill/>
                  <a:ln>
                    <a:noFill/>
                  </a:ln>
                </p:spPr>
                <p:txBody>
                  <a:bodyPr wrap="square" lIns="91440" tIns="45720" rIns="91440" bIns="45720" anchor="t" anchorCtr="0">
                    <a:normAutofit fontScale="25000" lnSpcReduction="20000"/>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buClr>
                        <a:srgbClr val="000000"/>
                      </a:buClr>
                    </a:pPr>
                    <a:endParaRPr>
                      <a:cs typeface="+mn-ea"/>
                      <a:sym typeface="+mn-lt"/>
                    </a:endParaRPr>
                  </a:p>
                </p:txBody>
              </p:sp>
            </p:grpSp>
            <p:sp>
              <p:nvSpPr>
                <p:cNvPr id="44" name="任意多边形: 形状 43"/>
                <p:cNvSpPr/>
                <p:nvPr/>
              </p:nvSpPr>
              <p:spPr>
                <a:xfrm rot="2700000">
                  <a:off x="4838602" y="1888054"/>
                  <a:ext cx="1555901" cy="1558165"/>
                </a:xfrm>
                <a:custGeom>
                  <a:avLst/>
                  <a:gdLst/>
                  <a:ahLst/>
                  <a:cxnLst/>
                  <a:rect l="0" t="0" r="0" b="0"/>
                  <a:pathLst>
                    <a:path w="120000" h="120000" extrusionOk="0">
                      <a:moveTo>
                        <a:pt x="35401" y="93873"/>
                      </a:moveTo>
                      <a:lnTo>
                        <a:pt x="37693" y="94526"/>
                      </a:lnTo>
                      <a:lnTo>
                        <a:pt x="39919" y="95202"/>
                      </a:lnTo>
                      <a:lnTo>
                        <a:pt x="42058" y="95856"/>
                      </a:lnTo>
                      <a:lnTo>
                        <a:pt x="44154" y="96509"/>
                      </a:lnTo>
                      <a:lnTo>
                        <a:pt x="46162" y="97185"/>
                      </a:lnTo>
                      <a:lnTo>
                        <a:pt x="48126" y="97839"/>
                      </a:lnTo>
                      <a:lnTo>
                        <a:pt x="50047" y="98492"/>
                      </a:lnTo>
                      <a:lnTo>
                        <a:pt x="51858" y="99146"/>
                      </a:lnTo>
                      <a:lnTo>
                        <a:pt x="53648" y="99822"/>
                      </a:lnTo>
                      <a:lnTo>
                        <a:pt x="55372" y="100475"/>
                      </a:lnTo>
                      <a:lnTo>
                        <a:pt x="57075" y="101129"/>
                      </a:lnTo>
                      <a:lnTo>
                        <a:pt x="58712" y="101804"/>
                      </a:lnTo>
                      <a:lnTo>
                        <a:pt x="60283" y="102458"/>
                      </a:lnTo>
                      <a:lnTo>
                        <a:pt x="61833" y="103155"/>
                      </a:lnTo>
                      <a:lnTo>
                        <a:pt x="63339" y="103809"/>
                      </a:lnTo>
                      <a:lnTo>
                        <a:pt x="64779" y="104506"/>
                      </a:lnTo>
                      <a:lnTo>
                        <a:pt x="66198" y="105160"/>
                      </a:lnTo>
                      <a:lnTo>
                        <a:pt x="67573" y="105857"/>
                      </a:lnTo>
                      <a:lnTo>
                        <a:pt x="68926" y="106533"/>
                      </a:lnTo>
                      <a:lnTo>
                        <a:pt x="70236" y="107230"/>
                      </a:lnTo>
                      <a:lnTo>
                        <a:pt x="71546" y="107928"/>
                      </a:lnTo>
                      <a:lnTo>
                        <a:pt x="72790" y="108647"/>
                      </a:lnTo>
                      <a:lnTo>
                        <a:pt x="74056" y="109344"/>
                      </a:lnTo>
                      <a:lnTo>
                        <a:pt x="75234" y="110063"/>
                      </a:lnTo>
                      <a:lnTo>
                        <a:pt x="77635" y="111545"/>
                      </a:lnTo>
                      <a:lnTo>
                        <a:pt x="79927" y="113005"/>
                      </a:lnTo>
                      <a:lnTo>
                        <a:pt x="82197" y="114552"/>
                      </a:lnTo>
                      <a:lnTo>
                        <a:pt x="84423" y="116121"/>
                      </a:lnTo>
                      <a:lnTo>
                        <a:pt x="85012" y="116557"/>
                      </a:lnTo>
                      <a:lnTo>
                        <a:pt x="85842" y="117101"/>
                      </a:lnTo>
                      <a:lnTo>
                        <a:pt x="86802" y="117733"/>
                      </a:lnTo>
                      <a:lnTo>
                        <a:pt x="87850" y="118387"/>
                      </a:lnTo>
                      <a:lnTo>
                        <a:pt x="88373" y="118692"/>
                      </a:lnTo>
                      <a:lnTo>
                        <a:pt x="88919" y="118975"/>
                      </a:lnTo>
                      <a:lnTo>
                        <a:pt x="89487" y="119259"/>
                      </a:lnTo>
                      <a:lnTo>
                        <a:pt x="89989" y="119498"/>
                      </a:lnTo>
                      <a:lnTo>
                        <a:pt x="90512" y="119673"/>
                      </a:lnTo>
                      <a:lnTo>
                        <a:pt x="90993" y="119825"/>
                      </a:lnTo>
                      <a:lnTo>
                        <a:pt x="91451" y="119956"/>
                      </a:lnTo>
                      <a:lnTo>
                        <a:pt x="91866" y="120000"/>
                      </a:lnTo>
                      <a:lnTo>
                        <a:pt x="92149" y="120000"/>
                      </a:lnTo>
                      <a:lnTo>
                        <a:pt x="92499" y="119934"/>
                      </a:lnTo>
                      <a:lnTo>
                        <a:pt x="92913" y="119782"/>
                      </a:lnTo>
                      <a:lnTo>
                        <a:pt x="93350" y="119542"/>
                      </a:lnTo>
                      <a:lnTo>
                        <a:pt x="93917" y="119215"/>
                      </a:lnTo>
                      <a:lnTo>
                        <a:pt x="94550" y="118692"/>
                      </a:lnTo>
                      <a:lnTo>
                        <a:pt x="95292" y="118038"/>
                      </a:lnTo>
                      <a:lnTo>
                        <a:pt x="96165" y="117232"/>
                      </a:lnTo>
                      <a:lnTo>
                        <a:pt x="106664" y="106707"/>
                      </a:lnTo>
                      <a:lnTo>
                        <a:pt x="117206" y="96161"/>
                      </a:lnTo>
                      <a:lnTo>
                        <a:pt x="118057" y="95289"/>
                      </a:lnTo>
                      <a:lnTo>
                        <a:pt x="118712" y="94570"/>
                      </a:lnTo>
                      <a:lnTo>
                        <a:pt x="119192" y="93916"/>
                      </a:lnTo>
                      <a:lnTo>
                        <a:pt x="119519" y="93372"/>
                      </a:lnTo>
                      <a:lnTo>
                        <a:pt x="119781" y="92892"/>
                      </a:lnTo>
                      <a:lnTo>
                        <a:pt x="119912" y="92500"/>
                      </a:lnTo>
                      <a:lnTo>
                        <a:pt x="119978" y="92173"/>
                      </a:lnTo>
                      <a:lnTo>
                        <a:pt x="120000" y="91868"/>
                      </a:lnTo>
                      <a:lnTo>
                        <a:pt x="119934" y="91454"/>
                      </a:lnTo>
                      <a:lnTo>
                        <a:pt x="119847" y="91018"/>
                      </a:lnTo>
                      <a:lnTo>
                        <a:pt x="119694" y="90517"/>
                      </a:lnTo>
                      <a:lnTo>
                        <a:pt x="119497" y="90016"/>
                      </a:lnTo>
                      <a:lnTo>
                        <a:pt x="119236" y="89471"/>
                      </a:lnTo>
                      <a:lnTo>
                        <a:pt x="118995" y="88948"/>
                      </a:lnTo>
                      <a:lnTo>
                        <a:pt x="118690" y="88382"/>
                      </a:lnTo>
                      <a:lnTo>
                        <a:pt x="118406" y="87837"/>
                      </a:lnTo>
                      <a:lnTo>
                        <a:pt x="117730" y="86813"/>
                      </a:lnTo>
                      <a:lnTo>
                        <a:pt x="117118" y="85832"/>
                      </a:lnTo>
                      <a:lnTo>
                        <a:pt x="116551" y="85048"/>
                      </a:lnTo>
                      <a:lnTo>
                        <a:pt x="116093" y="84416"/>
                      </a:lnTo>
                      <a:lnTo>
                        <a:pt x="114565" y="82193"/>
                      </a:lnTo>
                      <a:lnTo>
                        <a:pt x="113015" y="79927"/>
                      </a:lnTo>
                      <a:lnTo>
                        <a:pt x="111509" y="77639"/>
                      </a:lnTo>
                      <a:lnTo>
                        <a:pt x="110069" y="75264"/>
                      </a:lnTo>
                      <a:lnTo>
                        <a:pt x="109348" y="74043"/>
                      </a:lnTo>
                      <a:lnTo>
                        <a:pt x="108628" y="72823"/>
                      </a:lnTo>
                      <a:lnTo>
                        <a:pt x="107930" y="71538"/>
                      </a:lnTo>
                      <a:lnTo>
                        <a:pt x="107231" y="70252"/>
                      </a:lnTo>
                      <a:lnTo>
                        <a:pt x="106555" y="68944"/>
                      </a:lnTo>
                      <a:lnTo>
                        <a:pt x="105856" y="67593"/>
                      </a:lnTo>
                      <a:lnTo>
                        <a:pt x="105158" y="66221"/>
                      </a:lnTo>
                      <a:lnTo>
                        <a:pt x="104481" y="64783"/>
                      </a:lnTo>
                      <a:lnTo>
                        <a:pt x="103805" y="63323"/>
                      </a:lnTo>
                      <a:lnTo>
                        <a:pt x="103128" y="61819"/>
                      </a:lnTo>
                      <a:lnTo>
                        <a:pt x="102451" y="60272"/>
                      </a:lnTo>
                      <a:lnTo>
                        <a:pt x="101797" y="58703"/>
                      </a:lnTo>
                      <a:lnTo>
                        <a:pt x="101142" y="57069"/>
                      </a:lnTo>
                      <a:lnTo>
                        <a:pt x="100487" y="55413"/>
                      </a:lnTo>
                      <a:lnTo>
                        <a:pt x="99832" y="53648"/>
                      </a:lnTo>
                      <a:lnTo>
                        <a:pt x="99156" y="51883"/>
                      </a:lnTo>
                      <a:lnTo>
                        <a:pt x="98501" y="50030"/>
                      </a:lnTo>
                      <a:lnTo>
                        <a:pt x="97846" y="48156"/>
                      </a:lnTo>
                      <a:lnTo>
                        <a:pt x="97191" y="46173"/>
                      </a:lnTo>
                      <a:lnTo>
                        <a:pt x="96515" y="44169"/>
                      </a:lnTo>
                      <a:lnTo>
                        <a:pt x="95860" y="42077"/>
                      </a:lnTo>
                      <a:lnTo>
                        <a:pt x="95205" y="39920"/>
                      </a:lnTo>
                      <a:lnTo>
                        <a:pt x="94550" y="37719"/>
                      </a:lnTo>
                      <a:lnTo>
                        <a:pt x="93874" y="35431"/>
                      </a:lnTo>
                      <a:lnTo>
                        <a:pt x="93415" y="33862"/>
                      </a:lnTo>
                      <a:lnTo>
                        <a:pt x="92870" y="32315"/>
                      </a:lnTo>
                      <a:lnTo>
                        <a:pt x="92346" y="30811"/>
                      </a:lnTo>
                      <a:lnTo>
                        <a:pt x="91735" y="29329"/>
                      </a:lnTo>
                      <a:lnTo>
                        <a:pt x="91080" y="27891"/>
                      </a:lnTo>
                      <a:lnTo>
                        <a:pt x="90425" y="26475"/>
                      </a:lnTo>
                      <a:lnTo>
                        <a:pt x="89705" y="25059"/>
                      </a:lnTo>
                      <a:lnTo>
                        <a:pt x="88941" y="23708"/>
                      </a:lnTo>
                      <a:lnTo>
                        <a:pt x="88155" y="22378"/>
                      </a:lnTo>
                      <a:lnTo>
                        <a:pt x="87304" y="21093"/>
                      </a:lnTo>
                      <a:lnTo>
                        <a:pt x="86431" y="19807"/>
                      </a:lnTo>
                      <a:lnTo>
                        <a:pt x="85514" y="18587"/>
                      </a:lnTo>
                      <a:lnTo>
                        <a:pt x="84576" y="17388"/>
                      </a:lnTo>
                      <a:lnTo>
                        <a:pt x="83572" y="16233"/>
                      </a:lnTo>
                      <a:lnTo>
                        <a:pt x="82568" y="15100"/>
                      </a:lnTo>
                      <a:lnTo>
                        <a:pt x="81498" y="13989"/>
                      </a:lnTo>
                      <a:lnTo>
                        <a:pt x="79708" y="12289"/>
                      </a:lnTo>
                      <a:lnTo>
                        <a:pt x="77875" y="10699"/>
                      </a:lnTo>
                      <a:lnTo>
                        <a:pt x="75976" y="9239"/>
                      </a:lnTo>
                      <a:lnTo>
                        <a:pt x="74012" y="7866"/>
                      </a:lnTo>
                      <a:lnTo>
                        <a:pt x="72004" y="6602"/>
                      </a:lnTo>
                      <a:lnTo>
                        <a:pt x="69930" y="5469"/>
                      </a:lnTo>
                      <a:lnTo>
                        <a:pt x="67857" y="4445"/>
                      </a:lnTo>
                      <a:lnTo>
                        <a:pt x="65696" y="3486"/>
                      </a:lnTo>
                      <a:lnTo>
                        <a:pt x="63514" y="2680"/>
                      </a:lnTo>
                      <a:lnTo>
                        <a:pt x="61331" y="1982"/>
                      </a:lnTo>
                      <a:lnTo>
                        <a:pt x="59083" y="1394"/>
                      </a:lnTo>
                      <a:lnTo>
                        <a:pt x="56857" y="893"/>
                      </a:lnTo>
                      <a:lnTo>
                        <a:pt x="54587" y="501"/>
                      </a:lnTo>
                      <a:lnTo>
                        <a:pt x="52295" y="217"/>
                      </a:lnTo>
                      <a:lnTo>
                        <a:pt x="50003" y="65"/>
                      </a:lnTo>
                      <a:lnTo>
                        <a:pt x="47733" y="0"/>
                      </a:lnTo>
                      <a:lnTo>
                        <a:pt x="45441" y="65"/>
                      </a:lnTo>
                      <a:lnTo>
                        <a:pt x="43150" y="217"/>
                      </a:lnTo>
                      <a:lnTo>
                        <a:pt x="40858" y="501"/>
                      </a:lnTo>
                      <a:lnTo>
                        <a:pt x="38588" y="893"/>
                      </a:lnTo>
                      <a:lnTo>
                        <a:pt x="36362" y="1394"/>
                      </a:lnTo>
                      <a:lnTo>
                        <a:pt x="34136" y="1982"/>
                      </a:lnTo>
                      <a:lnTo>
                        <a:pt x="31931" y="2680"/>
                      </a:lnTo>
                      <a:lnTo>
                        <a:pt x="29770" y="3486"/>
                      </a:lnTo>
                      <a:lnTo>
                        <a:pt x="27631" y="4445"/>
                      </a:lnTo>
                      <a:lnTo>
                        <a:pt x="25514" y="5469"/>
                      </a:lnTo>
                      <a:lnTo>
                        <a:pt x="23441" y="6602"/>
                      </a:lnTo>
                      <a:lnTo>
                        <a:pt x="21433" y="7866"/>
                      </a:lnTo>
                      <a:lnTo>
                        <a:pt x="19490" y="9239"/>
                      </a:lnTo>
                      <a:lnTo>
                        <a:pt x="17591" y="10699"/>
                      </a:lnTo>
                      <a:lnTo>
                        <a:pt x="15758" y="12289"/>
                      </a:lnTo>
                      <a:lnTo>
                        <a:pt x="13946" y="13967"/>
                      </a:lnTo>
                      <a:lnTo>
                        <a:pt x="12288" y="15754"/>
                      </a:lnTo>
                      <a:lnTo>
                        <a:pt x="10694" y="17606"/>
                      </a:lnTo>
                      <a:lnTo>
                        <a:pt x="9210" y="19480"/>
                      </a:lnTo>
                      <a:lnTo>
                        <a:pt x="7857" y="21463"/>
                      </a:lnTo>
                      <a:lnTo>
                        <a:pt x="6591" y="23490"/>
                      </a:lnTo>
                      <a:lnTo>
                        <a:pt x="5478" y="25516"/>
                      </a:lnTo>
                      <a:lnTo>
                        <a:pt x="4430" y="27630"/>
                      </a:lnTo>
                      <a:lnTo>
                        <a:pt x="3492" y="29765"/>
                      </a:lnTo>
                      <a:lnTo>
                        <a:pt x="2662" y="31944"/>
                      </a:lnTo>
                      <a:lnTo>
                        <a:pt x="1942" y="34145"/>
                      </a:lnTo>
                      <a:lnTo>
                        <a:pt x="1353" y="36368"/>
                      </a:lnTo>
                      <a:lnTo>
                        <a:pt x="873" y="38590"/>
                      </a:lnTo>
                      <a:lnTo>
                        <a:pt x="502" y="40900"/>
                      </a:lnTo>
                      <a:lnTo>
                        <a:pt x="218" y="43145"/>
                      </a:lnTo>
                      <a:lnTo>
                        <a:pt x="65" y="45454"/>
                      </a:lnTo>
                      <a:lnTo>
                        <a:pt x="0" y="47742"/>
                      </a:lnTo>
                      <a:lnTo>
                        <a:pt x="65" y="50030"/>
                      </a:lnTo>
                      <a:lnTo>
                        <a:pt x="218" y="52340"/>
                      </a:lnTo>
                      <a:lnTo>
                        <a:pt x="502" y="54585"/>
                      </a:lnTo>
                      <a:lnTo>
                        <a:pt x="873" y="56851"/>
                      </a:lnTo>
                      <a:lnTo>
                        <a:pt x="1353" y="59117"/>
                      </a:lnTo>
                      <a:lnTo>
                        <a:pt x="1942" y="61340"/>
                      </a:lnTo>
                      <a:lnTo>
                        <a:pt x="2662" y="63540"/>
                      </a:lnTo>
                      <a:lnTo>
                        <a:pt x="3492" y="65719"/>
                      </a:lnTo>
                      <a:lnTo>
                        <a:pt x="4430" y="67855"/>
                      </a:lnTo>
                      <a:lnTo>
                        <a:pt x="5478" y="69969"/>
                      </a:lnTo>
                      <a:lnTo>
                        <a:pt x="6591" y="71995"/>
                      </a:lnTo>
                      <a:lnTo>
                        <a:pt x="7857" y="74022"/>
                      </a:lnTo>
                      <a:lnTo>
                        <a:pt x="9210" y="75961"/>
                      </a:lnTo>
                      <a:lnTo>
                        <a:pt x="10694" y="77879"/>
                      </a:lnTo>
                      <a:lnTo>
                        <a:pt x="12266" y="79731"/>
                      </a:lnTo>
                      <a:lnTo>
                        <a:pt x="13946" y="81496"/>
                      </a:lnTo>
                      <a:lnTo>
                        <a:pt x="15060" y="82564"/>
                      </a:lnTo>
                      <a:lnTo>
                        <a:pt x="16216" y="83609"/>
                      </a:lnTo>
                      <a:lnTo>
                        <a:pt x="17373" y="84568"/>
                      </a:lnTo>
                      <a:lnTo>
                        <a:pt x="18574" y="85549"/>
                      </a:lnTo>
                      <a:lnTo>
                        <a:pt x="19796" y="86464"/>
                      </a:lnTo>
                      <a:lnTo>
                        <a:pt x="21062" y="87336"/>
                      </a:lnTo>
                      <a:lnTo>
                        <a:pt x="22371" y="88164"/>
                      </a:lnTo>
                      <a:lnTo>
                        <a:pt x="23703" y="88970"/>
                      </a:lnTo>
                      <a:lnTo>
                        <a:pt x="25056" y="89733"/>
                      </a:lnTo>
                      <a:lnTo>
                        <a:pt x="26431" y="90430"/>
                      </a:lnTo>
                      <a:lnTo>
                        <a:pt x="27850" y="91105"/>
                      </a:lnTo>
                      <a:lnTo>
                        <a:pt x="29334" y="91737"/>
                      </a:lnTo>
                      <a:lnTo>
                        <a:pt x="30796" y="92326"/>
                      </a:lnTo>
                      <a:lnTo>
                        <a:pt x="32280" y="92892"/>
                      </a:lnTo>
                      <a:lnTo>
                        <a:pt x="33830" y="93415"/>
                      </a:lnTo>
                      <a:lnTo>
                        <a:pt x="35401" y="93873"/>
                      </a:lnTo>
                      <a:close/>
                    </a:path>
                  </a:pathLst>
                </a:custGeom>
                <a:solidFill>
                  <a:schemeClr val="bg1">
                    <a:lumMod val="95000"/>
                  </a:schemeClr>
                </a:solidFill>
                <a:ln>
                  <a:noFill/>
                </a:ln>
              </p:spPr>
              <p:txBody>
                <a:bodyPr wrap="square" lIns="91440" tIns="45720" rIns="91440" bIns="45720" anchor="t" anchorCtr="0">
                  <a:normAutofit fontScale="25000" lnSpcReduction="20000"/>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buClr>
                      <a:srgbClr val="000000"/>
                    </a:buClr>
                  </a:pPr>
                  <a:endParaRPr>
                    <a:cs typeface="+mn-ea"/>
                    <a:sym typeface="+mn-lt"/>
                  </a:endParaRPr>
                </a:p>
              </p:txBody>
            </p:sp>
            <p:sp>
              <p:nvSpPr>
                <p:cNvPr id="45" name="任意多边形: 形状 44"/>
                <p:cNvSpPr/>
                <p:nvPr/>
              </p:nvSpPr>
              <p:spPr>
                <a:xfrm rot="2700000">
                  <a:off x="5113045" y="2652514"/>
                  <a:ext cx="955387" cy="886903"/>
                </a:xfrm>
                <a:custGeom>
                  <a:avLst/>
                  <a:gdLst/>
                  <a:ahLst/>
                  <a:cxnLst/>
                  <a:rect l="0" t="0" r="0" b="0"/>
                  <a:pathLst>
                    <a:path w="120000" h="120000" extrusionOk="0">
                      <a:moveTo>
                        <a:pt x="117903" y="77624"/>
                      </a:moveTo>
                      <a:lnTo>
                        <a:pt x="116411" y="77126"/>
                      </a:lnTo>
                      <a:lnTo>
                        <a:pt x="114918" y="76513"/>
                      </a:lnTo>
                      <a:lnTo>
                        <a:pt x="113426" y="75900"/>
                      </a:lnTo>
                      <a:lnTo>
                        <a:pt x="111969" y="75287"/>
                      </a:lnTo>
                      <a:lnTo>
                        <a:pt x="108984" y="73984"/>
                      </a:lnTo>
                      <a:lnTo>
                        <a:pt x="106070" y="72605"/>
                      </a:lnTo>
                      <a:lnTo>
                        <a:pt x="103192" y="71149"/>
                      </a:lnTo>
                      <a:lnTo>
                        <a:pt x="100349" y="69655"/>
                      </a:lnTo>
                      <a:lnTo>
                        <a:pt x="97471" y="68160"/>
                      </a:lnTo>
                      <a:lnTo>
                        <a:pt x="94663" y="66628"/>
                      </a:lnTo>
                      <a:lnTo>
                        <a:pt x="90470" y="64291"/>
                      </a:lnTo>
                      <a:lnTo>
                        <a:pt x="86277" y="61915"/>
                      </a:lnTo>
                      <a:lnTo>
                        <a:pt x="82084" y="59501"/>
                      </a:lnTo>
                      <a:lnTo>
                        <a:pt x="77927" y="56973"/>
                      </a:lnTo>
                      <a:lnTo>
                        <a:pt x="73840" y="54367"/>
                      </a:lnTo>
                      <a:lnTo>
                        <a:pt x="69789" y="51724"/>
                      </a:lnTo>
                      <a:lnTo>
                        <a:pt x="65809" y="49003"/>
                      </a:lnTo>
                      <a:lnTo>
                        <a:pt x="61865" y="46168"/>
                      </a:lnTo>
                      <a:lnTo>
                        <a:pt x="58418" y="43639"/>
                      </a:lnTo>
                      <a:lnTo>
                        <a:pt x="55007" y="41034"/>
                      </a:lnTo>
                      <a:lnTo>
                        <a:pt x="53301" y="39731"/>
                      </a:lnTo>
                      <a:lnTo>
                        <a:pt x="51631" y="38352"/>
                      </a:lnTo>
                      <a:lnTo>
                        <a:pt x="49925" y="36896"/>
                      </a:lnTo>
                      <a:lnTo>
                        <a:pt x="48291" y="35478"/>
                      </a:lnTo>
                      <a:lnTo>
                        <a:pt x="46727" y="33984"/>
                      </a:lnTo>
                      <a:lnTo>
                        <a:pt x="45164" y="32490"/>
                      </a:lnTo>
                      <a:lnTo>
                        <a:pt x="43636" y="30919"/>
                      </a:lnTo>
                      <a:lnTo>
                        <a:pt x="42143" y="29310"/>
                      </a:lnTo>
                      <a:lnTo>
                        <a:pt x="40722" y="27662"/>
                      </a:lnTo>
                      <a:lnTo>
                        <a:pt x="39336" y="25977"/>
                      </a:lnTo>
                      <a:lnTo>
                        <a:pt x="38057" y="24176"/>
                      </a:lnTo>
                      <a:lnTo>
                        <a:pt x="36849" y="22413"/>
                      </a:lnTo>
                      <a:lnTo>
                        <a:pt x="36031" y="21187"/>
                      </a:lnTo>
                      <a:lnTo>
                        <a:pt x="35321" y="19923"/>
                      </a:lnTo>
                      <a:lnTo>
                        <a:pt x="34646" y="18620"/>
                      </a:lnTo>
                      <a:lnTo>
                        <a:pt x="34042" y="17241"/>
                      </a:lnTo>
                      <a:lnTo>
                        <a:pt x="33757" y="16551"/>
                      </a:lnTo>
                      <a:lnTo>
                        <a:pt x="33509" y="15862"/>
                      </a:lnTo>
                      <a:lnTo>
                        <a:pt x="33295" y="15134"/>
                      </a:lnTo>
                      <a:lnTo>
                        <a:pt x="33118" y="14406"/>
                      </a:lnTo>
                      <a:lnTo>
                        <a:pt x="32940" y="13678"/>
                      </a:lnTo>
                      <a:lnTo>
                        <a:pt x="32833" y="12988"/>
                      </a:lnTo>
                      <a:lnTo>
                        <a:pt x="32762" y="12183"/>
                      </a:lnTo>
                      <a:lnTo>
                        <a:pt x="32762" y="11494"/>
                      </a:lnTo>
                      <a:lnTo>
                        <a:pt x="32691" y="10689"/>
                      </a:lnTo>
                      <a:lnTo>
                        <a:pt x="32762" y="9885"/>
                      </a:lnTo>
                      <a:lnTo>
                        <a:pt x="32833" y="9042"/>
                      </a:lnTo>
                      <a:lnTo>
                        <a:pt x="33011" y="8237"/>
                      </a:lnTo>
                      <a:lnTo>
                        <a:pt x="33153" y="7394"/>
                      </a:lnTo>
                      <a:lnTo>
                        <a:pt x="33366" y="6551"/>
                      </a:lnTo>
                      <a:lnTo>
                        <a:pt x="33651" y="5747"/>
                      </a:lnTo>
                      <a:lnTo>
                        <a:pt x="33970" y="4904"/>
                      </a:lnTo>
                      <a:lnTo>
                        <a:pt x="34326" y="4137"/>
                      </a:lnTo>
                      <a:lnTo>
                        <a:pt x="34752" y="3409"/>
                      </a:lnTo>
                      <a:lnTo>
                        <a:pt x="35214" y="2758"/>
                      </a:lnTo>
                      <a:lnTo>
                        <a:pt x="35712" y="2107"/>
                      </a:lnTo>
                      <a:lnTo>
                        <a:pt x="36280" y="1532"/>
                      </a:lnTo>
                      <a:lnTo>
                        <a:pt x="36884" y="1034"/>
                      </a:lnTo>
                      <a:lnTo>
                        <a:pt x="37488" y="651"/>
                      </a:lnTo>
                      <a:lnTo>
                        <a:pt x="38235" y="306"/>
                      </a:lnTo>
                      <a:lnTo>
                        <a:pt x="38625" y="191"/>
                      </a:lnTo>
                      <a:lnTo>
                        <a:pt x="39087" y="114"/>
                      </a:lnTo>
                      <a:lnTo>
                        <a:pt x="39514" y="38"/>
                      </a:lnTo>
                      <a:lnTo>
                        <a:pt x="39905" y="0"/>
                      </a:lnTo>
                      <a:lnTo>
                        <a:pt x="40331" y="0"/>
                      </a:lnTo>
                      <a:lnTo>
                        <a:pt x="40722" y="38"/>
                      </a:lnTo>
                      <a:lnTo>
                        <a:pt x="41184" y="38"/>
                      </a:lnTo>
                      <a:lnTo>
                        <a:pt x="41610" y="153"/>
                      </a:lnTo>
                      <a:lnTo>
                        <a:pt x="42428" y="383"/>
                      </a:lnTo>
                      <a:lnTo>
                        <a:pt x="43174" y="689"/>
                      </a:lnTo>
                      <a:lnTo>
                        <a:pt x="43956" y="1111"/>
                      </a:lnTo>
                      <a:lnTo>
                        <a:pt x="44702" y="1609"/>
                      </a:lnTo>
                      <a:lnTo>
                        <a:pt x="45448" y="2107"/>
                      </a:lnTo>
                      <a:lnTo>
                        <a:pt x="46159" y="2681"/>
                      </a:lnTo>
                      <a:lnTo>
                        <a:pt x="46834" y="3295"/>
                      </a:lnTo>
                      <a:lnTo>
                        <a:pt x="47438" y="3984"/>
                      </a:lnTo>
                      <a:lnTo>
                        <a:pt x="48042" y="4674"/>
                      </a:lnTo>
                      <a:lnTo>
                        <a:pt x="48611" y="5363"/>
                      </a:lnTo>
                      <a:lnTo>
                        <a:pt x="49108" y="6053"/>
                      </a:lnTo>
                      <a:lnTo>
                        <a:pt x="49570" y="6743"/>
                      </a:lnTo>
                      <a:lnTo>
                        <a:pt x="50139" y="7662"/>
                      </a:lnTo>
                      <a:lnTo>
                        <a:pt x="50707" y="8659"/>
                      </a:lnTo>
                      <a:lnTo>
                        <a:pt x="51205" y="9731"/>
                      </a:lnTo>
                      <a:lnTo>
                        <a:pt x="51667" y="10689"/>
                      </a:lnTo>
                      <a:lnTo>
                        <a:pt x="52129" y="11800"/>
                      </a:lnTo>
                      <a:lnTo>
                        <a:pt x="52555" y="12911"/>
                      </a:lnTo>
                      <a:lnTo>
                        <a:pt x="52839" y="14022"/>
                      </a:lnTo>
                      <a:lnTo>
                        <a:pt x="53159" y="15134"/>
                      </a:lnTo>
                      <a:lnTo>
                        <a:pt x="53408" y="16245"/>
                      </a:lnTo>
                      <a:lnTo>
                        <a:pt x="53621" y="17394"/>
                      </a:lnTo>
                      <a:lnTo>
                        <a:pt x="53763" y="18544"/>
                      </a:lnTo>
                      <a:lnTo>
                        <a:pt x="53870" y="19731"/>
                      </a:lnTo>
                      <a:lnTo>
                        <a:pt x="53941" y="20881"/>
                      </a:lnTo>
                      <a:lnTo>
                        <a:pt x="53870" y="22030"/>
                      </a:lnTo>
                      <a:lnTo>
                        <a:pt x="53834" y="23180"/>
                      </a:lnTo>
                      <a:lnTo>
                        <a:pt x="53657" y="24291"/>
                      </a:lnTo>
                      <a:lnTo>
                        <a:pt x="53479" y="25402"/>
                      </a:lnTo>
                      <a:lnTo>
                        <a:pt x="53159" y="26475"/>
                      </a:lnTo>
                      <a:lnTo>
                        <a:pt x="52804" y="27509"/>
                      </a:lnTo>
                      <a:lnTo>
                        <a:pt x="52342" y="28544"/>
                      </a:lnTo>
                      <a:lnTo>
                        <a:pt x="51844" y="29616"/>
                      </a:lnTo>
                      <a:lnTo>
                        <a:pt x="51311" y="30613"/>
                      </a:lnTo>
                      <a:lnTo>
                        <a:pt x="50707" y="31609"/>
                      </a:lnTo>
                      <a:lnTo>
                        <a:pt x="50103" y="32605"/>
                      </a:lnTo>
                      <a:lnTo>
                        <a:pt x="49392" y="33524"/>
                      </a:lnTo>
                      <a:lnTo>
                        <a:pt x="48717" y="34406"/>
                      </a:lnTo>
                      <a:lnTo>
                        <a:pt x="48007" y="35287"/>
                      </a:lnTo>
                      <a:lnTo>
                        <a:pt x="47225" y="36168"/>
                      </a:lnTo>
                      <a:lnTo>
                        <a:pt x="45732" y="37777"/>
                      </a:lnTo>
                      <a:lnTo>
                        <a:pt x="44204" y="39272"/>
                      </a:lnTo>
                      <a:lnTo>
                        <a:pt x="43387" y="40000"/>
                      </a:lnTo>
                      <a:lnTo>
                        <a:pt x="42570" y="40727"/>
                      </a:lnTo>
                      <a:lnTo>
                        <a:pt x="41646" y="41417"/>
                      </a:lnTo>
                      <a:lnTo>
                        <a:pt x="40722" y="42107"/>
                      </a:lnTo>
                      <a:lnTo>
                        <a:pt x="39798" y="42720"/>
                      </a:lnTo>
                      <a:lnTo>
                        <a:pt x="38839" y="43256"/>
                      </a:lnTo>
                      <a:lnTo>
                        <a:pt x="37879" y="43793"/>
                      </a:lnTo>
                      <a:lnTo>
                        <a:pt x="36849" y="44291"/>
                      </a:lnTo>
                      <a:lnTo>
                        <a:pt x="35818" y="44674"/>
                      </a:lnTo>
                      <a:lnTo>
                        <a:pt x="34788" y="45095"/>
                      </a:lnTo>
                      <a:lnTo>
                        <a:pt x="33722" y="45363"/>
                      </a:lnTo>
                      <a:lnTo>
                        <a:pt x="32656" y="45593"/>
                      </a:lnTo>
                      <a:lnTo>
                        <a:pt x="31554" y="45747"/>
                      </a:lnTo>
                      <a:lnTo>
                        <a:pt x="30488" y="45785"/>
                      </a:lnTo>
                      <a:lnTo>
                        <a:pt x="29351" y="45785"/>
                      </a:lnTo>
                      <a:lnTo>
                        <a:pt x="28285" y="45747"/>
                      </a:lnTo>
                      <a:lnTo>
                        <a:pt x="27183" y="45593"/>
                      </a:lnTo>
                      <a:lnTo>
                        <a:pt x="26046" y="45287"/>
                      </a:lnTo>
                      <a:lnTo>
                        <a:pt x="24980" y="44980"/>
                      </a:lnTo>
                      <a:lnTo>
                        <a:pt x="23950" y="44597"/>
                      </a:lnTo>
                      <a:lnTo>
                        <a:pt x="22919" y="44137"/>
                      </a:lnTo>
                      <a:lnTo>
                        <a:pt x="21960" y="43601"/>
                      </a:lnTo>
                      <a:lnTo>
                        <a:pt x="21036" y="42988"/>
                      </a:lnTo>
                      <a:lnTo>
                        <a:pt x="20112" y="42298"/>
                      </a:lnTo>
                      <a:lnTo>
                        <a:pt x="19224" y="41609"/>
                      </a:lnTo>
                      <a:lnTo>
                        <a:pt x="18406" y="40804"/>
                      </a:lnTo>
                      <a:lnTo>
                        <a:pt x="17660" y="40000"/>
                      </a:lnTo>
                      <a:lnTo>
                        <a:pt x="16949" y="39118"/>
                      </a:lnTo>
                      <a:lnTo>
                        <a:pt x="16203" y="38122"/>
                      </a:lnTo>
                      <a:lnTo>
                        <a:pt x="15599" y="37126"/>
                      </a:lnTo>
                      <a:lnTo>
                        <a:pt x="15031" y="36053"/>
                      </a:lnTo>
                      <a:lnTo>
                        <a:pt x="14533" y="34980"/>
                      </a:lnTo>
                      <a:lnTo>
                        <a:pt x="14213" y="34176"/>
                      </a:lnTo>
                      <a:lnTo>
                        <a:pt x="13965" y="33371"/>
                      </a:lnTo>
                      <a:lnTo>
                        <a:pt x="13751" y="32528"/>
                      </a:lnTo>
                      <a:lnTo>
                        <a:pt x="13609" y="31647"/>
                      </a:lnTo>
                      <a:lnTo>
                        <a:pt x="13574" y="30766"/>
                      </a:lnTo>
                      <a:lnTo>
                        <a:pt x="13503" y="29885"/>
                      </a:lnTo>
                      <a:lnTo>
                        <a:pt x="13574" y="29003"/>
                      </a:lnTo>
                      <a:lnTo>
                        <a:pt x="13645" y="28122"/>
                      </a:lnTo>
                      <a:lnTo>
                        <a:pt x="13822" y="27279"/>
                      </a:lnTo>
                      <a:lnTo>
                        <a:pt x="14071" y="26475"/>
                      </a:lnTo>
                      <a:lnTo>
                        <a:pt x="14391" y="25670"/>
                      </a:lnTo>
                      <a:lnTo>
                        <a:pt x="14782" y="24904"/>
                      </a:lnTo>
                      <a:lnTo>
                        <a:pt x="15244" y="24252"/>
                      </a:lnTo>
                      <a:lnTo>
                        <a:pt x="15812" y="23601"/>
                      </a:lnTo>
                      <a:lnTo>
                        <a:pt x="16132" y="23295"/>
                      </a:lnTo>
                      <a:lnTo>
                        <a:pt x="16416" y="23026"/>
                      </a:lnTo>
                      <a:lnTo>
                        <a:pt x="16772" y="22758"/>
                      </a:lnTo>
                      <a:lnTo>
                        <a:pt x="17127" y="22528"/>
                      </a:lnTo>
                      <a:lnTo>
                        <a:pt x="17482" y="22375"/>
                      </a:lnTo>
                      <a:lnTo>
                        <a:pt x="17909" y="22145"/>
                      </a:lnTo>
                      <a:lnTo>
                        <a:pt x="18264" y="22030"/>
                      </a:lnTo>
                      <a:lnTo>
                        <a:pt x="18691" y="21877"/>
                      </a:lnTo>
                      <a:lnTo>
                        <a:pt x="19437" y="21685"/>
                      </a:lnTo>
                      <a:lnTo>
                        <a:pt x="20254" y="21647"/>
                      </a:lnTo>
                      <a:lnTo>
                        <a:pt x="21071" y="21685"/>
                      </a:lnTo>
                      <a:lnTo>
                        <a:pt x="21853" y="21800"/>
                      </a:lnTo>
                      <a:lnTo>
                        <a:pt x="22671" y="21992"/>
                      </a:lnTo>
                      <a:lnTo>
                        <a:pt x="23417" y="22260"/>
                      </a:lnTo>
                      <a:lnTo>
                        <a:pt x="24234" y="22528"/>
                      </a:lnTo>
                      <a:lnTo>
                        <a:pt x="25016" y="22911"/>
                      </a:lnTo>
                      <a:lnTo>
                        <a:pt x="25726" y="23371"/>
                      </a:lnTo>
                      <a:lnTo>
                        <a:pt x="26437" y="23793"/>
                      </a:lnTo>
                      <a:lnTo>
                        <a:pt x="27183" y="24291"/>
                      </a:lnTo>
                      <a:lnTo>
                        <a:pt x="27787" y="24865"/>
                      </a:lnTo>
                      <a:lnTo>
                        <a:pt x="28392" y="25402"/>
                      </a:lnTo>
                      <a:lnTo>
                        <a:pt x="28960" y="25977"/>
                      </a:lnTo>
                      <a:lnTo>
                        <a:pt x="29920" y="27011"/>
                      </a:lnTo>
                      <a:lnTo>
                        <a:pt x="30808" y="28122"/>
                      </a:lnTo>
                      <a:lnTo>
                        <a:pt x="31625" y="29310"/>
                      </a:lnTo>
                      <a:lnTo>
                        <a:pt x="32371" y="30613"/>
                      </a:lnTo>
                      <a:lnTo>
                        <a:pt x="33118" y="31915"/>
                      </a:lnTo>
                      <a:lnTo>
                        <a:pt x="33722" y="33295"/>
                      </a:lnTo>
                      <a:lnTo>
                        <a:pt x="34326" y="34674"/>
                      </a:lnTo>
                      <a:lnTo>
                        <a:pt x="34859" y="36168"/>
                      </a:lnTo>
                      <a:lnTo>
                        <a:pt x="35321" y="37662"/>
                      </a:lnTo>
                      <a:lnTo>
                        <a:pt x="35712" y="39157"/>
                      </a:lnTo>
                      <a:lnTo>
                        <a:pt x="36031" y="40651"/>
                      </a:lnTo>
                      <a:lnTo>
                        <a:pt x="36280" y="42145"/>
                      </a:lnTo>
                      <a:lnTo>
                        <a:pt x="36493" y="43678"/>
                      </a:lnTo>
                      <a:lnTo>
                        <a:pt x="36600" y="45134"/>
                      </a:lnTo>
                      <a:lnTo>
                        <a:pt x="36636" y="46628"/>
                      </a:lnTo>
                      <a:lnTo>
                        <a:pt x="36636" y="48045"/>
                      </a:lnTo>
                      <a:lnTo>
                        <a:pt x="36529" y="49042"/>
                      </a:lnTo>
                      <a:lnTo>
                        <a:pt x="36422" y="50114"/>
                      </a:lnTo>
                      <a:lnTo>
                        <a:pt x="36209" y="51034"/>
                      </a:lnTo>
                      <a:lnTo>
                        <a:pt x="35960" y="52030"/>
                      </a:lnTo>
                      <a:lnTo>
                        <a:pt x="35712" y="52988"/>
                      </a:lnTo>
                      <a:lnTo>
                        <a:pt x="35356" y="53869"/>
                      </a:lnTo>
                      <a:lnTo>
                        <a:pt x="34930" y="54750"/>
                      </a:lnTo>
                      <a:lnTo>
                        <a:pt x="34468" y="55632"/>
                      </a:lnTo>
                      <a:lnTo>
                        <a:pt x="33970" y="56398"/>
                      </a:lnTo>
                      <a:lnTo>
                        <a:pt x="33402" y="57164"/>
                      </a:lnTo>
                      <a:lnTo>
                        <a:pt x="32798" y="57892"/>
                      </a:lnTo>
                      <a:lnTo>
                        <a:pt x="32123" y="58544"/>
                      </a:lnTo>
                      <a:lnTo>
                        <a:pt x="31412" y="59233"/>
                      </a:lnTo>
                      <a:lnTo>
                        <a:pt x="30630" y="59770"/>
                      </a:lnTo>
                      <a:lnTo>
                        <a:pt x="29813" y="60268"/>
                      </a:lnTo>
                      <a:lnTo>
                        <a:pt x="28996" y="60766"/>
                      </a:lnTo>
                      <a:lnTo>
                        <a:pt x="28498" y="60996"/>
                      </a:lnTo>
                      <a:lnTo>
                        <a:pt x="27930" y="61226"/>
                      </a:lnTo>
                      <a:lnTo>
                        <a:pt x="27432" y="61379"/>
                      </a:lnTo>
                      <a:lnTo>
                        <a:pt x="26899" y="61532"/>
                      </a:lnTo>
                      <a:lnTo>
                        <a:pt x="25798" y="61762"/>
                      </a:lnTo>
                      <a:lnTo>
                        <a:pt x="24696" y="61915"/>
                      </a:lnTo>
                      <a:lnTo>
                        <a:pt x="23594" y="61915"/>
                      </a:lnTo>
                      <a:lnTo>
                        <a:pt x="22457" y="61915"/>
                      </a:lnTo>
                      <a:lnTo>
                        <a:pt x="21320" y="61839"/>
                      </a:lnTo>
                      <a:lnTo>
                        <a:pt x="20219" y="61609"/>
                      </a:lnTo>
                      <a:lnTo>
                        <a:pt x="19082" y="61379"/>
                      </a:lnTo>
                      <a:lnTo>
                        <a:pt x="18015" y="61034"/>
                      </a:lnTo>
                      <a:lnTo>
                        <a:pt x="16878" y="60727"/>
                      </a:lnTo>
                      <a:lnTo>
                        <a:pt x="15812" y="60344"/>
                      </a:lnTo>
                      <a:lnTo>
                        <a:pt x="14746" y="59885"/>
                      </a:lnTo>
                      <a:lnTo>
                        <a:pt x="13716" y="59425"/>
                      </a:lnTo>
                      <a:lnTo>
                        <a:pt x="12721" y="58965"/>
                      </a:lnTo>
                      <a:lnTo>
                        <a:pt x="11761" y="58505"/>
                      </a:lnTo>
                      <a:lnTo>
                        <a:pt x="10162" y="57624"/>
                      </a:lnTo>
                      <a:lnTo>
                        <a:pt x="8279" y="56475"/>
                      </a:lnTo>
                      <a:lnTo>
                        <a:pt x="7213" y="55747"/>
                      </a:lnTo>
                      <a:lnTo>
                        <a:pt x="6183" y="55019"/>
                      </a:lnTo>
                      <a:lnTo>
                        <a:pt x="5152" y="54252"/>
                      </a:lnTo>
                      <a:lnTo>
                        <a:pt x="4157" y="53371"/>
                      </a:lnTo>
                      <a:lnTo>
                        <a:pt x="3233" y="52490"/>
                      </a:lnTo>
                      <a:lnTo>
                        <a:pt x="2345" y="51532"/>
                      </a:lnTo>
                      <a:lnTo>
                        <a:pt x="1954" y="51111"/>
                      </a:lnTo>
                      <a:lnTo>
                        <a:pt x="1599" y="50613"/>
                      </a:lnTo>
                      <a:lnTo>
                        <a:pt x="1208" y="50114"/>
                      </a:lnTo>
                      <a:lnTo>
                        <a:pt x="923" y="49616"/>
                      </a:lnTo>
                      <a:lnTo>
                        <a:pt x="675" y="49118"/>
                      </a:lnTo>
                      <a:lnTo>
                        <a:pt x="461" y="48544"/>
                      </a:lnTo>
                      <a:lnTo>
                        <a:pt x="248" y="48045"/>
                      </a:lnTo>
                      <a:lnTo>
                        <a:pt x="142" y="47547"/>
                      </a:lnTo>
                      <a:lnTo>
                        <a:pt x="35" y="47011"/>
                      </a:lnTo>
                      <a:lnTo>
                        <a:pt x="0" y="46513"/>
                      </a:lnTo>
                      <a:lnTo>
                        <a:pt x="35" y="45977"/>
                      </a:lnTo>
                      <a:lnTo>
                        <a:pt x="142" y="45402"/>
                      </a:lnTo>
                      <a:lnTo>
                        <a:pt x="248" y="45019"/>
                      </a:lnTo>
                      <a:lnTo>
                        <a:pt x="390" y="44674"/>
                      </a:lnTo>
                      <a:lnTo>
                        <a:pt x="568" y="44367"/>
                      </a:lnTo>
                      <a:lnTo>
                        <a:pt x="817" y="44099"/>
                      </a:lnTo>
                      <a:lnTo>
                        <a:pt x="1030" y="43793"/>
                      </a:lnTo>
                      <a:lnTo>
                        <a:pt x="1314" y="43601"/>
                      </a:lnTo>
                      <a:lnTo>
                        <a:pt x="1634" y="43371"/>
                      </a:lnTo>
                      <a:lnTo>
                        <a:pt x="1989" y="43180"/>
                      </a:lnTo>
                      <a:lnTo>
                        <a:pt x="2345" y="43103"/>
                      </a:lnTo>
                      <a:lnTo>
                        <a:pt x="2700" y="42911"/>
                      </a:lnTo>
                      <a:lnTo>
                        <a:pt x="3127" y="42873"/>
                      </a:lnTo>
                      <a:lnTo>
                        <a:pt x="3517" y="42758"/>
                      </a:lnTo>
                      <a:lnTo>
                        <a:pt x="4406" y="42720"/>
                      </a:lnTo>
                      <a:lnTo>
                        <a:pt x="5330" y="42643"/>
                      </a:lnTo>
                      <a:lnTo>
                        <a:pt x="6254" y="42720"/>
                      </a:lnTo>
                      <a:lnTo>
                        <a:pt x="7106" y="42796"/>
                      </a:lnTo>
                      <a:lnTo>
                        <a:pt x="8030" y="42911"/>
                      </a:lnTo>
                      <a:lnTo>
                        <a:pt x="8883" y="43103"/>
                      </a:lnTo>
                      <a:lnTo>
                        <a:pt x="10447" y="43409"/>
                      </a:lnTo>
                      <a:lnTo>
                        <a:pt x="11548" y="43754"/>
                      </a:lnTo>
                      <a:lnTo>
                        <a:pt x="12934" y="44176"/>
                      </a:lnTo>
                      <a:lnTo>
                        <a:pt x="14284" y="44750"/>
                      </a:lnTo>
                      <a:lnTo>
                        <a:pt x="15599" y="45363"/>
                      </a:lnTo>
                      <a:lnTo>
                        <a:pt x="16949" y="45977"/>
                      </a:lnTo>
                      <a:lnTo>
                        <a:pt x="18229" y="46666"/>
                      </a:lnTo>
                      <a:lnTo>
                        <a:pt x="19508" y="47471"/>
                      </a:lnTo>
                      <a:lnTo>
                        <a:pt x="20716" y="48275"/>
                      </a:lnTo>
                      <a:lnTo>
                        <a:pt x="21960" y="49118"/>
                      </a:lnTo>
                      <a:lnTo>
                        <a:pt x="24341" y="50919"/>
                      </a:lnTo>
                      <a:lnTo>
                        <a:pt x="26721" y="52796"/>
                      </a:lnTo>
                      <a:lnTo>
                        <a:pt x="28996" y="54750"/>
                      </a:lnTo>
                      <a:lnTo>
                        <a:pt x="31199" y="56628"/>
                      </a:lnTo>
                      <a:lnTo>
                        <a:pt x="33757" y="58850"/>
                      </a:lnTo>
                      <a:lnTo>
                        <a:pt x="36209" y="61111"/>
                      </a:lnTo>
                      <a:lnTo>
                        <a:pt x="38697" y="63486"/>
                      </a:lnTo>
                      <a:lnTo>
                        <a:pt x="41042" y="65862"/>
                      </a:lnTo>
                      <a:lnTo>
                        <a:pt x="43387" y="68275"/>
                      </a:lnTo>
                      <a:lnTo>
                        <a:pt x="45697" y="70766"/>
                      </a:lnTo>
                      <a:lnTo>
                        <a:pt x="47936" y="73295"/>
                      </a:lnTo>
                      <a:lnTo>
                        <a:pt x="50139" y="75862"/>
                      </a:lnTo>
                      <a:lnTo>
                        <a:pt x="52377" y="78505"/>
                      </a:lnTo>
                      <a:lnTo>
                        <a:pt x="54652" y="81149"/>
                      </a:lnTo>
                      <a:lnTo>
                        <a:pt x="56784" y="83869"/>
                      </a:lnTo>
                      <a:lnTo>
                        <a:pt x="58987" y="86628"/>
                      </a:lnTo>
                      <a:lnTo>
                        <a:pt x="61154" y="89348"/>
                      </a:lnTo>
                      <a:lnTo>
                        <a:pt x="63251" y="92107"/>
                      </a:lnTo>
                      <a:lnTo>
                        <a:pt x="65383" y="94865"/>
                      </a:lnTo>
                      <a:lnTo>
                        <a:pt x="67551" y="97624"/>
                      </a:lnTo>
                      <a:lnTo>
                        <a:pt x="69647" y="100344"/>
                      </a:lnTo>
                      <a:lnTo>
                        <a:pt x="71779" y="103103"/>
                      </a:lnTo>
                      <a:lnTo>
                        <a:pt x="73947" y="105862"/>
                      </a:lnTo>
                      <a:lnTo>
                        <a:pt x="76079" y="108582"/>
                      </a:lnTo>
                      <a:lnTo>
                        <a:pt x="78282" y="111264"/>
                      </a:lnTo>
                      <a:lnTo>
                        <a:pt x="80485" y="113984"/>
                      </a:lnTo>
                      <a:lnTo>
                        <a:pt x="82724" y="116628"/>
                      </a:lnTo>
                      <a:lnTo>
                        <a:pt x="84998" y="119233"/>
                      </a:lnTo>
                      <a:lnTo>
                        <a:pt x="85140" y="119463"/>
                      </a:lnTo>
                      <a:lnTo>
                        <a:pt x="85140" y="119616"/>
                      </a:lnTo>
                      <a:lnTo>
                        <a:pt x="85105" y="119770"/>
                      </a:lnTo>
                      <a:lnTo>
                        <a:pt x="84927" y="119885"/>
                      </a:lnTo>
                      <a:lnTo>
                        <a:pt x="84678" y="119961"/>
                      </a:lnTo>
                      <a:lnTo>
                        <a:pt x="84429" y="120000"/>
                      </a:lnTo>
                      <a:lnTo>
                        <a:pt x="84074" y="120000"/>
                      </a:lnTo>
                      <a:lnTo>
                        <a:pt x="83719" y="120000"/>
                      </a:lnTo>
                      <a:lnTo>
                        <a:pt x="82937" y="119885"/>
                      </a:lnTo>
                      <a:lnTo>
                        <a:pt x="82191" y="119655"/>
                      </a:lnTo>
                      <a:lnTo>
                        <a:pt x="81800" y="119578"/>
                      </a:lnTo>
                      <a:lnTo>
                        <a:pt x="81516" y="119386"/>
                      </a:lnTo>
                      <a:lnTo>
                        <a:pt x="81267" y="119272"/>
                      </a:lnTo>
                      <a:lnTo>
                        <a:pt x="81054" y="119118"/>
                      </a:lnTo>
                      <a:lnTo>
                        <a:pt x="78602" y="116245"/>
                      </a:lnTo>
                      <a:lnTo>
                        <a:pt x="76185" y="113371"/>
                      </a:lnTo>
                      <a:lnTo>
                        <a:pt x="73769" y="110459"/>
                      </a:lnTo>
                      <a:lnTo>
                        <a:pt x="71424" y="107509"/>
                      </a:lnTo>
                      <a:lnTo>
                        <a:pt x="69079" y="104521"/>
                      </a:lnTo>
                      <a:lnTo>
                        <a:pt x="66733" y="101532"/>
                      </a:lnTo>
                      <a:lnTo>
                        <a:pt x="64424" y="98582"/>
                      </a:lnTo>
                      <a:lnTo>
                        <a:pt x="62114" y="95593"/>
                      </a:lnTo>
                      <a:lnTo>
                        <a:pt x="59769" y="92605"/>
                      </a:lnTo>
                      <a:lnTo>
                        <a:pt x="57459" y="89616"/>
                      </a:lnTo>
                      <a:lnTo>
                        <a:pt x="55114" y="86628"/>
                      </a:lnTo>
                      <a:lnTo>
                        <a:pt x="52804" y="83639"/>
                      </a:lnTo>
                      <a:lnTo>
                        <a:pt x="50387" y="80727"/>
                      </a:lnTo>
                      <a:lnTo>
                        <a:pt x="48007" y="77854"/>
                      </a:lnTo>
                      <a:lnTo>
                        <a:pt x="45590" y="74980"/>
                      </a:lnTo>
                      <a:lnTo>
                        <a:pt x="43067" y="72107"/>
                      </a:lnTo>
                      <a:lnTo>
                        <a:pt x="40438" y="69157"/>
                      </a:lnTo>
                      <a:lnTo>
                        <a:pt x="37702" y="66283"/>
                      </a:lnTo>
                      <a:lnTo>
                        <a:pt x="34894" y="63524"/>
                      </a:lnTo>
                      <a:lnTo>
                        <a:pt x="32016" y="60842"/>
                      </a:lnTo>
                      <a:lnTo>
                        <a:pt x="29102" y="58160"/>
                      </a:lnTo>
                      <a:lnTo>
                        <a:pt x="26153" y="55632"/>
                      </a:lnTo>
                      <a:lnTo>
                        <a:pt x="24660" y="54367"/>
                      </a:lnTo>
                      <a:lnTo>
                        <a:pt x="23132" y="53141"/>
                      </a:lnTo>
                      <a:lnTo>
                        <a:pt x="21533" y="51915"/>
                      </a:lnTo>
                      <a:lnTo>
                        <a:pt x="20005" y="50766"/>
                      </a:lnTo>
                      <a:lnTo>
                        <a:pt x="18620" y="49731"/>
                      </a:lnTo>
                      <a:lnTo>
                        <a:pt x="17198" y="48735"/>
                      </a:lnTo>
                      <a:lnTo>
                        <a:pt x="15706" y="47777"/>
                      </a:lnTo>
                      <a:lnTo>
                        <a:pt x="14213" y="46896"/>
                      </a:lnTo>
                      <a:lnTo>
                        <a:pt x="13467" y="46513"/>
                      </a:lnTo>
                      <a:lnTo>
                        <a:pt x="12650" y="46168"/>
                      </a:lnTo>
                      <a:lnTo>
                        <a:pt x="11868" y="45862"/>
                      </a:lnTo>
                      <a:lnTo>
                        <a:pt x="11051" y="45593"/>
                      </a:lnTo>
                      <a:lnTo>
                        <a:pt x="10233" y="45363"/>
                      </a:lnTo>
                      <a:lnTo>
                        <a:pt x="9416" y="45134"/>
                      </a:lnTo>
                      <a:lnTo>
                        <a:pt x="8599" y="45019"/>
                      </a:lnTo>
                      <a:lnTo>
                        <a:pt x="7710" y="44980"/>
                      </a:lnTo>
                      <a:lnTo>
                        <a:pt x="7106" y="44980"/>
                      </a:lnTo>
                      <a:lnTo>
                        <a:pt x="6538" y="45019"/>
                      </a:lnTo>
                      <a:lnTo>
                        <a:pt x="6076" y="45172"/>
                      </a:lnTo>
                      <a:lnTo>
                        <a:pt x="5685" y="45363"/>
                      </a:lnTo>
                      <a:lnTo>
                        <a:pt x="5330" y="45593"/>
                      </a:lnTo>
                      <a:lnTo>
                        <a:pt x="5010" y="45862"/>
                      </a:lnTo>
                      <a:lnTo>
                        <a:pt x="4797" y="46168"/>
                      </a:lnTo>
                      <a:lnTo>
                        <a:pt x="4655" y="46551"/>
                      </a:lnTo>
                      <a:lnTo>
                        <a:pt x="4548" y="46973"/>
                      </a:lnTo>
                      <a:lnTo>
                        <a:pt x="4512" y="47394"/>
                      </a:lnTo>
                      <a:lnTo>
                        <a:pt x="4512" y="47854"/>
                      </a:lnTo>
                      <a:lnTo>
                        <a:pt x="4619" y="48352"/>
                      </a:lnTo>
                      <a:lnTo>
                        <a:pt x="4690" y="48773"/>
                      </a:lnTo>
                      <a:lnTo>
                        <a:pt x="4903" y="49272"/>
                      </a:lnTo>
                      <a:lnTo>
                        <a:pt x="5152" y="49770"/>
                      </a:lnTo>
                      <a:lnTo>
                        <a:pt x="5472" y="50268"/>
                      </a:lnTo>
                      <a:lnTo>
                        <a:pt x="5934" y="50919"/>
                      </a:lnTo>
                      <a:lnTo>
                        <a:pt x="6431" y="51609"/>
                      </a:lnTo>
                      <a:lnTo>
                        <a:pt x="6964" y="52260"/>
                      </a:lnTo>
                      <a:lnTo>
                        <a:pt x="7568" y="52873"/>
                      </a:lnTo>
                      <a:lnTo>
                        <a:pt x="8137" y="53486"/>
                      </a:lnTo>
                      <a:lnTo>
                        <a:pt x="8812" y="54099"/>
                      </a:lnTo>
                      <a:lnTo>
                        <a:pt x="9452" y="54636"/>
                      </a:lnTo>
                      <a:lnTo>
                        <a:pt x="10127" y="55172"/>
                      </a:lnTo>
                      <a:lnTo>
                        <a:pt x="10838" y="55747"/>
                      </a:lnTo>
                      <a:lnTo>
                        <a:pt x="11548" y="56245"/>
                      </a:lnTo>
                      <a:lnTo>
                        <a:pt x="12330" y="56743"/>
                      </a:lnTo>
                      <a:lnTo>
                        <a:pt x="13112" y="57164"/>
                      </a:lnTo>
                      <a:lnTo>
                        <a:pt x="13858" y="57547"/>
                      </a:lnTo>
                      <a:lnTo>
                        <a:pt x="14640" y="57969"/>
                      </a:lnTo>
                      <a:lnTo>
                        <a:pt x="15457" y="58275"/>
                      </a:lnTo>
                      <a:lnTo>
                        <a:pt x="16274" y="58620"/>
                      </a:lnTo>
                      <a:lnTo>
                        <a:pt x="17092" y="58888"/>
                      </a:lnTo>
                      <a:lnTo>
                        <a:pt x="17909" y="59118"/>
                      </a:lnTo>
                      <a:lnTo>
                        <a:pt x="18726" y="59272"/>
                      </a:lnTo>
                      <a:lnTo>
                        <a:pt x="19543" y="59386"/>
                      </a:lnTo>
                      <a:lnTo>
                        <a:pt x="20361" y="59501"/>
                      </a:lnTo>
                      <a:lnTo>
                        <a:pt x="21178" y="59501"/>
                      </a:lnTo>
                      <a:lnTo>
                        <a:pt x="21995" y="59501"/>
                      </a:lnTo>
                      <a:lnTo>
                        <a:pt x="22777" y="59386"/>
                      </a:lnTo>
                      <a:lnTo>
                        <a:pt x="23594" y="59272"/>
                      </a:lnTo>
                      <a:lnTo>
                        <a:pt x="24341" y="59042"/>
                      </a:lnTo>
                      <a:lnTo>
                        <a:pt x="25122" y="58773"/>
                      </a:lnTo>
                      <a:lnTo>
                        <a:pt x="25833" y="58467"/>
                      </a:lnTo>
                      <a:lnTo>
                        <a:pt x="26615" y="58045"/>
                      </a:lnTo>
                      <a:lnTo>
                        <a:pt x="27254" y="57624"/>
                      </a:lnTo>
                      <a:lnTo>
                        <a:pt x="28001" y="57126"/>
                      </a:lnTo>
                      <a:lnTo>
                        <a:pt x="28605" y="56513"/>
                      </a:lnTo>
                      <a:lnTo>
                        <a:pt x="29102" y="55977"/>
                      </a:lnTo>
                      <a:lnTo>
                        <a:pt x="29564" y="55402"/>
                      </a:lnTo>
                      <a:lnTo>
                        <a:pt x="29991" y="54865"/>
                      </a:lnTo>
                      <a:lnTo>
                        <a:pt x="30381" y="54252"/>
                      </a:lnTo>
                      <a:lnTo>
                        <a:pt x="30701" y="53639"/>
                      </a:lnTo>
                      <a:lnTo>
                        <a:pt x="31021" y="53026"/>
                      </a:lnTo>
                      <a:lnTo>
                        <a:pt x="31305" y="52375"/>
                      </a:lnTo>
                      <a:lnTo>
                        <a:pt x="31519" y="51724"/>
                      </a:lnTo>
                      <a:lnTo>
                        <a:pt x="31732" y="51034"/>
                      </a:lnTo>
                      <a:lnTo>
                        <a:pt x="31909" y="50344"/>
                      </a:lnTo>
                      <a:lnTo>
                        <a:pt x="32087" y="49616"/>
                      </a:lnTo>
                      <a:lnTo>
                        <a:pt x="32194" y="48927"/>
                      </a:lnTo>
                      <a:lnTo>
                        <a:pt x="32300" y="48237"/>
                      </a:lnTo>
                      <a:lnTo>
                        <a:pt x="32336" y="47471"/>
                      </a:lnTo>
                      <a:lnTo>
                        <a:pt x="32371" y="46743"/>
                      </a:lnTo>
                      <a:lnTo>
                        <a:pt x="32371" y="46015"/>
                      </a:lnTo>
                      <a:lnTo>
                        <a:pt x="32336" y="44521"/>
                      </a:lnTo>
                      <a:lnTo>
                        <a:pt x="32194" y="43026"/>
                      </a:lnTo>
                      <a:lnTo>
                        <a:pt x="31981" y="41532"/>
                      </a:lnTo>
                      <a:lnTo>
                        <a:pt x="31732" y="40114"/>
                      </a:lnTo>
                      <a:lnTo>
                        <a:pt x="31376" y="38659"/>
                      </a:lnTo>
                      <a:lnTo>
                        <a:pt x="30950" y="37279"/>
                      </a:lnTo>
                      <a:lnTo>
                        <a:pt x="30559" y="35977"/>
                      </a:lnTo>
                      <a:lnTo>
                        <a:pt x="30097" y="34674"/>
                      </a:lnTo>
                      <a:lnTo>
                        <a:pt x="29458" y="33256"/>
                      </a:lnTo>
                      <a:lnTo>
                        <a:pt x="28818" y="31762"/>
                      </a:lnTo>
                      <a:lnTo>
                        <a:pt x="28072" y="30268"/>
                      </a:lnTo>
                      <a:lnTo>
                        <a:pt x="27326" y="28773"/>
                      </a:lnTo>
                      <a:lnTo>
                        <a:pt x="26899" y="28122"/>
                      </a:lnTo>
                      <a:lnTo>
                        <a:pt x="26437" y="27432"/>
                      </a:lnTo>
                      <a:lnTo>
                        <a:pt x="25940" y="26781"/>
                      </a:lnTo>
                      <a:lnTo>
                        <a:pt x="25442" y="26168"/>
                      </a:lnTo>
                      <a:lnTo>
                        <a:pt x="24909" y="25632"/>
                      </a:lnTo>
                      <a:lnTo>
                        <a:pt x="24305" y="25057"/>
                      </a:lnTo>
                      <a:lnTo>
                        <a:pt x="23737" y="24559"/>
                      </a:lnTo>
                      <a:lnTo>
                        <a:pt x="23061" y="24137"/>
                      </a:lnTo>
                      <a:lnTo>
                        <a:pt x="22671" y="23984"/>
                      </a:lnTo>
                      <a:lnTo>
                        <a:pt x="22315" y="23908"/>
                      </a:lnTo>
                      <a:lnTo>
                        <a:pt x="21960" y="23908"/>
                      </a:lnTo>
                      <a:lnTo>
                        <a:pt x="21533" y="23984"/>
                      </a:lnTo>
                      <a:lnTo>
                        <a:pt x="21178" y="24137"/>
                      </a:lnTo>
                      <a:lnTo>
                        <a:pt x="20823" y="24291"/>
                      </a:lnTo>
                      <a:lnTo>
                        <a:pt x="20467" y="24559"/>
                      </a:lnTo>
                      <a:lnTo>
                        <a:pt x="20148" y="24904"/>
                      </a:lnTo>
                      <a:lnTo>
                        <a:pt x="19863" y="25249"/>
                      </a:lnTo>
                      <a:lnTo>
                        <a:pt x="19543" y="25555"/>
                      </a:lnTo>
                      <a:lnTo>
                        <a:pt x="19295" y="25977"/>
                      </a:lnTo>
                      <a:lnTo>
                        <a:pt x="19046" y="26360"/>
                      </a:lnTo>
                      <a:lnTo>
                        <a:pt x="18620" y="27126"/>
                      </a:lnTo>
                      <a:lnTo>
                        <a:pt x="18300" y="27777"/>
                      </a:lnTo>
                      <a:lnTo>
                        <a:pt x="18122" y="28390"/>
                      </a:lnTo>
                      <a:lnTo>
                        <a:pt x="17944" y="29003"/>
                      </a:lnTo>
                      <a:lnTo>
                        <a:pt x="17838" y="29655"/>
                      </a:lnTo>
                      <a:lnTo>
                        <a:pt x="17802" y="30268"/>
                      </a:lnTo>
                      <a:lnTo>
                        <a:pt x="17767" y="30919"/>
                      </a:lnTo>
                      <a:lnTo>
                        <a:pt x="17767" y="31609"/>
                      </a:lnTo>
                      <a:lnTo>
                        <a:pt x="17802" y="32260"/>
                      </a:lnTo>
                      <a:lnTo>
                        <a:pt x="17909" y="32911"/>
                      </a:lnTo>
                      <a:lnTo>
                        <a:pt x="18051" y="33601"/>
                      </a:lnTo>
                      <a:lnTo>
                        <a:pt x="18229" y="34252"/>
                      </a:lnTo>
                      <a:lnTo>
                        <a:pt x="18406" y="34865"/>
                      </a:lnTo>
                      <a:lnTo>
                        <a:pt x="18620" y="35517"/>
                      </a:lnTo>
                      <a:lnTo>
                        <a:pt x="18868" y="36168"/>
                      </a:lnTo>
                      <a:lnTo>
                        <a:pt x="19188" y="36781"/>
                      </a:lnTo>
                      <a:lnTo>
                        <a:pt x="19508" y="37394"/>
                      </a:lnTo>
                      <a:lnTo>
                        <a:pt x="19792" y="38007"/>
                      </a:lnTo>
                      <a:lnTo>
                        <a:pt x="20219" y="38544"/>
                      </a:lnTo>
                      <a:lnTo>
                        <a:pt x="20574" y="39118"/>
                      </a:lnTo>
                      <a:lnTo>
                        <a:pt x="20965" y="39655"/>
                      </a:lnTo>
                      <a:lnTo>
                        <a:pt x="21427" y="40153"/>
                      </a:lnTo>
                      <a:lnTo>
                        <a:pt x="21889" y="40651"/>
                      </a:lnTo>
                      <a:lnTo>
                        <a:pt x="22351" y="41111"/>
                      </a:lnTo>
                      <a:lnTo>
                        <a:pt x="22813" y="41532"/>
                      </a:lnTo>
                      <a:lnTo>
                        <a:pt x="23346" y="41915"/>
                      </a:lnTo>
                      <a:lnTo>
                        <a:pt x="23843" y="42260"/>
                      </a:lnTo>
                      <a:lnTo>
                        <a:pt x="24412" y="42605"/>
                      </a:lnTo>
                      <a:lnTo>
                        <a:pt x="24909" y="42873"/>
                      </a:lnTo>
                      <a:lnTo>
                        <a:pt x="25478" y="43103"/>
                      </a:lnTo>
                      <a:lnTo>
                        <a:pt x="26046" y="43295"/>
                      </a:lnTo>
                      <a:lnTo>
                        <a:pt x="26615" y="43486"/>
                      </a:lnTo>
                      <a:lnTo>
                        <a:pt x="27183" y="43601"/>
                      </a:lnTo>
                      <a:lnTo>
                        <a:pt x="27787" y="43639"/>
                      </a:lnTo>
                      <a:lnTo>
                        <a:pt x="28392" y="43639"/>
                      </a:lnTo>
                      <a:lnTo>
                        <a:pt x="28996" y="43639"/>
                      </a:lnTo>
                      <a:lnTo>
                        <a:pt x="29635" y="43601"/>
                      </a:lnTo>
                      <a:lnTo>
                        <a:pt x="30239" y="43486"/>
                      </a:lnTo>
                      <a:lnTo>
                        <a:pt x="30808" y="43371"/>
                      </a:lnTo>
                      <a:lnTo>
                        <a:pt x="31412" y="43180"/>
                      </a:lnTo>
                      <a:lnTo>
                        <a:pt x="32016" y="42988"/>
                      </a:lnTo>
                      <a:lnTo>
                        <a:pt x="32656" y="42796"/>
                      </a:lnTo>
                      <a:lnTo>
                        <a:pt x="33828" y="42260"/>
                      </a:lnTo>
                      <a:lnTo>
                        <a:pt x="34930" y="41647"/>
                      </a:lnTo>
                      <a:lnTo>
                        <a:pt x="36067" y="40996"/>
                      </a:lnTo>
                      <a:lnTo>
                        <a:pt x="37204" y="40229"/>
                      </a:lnTo>
                      <a:lnTo>
                        <a:pt x="38270" y="39386"/>
                      </a:lnTo>
                      <a:lnTo>
                        <a:pt x="39301" y="38505"/>
                      </a:lnTo>
                      <a:lnTo>
                        <a:pt x="40260" y="37547"/>
                      </a:lnTo>
                      <a:lnTo>
                        <a:pt x="41255" y="36628"/>
                      </a:lnTo>
                      <a:lnTo>
                        <a:pt x="42143" y="35632"/>
                      </a:lnTo>
                      <a:lnTo>
                        <a:pt x="43032" y="34674"/>
                      </a:lnTo>
                      <a:lnTo>
                        <a:pt x="43849" y="33678"/>
                      </a:lnTo>
                      <a:lnTo>
                        <a:pt x="44631" y="32758"/>
                      </a:lnTo>
                      <a:lnTo>
                        <a:pt x="45342" y="31762"/>
                      </a:lnTo>
                      <a:lnTo>
                        <a:pt x="45981" y="30766"/>
                      </a:lnTo>
                      <a:lnTo>
                        <a:pt x="46621" y="29770"/>
                      </a:lnTo>
                      <a:lnTo>
                        <a:pt x="47189" y="28773"/>
                      </a:lnTo>
                      <a:lnTo>
                        <a:pt x="47687" y="27739"/>
                      </a:lnTo>
                      <a:lnTo>
                        <a:pt x="48149" y="26666"/>
                      </a:lnTo>
                      <a:lnTo>
                        <a:pt x="48540" y="25632"/>
                      </a:lnTo>
                      <a:lnTo>
                        <a:pt x="48859" y="24559"/>
                      </a:lnTo>
                      <a:lnTo>
                        <a:pt x="49108" y="23486"/>
                      </a:lnTo>
                      <a:lnTo>
                        <a:pt x="49321" y="22375"/>
                      </a:lnTo>
                      <a:lnTo>
                        <a:pt x="49464" y="21264"/>
                      </a:lnTo>
                      <a:lnTo>
                        <a:pt x="49535" y="20114"/>
                      </a:lnTo>
                      <a:lnTo>
                        <a:pt x="49535" y="18927"/>
                      </a:lnTo>
                      <a:lnTo>
                        <a:pt x="49464" y="17739"/>
                      </a:lnTo>
                      <a:lnTo>
                        <a:pt x="49321" y="16513"/>
                      </a:lnTo>
                      <a:lnTo>
                        <a:pt x="49108" y="15287"/>
                      </a:lnTo>
                      <a:lnTo>
                        <a:pt x="48824" y="14022"/>
                      </a:lnTo>
                      <a:lnTo>
                        <a:pt x="48469" y="12796"/>
                      </a:lnTo>
                      <a:lnTo>
                        <a:pt x="48042" y="11609"/>
                      </a:lnTo>
                      <a:lnTo>
                        <a:pt x="47580" y="10421"/>
                      </a:lnTo>
                      <a:lnTo>
                        <a:pt x="47083" y="9272"/>
                      </a:lnTo>
                      <a:lnTo>
                        <a:pt x="46514" y="8122"/>
                      </a:lnTo>
                      <a:lnTo>
                        <a:pt x="45910" y="7011"/>
                      </a:lnTo>
                      <a:lnTo>
                        <a:pt x="45235" y="5938"/>
                      </a:lnTo>
                      <a:lnTo>
                        <a:pt x="44631" y="5057"/>
                      </a:lnTo>
                      <a:lnTo>
                        <a:pt x="43956" y="4252"/>
                      </a:lnTo>
                      <a:lnTo>
                        <a:pt x="43245" y="3486"/>
                      </a:lnTo>
                      <a:lnTo>
                        <a:pt x="42428" y="2758"/>
                      </a:lnTo>
                      <a:lnTo>
                        <a:pt x="42214" y="2567"/>
                      </a:lnTo>
                      <a:lnTo>
                        <a:pt x="42001" y="2490"/>
                      </a:lnTo>
                      <a:lnTo>
                        <a:pt x="41788" y="2413"/>
                      </a:lnTo>
                      <a:lnTo>
                        <a:pt x="41610" y="2413"/>
                      </a:lnTo>
                      <a:lnTo>
                        <a:pt x="41397" y="2490"/>
                      </a:lnTo>
                      <a:lnTo>
                        <a:pt x="41184" y="2528"/>
                      </a:lnTo>
                      <a:lnTo>
                        <a:pt x="40971" y="2643"/>
                      </a:lnTo>
                      <a:lnTo>
                        <a:pt x="40793" y="2758"/>
                      </a:lnTo>
                      <a:lnTo>
                        <a:pt x="40438" y="3065"/>
                      </a:lnTo>
                      <a:lnTo>
                        <a:pt x="40047" y="3409"/>
                      </a:lnTo>
                      <a:lnTo>
                        <a:pt x="39692" y="3793"/>
                      </a:lnTo>
                      <a:lnTo>
                        <a:pt x="39443" y="4176"/>
                      </a:lnTo>
                      <a:lnTo>
                        <a:pt x="38945" y="4865"/>
                      </a:lnTo>
                      <a:lnTo>
                        <a:pt x="38519" y="5555"/>
                      </a:lnTo>
                      <a:lnTo>
                        <a:pt x="38164" y="6283"/>
                      </a:lnTo>
                      <a:lnTo>
                        <a:pt x="37879" y="7049"/>
                      </a:lnTo>
                      <a:lnTo>
                        <a:pt x="37595" y="7816"/>
                      </a:lnTo>
                      <a:lnTo>
                        <a:pt x="37417" y="8659"/>
                      </a:lnTo>
                      <a:lnTo>
                        <a:pt x="37240" y="9501"/>
                      </a:lnTo>
                      <a:lnTo>
                        <a:pt x="37133" y="10306"/>
                      </a:lnTo>
                      <a:lnTo>
                        <a:pt x="37098" y="11149"/>
                      </a:lnTo>
                      <a:lnTo>
                        <a:pt x="37026" y="11992"/>
                      </a:lnTo>
                      <a:lnTo>
                        <a:pt x="37098" y="12796"/>
                      </a:lnTo>
                      <a:lnTo>
                        <a:pt x="37204" y="13639"/>
                      </a:lnTo>
                      <a:lnTo>
                        <a:pt x="37311" y="14482"/>
                      </a:lnTo>
                      <a:lnTo>
                        <a:pt x="37453" y="15287"/>
                      </a:lnTo>
                      <a:lnTo>
                        <a:pt x="37666" y="16053"/>
                      </a:lnTo>
                      <a:lnTo>
                        <a:pt x="37915" y="16858"/>
                      </a:lnTo>
                      <a:lnTo>
                        <a:pt x="38235" y="17777"/>
                      </a:lnTo>
                      <a:lnTo>
                        <a:pt x="38590" y="18735"/>
                      </a:lnTo>
                      <a:lnTo>
                        <a:pt x="38981" y="19655"/>
                      </a:lnTo>
                      <a:lnTo>
                        <a:pt x="39443" y="20613"/>
                      </a:lnTo>
                      <a:lnTo>
                        <a:pt x="39905" y="21494"/>
                      </a:lnTo>
                      <a:lnTo>
                        <a:pt x="40438" y="22375"/>
                      </a:lnTo>
                      <a:lnTo>
                        <a:pt x="40971" y="23180"/>
                      </a:lnTo>
                      <a:lnTo>
                        <a:pt x="41504" y="24061"/>
                      </a:lnTo>
                      <a:lnTo>
                        <a:pt x="42712" y="25747"/>
                      </a:lnTo>
                      <a:lnTo>
                        <a:pt x="43991" y="27394"/>
                      </a:lnTo>
                      <a:lnTo>
                        <a:pt x="45342" y="28927"/>
                      </a:lnTo>
                      <a:lnTo>
                        <a:pt x="46763" y="30498"/>
                      </a:lnTo>
                      <a:lnTo>
                        <a:pt x="48255" y="31915"/>
                      </a:lnTo>
                      <a:lnTo>
                        <a:pt x="49783" y="33371"/>
                      </a:lnTo>
                      <a:lnTo>
                        <a:pt x="51311" y="34750"/>
                      </a:lnTo>
                      <a:lnTo>
                        <a:pt x="52839" y="36053"/>
                      </a:lnTo>
                      <a:lnTo>
                        <a:pt x="55931" y="38659"/>
                      </a:lnTo>
                      <a:lnTo>
                        <a:pt x="58951" y="41034"/>
                      </a:lnTo>
                      <a:lnTo>
                        <a:pt x="60906" y="42605"/>
                      </a:lnTo>
                      <a:lnTo>
                        <a:pt x="62896" y="44099"/>
                      </a:lnTo>
                      <a:lnTo>
                        <a:pt x="64885" y="45593"/>
                      </a:lnTo>
                      <a:lnTo>
                        <a:pt x="66911" y="47011"/>
                      </a:lnTo>
                      <a:lnTo>
                        <a:pt x="68972" y="48429"/>
                      </a:lnTo>
                      <a:lnTo>
                        <a:pt x="71033" y="49885"/>
                      </a:lnTo>
                      <a:lnTo>
                        <a:pt x="73058" y="51264"/>
                      </a:lnTo>
                      <a:lnTo>
                        <a:pt x="75155" y="52643"/>
                      </a:lnTo>
                      <a:lnTo>
                        <a:pt x="79348" y="55287"/>
                      </a:lnTo>
                      <a:lnTo>
                        <a:pt x="83612" y="57892"/>
                      </a:lnTo>
                      <a:lnTo>
                        <a:pt x="87841" y="60383"/>
                      </a:lnTo>
                      <a:lnTo>
                        <a:pt x="92140" y="62873"/>
                      </a:lnTo>
                      <a:lnTo>
                        <a:pt x="95339" y="64636"/>
                      </a:lnTo>
                      <a:lnTo>
                        <a:pt x="98501" y="66475"/>
                      </a:lnTo>
                      <a:lnTo>
                        <a:pt x="101770" y="68237"/>
                      </a:lnTo>
                      <a:lnTo>
                        <a:pt x="105039" y="69961"/>
                      </a:lnTo>
                      <a:lnTo>
                        <a:pt x="108380" y="71609"/>
                      </a:lnTo>
                      <a:lnTo>
                        <a:pt x="111684" y="73141"/>
                      </a:lnTo>
                      <a:lnTo>
                        <a:pt x="113355" y="73869"/>
                      </a:lnTo>
                      <a:lnTo>
                        <a:pt x="115025" y="74597"/>
                      </a:lnTo>
                      <a:lnTo>
                        <a:pt x="116659" y="75210"/>
                      </a:lnTo>
                      <a:lnTo>
                        <a:pt x="118365" y="75785"/>
                      </a:lnTo>
                      <a:lnTo>
                        <a:pt x="118756" y="75977"/>
                      </a:lnTo>
                      <a:lnTo>
                        <a:pt x="119111" y="76168"/>
                      </a:lnTo>
                      <a:lnTo>
                        <a:pt x="119431" y="76360"/>
                      </a:lnTo>
                      <a:lnTo>
                        <a:pt x="119680" y="76590"/>
                      </a:lnTo>
                      <a:lnTo>
                        <a:pt x="119822" y="76781"/>
                      </a:lnTo>
                      <a:lnTo>
                        <a:pt x="119928" y="77011"/>
                      </a:lnTo>
                      <a:lnTo>
                        <a:pt x="119999" y="77164"/>
                      </a:lnTo>
                      <a:lnTo>
                        <a:pt x="119999" y="77394"/>
                      </a:lnTo>
                      <a:lnTo>
                        <a:pt x="119928" y="77586"/>
                      </a:lnTo>
                      <a:lnTo>
                        <a:pt x="119786" y="77662"/>
                      </a:lnTo>
                      <a:lnTo>
                        <a:pt x="119644" y="77777"/>
                      </a:lnTo>
                      <a:lnTo>
                        <a:pt x="119360" y="77854"/>
                      </a:lnTo>
                      <a:lnTo>
                        <a:pt x="119076" y="77854"/>
                      </a:lnTo>
                      <a:lnTo>
                        <a:pt x="118756" y="77854"/>
                      </a:lnTo>
                      <a:lnTo>
                        <a:pt x="118365" y="77777"/>
                      </a:lnTo>
                      <a:lnTo>
                        <a:pt x="117903" y="77624"/>
                      </a:lnTo>
                      <a:close/>
                    </a:path>
                  </a:pathLst>
                </a:custGeom>
                <a:solidFill>
                  <a:schemeClr val="bg1"/>
                </a:solidFill>
                <a:ln>
                  <a:noFill/>
                </a:ln>
              </p:spPr>
              <p:txBody>
                <a:bodyPr wrap="square" lIns="91440" tIns="45720" rIns="91440" bIns="45720" anchor="t" anchorCtr="0">
                  <a:normAutofit fontScale="25000" lnSpcReduction="20000"/>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buClr>
                      <a:srgbClr val="000000"/>
                    </a:buClr>
                  </a:pPr>
                  <a:endParaRPr>
                    <a:cs typeface="+mn-ea"/>
                    <a:sym typeface="+mn-lt"/>
                  </a:endParaRPr>
                </a:p>
              </p:txBody>
            </p:sp>
            <p:grpSp>
              <p:nvGrpSpPr>
                <p:cNvPr id="46" name="组合 45"/>
                <p:cNvGrpSpPr/>
                <p:nvPr/>
              </p:nvGrpSpPr>
              <p:grpSpPr>
                <a:xfrm>
                  <a:off x="5186032" y="4035076"/>
                  <a:ext cx="927875" cy="1103787"/>
                  <a:chOff x="5135538" y="4162455"/>
                  <a:chExt cx="1028864" cy="1223920"/>
                </a:xfrm>
              </p:grpSpPr>
              <p:sp>
                <p:nvSpPr>
                  <p:cNvPr id="49" name="任意多边形: 形状 48"/>
                  <p:cNvSpPr/>
                  <p:nvPr/>
                </p:nvSpPr>
                <p:spPr>
                  <a:xfrm rot="2700000">
                    <a:off x="5090523" y="4312496"/>
                    <a:ext cx="1118894" cy="1028864"/>
                  </a:xfrm>
                  <a:custGeom>
                    <a:avLst/>
                    <a:gdLst/>
                    <a:ahLst/>
                    <a:cxnLst/>
                    <a:rect l="0" t="0" r="0" b="0"/>
                    <a:pathLst>
                      <a:path w="120000" h="120000" extrusionOk="0">
                        <a:moveTo>
                          <a:pt x="61340" y="114087"/>
                        </a:moveTo>
                        <a:lnTo>
                          <a:pt x="61685" y="114295"/>
                        </a:lnTo>
                        <a:lnTo>
                          <a:pt x="61992" y="114378"/>
                        </a:lnTo>
                        <a:lnTo>
                          <a:pt x="62260" y="114462"/>
                        </a:lnTo>
                        <a:lnTo>
                          <a:pt x="62605" y="114462"/>
                        </a:lnTo>
                        <a:lnTo>
                          <a:pt x="62950" y="114462"/>
                        </a:lnTo>
                        <a:lnTo>
                          <a:pt x="63256" y="114337"/>
                        </a:lnTo>
                        <a:lnTo>
                          <a:pt x="63563" y="114212"/>
                        </a:lnTo>
                        <a:lnTo>
                          <a:pt x="63831" y="114045"/>
                        </a:lnTo>
                        <a:lnTo>
                          <a:pt x="64099" y="113879"/>
                        </a:lnTo>
                        <a:lnTo>
                          <a:pt x="64329" y="113629"/>
                        </a:lnTo>
                        <a:lnTo>
                          <a:pt x="64521" y="113337"/>
                        </a:lnTo>
                        <a:lnTo>
                          <a:pt x="64712" y="113004"/>
                        </a:lnTo>
                        <a:lnTo>
                          <a:pt x="64865" y="112713"/>
                        </a:lnTo>
                        <a:lnTo>
                          <a:pt x="64980" y="112338"/>
                        </a:lnTo>
                        <a:lnTo>
                          <a:pt x="65019" y="112005"/>
                        </a:lnTo>
                        <a:lnTo>
                          <a:pt x="65095" y="111630"/>
                        </a:lnTo>
                        <a:lnTo>
                          <a:pt x="65019" y="110131"/>
                        </a:lnTo>
                        <a:lnTo>
                          <a:pt x="64980" y="108674"/>
                        </a:lnTo>
                        <a:lnTo>
                          <a:pt x="64865" y="107258"/>
                        </a:lnTo>
                        <a:lnTo>
                          <a:pt x="64750" y="105801"/>
                        </a:lnTo>
                        <a:lnTo>
                          <a:pt x="64597" y="104427"/>
                        </a:lnTo>
                        <a:lnTo>
                          <a:pt x="64367" y="103053"/>
                        </a:lnTo>
                        <a:lnTo>
                          <a:pt x="64137" y="101679"/>
                        </a:lnTo>
                        <a:lnTo>
                          <a:pt x="63869" y="100305"/>
                        </a:lnTo>
                        <a:lnTo>
                          <a:pt x="63563" y="98972"/>
                        </a:lnTo>
                        <a:lnTo>
                          <a:pt x="63218" y="97640"/>
                        </a:lnTo>
                        <a:lnTo>
                          <a:pt x="62873" y="96391"/>
                        </a:lnTo>
                        <a:lnTo>
                          <a:pt x="62490" y="95142"/>
                        </a:lnTo>
                        <a:lnTo>
                          <a:pt x="61685" y="92643"/>
                        </a:lnTo>
                        <a:lnTo>
                          <a:pt x="60804" y="90312"/>
                        </a:lnTo>
                        <a:lnTo>
                          <a:pt x="63754" y="92977"/>
                        </a:lnTo>
                        <a:lnTo>
                          <a:pt x="66743" y="95475"/>
                        </a:lnTo>
                        <a:lnTo>
                          <a:pt x="69655" y="97807"/>
                        </a:lnTo>
                        <a:lnTo>
                          <a:pt x="72490" y="99972"/>
                        </a:lnTo>
                        <a:lnTo>
                          <a:pt x="75249" y="102012"/>
                        </a:lnTo>
                        <a:lnTo>
                          <a:pt x="78007" y="103886"/>
                        </a:lnTo>
                        <a:lnTo>
                          <a:pt x="80613" y="105676"/>
                        </a:lnTo>
                        <a:lnTo>
                          <a:pt x="83180" y="107258"/>
                        </a:lnTo>
                        <a:lnTo>
                          <a:pt x="85670" y="108757"/>
                        </a:lnTo>
                        <a:lnTo>
                          <a:pt x="88084" y="110131"/>
                        </a:lnTo>
                        <a:lnTo>
                          <a:pt x="90459" y="111380"/>
                        </a:lnTo>
                        <a:lnTo>
                          <a:pt x="92720" y="112546"/>
                        </a:lnTo>
                        <a:lnTo>
                          <a:pt x="94865" y="113546"/>
                        </a:lnTo>
                        <a:lnTo>
                          <a:pt x="96973" y="114503"/>
                        </a:lnTo>
                        <a:lnTo>
                          <a:pt x="98965" y="115378"/>
                        </a:lnTo>
                        <a:lnTo>
                          <a:pt x="100881" y="116127"/>
                        </a:lnTo>
                        <a:lnTo>
                          <a:pt x="102720" y="116793"/>
                        </a:lnTo>
                        <a:lnTo>
                          <a:pt x="104444" y="117335"/>
                        </a:lnTo>
                        <a:lnTo>
                          <a:pt x="106091" y="117876"/>
                        </a:lnTo>
                        <a:lnTo>
                          <a:pt x="107624" y="118292"/>
                        </a:lnTo>
                        <a:lnTo>
                          <a:pt x="109080" y="118667"/>
                        </a:lnTo>
                        <a:lnTo>
                          <a:pt x="110383" y="119042"/>
                        </a:lnTo>
                        <a:lnTo>
                          <a:pt x="111609" y="119250"/>
                        </a:lnTo>
                        <a:lnTo>
                          <a:pt x="112720" y="119458"/>
                        </a:lnTo>
                        <a:lnTo>
                          <a:pt x="114636" y="119750"/>
                        </a:lnTo>
                        <a:lnTo>
                          <a:pt x="116053" y="119916"/>
                        </a:lnTo>
                        <a:lnTo>
                          <a:pt x="117011" y="120000"/>
                        </a:lnTo>
                        <a:lnTo>
                          <a:pt x="117432" y="120000"/>
                        </a:lnTo>
                        <a:lnTo>
                          <a:pt x="117509" y="120000"/>
                        </a:lnTo>
                        <a:lnTo>
                          <a:pt x="117624" y="120000"/>
                        </a:lnTo>
                        <a:lnTo>
                          <a:pt x="117892" y="119916"/>
                        </a:lnTo>
                        <a:lnTo>
                          <a:pt x="118237" y="119875"/>
                        </a:lnTo>
                        <a:lnTo>
                          <a:pt x="118505" y="119750"/>
                        </a:lnTo>
                        <a:lnTo>
                          <a:pt x="118735" y="119625"/>
                        </a:lnTo>
                        <a:lnTo>
                          <a:pt x="119003" y="119458"/>
                        </a:lnTo>
                        <a:lnTo>
                          <a:pt x="119233" y="119208"/>
                        </a:lnTo>
                        <a:lnTo>
                          <a:pt x="119386" y="118959"/>
                        </a:lnTo>
                        <a:lnTo>
                          <a:pt x="119616" y="118709"/>
                        </a:lnTo>
                        <a:lnTo>
                          <a:pt x="119693" y="118417"/>
                        </a:lnTo>
                        <a:lnTo>
                          <a:pt x="119808" y="118043"/>
                        </a:lnTo>
                        <a:lnTo>
                          <a:pt x="119923" y="117751"/>
                        </a:lnTo>
                        <a:lnTo>
                          <a:pt x="119923" y="117418"/>
                        </a:lnTo>
                        <a:lnTo>
                          <a:pt x="120000" y="117043"/>
                        </a:lnTo>
                        <a:lnTo>
                          <a:pt x="119923" y="116668"/>
                        </a:lnTo>
                        <a:lnTo>
                          <a:pt x="119808" y="116377"/>
                        </a:lnTo>
                        <a:lnTo>
                          <a:pt x="119693" y="116002"/>
                        </a:lnTo>
                        <a:lnTo>
                          <a:pt x="119118" y="114712"/>
                        </a:lnTo>
                        <a:lnTo>
                          <a:pt x="118429" y="113379"/>
                        </a:lnTo>
                        <a:lnTo>
                          <a:pt x="117739" y="112047"/>
                        </a:lnTo>
                        <a:lnTo>
                          <a:pt x="117011" y="110673"/>
                        </a:lnTo>
                        <a:lnTo>
                          <a:pt x="115363" y="107841"/>
                        </a:lnTo>
                        <a:lnTo>
                          <a:pt x="113601" y="104927"/>
                        </a:lnTo>
                        <a:lnTo>
                          <a:pt x="111647" y="101970"/>
                        </a:lnTo>
                        <a:lnTo>
                          <a:pt x="109616" y="98889"/>
                        </a:lnTo>
                        <a:lnTo>
                          <a:pt x="107471" y="95850"/>
                        </a:lnTo>
                        <a:lnTo>
                          <a:pt x="105249" y="92768"/>
                        </a:lnTo>
                        <a:lnTo>
                          <a:pt x="102950" y="89729"/>
                        </a:lnTo>
                        <a:lnTo>
                          <a:pt x="100613" y="86648"/>
                        </a:lnTo>
                        <a:lnTo>
                          <a:pt x="98314" y="83650"/>
                        </a:lnTo>
                        <a:lnTo>
                          <a:pt x="95977" y="80693"/>
                        </a:lnTo>
                        <a:lnTo>
                          <a:pt x="93678" y="77820"/>
                        </a:lnTo>
                        <a:lnTo>
                          <a:pt x="91417" y="74989"/>
                        </a:lnTo>
                        <a:lnTo>
                          <a:pt x="89195" y="72366"/>
                        </a:lnTo>
                        <a:lnTo>
                          <a:pt x="87049" y="69826"/>
                        </a:lnTo>
                        <a:lnTo>
                          <a:pt x="88888" y="70617"/>
                        </a:lnTo>
                        <a:lnTo>
                          <a:pt x="90689" y="71325"/>
                        </a:lnTo>
                        <a:lnTo>
                          <a:pt x="92452" y="71991"/>
                        </a:lnTo>
                        <a:lnTo>
                          <a:pt x="94214" y="72657"/>
                        </a:lnTo>
                        <a:lnTo>
                          <a:pt x="97471" y="73740"/>
                        </a:lnTo>
                        <a:lnTo>
                          <a:pt x="100459" y="74656"/>
                        </a:lnTo>
                        <a:lnTo>
                          <a:pt x="103065" y="75364"/>
                        </a:lnTo>
                        <a:lnTo>
                          <a:pt x="105019" y="75905"/>
                        </a:lnTo>
                        <a:lnTo>
                          <a:pt x="106398" y="76280"/>
                        </a:lnTo>
                        <a:lnTo>
                          <a:pt x="107088" y="76405"/>
                        </a:lnTo>
                        <a:lnTo>
                          <a:pt x="107471" y="76446"/>
                        </a:lnTo>
                        <a:lnTo>
                          <a:pt x="107777" y="76488"/>
                        </a:lnTo>
                        <a:lnTo>
                          <a:pt x="108122" y="76446"/>
                        </a:lnTo>
                        <a:lnTo>
                          <a:pt x="108467" y="76321"/>
                        </a:lnTo>
                        <a:lnTo>
                          <a:pt x="108773" y="76155"/>
                        </a:lnTo>
                        <a:lnTo>
                          <a:pt x="109118" y="75947"/>
                        </a:lnTo>
                        <a:lnTo>
                          <a:pt x="109386" y="75655"/>
                        </a:lnTo>
                        <a:lnTo>
                          <a:pt x="109655" y="75364"/>
                        </a:lnTo>
                        <a:lnTo>
                          <a:pt x="109846" y="75072"/>
                        </a:lnTo>
                        <a:lnTo>
                          <a:pt x="110000" y="74698"/>
                        </a:lnTo>
                        <a:lnTo>
                          <a:pt x="110114" y="74365"/>
                        </a:lnTo>
                        <a:lnTo>
                          <a:pt x="110114" y="73907"/>
                        </a:lnTo>
                        <a:lnTo>
                          <a:pt x="110153" y="73573"/>
                        </a:lnTo>
                        <a:lnTo>
                          <a:pt x="110114" y="73199"/>
                        </a:lnTo>
                        <a:lnTo>
                          <a:pt x="110000" y="72782"/>
                        </a:lnTo>
                        <a:lnTo>
                          <a:pt x="109885" y="72408"/>
                        </a:lnTo>
                        <a:lnTo>
                          <a:pt x="107011" y="66412"/>
                        </a:lnTo>
                        <a:lnTo>
                          <a:pt x="104061" y="60791"/>
                        </a:lnTo>
                        <a:lnTo>
                          <a:pt x="101072" y="55419"/>
                        </a:lnTo>
                        <a:lnTo>
                          <a:pt x="98045" y="50381"/>
                        </a:lnTo>
                        <a:lnTo>
                          <a:pt x="94865" y="45718"/>
                        </a:lnTo>
                        <a:lnTo>
                          <a:pt x="91724" y="41263"/>
                        </a:lnTo>
                        <a:lnTo>
                          <a:pt x="88582" y="37182"/>
                        </a:lnTo>
                        <a:lnTo>
                          <a:pt x="85440" y="33351"/>
                        </a:lnTo>
                        <a:lnTo>
                          <a:pt x="82260" y="29729"/>
                        </a:lnTo>
                        <a:lnTo>
                          <a:pt x="79118" y="26439"/>
                        </a:lnTo>
                        <a:lnTo>
                          <a:pt x="75977" y="23358"/>
                        </a:lnTo>
                        <a:lnTo>
                          <a:pt x="72796" y="20610"/>
                        </a:lnTo>
                        <a:lnTo>
                          <a:pt x="69770" y="18029"/>
                        </a:lnTo>
                        <a:lnTo>
                          <a:pt x="66743" y="15614"/>
                        </a:lnTo>
                        <a:lnTo>
                          <a:pt x="63754" y="13532"/>
                        </a:lnTo>
                        <a:lnTo>
                          <a:pt x="60881" y="11533"/>
                        </a:lnTo>
                        <a:lnTo>
                          <a:pt x="58084" y="9784"/>
                        </a:lnTo>
                        <a:lnTo>
                          <a:pt x="55363" y="8244"/>
                        </a:lnTo>
                        <a:lnTo>
                          <a:pt x="52796" y="6870"/>
                        </a:lnTo>
                        <a:lnTo>
                          <a:pt x="50268" y="5662"/>
                        </a:lnTo>
                        <a:lnTo>
                          <a:pt x="47892" y="4580"/>
                        </a:lnTo>
                        <a:lnTo>
                          <a:pt x="45670" y="3622"/>
                        </a:lnTo>
                        <a:lnTo>
                          <a:pt x="43563" y="2831"/>
                        </a:lnTo>
                        <a:lnTo>
                          <a:pt x="41647" y="2165"/>
                        </a:lnTo>
                        <a:lnTo>
                          <a:pt x="39885" y="1582"/>
                        </a:lnTo>
                        <a:lnTo>
                          <a:pt x="38275" y="1165"/>
                        </a:lnTo>
                        <a:lnTo>
                          <a:pt x="36896" y="791"/>
                        </a:lnTo>
                        <a:lnTo>
                          <a:pt x="35670" y="499"/>
                        </a:lnTo>
                        <a:lnTo>
                          <a:pt x="33908" y="124"/>
                        </a:lnTo>
                        <a:lnTo>
                          <a:pt x="33103" y="0"/>
                        </a:lnTo>
                        <a:lnTo>
                          <a:pt x="32796" y="0"/>
                        </a:lnTo>
                        <a:lnTo>
                          <a:pt x="32528" y="0"/>
                        </a:lnTo>
                        <a:lnTo>
                          <a:pt x="32260" y="83"/>
                        </a:lnTo>
                        <a:lnTo>
                          <a:pt x="31992" y="124"/>
                        </a:lnTo>
                        <a:lnTo>
                          <a:pt x="31724" y="249"/>
                        </a:lnTo>
                        <a:lnTo>
                          <a:pt x="31494" y="374"/>
                        </a:lnTo>
                        <a:lnTo>
                          <a:pt x="31226" y="624"/>
                        </a:lnTo>
                        <a:lnTo>
                          <a:pt x="31034" y="791"/>
                        </a:lnTo>
                        <a:lnTo>
                          <a:pt x="27586" y="4496"/>
                        </a:lnTo>
                        <a:lnTo>
                          <a:pt x="28735" y="5287"/>
                        </a:lnTo>
                        <a:lnTo>
                          <a:pt x="29885" y="6120"/>
                        </a:lnTo>
                        <a:lnTo>
                          <a:pt x="31034" y="7036"/>
                        </a:lnTo>
                        <a:lnTo>
                          <a:pt x="32260" y="8036"/>
                        </a:lnTo>
                        <a:lnTo>
                          <a:pt x="33409" y="9118"/>
                        </a:lnTo>
                        <a:lnTo>
                          <a:pt x="34674" y="10326"/>
                        </a:lnTo>
                        <a:lnTo>
                          <a:pt x="35900" y="11575"/>
                        </a:lnTo>
                        <a:lnTo>
                          <a:pt x="37126" y="12990"/>
                        </a:lnTo>
                        <a:lnTo>
                          <a:pt x="38314" y="14489"/>
                        </a:lnTo>
                        <a:lnTo>
                          <a:pt x="39616" y="16030"/>
                        </a:lnTo>
                        <a:lnTo>
                          <a:pt x="40804" y="17779"/>
                        </a:lnTo>
                        <a:lnTo>
                          <a:pt x="41992" y="19569"/>
                        </a:lnTo>
                        <a:lnTo>
                          <a:pt x="43180" y="21568"/>
                        </a:lnTo>
                        <a:lnTo>
                          <a:pt x="44329" y="23608"/>
                        </a:lnTo>
                        <a:lnTo>
                          <a:pt x="45517" y="25815"/>
                        </a:lnTo>
                        <a:lnTo>
                          <a:pt x="46590" y="28188"/>
                        </a:lnTo>
                        <a:lnTo>
                          <a:pt x="46666" y="28396"/>
                        </a:lnTo>
                        <a:lnTo>
                          <a:pt x="46704" y="28688"/>
                        </a:lnTo>
                        <a:lnTo>
                          <a:pt x="46666" y="29021"/>
                        </a:lnTo>
                        <a:lnTo>
                          <a:pt x="46513" y="29229"/>
                        </a:lnTo>
                        <a:lnTo>
                          <a:pt x="46321" y="29479"/>
                        </a:lnTo>
                        <a:lnTo>
                          <a:pt x="46130" y="29604"/>
                        </a:lnTo>
                        <a:lnTo>
                          <a:pt x="45823" y="29687"/>
                        </a:lnTo>
                        <a:lnTo>
                          <a:pt x="45555" y="29687"/>
                        </a:lnTo>
                        <a:lnTo>
                          <a:pt x="44789" y="29479"/>
                        </a:lnTo>
                        <a:lnTo>
                          <a:pt x="43026" y="29021"/>
                        </a:lnTo>
                        <a:lnTo>
                          <a:pt x="41877" y="28646"/>
                        </a:lnTo>
                        <a:lnTo>
                          <a:pt x="40613" y="28230"/>
                        </a:lnTo>
                        <a:lnTo>
                          <a:pt x="39233" y="27689"/>
                        </a:lnTo>
                        <a:lnTo>
                          <a:pt x="37854" y="27147"/>
                        </a:lnTo>
                        <a:lnTo>
                          <a:pt x="39501" y="29146"/>
                        </a:lnTo>
                        <a:lnTo>
                          <a:pt x="41264" y="31353"/>
                        </a:lnTo>
                        <a:lnTo>
                          <a:pt x="43065" y="33643"/>
                        </a:lnTo>
                        <a:lnTo>
                          <a:pt x="44827" y="35975"/>
                        </a:lnTo>
                        <a:lnTo>
                          <a:pt x="46551" y="38390"/>
                        </a:lnTo>
                        <a:lnTo>
                          <a:pt x="48084" y="40721"/>
                        </a:lnTo>
                        <a:lnTo>
                          <a:pt x="48773" y="41845"/>
                        </a:lnTo>
                        <a:lnTo>
                          <a:pt x="49425" y="42928"/>
                        </a:lnTo>
                        <a:lnTo>
                          <a:pt x="49961" y="44011"/>
                        </a:lnTo>
                        <a:lnTo>
                          <a:pt x="50459" y="44968"/>
                        </a:lnTo>
                        <a:lnTo>
                          <a:pt x="50536" y="45301"/>
                        </a:lnTo>
                        <a:lnTo>
                          <a:pt x="50574" y="45510"/>
                        </a:lnTo>
                        <a:lnTo>
                          <a:pt x="50536" y="45759"/>
                        </a:lnTo>
                        <a:lnTo>
                          <a:pt x="50421" y="46051"/>
                        </a:lnTo>
                        <a:lnTo>
                          <a:pt x="50268" y="46259"/>
                        </a:lnTo>
                        <a:lnTo>
                          <a:pt x="50076" y="46426"/>
                        </a:lnTo>
                        <a:lnTo>
                          <a:pt x="49846" y="46467"/>
                        </a:lnTo>
                        <a:lnTo>
                          <a:pt x="49655" y="46551"/>
                        </a:lnTo>
                        <a:lnTo>
                          <a:pt x="49578" y="46551"/>
                        </a:lnTo>
                        <a:lnTo>
                          <a:pt x="49042" y="46467"/>
                        </a:lnTo>
                        <a:lnTo>
                          <a:pt x="47777" y="46301"/>
                        </a:lnTo>
                        <a:lnTo>
                          <a:pt x="46819" y="46134"/>
                        </a:lnTo>
                        <a:lnTo>
                          <a:pt x="45785" y="45884"/>
                        </a:lnTo>
                        <a:lnTo>
                          <a:pt x="44559" y="45510"/>
                        </a:lnTo>
                        <a:lnTo>
                          <a:pt x="43180" y="45052"/>
                        </a:lnTo>
                        <a:lnTo>
                          <a:pt x="41647" y="44385"/>
                        </a:lnTo>
                        <a:lnTo>
                          <a:pt x="40000" y="43678"/>
                        </a:lnTo>
                        <a:lnTo>
                          <a:pt x="38237" y="42720"/>
                        </a:lnTo>
                        <a:lnTo>
                          <a:pt x="36283" y="41554"/>
                        </a:lnTo>
                        <a:lnTo>
                          <a:pt x="34291" y="40305"/>
                        </a:lnTo>
                        <a:lnTo>
                          <a:pt x="32145" y="38723"/>
                        </a:lnTo>
                        <a:lnTo>
                          <a:pt x="31034" y="37890"/>
                        </a:lnTo>
                        <a:lnTo>
                          <a:pt x="29961" y="37015"/>
                        </a:lnTo>
                        <a:lnTo>
                          <a:pt x="28773" y="36016"/>
                        </a:lnTo>
                        <a:lnTo>
                          <a:pt x="27586" y="35017"/>
                        </a:lnTo>
                        <a:lnTo>
                          <a:pt x="27969" y="35933"/>
                        </a:lnTo>
                        <a:lnTo>
                          <a:pt x="28237" y="36891"/>
                        </a:lnTo>
                        <a:lnTo>
                          <a:pt x="28582" y="37848"/>
                        </a:lnTo>
                        <a:lnTo>
                          <a:pt x="28773" y="38848"/>
                        </a:lnTo>
                        <a:lnTo>
                          <a:pt x="29003" y="39930"/>
                        </a:lnTo>
                        <a:lnTo>
                          <a:pt x="29157" y="41013"/>
                        </a:lnTo>
                        <a:lnTo>
                          <a:pt x="29233" y="42095"/>
                        </a:lnTo>
                        <a:lnTo>
                          <a:pt x="29272" y="43219"/>
                        </a:lnTo>
                        <a:lnTo>
                          <a:pt x="29233" y="43553"/>
                        </a:lnTo>
                        <a:lnTo>
                          <a:pt x="29118" y="43761"/>
                        </a:lnTo>
                        <a:lnTo>
                          <a:pt x="28965" y="43969"/>
                        </a:lnTo>
                        <a:lnTo>
                          <a:pt x="28773" y="44136"/>
                        </a:lnTo>
                        <a:lnTo>
                          <a:pt x="28505" y="44260"/>
                        </a:lnTo>
                        <a:lnTo>
                          <a:pt x="28275" y="44260"/>
                        </a:lnTo>
                        <a:lnTo>
                          <a:pt x="28084" y="44260"/>
                        </a:lnTo>
                        <a:lnTo>
                          <a:pt x="27777" y="44136"/>
                        </a:lnTo>
                        <a:lnTo>
                          <a:pt x="27011" y="43594"/>
                        </a:lnTo>
                        <a:lnTo>
                          <a:pt x="25249" y="42512"/>
                        </a:lnTo>
                        <a:lnTo>
                          <a:pt x="24137" y="41721"/>
                        </a:lnTo>
                        <a:lnTo>
                          <a:pt x="22835" y="40846"/>
                        </a:lnTo>
                        <a:lnTo>
                          <a:pt x="21379" y="39805"/>
                        </a:lnTo>
                        <a:lnTo>
                          <a:pt x="19923" y="38681"/>
                        </a:lnTo>
                        <a:lnTo>
                          <a:pt x="18352" y="37432"/>
                        </a:lnTo>
                        <a:lnTo>
                          <a:pt x="16704" y="36016"/>
                        </a:lnTo>
                        <a:lnTo>
                          <a:pt x="15095" y="34517"/>
                        </a:lnTo>
                        <a:lnTo>
                          <a:pt x="13448" y="32977"/>
                        </a:lnTo>
                        <a:lnTo>
                          <a:pt x="11915" y="31353"/>
                        </a:lnTo>
                        <a:lnTo>
                          <a:pt x="10421" y="29687"/>
                        </a:lnTo>
                        <a:lnTo>
                          <a:pt x="9693" y="28771"/>
                        </a:lnTo>
                        <a:lnTo>
                          <a:pt x="8965" y="27855"/>
                        </a:lnTo>
                        <a:lnTo>
                          <a:pt x="8390" y="26981"/>
                        </a:lnTo>
                        <a:lnTo>
                          <a:pt x="7701" y="26023"/>
                        </a:lnTo>
                        <a:lnTo>
                          <a:pt x="1034" y="33226"/>
                        </a:lnTo>
                        <a:lnTo>
                          <a:pt x="766" y="33560"/>
                        </a:lnTo>
                        <a:lnTo>
                          <a:pt x="536" y="33934"/>
                        </a:lnTo>
                        <a:lnTo>
                          <a:pt x="383" y="34351"/>
                        </a:lnTo>
                        <a:lnTo>
                          <a:pt x="268" y="34850"/>
                        </a:lnTo>
                        <a:lnTo>
                          <a:pt x="0" y="38556"/>
                        </a:lnTo>
                        <a:lnTo>
                          <a:pt x="38" y="42220"/>
                        </a:lnTo>
                        <a:lnTo>
                          <a:pt x="498" y="45926"/>
                        </a:lnTo>
                        <a:lnTo>
                          <a:pt x="1264" y="49548"/>
                        </a:lnTo>
                        <a:lnTo>
                          <a:pt x="2298" y="53129"/>
                        </a:lnTo>
                        <a:lnTo>
                          <a:pt x="3678" y="56752"/>
                        </a:lnTo>
                        <a:lnTo>
                          <a:pt x="5325" y="60291"/>
                        </a:lnTo>
                        <a:lnTo>
                          <a:pt x="7164" y="63705"/>
                        </a:lnTo>
                        <a:lnTo>
                          <a:pt x="9272" y="67120"/>
                        </a:lnTo>
                        <a:lnTo>
                          <a:pt x="11532" y="70492"/>
                        </a:lnTo>
                        <a:lnTo>
                          <a:pt x="13946" y="73740"/>
                        </a:lnTo>
                        <a:lnTo>
                          <a:pt x="16551" y="76946"/>
                        </a:lnTo>
                        <a:lnTo>
                          <a:pt x="19233" y="80069"/>
                        </a:lnTo>
                        <a:lnTo>
                          <a:pt x="21992" y="83067"/>
                        </a:lnTo>
                        <a:lnTo>
                          <a:pt x="24865" y="85940"/>
                        </a:lnTo>
                        <a:lnTo>
                          <a:pt x="27777" y="88771"/>
                        </a:lnTo>
                        <a:lnTo>
                          <a:pt x="30727" y="91478"/>
                        </a:lnTo>
                        <a:lnTo>
                          <a:pt x="33639" y="94059"/>
                        </a:lnTo>
                        <a:lnTo>
                          <a:pt x="36551" y="96433"/>
                        </a:lnTo>
                        <a:lnTo>
                          <a:pt x="39386" y="98806"/>
                        </a:lnTo>
                        <a:lnTo>
                          <a:pt x="42183" y="100929"/>
                        </a:lnTo>
                        <a:lnTo>
                          <a:pt x="44904" y="102970"/>
                        </a:lnTo>
                        <a:lnTo>
                          <a:pt x="47432" y="104927"/>
                        </a:lnTo>
                        <a:lnTo>
                          <a:pt x="49846" y="106634"/>
                        </a:lnTo>
                        <a:lnTo>
                          <a:pt x="54214" y="109590"/>
                        </a:lnTo>
                        <a:lnTo>
                          <a:pt x="57701" y="111880"/>
                        </a:lnTo>
                        <a:lnTo>
                          <a:pt x="60114" y="113379"/>
                        </a:lnTo>
                        <a:lnTo>
                          <a:pt x="61340" y="114087"/>
                        </a:lnTo>
                        <a:close/>
                      </a:path>
                    </a:pathLst>
                  </a:custGeom>
                  <a:solidFill>
                    <a:srgbClr val="FF6500"/>
                  </a:solidFill>
                  <a:ln>
                    <a:noFill/>
                  </a:ln>
                </p:spPr>
                <p:txBody>
                  <a:bodyPr wrap="square" lIns="91440" tIns="45720" rIns="91440" bIns="45720" anchor="t" anchorCtr="0">
                    <a:normAutofit fontScale="25000" lnSpcReduction="20000"/>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buClr>
                        <a:srgbClr val="000000"/>
                      </a:buClr>
                    </a:pPr>
                    <a:endParaRPr>
                      <a:cs typeface="+mn-ea"/>
                      <a:sym typeface="+mn-lt"/>
                    </a:endParaRPr>
                  </a:p>
                </p:txBody>
              </p:sp>
              <p:sp>
                <p:nvSpPr>
                  <p:cNvPr id="50" name="任意多边形: 形状 49"/>
                  <p:cNvSpPr/>
                  <p:nvPr/>
                </p:nvSpPr>
                <p:spPr>
                  <a:xfrm rot="2700000">
                    <a:off x="5132726" y="4246573"/>
                    <a:ext cx="1034490" cy="951252"/>
                  </a:xfrm>
                  <a:custGeom>
                    <a:avLst/>
                    <a:gdLst/>
                    <a:ahLst/>
                    <a:cxnLst/>
                    <a:rect l="0" t="0" r="0" b="0"/>
                    <a:pathLst>
                      <a:path w="120000" h="120000" extrusionOk="0">
                        <a:moveTo>
                          <a:pt x="61340" y="114087"/>
                        </a:moveTo>
                        <a:lnTo>
                          <a:pt x="61685" y="114295"/>
                        </a:lnTo>
                        <a:lnTo>
                          <a:pt x="61992" y="114378"/>
                        </a:lnTo>
                        <a:lnTo>
                          <a:pt x="62260" y="114462"/>
                        </a:lnTo>
                        <a:lnTo>
                          <a:pt x="62605" y="114462"/>
                        </a:lnTo>
                        <a:lnTo>
                          <a:pt x="62950" y="114462"/>
                        </a:lnTo>
                        <a:lnTo>
                          <a:pt x="63256" y="114337"/>
                        </a:lnTo>
                        <a:lnTo>
                          <a:pt x="63563" y="114212"/>
                        </a:lnTo>
                        <a:lnTo>
                          <a:pt x="63831" y="114045"/>
                        </a:lnTo>
                        <a:lnTo>
                          <a:pt x="64099" y="113879"/>
                        </a:lnTo>
                        <a:lnTo>
                          <a:pt x="64329" y="113629"/>
                        </a:lnTo>
                        <a:lnTo>
                          <a:pt x="64521" y="113337"/>
                        </a:lnTo>
                        <a:lnTo>
                          <a:pt x="64712" y="113004"/>
                        </a:lnTo>
                        <a:lnTo>
                          <a:pt x="64865" y="112713"/>
                        </a:lnTo>
                        <a:lnTo>
                          <a:pt x="64980" y="112338"/>
                        </a:lnTo>
                        <a:lnTo>
                          <a:pt x="65019" y="112005"/>
                        </a:lnTo>
                        <a:lnTo>
                          <a:pt x="65095" y="111630"/>
                        </a:lnTo>
                        <a:lnTo>
                          <a:pt x="65019" y="110131"/>
                        </a:lnTo>
                        <a:lnTo>
                          <a:pt x="64980" y="108674"/>
                        </a:lnTo>
                        <a:lnTo>
                          <a:pt x="64865" y="107258"/>
                        </a:lnTo>
                        <a:lnTo>
                          <a:pt x="64750" y="105801"/>
                        </a:lnTo>
                        <a:lnTo>
                          <a:pt x="64597" y="104427"/>
                        </a:lnTo>
                        <a:lnTo>
                          <a:pt x="64367" y="103053"/>
                        </a:lnTo>
                        <a:lnTo>
                          <a:pt x="64137" y="101679"/>
                        </a:lnTo>
                        <a:lnTo>
                          <a:pt x="63869" y="100305"/>
                        </a:lnTo>
                        <a:lnTo>
                          <a:pt x="63563" y="98972"/>
                        </a:lnTo>
                        <a:lnTo>
                          <a:pt x="63218" y="97640"/>
                        </a:lnTo>
                        <a:lnTo>
                          <a:pt x="62873" y="96391"/>
                        </a:lnTo>
                        <a:lnTo>
                          <a:pt x="62490" y="95142"/>
                        </a:lnTo>
                        <a:lnTo>
                          <a:pt x="61685" y="92643"/>
                        </a:lnTo>
                        <a:lnTo>
                          <a:pt x="60804" y="90312"/>
                        </a:lnTo>
                        <a:lnTo>
                          <a:pt x="63754" y="92977"/>
                        </a:lnTo>
                        <a:lnTo>
                          <a:pt x="66743" y="95475"/>
                        </a:lnTo>
                        <a:lnTo>
                          <a:pt x="69655" y="97807"/>
                        </a:lnTo>
                        <a:lnTo>
                          <a:pt x="72490" y="99972"/>
                        </a:lnTo>
                        <a:lnTo>
                          <a:pt x="75249" y="102012"/>
                        </a:lnTo>
                        <a:lnTo>
                          <a:pt x="78007" y="103886"/>
                        </a:lnTo>
                        <a:lnTo>
                          <a:pt x="80613" y="105676"/>
                        </a:lnTo>
                        <a:lnTo>
                          <a:pt x="83180" y="107258"/>
                        </a:lnTo>
                        <a:lnTo>
                          <a:pt x="85670" y="108757"/>
                        </a:lnTo>
                        <a:lnTo>
                          <a:pt x="88084" y="110131"/>
                        </a:lnTo>
                        <a:lnTo>
                          <a:pt x="90459" y="111380"/>
                        </a:lnTo>
                        <a:lnTo>
                          <a:pt x="92720" y="112546"/>
                        </a:lnTo>
                        <a:lnTo>
                          <a:pt x="94865" y="113546"/>
                        </a:lnTo>
                        <a:lnTo>
                          <a:pt x="96973" y="114503"/>
                        </a:lnTo>
                        <a:lnTo>
                          <a:pt x="98965" y="115378"/>
                        </a:lnTo>
                        <a:lnTo>
                          <a:pt x="100881" y="116127"/>
                        </a:lnTo>
                        <a:lnTo>
                          <a:pt x="102720" y="116793"/>
                        </a:lnTo>
                        <a:lnTo>
                          <a:pt x="104444" y="117335"/>
                        </a:lnTo>
                        <a:lnTo>
                          <a:pt x="106091" y="117876"/>
                        </a:lnTo>
                        <a:lnTo>
                          <a:pt x="107624" y="118292"/>
                        </a:lnTo>
                        <a:lnTo>
                          <a:pt x="109080" y="118667"/>
                        </a:lnTo>
                        <a:lnTo>
                          <a:pt x="110383" y="119042"/>
                        </a:lnTo>
                        <a:lnTo>
                          <a:pt x="111609" y="119250"/>
                        </a:lnTo>
                        <a:lnTo>
                          <a:pt x="112720" y="119458"/>
                        </a:lnTo>
                        <a:lnTo>
                          <a:pt x="114636" y="119750"/>
                        </a:lnTo>
                        <a:lnTo>
                          <a:pt x="116053" y="119916"/>
                        </a:lnTo>
                        <a:lnTo>
                          <a:pt x="117011" y="120000"/>
                        </a:lnTo>
                        <a:lnTo>
                          <a:pt x="117432" y="120000"/>
                        </a:lnTo>
                        <a:lnTo>
                          <a:pt x="117509" y="120000"/>
                        </a:lnTo>
                        <a:lnTo>
                          <a:pt x="117624" y="120000"/>
                        </a:lnTo>
                        <a:lnTo>
                          <a:pt x="117892" y="119916"/>
                        </a:lnTo>
                        <a:lnTo>
                          <a:pt x="118237" y="119875"/>
                        </a:lnTo>
                        <a:lnTo>
                          <a:pt x="118505" y="119750"/>
                        </a:lnTo>
                        <a:lnTo>
                          <a:pt x="118735" y="119625"/>
                        </a:lnTo>
                        <a:lnTo>
                          <a:pt x="119003" y="119458"/>
                        </a:lnTo>
                        <a:lnTo>
                          <a:pt x="119233" y="119208"/>
                        </a:lnTo>
                        <a:lnTo>
                          <a:pt x="119386" y="118959"/>
                        </a:lnTo>
                        <a:lnTo>
                          <a:pt x="119616" y="118709"/>
                        </a:lnTo>
                        <a:lnTo>
                          <a:pt x="119693" y="118417"/>
                        </a:lnTo>
                        <a:lnTo>
                          <a:pt x="119808" y="118043"/>
                        </a:lnTo>
                        <a:lnTo>
                          <a:pt x="119923" y="117751"/>
                        </a:lnTo>
                        <a:lnTo>
                          <a:pt x="119923" y="117418"/>
                        </a:lnTo>
                        <a:lnTo>
                          <a:pt x="120000" y="117043"/>
                        </a:lnTo>
                        <a:lnTo>
                          <a:pt x="119923" y="116668"/>
                        </a:lnTo>
                        <a:lnTo>
                          <a:pt x="119808" y="116377"/>
                        </a:lnTo>
                        <a:lnTo>
                          <a:pt x="119693" y="116002"/>
                        </a:lnTo>
                        <a:lnTo>
                          <a:pt x="119118" y="114712"/>
                        </a:lnTo>
                        <a:lnTo>
                          <a:pt x="118429" y="113379"/>
                        </a:lnTo>
                        <a:lnTo>
                          <a:pt x="117739" y="112047"/>
                        </a:lnTo>
                        <a:lnTo>
                          <a:pt x="117011" y="110673"/>
                        </a:lnTo>
                        <a:lnTo>
                          <a:pt x="115363" y="107841"/>
                        </a:lnTo>
                        <a:lnTo>
                          <a:pt x="113601" y="104927"/>
                        </a:lnTo>
                        <a:lnTo>
                          <a:pt x="111647" y="101970"/>
                        </a:lnTo>
                        <a:lnTo>
                          <a:pt x="109616" y="98889"/>
                        </a:lnTo>
                        <a:lnTo>
                          <a:pt x="107471" y="95850"/>
                        </a:lnTo>
                        <a:lnTo>
                          <a:pt x="105249" y="92768"/>
                        </a:lnTo>
                        <a:lnTo>
                          <a:pt x="102950" y="89729"/>
                        </a:lnTo>
                        <a:lnTo>
                          <a:pt x="100613" y="86648"/>
                        </a:lnTo>
                        <a:lnTo>
                          <a:pt x="98314" y="83650"/>
                        </a:lnTo>
                        <a:lnTo>
                          <a:pt x="95977" y="80693"/>
                        </a:lnTo>
                        <a:lnTo>
                          <a:pt x="93678" y="77820"/>
                        </a:lnTo>
                        <a:lnTo>
                          <a:pt x="91417" y="74989"/>
                        </a:lnTo>
                        <a:lnTo>
                          <a:pt x="89195" y="72366"/>
                        </a:lnTo>
                        <a:lnTo>
                          <a:pt x="87049" y="69826"/>
                        </a:lnTo>
                        <a:lnTo>
                          <a:pt x="88888" y="70617"/>
                        </a:lnTo>
                        <a:lnTo>
                          <a:pt x="90689" y="71325"/>
                        </a:lnTo>
                        <a:lnTo>
                          <a:pt x="92452" y="71991"/>
                        </a:lnTo>
                        <a:lnTo>
                          <a:pt x="94214" y="72657"/>
                        </a:lnTo>
                        <a:lnTo>
                          <a:pt x="97471" y="73740"/>
                        </a:lnTo>
                        <a:lnTo>
                          <a:pt x="100459" y="74656"/>
                        </a:lnTo>
                        <a:lnTo>
                          <a:pt x="103065" y="75364"/>
                        </a:lnTo>
                        <a:lnTo>
                          <a:pt x="105019" y="75905"/>
                        </a:lnTo>
                        <a:lnTo>
                          <a:pt x="106398" y="76280"/>
                        </a:lnTo>
                        <a:lnTo>
                          <a:pt x="107088" y="76405"/>
                        </a:lnTo>
                        <a:lnTo>
                          <a:pt x="107471" y="76446"/>
                        </a:lnTo>
                        <a:lnTo>
                          <a:pt x="107777" y="76488"/>
                        </a:lnTo>
                        <a:lnTo>
                          <a:pt x="108122" y="76446"/>
                        </a:lnTo>
                        <a:lnTo>
                          <a:pt x="108467" y="76321"/>
                        </a:lnTo>
                        <a:lnTo>
                          <a:pt x="108773" y="76155"/>
                        </a:lnTo>
                        <a:lnTo>
                          <a:pt x="109118" y="75947"/>
                        </a:lnTo>
                        <a:lnTo>
                          <a:pt x="109386" y="75655"/>
                        </a:lnTo>
                        <a:lnTo>
                          <a:pt x="109655" y="75364"/>
                        </a:lnTo>
                        <a:lnTo>
                          <a:pt x="109846" y="75072"/>
                        </a:lnTo>
                        <a:lnTo>
                          <a:pt x="110000" y="74698"/>
                        </a:lnTo>
                        <a:lnTo>
                          <a:pt x="110114" y="74365"/>
                        </a:lnTo>
                        <a:lnTo>
                          <a:pt x="110114" y="73907"/>
                        </a:lnTo>
                        <a:lnTo>
                          <a:pt x="110153" y="73573"/>
                        </a:lnTo>
                        <a:lnTo>
                          <a:pt x="110114" y="73199"/>
                        </a:lnTo>
                        <a:lnTo>
                          <a:pt x="110000" y="72782"/>
                        </a:lnTo>
                        <a:lnTo>
                          <a:pt x="109885" y="72408"/>
                        </a:lnTo>
                        <a:lnTo>
                          <a:pt x="107011" y="66412"/>
                        </a:lnTo>
                        <a:lnTo>
                          <a:pt x="104061" y="60791"/>
                        </a:lnTo>
                        <a:lnTo>
                          <a:pt x="101072" y="55419"/>
                        </a:lnTo>
                        <a:lnTo>
                          <a:pt x="98045" y="50381"/>
                        </a:lnTo>
                        <a:lnTo>
                          <a:pt x="94865" y="45718"/>
                        </a:lnTo>
                        <a:lnTo>
                          <a:pt x="91724" y="41263"/>
                        </a:lnTo>
                        <a:lnTo>
                          <a:pt x="88582" y="37182"/>
                        </a:lnTo>
                        <a:lnTo>
                          <a:pt x="85440" y="33351"/>
                        </a:lnTo>
                        <a:lnTo>
                          <a:pt x="82260" y="29729"/>
                        </a:lnTo>
                        <a:lnTo>
                          <a:pt x="79118" y="26439"/>
                        </a:lnTo>
                        <a:lnTo>
                          <a:pt x="75977" y="23358"/>
                        </a:lnTo>
                        <a:lnTo>
                          <a:pt x="72796" y="20610"/>
                        </a:lnTo>
                        <a:lnTo>
                          <a:pt x="69770" y="18029"/>
                        </a:lnTo>
                        <a:lnTo>
                          <a:pt x="66743" y="15614"/>
                        </a:lnTo>
                        <a:lnTo>
                          <a:pt x="63754" y="13532"/>
                        </a:lnTo>
                        <a:lnTo>
                          <a:pt x="60881" y="11533"/>
                        </a:lnTo>
                        <a:lnTo>
                          <a:pt x="58084" y="9784"/>
                        </a:lnTo>
                        <a:lnTo>
                          <a:pt x="55363" y="8244"/>
                        </a:lnTo>
                        <a:lnTo>
                          <a:pt x="52796" y="6870"/>
                        </a:lnTo>
                        <a:lnTo>
                          <a:pt x="50268" y="5662"/>
                        </a:lnTo>
                        <a:lnTo>
                          <a:pt x="47892" y="4580"/>
                        </a:lnTo>
                        <a:lnTo>
                          <a:pt x="45670" y="3622"/>
                        </a:lnTo>
                        <a:lnTo>
                          <a:pt x="43563" y="2831"/>
                        </a:lnTo>
                        <a:lnTo>
                          <a:pt x="41647" y="2165"/>
                        </a:lnTo>
                        <a:lnTo>
                          <a:pt x="39885" y="1582"/>
                        </a:lnTo>
                        <a:lnTo>
                          <a:pt x="38275" y="1165"/>
                        </a:lnTo>
                        <a:lnTo>
                          <a:pt x="36896" y="791"/>
                        </a:lnTo>
                        <a:lnTo>
                          <a:pt x="35670" y="499"/>
                        </a:lnTo>
                        <a:lnTo>
                          <a:pt x="33908" y="124"/>
                        </a:lnTo>
                        <a:lnTo>
                          <a:pt x="33103" y="0"/>
                        </a:lnTo>
                        <a:lnTo>
                          <a:pt x="32796" y="0"/>
                        </a:lnTo>
                        <a:lnTo>
                          <a:pt x="32528" y="0"/>
                        </a:lnTo>
                        <a:lnTo>
                          <a:pt x="32260" y="83"/>
                        </a:lnTo>
                        <a:lnTo>
                          <a:pt x="31992" y="124"/>
                        </a:lnTo>
                        <a:lnTo>
                          <a:pt x="31724" y="249"/>
                        </a:lnTo>
                        <a:lnTo>
                          <a:pt x="31494" y="374"/>
                        </a:lnTo>
                        <a:lnTo>
                          <a:pt x="31226" y="624"/>
                        </a:lnTo>
                        <a:lnTo>
                          <a:pt x="31034" y="791"/>
                        </a:lnTo>
                        <a:lnTo>
                          <a:pt x="27586" y="4496"/>
                        </a:lnTo>
                        <a:lnTo>
                          <a:pt x="28735" y="5287"/>
                        </a:lnTo>
                        <a:lnTo>
                          <a:pt x="29885" y="6120"/>
                        </a:lnTo>
                        <a:lnTo>
                          <a:pt x="31034" y="7036"/>
                        </a:lnTo>
                        <a:lnTo>
                          <a:pt x="32260" y="8036"/>
                        </a:lnTo>
                        <a:lnTo>
                          <a:pt x="33409" y="9118"/>
                        </a:lnTo>
                        <a:lnTo>
                          <a:pt x="34674" y="10326"/>
                        </a:lnTo>
                        <a:lnTo>
                          <a:pt x="35900" y="11575"/>
                        </a:lnTo>
                        <a:lnTo>
                          <a:pt x="37126" y="12990"/>
                        </a:lnTo>
                        <a:lnTo>
                          <a:pt x="38314" y="14489"/>
                        </a:lnTo>
                        <a:lnTo>
                          <a:pt x="39616" y="16030"/>
                        </a:lnTo>
                        <a:lnTo>
                          <a:pt x="40804" y="17779"/>
                        </a:lnTo>
                        <a:lnTo>
                          <a:pt x="41992" y="19569"/>
                        </a:lnTo>
                        <a:lnTo>
                          <a:pt x="43180" y="21568"/>
                        </a:lnTo>
                        <a:lnTo>
                          <a:pt x="44329" y="23608"/>
                        </a:lnTo>
                        <a:lnTo>
                          <a:pt x="45517" y="25815"/>
                        </a:lnTo>
                        <a:lnTo>
                          <a:pt x="46590" y="28188"/>
                        </a:lnTo>
                        <a:lnTo>
                          <a:pt x="46666" y="28396"/>
                        </a:lnTo>
                        <a:lnTo>
                          <a:pt x="46704" y="28688"/>
                        </a:lnTo>
                        <a:lnTo>
                          <a:pt x="46666" y="29021"/>
                        </a:lnTo>
                        <a:lnTo>
                          <a:pt x="46513" y="29229"/>
                        </a:lnTo>
                        <a:lnTo>
                          <a:pt x="46321" y="29479"/>
                        </a:lnTo>
                        <a:lnTo>
                          <a:pt x="46130" y="29604"/>
                        </a:lnTo>
                        <a:lnTo>
                          <a:pt x="45823" y="29687"/>
                        </a:lnTo>
                        <a:lnTo>
                          <a:pt x="45555" y="29687"/>
                        </a:lnTo>
                        <a:lnTo>
                          <a:pt x="44789" y="29479"/>
                        </a:lnTo>
                        <a:lnTo>
                          <a:pt x="43026" y="29021"/>
                        </a:lnTo>
                        <a:lnTo>
                          <a:pt x="41877" y="28646"/>
                        </a:lnTo>
                        <a:lnTo>
                          <a:pt x="40613" y="28230"/>
                        </a:lnTo>
                        <a:lnTo>
                          <a:pt x="39233" y="27689"/>
                        </a:lnTo>
                        <a:lnTo>
                          <a:pt x="37854" y="27147"/>
                        </a:lnTo>
                        <a:lnTo>
                          <a:pt x="39501" y="29146"/>
                        </a:lnTo>
                        <a:lnTo>
                          <a:pt x="41264" y="31353"/>
                        </a:lnTo>
                        <a:lnTo>
                          <a:pt x="43065" y="33643"/>
                        </a:lnTo>
                        <a:lnTo>
                          <a:pt x="44827" y="35975"/>
                        </a:lnTo>
                        <a:lnTo>
                          <a:pt x="46551" y="38390"/>
                        </a:lnTo>
                        <a:lnTo>
                          <a:pt x="48084" y="40721"/>
                        </a:lnTo>
                        <a:lnTo>
                          <a:pt x="48773" y="41845"/>
                        </a:lnTo>
                        <a:lnTo>
                          <a:pt x="49425" y="42928"/>
                        </a:lnTo>
                        <a:lnTo>
                          <a:pt x="49961" y="44011"/>
                        </a:lnTo>
                        <a:lnTo>
                          <a:pt x="50459" y="44968"/>
                        </a:lnTo>
                        <a:lnTo>
                          <a:pt x="50536" y="45301"/>
                        </a:lnTo>
                        <a:lnTo>
                          <a:pt x="50574" y="45510"/>
                        </a:lnTo>
                        <a:lnTo>
                          <a:pt x="50536" y="45759"/>
                        </a:lnTo>
                        <a:lnTo>
                          <a:pt x="50421" y="46051"/>
                        </a:lnTo>
                        <a:lnTo>
                          <a:pt x="50268" y="46259"/>
                        </a:lnTo>
                        <a:lnTo>
                          <a:pt x="50076" y="46426"/>
                        </a:lnTo>
                        <a:lnTo>
                          <a:pt x="49846" y="46467"/>
                        </a:lnTo>
                        <a:lnTo>
                          <a:pt x="49655" y="46551"/>
                        </a:lnTo>
                        <a:lnTo>
                          <a:pt x="49578" y="46551"/>
                        </a:lnTo>
                        <a:lnTo>
                          <a:pt x="49042" y="46467"/>
                        </a:lnTo>
                        <a:lnTo>
                          <a:pt x="47777" y="46301"/>
                        </a:lnTo>
                        <a:lnTo>
                          <a:pt x="46819" y="46134"/>
                        </a:lnTo>
                        <a:lnTo>
                          <a:pt x="45785" y="45884"/>
                        </a:lnTo>
                        <a:lnTo>
                          <a:pt x="44559" y="45510"/>
                        </a:lnTo>
                        <a:lnTo>
                          <a:pt x="43180" y="45052"/>
                        </a:lnTo>
                        <a:lnTo>
                          <a:pt x="41647" y="44385"/>
                        </a:lnTo>
                        <a:lnTo>
                          <a:pt x="40000" y="43678"/>
                        </a:lnTo>
                        <a:lnTo>
                          <a:pt x="38237" y="42720"/>
                        </a:lnTo>
                        <a:lnTo>
                          <a:pt x="36283" y="41554"/>
                        </a:lnTo>
                        <a:lnTo>
                          <a:pt x="34291" y="40305"/>
                        </a:lnTo>
                        <a:lnTo>
                          <a:pt x="32145" y="38723"/>
                        </a:lnTo>
                        <a:lnTo>
                          <a:pt x="31034" y="37890"/>
                        </a:lnTo>
                        <a:lnTo>
                          <a:pt x="29961" y="37015"/>
                        </a:lnTo>
                        <a:lnTo>
                          <a:pt x="28773" y="36016"/>
                        </a:lnTo>
                        <a:lnTo>
                          <a:pt x="27586" y="35017"/>
                        </a:lnTo>
                        <a:lnTo>
                          <a:pt x="27969" y="35933"/>
                        </a:lnTo>
                        <a:lnTo>
                          <a:pt x="28237" y="36891"/>
                        </a:lnTo>
                        <a:lnTo>
                          <a:pt x="28582" y="37848"/>
                        </a:lnTo>
                        <a:lnTo>
                          <a:pt x="28773" y="38848"/>
                        </a:lnTo>
                        <a:lnTo>
                          <a:pt x="29003" y="39930"/>
                        </a:lnTo>
                        <a:lnTo>
                          <a:pt x="29157" y="41013"/>
                        </a:lnTo>
                        <a:lnTo>
                          <a:pt x="29233" y="42095"/>
                        </a:lnTo>
                        <a:lnTo>
                          <a:pt x="29272" y="43219"/>
                        </a:lnTo>
                        <a:lnTo>
                          <a:pt x="29233" y="43553"/>
                        </a:lnTo>
                        <a:lnTo>
                          <a:pt x="29118" y="43761"/>
                        </a:lnTo>
                        <a:lnTo>
                          <a:pt x="28965" y="43969"/>
                        </a:lnTo>
                        <a:lnTo>
                          <a:pt x="28773" y="44136"/>
                        </a:lnTo>
                        <a:lnTo>
                          <a:pt x="28505" y="44260"/>
                        </a:lnTo>
                        <a:lnTo>
                          <a:pt x="28275" y="44260"/>
                        </a:lnTo>
                        <a:lnTo>
                          <a:pt x="28084" y="44260"/>
                        </a:lnTo>
                        <a:lnTo>
                          <a:pt x="27777" y="44136"/>
                        </a:lnTo>
                        <a:lnTo>
                          <a:pt x="27011" y="43594"/>
                        </a:lnTo>
                        <a:lnTo>
                          <a:pt x="25249" y="42512"/>
                        </a:lnTo>
                        <a:lnTo>
                          <a:pt x="24137" y="41721"/>
                        </a:lnTo>
                        <a:lnTo>
                          <a:pt x="22835" y="40846"/>
                        </a:lnTo>
                        <a:lnTo>
                          <a:pt x="21379" y="39805"/>
                        </a:lnTo>
                        <a:lnTo>
                          <a:pt x="19923" y="38681"/>
                        </a:lnTo>
                        <a:lnTo>
                          <a:pt x="18352" y="37432"/>
                        </a:lnTo>
                        <a:lnTo>
                          <a:pt x="16704" y="36016"/>
                        </a:lnTo>
                        <a:lnTo>
                          <a:pt x="15095" y="34517"/>
                        </a:lnTo>
                        <a:lnTo>
                          <a:pt x="13448" y="32977"/>
                        </a:lnTo>
                        <a:lnTo>
                          <a:pt x="11915" y="31353"/>
                        </a:lnTo>
                        <a:lnTo>
                          <a:pt x="10421" y="29687"/>
                        </a:lnTo>
                        <a:lnTo>
                          <a:pt x="9693" y="28771"/>
                        </a:lnTo>
                        <a:lnTo>
                          <a:pt x="8965" y="27855"/>
                        </a:lnTo>
                        <a:lnTo>
                          <a:pt x="8390" y="26981"/>
                        </a:lnTo>
                        <a:lnTo>
                          <a:pt x="7701" y="26023"/>
                        </a:lnTo>
                        <a:lnTo>
                          <a:pt x="1034" y="33226"/>
                        </a:lnTo>
                        <a:lnTo>
                          <a:pt x="766" y="33560"/>
                        </a:lnTo>
                        <a:lnTo>
                          <a:pt x="536" y="33934"/>
                        </a:lnTo>
                        <a:lnTo>
                          <a:pt x="383" y="34351"/>
                        </a:lnTo>
                        <a:lnTo>
                          <a:pt x="268" y="34850"/>
                        </a:lnTo>
                        <a:lnTo>
                          <a:pt x="0" y="38556"/>
                        </a:lnTo>
                        <a:lnTo>
                          <a:pt x="38" y="42220"/>
                        </a:lnTo>
                        <a:lnTo>
                          <a:pt x="498" y="45926"/>
                        </a:lnTo>
                        <a:lnTo>
                          <a:pt x="1264" y="49548"/>
                        </a:lnTo>
                        <a:lnTo>
                          <a:pt x="2298" y="53129"/>
                        </a:lnTo>
                        <a:lnTo>
                          <a:pt x="3678" y="56752"/>
                        </a:lnTo>
                        <a:lnTo>
                          <a:pt x="5325" y="60291"/>
                        </a:lnTo>
                        <a:lnTo>
                          <a:pt x="7164" y="63705"/>
                        </a:lnTo>
                        <a:lnTo>
                          <a:pt x="9272" y="67120"/>
                        </a:lnTo>
                        <a:lnTo>
                          <a:pt x="11532" y="70492"/>
                        </a:lnTo>
                        <a:lnTo>
                          <a:pt x="13946" y="73740"/>
                        </a:lnTo>
                        <a:lnTo>
                          <a:pt x="16551" y="76946"/>
                        </a:lnTo>
                        <a:lnTo>
                          <a:pt x="19233" y="80069"/>
                        </a:lnTo>
                        <a:lnTo>
                          <a:pt x="21992" y="83067"/>
                        </a:lnTo>
                        <a:lnTo>
                          <a:pt x="24865" y="85940"/>
                        </a:lnTo>
                        <a:lnTo>
                          <a:pt x="27777" y="88771"/>
                        </a:lnTo>
                        <a:lnTo>
                          <a:pt x="30727" y="91478"/>
                        </a:lnTo>
                        <a:lnTo>
                          <a:pt x="33639" y="94059"/>
                        </a:lnTo>
                        <a:lnTo>
                          <a:pt x="36551" y="96433"/>
                        </a:lnTo>
                        <a:lnTo>
                          <a:pt x="39386" y="98806"/>
                        </a:lnTo>
                        <a:lnTo>
                          <a:pt x="42183" y="100929"/>
                        </a:lnTo>
                        <a:lnTo>
                          <a:pt x="44904" y="102970"/>
                        </a:lnTo>
                        <a:lnTo>
                          <a:pt x="47432" y="104927"/>
                        </a:lnTo>
                        <a:lnTo>
                          <a:pt x="49846" y="106634"/>
                        </a:lnTo>
                        <a:lnTo>
                          <a:pt x="54214" y="109590"/>
                        </a:lnTo>
                        <a:lnTo>
                          <a:pt x="57701" y="111880"/>
                        </a:lnTo>
                        <a:lnTo>
                          <a:pt x="60114" y="113379"/>
                        </a:lnTo>
                        <a:lnTo>
                          <a:pt x="61340" y="114087"/>
                        </a:lnTo>
                        <a:close/>
                      </a:path>
                    </a:pathLst>
                  </a:custGeom>
                  <a:solidFill>
                    <a:srgbClr val="FF8C00"/>
                  </a:solidFill>
                  <a:ln>
                    <a:noFill/>
                  </a:ln>
                </p:spPr>
                <p:txBody>
                  <a:bodyPr wrap="square" lIns="91440" tIns="45720" rIns="91440" bIns="45720" anchor="t" anchorCtr="0">
                    <a:normAutofit fontScale="25000" lnSpcReduction="20000"/>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buClr>
                        <a:srgbClr val="000000"/>
                      </a:buClr>
                    </a:pPr>
                    <a:endParaRPr>
                      <a:cs typeface="+mn-ea"/>
                      <a:sym typeface="+mn-lt"/>
                    </a:endParaRPr>
                  </a:p>
                </p:txBody>
              </p:sp>
              <p:sp>
                <p:nvSpPr>
                  <p:cNvPr id="51" name="任意多边形: 形状 50"/>
                  <p:cNvSpPr/>
                  <p:nvPr/>
                </p:nvSpPr>
                <p:spPr>
                  <a:xfrm rot="2700000">
                    <a:off x="5160121" y="4201993"/>
                    <a:ext cx="982805" cy="903729"/>
                  </a:xfrm>
                  <a:custGeom>
                    <a:avLst/>
                    <a:gdLst/>
                    <a:ahLst/>
                    <a:cxnLst/>
                    <a:rect l="0" t="0" r="0" b="0"/>
                    <a:pathLst>
                      <a:path w="120000" h="120000" extrusionOk="0">
                        <a:moveTo>
                          <a:pt x="61340" y="114087"/>
                        </a:moveTo>
                        <a:lnTo>
                          <a:pt x="61685" y="114295"/>
                        </a:lnTo>
                        <a:lnTo>
                          <a:pt x="61992" y="114378"/>
                        </a:lnTo>
                        <a:lnTo>
                          <a:pt x="62260" y="114462"/>
                        </a:lnTo>
                        <a:lnTo>
                          <a:pt x="62605" y="114462"/>
                        </a:lnTo>
                        <a:lnTo>
                          <a:pt x="62950" y="114462"/>
                        </a:lnTo>
                        <a:lnTo>
                          <a:pt x="63256" y="114337"/>
                        </a:lnTo>
                        <a:lnTo>
                          <a:pt x="63563" y="114212"/>
                        </a:lnTo>
                        <a:lnTo>
                          <a:pt x="63831" y="114045"/>
                        </a:lnTo>
                        <a:lnTo>
                          <a:pt x="64099" y="113879"/>
                        </a:lnTo>
                        <a:lnTo>
                          <a:pt x="64329" y="113629"/>
                        </a:lnTo>
                        <a:lnTo>
                          <a:pt x="64521" y="113337"/>
                        </a:lnTo>
                        <a:lnTo>
                          <a:pt x="64712" y="113004"/>
                        </a:lnTo>
                        <a:lnTo>
                          <a:pt x="64865" y="112713"/>
                        </a:lnTo>
                        <a:lnTo>
                          <a:pt x="64980" y="112338"/>
                        </a:lnTo>
                        <a:lnTo>
                          <a:pt x="65019" y="112005"/>
                        </a:lnTo>
                        <a:lnTo>
                          <a:pt x="65095" y="111630"/>
                        </a:lnTo>
                        <a:lnTo>
                          <a:pt x="65019" y="110131"/>
                        </a:lnTo>
                        <a:lnTo>
                          <a:pt x="64980" y="108674"/>
                        </a:lnTo>
                        <a:lnTo>
                          <a:pt x="64865" y="107258"/>
                        </a:lnTo>
                        <a:lnTo>
                          <a:pt x="64750" y="105801"/>
                        </a:lnTo>
                        <a:lnTo>
                          <a:pt x="64597" y="104427"/>
                        </a:lnTo>
                        <a:lnTo>
                          <a:pt x="64367" y="103053"/>
                        </a:lnTo>
                        <a:lnTo>
                          <a:pt x="64137" y="101679"/>
                        </a:lnTo>
                        <a:lnTo>
                          <a:pt x="63869" y="100305"/>
                        </a:lnTo>
                        <a:lnTo>
                          <a:pt x="63563" y="98972"/>
                        </a:lnTo>
                        <a:lnTo>
                          <a:pt x="63218" y="97640"/>
                        </a:lnTo>
                        <a:lnTo>
                          <a:pt x="62873" y="96391"/>
                        </a:lnTo>
                        <a:lnTo>
                          <a:pt x="62490" y="95142"/>
                        </a:lnTo>
                        <a:lnTo>
                          <a:pt x="61685" y="92643"/>
                        </a:lnTo>
                        <a:lnTo>
                          <a:pt x="60804" y="90312"/>
                        </a:lnTo>
                        <a:lnTo>
                          <a:pt x="63754" y="92977"/>
                        </a:lnTo>
                        <a:lnTo>
                          <a:pt x="66743" y="95475"/>
                        </a:lnTo>
                        <a:lnTo>
                          <a:pt x="69655" y="97807"/>
                        </a:lnTo>
                        <a:lnTo>
                          <a:pt x="72490" y="99972"/>
                        </a:lnTo>
                        <a:lnTo>
                          <a:pt x="75249" y="102012"/>
                        </a:lnTo>
                        <a:lnTo>
                          <a:pt x="78007" y="103886"/>
                        </a:lnTo>
                        <a:lnTo>
                          <a:pt x="80613" y="105676"/>
                        </a:lnTo>
                        <a:lnTo>
                          <a:pt x="83180" y="107258"/>
                        </a:lnTo>
                        <a:lnTo>
                          <a:pt x="85670" y="108757"/>
                        </a:lnTo>
                        <a:lnTo>
                          <a:pt x="88084" y="110131"/>
                        </a:lnTo>
                        <a:lnTo>
                          <a:pt x="90459" y="111380"/>
                        </a:lnTo>
                        <a:lnTo>
                          <a:pt x="92720" y="112546"/>
                        </a:lnTo>
                        <a:lnTo>
                          <a:pt x="94865" y="113546"/>
                        </a:lnTo>
                        <a:lnTo>
                          <a:pt x="96973" y="114503"/>
                        </a:lnTo>
                        <a:lnTo>
                          <a:pt x="98965" y="115378"/>
                        </a:lnTo>
                        <a:lnTo>
                          <a:pt x="100881" y="116127"/>
                        </a:lnTo>
                        <a:lnTo>
                          <a:pt x="102720" y="116793"/>
                        </a:lnTo>
                        <a:lnTo>
                          <a:pt x="104444" y="117335"/>
                        </a:lnTo>
                        <a:lnTo>
                          <a:pt x="106091" y="117876"/>
                        </a:lnTo>
                        <a:lnTo>
                          <a:pt x="107624" y="118292"/>
                        </a:lnTo>
                        <a:lnTo>
                          <a:pt x="109080" y="118667"/>
                        </a:lnTo>
                        <a:lnTo>
                          <a:pt x="110383" y="119042"/>
                        </a:lnTo>
                        <a:lnTo>
                          <a:pt x="111609" y="119250"/>
                        </a:lnTo>
                        <a:lnTo>
                          <a:pt x="112720" y="119458"/>
                        </a:lnTo>
                        <a:lnTo>
                          <a:pt x="114636" y="119750"/>
                        </a:lnTo>
                        <a:lnTo>
                          <a:pt x="116053" y="119916"/>
                        </a:lnTo>
                        <a:lnTo>
                          <a:pt x="117011" y="120000"/>
                        </a:lnTo>
                        <a:lnTo>
                          <a:pt x="117432" y="120000"/>
                        </a:lnTo>
                        <a:lnTo>
                          <a:pt x="117509" y="120000"/>
                        </a:lnTo>
                        <a:lnTo>
                          <a:pt x="117624" y="120000"/>
                        </a:lnTo>
                        <a:lnTo>
                          <a:pt x="117892" y="119916"/>
                        </a:lnTo>
                        <a:lnTo>
                          <a:pt x="118237" y="119875"/>
                        </a:lnTo>
                        <a:lnTo>
                          <a:pt x="118505" y="119750"/>
                        </a:lnTo>
                        <a:lnTo>
                          <a:pt x="118735" y="119625"/>
                        </a:lnTo>
                        <a:lnTo>
                          <a:pt x="119003" y="119458"/>
                        </a:lnTo>
                        <a:lnTo>
                          <a:pt x="119233" y="119208"/>
                        </a:lnTo>
                        <a:lnTo>
                          <a:pt x="119386" y="118959"/>
                        </a:lnTo>
                        <a:lnTo>
                          <a:pt x="119616" y="118709"/>
                        </a:lnTo>
                        <a:lnTo>
                          <a:pt x="119693" y="118417"/>
                        </a:lnTo>
                        <a:lnTo>
                          <a:pt x="119808" y="118043"/>
                        </a:lnTo>
                        <a:lnTo>
                          <a:pt x="119923" y="117751"/>
                        </a:lnTo>
                        <a:lnTo>
                          <a:pt x="119923" y="117418"/>
                        </a:lnTo>
                        <a:lnTo>
                          <a:pt x="120000" y="117043"/>
                        </a:lnTo>
                        <a:lnTo>
                          <a:pt x="119923" y="116668"/>
                        </a:lnTo>
                        <a:lnTo>
                          <a:pt x="119808" y="116377"/>
                        </a:lnTo>
                        <a:lnTo>
                          <a:pt x="119693" y="116002"/>
                        </a:lnTo>
                        <a:lnTo>
                          <a:pt x="119118" y="114712"/>
                        </a:lnTo>
                        <a:lnTo>
                          <a:pt x="118429" y="113379"/>
                        </a:lnTo>
                        <a:lnTo>
                          <a:pt x="117739" y="112047"/>
                        </a:lnTo>
                        <a:lnTo>
                          <a:pt x="117011" y="110673"/>
                        </a:lnTo>
                        <a:lnTo>
                          <a:pt x="115363" y="107841"/>
                        </a:lnTo>
                        <a:lnTo>
                          <a:pt x="113601" y="104927"/>
                        </a:lnTo>
                        <a:lnTo>
                          <a:pt x="111647" y="101970"/>
                        </a:lnTo>
                        <a:lnTo>
                          <a:pt x="109616" y="98889"/>
                        </a:lnTo>
                        <a:lnTo>
                          <a:pt x="107471" y="95850"/>
                        </a:lnTo>
                        <a:lnTo>
                          <a:pt x="105249" y="92768"/>
                        </a:lnTo>
                        <a:lnTo>
                          <a:pt x="102950" y="89729"/>
                        </a:lnTo>
                        <a:lnTo>
                          <a:pt x="100613" y="86648"/>
                        </a:lnTo>
                        <a:lnTo>
                          <a:pt x="98314" y="83650"/>
                        </a:lnTo>
                        <a:lnTo>
                          <a:pt x="95977" y="80693"/>
                        </a:lnTo>
                        <a:lnTo>
                          <a:pt x="93678" y="77820"/>
                        </a:lnTo>
                        <a:lnTo>
                          <a:pt x="91417" y="74989"/>
                        </a:lnTo>
                        <a:lnTo>
                          <a:pt x="89195" y="72366"/>
                        </a:lnTo>
                        <a:lnTo>
                          <a:pt x="87049" y="69826"/>
                        </a:lnTo>
                        <a:lnTo>
                          <a:pt x="88888" y="70617"/>
                        </a:lnTo>
                        <a:lnTo>
                          <a:pt x="90689" y="71325"/>
                        </a:lnTo>
                        <a:lnTo>
                          <a:pt x="92452" y="71991"/>
                        </a:lnTo>
                        <a:lnTo>
                          <a:pt x="94214" y="72657"/>
                        </a:lnTo>
                        <a:lnTo>
                          <a:pt x="97471" y="73740"/>
                        </a:lnTo>
                        <a:lnTo>
                          <a:pt x="100459" y="74656"/>
                        </a:lnTo>
                        <a:lnTo>
                          <a:pt x="103065" y="75364"/>
                        </a:lnTo>
                        <a:lnTo>
                          <a:pt x="105019" y="75905"/>
                        </a:lnTo>
                        <a:lnTo>
                          <a:pt x="106398" y="76280"/>
                        </a:lnTo>
                        <a:lnTo>
                          <a:pt x="107088" y="76405"/>
                        </a:lnTo>
                        <a:lnTo>
                          <a:pt x="107471" y="76446"/>
                        </a:lnTo>
                        <a:lnTo>
                          <a:pt x="107777" y="76488"/>
                        </a:lnTo>
                        <a:lnTo>
                          <a:pt x="108122" y="76446"/>
                        </a:lnTo>
                        <a:lnTo>
                          <a:pt x="108467" y="76321"/>
                        </a:lnTo>
                        <a:lnTo>
                          <a:pt x="108773" y="76155"/>
                        </a:lnTo>
                        <a:lnTo>
                          <a:pt x="109118" y="75947"/>
                        </a:lnTo>
                        <a:lnTo>
                          <a:pt x="109386" y="75655"/>
                        </a:lnTo>
                        <a:lnTo>
                          <a:pt x="109655" y="75364"/>
                        </a:lnTo>
                        <a:lnTo>
                          <a:pt x="109846" y="75072"/>
                        </a:lnTo>
                        <a:lnTo>
                          <a:pt x="110000" y="74698"/>
                        </a:lnTo>
                        <a:lnTo>
                          <a:pt x="110114" y="74365"/>
                        </a:lnTo>
                        <a:lnTo>
                          <a:pt x="110114" y="73907"/>
                        </a:lnTo>
                        <a:lnTo>
                          <a:pt x="110153" y="73573"/>
                        </a:lnTo>
                        <a:lnTo>
                          <a:pt x="110114" y="73199"/>
                        </a:lnTo>
                        <a:lnTo>
                          <a:pt x="110000" y="72782"/>
                        </a:lnTo>
                        <a:lnTo>
                          <a:pt x="109885" y="72408"/>
                        </a:lnTo>
                        <a:lnTo>
                          <a:pt x="107011" y="66412"/>
                        </a:lnTo>
                        <a:lnTo>
                          <a:pt x="104061" y="60791"/>
                        </a:lnTo>
                        <a:lnTo>
                          <a:pt x="101072" y="55419"/>
                        </a:lnTo>
                        <a:lnTo>
                          <a:pt x="98045" y="50381"/>
                        </a:lnTo>
                        <a:lnTo>
                          <a:pt x="94865" y="45718"/>
                        </a:lnTo>
                        <a:lnTo>
                          <a:pt x="91724" y="41263"/>
                        </a:lnTo>
                        <a:lnTo>
                          <a:pt x="88582" y="37182"/>
                        </a:lnTo>
                        <a:lnTo>
                          <a:pt x="85440" y="33351"/>
                        </a:lnTo>
                        <a:lnTo>
                          <a:pt x="82260" y="29729"/>
                        </a:lnTo>
                        <a:lnTo>
                          <a:pt x="79118" y="26439"/>
                        </a:lnTo>
                        <a:lnTo>
                          <a:pt x="75977" y="23358"/>
                        </a:lnTo>
                        <a:lnTo>
                          <a:pt x="72796" y="20610"/>
                        </a:lnTo>
                        <a:lnTo>
                          <a:pt x="69770" y="18029"/>
                        </a:lnTo>
                        <a:lnTo>
                          <a:pt x="66743" y="15614"/>
                        </a:lnTo>
                        <a:lnTo>
                          <a:pt x="63754" y="13532"/>
                        </a:lnTo>
                        <a:lnTo>
                          <a:pt x="60881" y="11533"/>
                        </a:lnTo>
                        <a:lnTo>
                          <a:pt x="58084" y="9784"/>
                        </a:lnTo>
                        <a:lnTo>
                          <a:pt x="55363" y="8244"/>
                        </a:lnTo>
                        <a:lnTo>
                          <a:pt x="52796" y="6870"/>
                        </a:lnTo>
                        <a:lnTo>
                          <a:pt x="50268" y="5662"/>
                        </a:lnTo>
                        <a:lnTo>
                          <a:pt x="47892" y="4580"/>
                        </a:lnTo>
                        <a:lnTo>
                          <a:pt x="45670" y="3622"/>
                        </a:lnTo>
                        <a:lnTo>
                          <a:pt x="43563" y="2831"/>
                        </a:lnTo>
                        <a:lnTo>
                          <a:pt x="41647" y="2165"/>
                        </a:lnTo>
                        <a:lnTo>
                          <a:pt x="39885" y="1582"/>
                        </a:lnTo>
                        <a:lnTo>
                          <a:pt x="38275" y="1165"/>
                        </a:lnTo>
                        <a:lnTo>
                          <a:pt x="36896" y="791"/>
                        </a:lnTo>
                        <a:lnTo>
                          <a:pt x="35670" y="499"/>
                        </a:lnTo>
                        <a:lnTo>
                          <a:pt x="33908" y="124"/>
                        </a:lnTo>
                        <a:lnTo>
                          <a:pt x="33103" y="0"/>
                        </a:lnTo>
                        <a:lnTo>
                          <a:pt x="32796" y="0"/>
                        </a:lnTo>
                        <a:lnTo>
                          <a:pt x="32528" y="0"/>
                        </a:lnTo>
                        <a:lnTo>
                          <a:pt x="32260" y="83"/>
                        </a:lnTo>
                        <a:lnTo>
                          <a:pt x="31992" y="124"/>
                        </a:lnTo>
                        <a:lnTo>
                          <a:pt x="31724" y="249"/>
                        </a:lnTo>
                        <a:lnTo>
                          <a:pt x="31494" y="374"/>
                        </a:lnTo>
                        <a:lnTo>
                          <a:pt x="31226" y="624"/>
                        </a:lnTo>
                        <a:lnTo>
                          <a:pt x="31034" y="791"/>
                        </a:lnTo>
                        <a:lnTo>
                          <a:pt x="27586" y="4496"/>
                        </a:lnTo>
                        <a:lnTo>
                          <a:pt x="28735" y="5287"/>
                        </a:lnTo>
                        <a:lnTo>
                          <a:pt x="29885" y="6120"/>
                        </a:lnTo>
                        <a:lnTo>
                          <a:pt x="31034" y="7036"/>
                        </a:lnTo>
                        <a:lnTo>
                          <a:pt x="32260" y="8036"/>
                        </a:lnTo>
                        <a:lnTo>
                          <a:pt x="33409" y="9118"/>
                        </a:lnTo>
                        <a:lnTo>
                          <a:pt x="34674" y="10326"/>
                        </a:lnTo>
                        <a:lnTo>
                          <a:pt x="35900" y="11575"/>
                        </a:lnTo>
                        <a:lnTo>
                          <a:pt x="37126" y="12990"/>
                        </a:lnTo>
                        <a:lnTo>
                          <a:pt x="38314" y="14489"/>
                        </a:lnTo>
                        <a:lnTo>
                          <a:pt x="39616" y="16030"/>
                        </a:lnTo>
                        <a:lnTo>
                          <a:pt x="40804" y="17779"/>
                        </a:lnTo>
                        <a:lnTo>
                          <a:pt x="41992" y="19569"/>
                        </a:lnTo>
                        <a:lnTo>
                          <a:pt x="43180" y="21568"/>
                        </a:lnTo>
                        <a:lnTo>
                          <a:pt x="44329" y="23608"/>
                        </a:lnTo>
                        <a:lnTo>
                          <a:pt x="45517" y="25815"/>
                        </a:lnTo>
                        <a:lnTo>
                          <a:pt x="46590" y="28188"/>
                        </a:lnTo>
                        <a:lnTo>
                          <a:pt x="46666" y="28396"/>
                        </a:lnTo>
                        <a:lnTo>
                          <a:pt x="46704" y="28688"/>
                        </a:lnTo>
                        <a:lnTo>
                          <a:pt x="46666" y="29021"/>
                        </a:lnTo>
                        <a:lnTo>
                          <a:pt x="46513" y="29229"/>
                        </a:lnTo>
                        <a:lnTo>
                          <a:pt x="46321" y="29479"/>
                        </a:lnTo>
                        <a:lnTo>
                          <a:pt x="46130" y="29604"/>
                        </a:lnTo>
                        <a:lnTo>
                          <a:pt x="45823" y="29687"/>
                        </a:lnTo>
                        <a:lnTo>
                          <a:pt x="45555" y="29687"/>
                        </a:lnTo>
                        <a:lnTo>
                          <a:pt x="44789" y="29479"/>
                        </a:lnTo>
                        <a:lnTo>
                          <a:pt x="43026" y="29021"/>
                        </a:lnTo>
                        <a:lnTo>
                          <a:pt x="41877" y="28646"/>
                        </a:lnTo>
                        <a:lnTo>
                          <a:pt x="40613" y="28230"/>
                        </a:lnTo>
                        <a:lnTo>
                          <a:pt x="39233" y="27689"/>
                        </a:lnTo>
                        <a:lnTo>
                          <a:pt x="37854" y="27147"/>
                        </a:lnTo>
                        <a:lnTo>
                          <a:pt x="39501" y="29146"/>
                        </a:lnTo>
                        <a:lnTo>
                          <a:pt x="41264" y="31353"/>
                        </a:lnTo>
                        <a:lnTo>
                          <a:pt x="43065" y="33643"/>
                        </a:lnTo>
                        <a:lnTo>
                          <a:pt x="44827" y="35975"/>
                        </a:lnTo>
                        <a:lnTo>
                          <a:pt x="46551" y="38390"/>
                        </a:lnTo>
                        <a:lnTo>
                          <a:pt x="48084" y="40721"/>
                        </a:lnTo>
                        <a:lnTo>
                          <a:pt x="48773" y="41845"/>
                        </a:lnTo>
                        <a:lnTo>
                          <a:pt x="49425" y="42928"/>
                        </a:lnTo>
                        <a:lnTo>
                          <a:pt x="49961" y="44011"/>
                        </a:lnTo>
                        <a:lnTo>
                          <a:pt x="50459" y="44968"/>
                        </a:lnTo>
                        <a:lnTo>
                          <a:pt x="50536" y="45301"/>
                        </a:lnTo>
                        <a:lnTo>
                          <a:pt x="50574" y="45510"/>
                        </a:lnTo>
                        <a:lnTo>
                          <a:pt x="50536" y="45759"/>
                        </a:lnTo>
                        <a:lnTo>
                          <a:pt x="50421" y="46051"/>
                        </a:lnTo>
                        <a:lnTo>
                          <a:pt x="50268" y="46259"/>
                        </a:lnTo>
                        <a:lnTo>
                          <a:pt x="50076" y="46426"/>
                        </a:lnTo>
                        <a:lnTo>
                          <a:pt x="49846" y="46467"/>
                        </a:lnTo>
                        <a:lnTo>
                          <a:pt x="49655" y="46551"/>
                        </a:lnTo>
                        <a:lnTo>
                          <a:pt x="49578" y="46551"/>
                        </a:lnTo>
                        <a:lnTo>
                          <a:pt x="49042" y="46467"/>
                        </a:lnTo>
                        <a:lnTo>
                          <a:pt x="47777" y="46301"/>
                        </a:lnTo>
                        <a:lnTo>
                          <a:pt x="46819" y="46134"/>
                        </a:lnTo>
                        <a:lnTo>
                          <a:pt x="45785" y="45884"/>
                        </a:lnTo>
                        <a:lnTo>
                          <a:pt x="44559" y="45510"/>
                        </a:lnTo>
                        <a:lnTo>
                          <a:pt x="43180" y="45052"/>
                        </a:lnTo>
                        <a:lnTo>
                          <a:pt x="41647" y="44385"/>
                        </a:lnTo>
                        <a:lnTo>
                          <a:pt x="40000" y="43678"/>
                        </a:lnTo>
                        <a:lnTo>
                          <a:pt x="38237" y="42720"/>
                        </a:lnTo>
                        <a:lnTo>
                          <a:pt x="36283" y="41554"/>
                        </a:lnTo>
                        <a:lnTo>
                          <a:pt x="34291" y="40305"/>
                        </a:lnTo>
                        <a:lnTo>
                          <a:pt x="32145" y="38723"/>
                        </a:lnTo>
                        <a:lnTo>
                          <a:pt x="31034" y="37890"/>
                        </a:lnTo>
                        <a:lnTo>
                          <a:pt x="29961" y="37015"/>
                        </a:lnTo>
                        <a:lnTo>
                          <a:pt x="28773" y="36016"/>
                        </a:lnTo>
                        <a:lnTo>
                          <a:pt x="27586" y="35017"/>
                        </a:lnTo>
                        <a:lnTo>
                          <a:pt x="27969" y="35933"/>
                        </a:lnTo>
                        <a:lnTo>
                          <a:pt x="28237" y="36891"/>
                        </a:lnTo>
                        <a:lnTo>
                          <a:pt x="28582" y="37848"/>
                        </a:lnTo>
                        <a:lnTo>
                          <a:pt x="28773" y="38848"/>
                        </a:lnTo>
                        <a:lnTo>
                          <a:pt x="29003" y="39930"/>
                        </a:lnTo>
                        <a:lnTo>
                          <a:pt x="29157" y="41013"/>
                        </a:lnTo>
                        <a:lnTo>
                          <a:pt x="29233" y="42095"/>
                        </a:lnTo>
                        <a:lnTo>
                          <a:pt x="29272" y="43219"/>
                        </a:lnTo>
                        <a:lnTo>
                          <a:pt x="29233" y="43553"/>
                        </a:lnTo>
                        <a:lnTo>
                          <a:pt x="29118" y="43761"/>
                        </a:lnTo>
                        <a:lnTo>
                          <a:pt x="28965" y="43969"/>
                        </a:lnTo>
                        <a:lnTo>
                          <a:pt x="28773" y="44136"/>
                        </a:lnTo>
                        <a:lnTo>
                          <a:pt x="28505" y="44260"/>
                        </a:lnTo>
                        <a:lnTo>
                          <a:pt x="28275" y="44260"/>
                        </a:lnTo>
                        <a:lnTo>
                          <a:pt x="28084" y="44260"/>
                        </a:lnTo>
                        <a:lnTo>
                          <a:pt x="27777" y="44136"/>
                        </a:lnTo>
                        <a:lnTo>
                          <a:pt x="27011" y="43594"/>
                        </a:lnTo>
                        <a:lnTo>
                          <a:pt x="25249" y="42512"/>
                        </a:lnTo>
                        <a:lnTo>
                          <a:pt x="24137" y="41721"/>
                        </a:lnTo>
                        <a:lnTo>
                          <a:pt x="22835" y="40846"/>
                        </a:lnTo>
                        <a:lnTo>
                          <a:pt x="21379" y="39805"/>
                        </a:lnTo>
                        <a:lnTo>
                          <a:pt x="19923" y="38681"/>
                        </a:lnTo>
                        <a:lnTo>
                          <a:pt x="18352" y="37432"/>
                        </a:lnTo>
                        <a:lnTo>
                          <a:pt x="16704" y="36016"/>
                        </a:lnTo>
                        <a:lnTo>
                          <a:pt x="15095" y="34517"/>
                        </a:lnTo>
                        <a:lnTo>
                          <a:pt x="13448" y="32977"/>
                        </a:lnTo>
                        <a:lnTo>
                          <a:pt x="11915" y="31353"/>
                        </a:lnTo>
                        <a:lnTo>
                          <a:pt x="10421" y="29687"/>
                        </a:lnTo>
                        <a:lnTo>
                          <a:pt x="9693" y="28771"/>
                        </a:lnTo>
                        <a:lnTo>
                          <a:pt x="8965" y="27855"/>
                        </a:lnTo>
                        <a:lnTo>
                          <a:pt x="8390" y="26981"/>
                        </a:lnTo>
                        <a:lnTo>
                          <a:pt x="7701" y="26023"/>
                        </a:lnTo>
                        <a:lnTo>
                          <a:pt x="1034" y="33226"/>
                        </a:lnTo>
                        <a:lnTo>
                          <a:pt x="766" y="33560"/>
                        </a:lnTo>
                        <a:lnTo>
                          <a:pt x="536" y="33934"/>
                        </a:lnTo>
                        <a:lnTo>
                          <a:pt x="383" y="34351"/>
                        </a:lnTo>
                        <a:lnTo>
                          <a:pt x="268" y="34850"/>
                        </a:lnTo>
                        <a:lnTo>
                          <a:pt x="0" y="38556"/>
                        </a:lnTo>
                        <a:lnTo>
                          <a:pt x="38" y="42220"/>
                        </a:lnTo>
                        <a:lnTo>
                          <a:pt x="498" y="45926"/>
                        </a:lnTo>
                        <a:lnTo>
                          <a:pt x="1264" y="49548"/>
                        </a:lnTo>
                        <a:lnTo>
                          <a:pt x="2298" y="53129"/>
                        </a:lnTo>
                        <a:lnTo>
                          <a:pt x="3678" y="56752"/>
                        </a:lnTo>
                        <a:lnTo>
                          <a:pt x="5325" y="60291"/>
                        </a:lnTo>
                        <a:lnTo>
                          <a:pt x="7164" y="63705"/>
                        </a:lnTo>
                        <a:lnTo>
                          <a:pt x="9272" y="67120"/>
                        </a:lnTo>
                        <a:lnTo>
                          <a:pt x="11532" y="70492"/>
                        </a:lnTo>
                        <a:lnTo>
                          <a:pt x="13946" y="73740"/>
                        </a:lnTo>
                        <a:lnTo>
                          <a:pt x="16551" y="76946"/>
                        </a:lnTo>
                        <a:lnTo>
                          <a:pt x="19233" y="80069"/>
                        </a:lnTo>
                        <a:lnTo>
                          <a:pt x="21992" y="83067"/>
                        </a:lnTo>
                        <a:lnTo>
                          <a:pt x="24865" y="85940"/>
                        </a:lnTo>
                        <a:lnTo>
                          <a:pt x="27777" y="88771"/>
                        </a:lnTo>
                        <a:lnTo>
                          <a:pt x="30727" y="91478"/>
                        </a:lnTo>
                        <a:lnTo>
                          <a:pt x="33639" y="94059"/>
                        </a:lnTo>
                        <a:lnTo>
                          <a:pt x="36551" y="96433"/>
                        </a:lnTo>
                        <a:lnTo>
                          <a:pt x="39386" y="98806"/>
                        </a:lnTo>
                        <a:lnTo>
                          <a:pt x="42183" y="100929"/>
                        </a:lnTo>
                        <a:lnTo>
                          <a:pt x="44904" y="102970"/>
                        </a:lnTo>
                        <a:lnTo>
                          <a:pt x="47432" y="104927"/>
                        </a:lnTo>
                        <a:lnTo>
                          <a:pt x="49846" y="106634"/>
                        </a:lnTo>
                        <a:lnTo>
                          <a:pt x="54214" y="109590"/>
                        </a:lnTo>
                        <a:lnTo>
                          <a:pt x="57701" y="111880"/>
                        </a:lnTo>
                        <a:lnTo>
                          <a:pt x="60114" y="113379"/>
                        </a:lnTo>
                        <a:lnTo>
                          <a:pt x="61340" y="114087"/>
                        </a:lnTo>
                        <a:close/>
                      </a:path>
                    </a:pathLst>
                  </a:custGeom>
                  <a:solidFill>
                    <a:srgbClr val="FFC000"/>
                  </a:solidFill>
                  <a:ln>
                    <a:noFill/>
                  </a:ln>
                </p:spPr>
                <p:txBody>
                  <a:bodyPr wrap="square" lIns="91440" tIns="45720" rIns="91440" bIns="45720" anchor="t" anchorCtr="0">
                    <a:normAutofit fontScale="25000" lnSpcReduction="20000"/>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buClr>
                        <a:srgbClr val="000000"/>
                      </a:buClr>
                    </a:pPr>
                    <a:endParaRPr>
                      <a:cs typeface="+mn-ea"/>
                      <a:sym typeface="+mn-lt"/>
                    </a:endParaRPr>
                  </a:p>
                </p:txBody>
              </p:sp>
            </p:grpSp>
            <p:sp>
              <p:nvSpPr>
                <p:cNvPr id="47" name="任意多边形: 形状 46"/>
                <p:cNvSpPr/>
                <p:nvPr/>
              </p:nvSpPr>
              <p:spPr>
                <a:xfrm rot="2700000">
                  <a:off x="5833244" y="2264417"/>
                  <a:ext cx="355440" cy="323178"/>
                </a:xfrm>
                <a:custGeom>
                  <a:avLst/>
                  <a:gdLst/>
                  <a:ahLst/>
                  <a:cxnLst/>
                  <a:rect l="0" t="0" r="0" b="0"/>
                  <a:pathLst>
                    <a:path w="120000" h="120000" extrusionOk="0">
                      <a:moveTo>
                        <a:pt x="11751" y="23747"/>
                      </a:moveTo>
                      <a:lnTo>
                        <a:pt x="14331" y="23537"/>
                      </a:lnTo>
                      <a:lnTo>
                        <a:pt x="18057" y="23432"/>
                      </a:lnTo>
                      <a:lnTo>
                        <a:pt x="20063" y="23537"/>
                      </a:lnTo>
                      <a:lnTo>
                        <a:pt x="22452" y="23537"/>
                      </a:lnTo>
                      <a:lnTo>
                        <a:pt x="24936" y="23852"/>
                      </a:lnTo>
                      <a:lnTo>
                        <a:pt x="27515" y="24168"/>
                      </a:lnTo>
                      <a:lnTo>
                        <a:pt x="30382" y="24693"/>
                      </a:lnTo>
                      <a:lnTo>
                        <a:pt x="33343" y="25429"/>
                      </a:lnTo>
                      <a:lnTo>
                        <a:pt x="36305" y="26164"/>
                      </a:lnTo>
                      <a:lnTo>
                        <a:pt x="39554" y="27110"/>
                      </a:lnTo>
                      <a:lnTo>
                        <a:pt x="42802" y="28266"/>
                      </a:lnTo>
                      <a:lnTo>
                        <a:pt x="46146" y="29632"/>
                      </a:lnTo>
                      <a:lnTo>
                        <a:pt x="49394" y="31313"/>
                      </a:lnTo>
                      <a:lnTo>
                        <a:pt x="52834" y="33099"/>
                      </a:lnTo>
                      <a:lnTo>
                        <a:pt x="56178" y="35306"/>
                      </a:lnTo>
                      <a:lnTo>
                        <a:pt x="59617" y="37723"/>
                      </a:lnTo>
                      <a:lnTo>
                        <a:pt x="63057" y="40455"/>
                      </a:lnTo>
                      <a:lnTo>
                        <a:pt x="66305" y="43397"/>
                      </a:lnTo>
                      <a:lnTo>
                        <a:pt x="69745" y="46760"/>
                      </a:lnTo>
                      <a:lnTo>
                        <a:pt x="72898" y="50542"/>
                      </a:lnTo>
                      <a:lnTo>
                        <a:pt x="76146" y="54640"/>
                      </a:lnTo>
                      <a:lnTo>
                        <a:pt x="79299" y="59159"/>
                      </a:lnTo>
                      <a:lnTo>
                        <a:pt x="82261" y="64098"/>
                      </a:lnTo>
                      <a:lnTo>
                        <a:pt x="85222" y="69352"/>
                      </a:lnTo>
                      <a:lnTo>
                        <a:pt x="87802" y="75131"/>
                      </a:lnTo>
                      <a:lnTo>
                        <a:pt x="90382" y="81225"/>
                      </a:lnTo>
                      <a:lnTo>
                        <a:pt x="92866" y="87845"/>
                      </a:lnTo>
                      <a:lnTo>
                        <a:pt x="95063" y="94991"/>
                      </a:lnTo>
                      <a:lnTo>
                        <a:pt x="96974" y="102661"/>
                      </a:lnTo>
                      <a:lnTo>
                        <a:pt x="98980" y="110753"/>
                      </a:lnTo>
                      <a:lnTo>
                        <a:pt x="99171" y="111908"/>
                      </a:lnTo>
                      <a:lnTo>
                        <a:pt x="99649" y="112959"/>
                      </a:lnTo>
                      <a:lnTo>
                        <a:pt x="100031" y="114010"/>
                      </a:lnTo>
                      <a:lnTo>
                        <a:pt x="100605" y="115166"/>
                      </a:lnTo>
                      <a:lnTo>
                        <a:pt x="101273" y="116007"/>
                      </a:lnTo>
                      <a:lnTo>
                        <a:pt x="101942" y="116742"/>
                      </a:lnTo>
                      <a:lnTo>
                        <a:pt x="102802" y="117583"/>
                      </a:lnTo>
                      <a:lnTo>
                        <a:pt x="103662" y="118108"/>
                      </a:lnTo>
                      <a:lnTo>
                        <a:pt x="104426" y="118739"/>
                      </a:lnTo>
                      <a:lnTo>
                        <a:pt x="105382" y="119264"/>
                      </a:lnTo>
                      <a:lnTo>
                        <a:pt x="106337" y="119474"/>
                      </a:lnTo>
                      <a:lnTo>
                        <a:pt x="107292" y="119789"/>
                      </a:lnTo>
                      <a:lnTo>
                        <a:pt x="108439" y="120000"/>
                      </a:lnTo>
                      <a:lnTo>
                        <a:pt x="109490" y="120000"/>
                      </a:lnTo>
                      <a:lnTo>
                        <a:pt x="110636" y="120000"/>
                      </a:lnTo>
                      <a:lnTo>
                        <a:pt x="111592" y="119789"/>
                      </a:lnTo>
                      <a:lnTo>
                        <a:pt x="113121" y="119264"/>
                      </a:lnTo>
                      <a:lnTo>
                        <a:pt x="114458" y="118633"/>
                      </a:lnTo>
                      <a:lnTo>
                        <a:pt x="115700" y="117688"/>
                      </a:lnTo>
                      <a:lnTo>
                        <a:pt x="116942" y="116637"/>
                      </a:lnTo>
                      <a:lnTo>
                        <a:pt x="117802" y="115586"/>
                      </a:lnTo>
                      <a:lnTo>
                        <a:pt x="118471" y="114325"/>
                      </a:lnTo>
                      <a:lnTo>
                        <a:pt x="119140" y="112959"/>
                      </a:lnTo>
                      <a:lnTo>
                        <a:pt x="119617" y="111593"/>
                      </a:lnTo>
                      <a:lnTo>
                        <a:pt x="119808" y="110227"/>
                      </a:lnTo>
                      <a:lnTo>
                        <a:pt x="120000" y="108756"/>
                      </a:lnTo>
                      <a:lnTo>
                        <a:pt x="120000" y="107285"/>
                      </a:lnTo>
                      <a:lnTo>
                        <a:pt x="119808" y="105709"/>
                      </a:lnTo>
                      <a:lnTo>
                        <a:pt x="117611" y="95726"/>
                      </a:lnTo>
                      <a:lnTo>
                        <a:pt x="115031" y="86479"/>
                      </a:lnTo>
                      <a:lnTo>
                        <a:pt x="112452" y="77863"/>
                      </a:lnTo>
                      <a:lnTo>
                        <a:pt x="109394" y="69772"/>
                      </a:lnTo>
                      <a:lnTo>
                        <a:pt x="106050" y="62206"/>
                      </a:lnTo>
                      <a:lnTo>
                        <a:pt x="102802" y="55271"/>
                      </a:lnTo>
                      <a:lnTo>
                        <a:pt x="99076" y="48861"/>
                      </a:lnTo>
                      <a:lnTo>
                        <a:pt x="95350" y="42977"/>
                      </a:lnTo>
                      <a:lnTo>
                        <a:pt x="91528" y="37513"/>
                      </a:lnTo>
                      <a:lnTo>
                        <a:pt x="87515" y="32574"/>
                      </a:lnTo>
                      <a:lnTo>
                        <a:pt x="83407" y="27950"/>
                      </a:lnTo>
                      <a:lnTo>
                        <a:pt x="79108" y="23852"/>
                      </a:lnTo>
                      <a:lnTo>
                        <a:pt x="74904" y="20280"/>
                      </a:lnTo>
                      <a:lnTo>
                        <a:pt x="70605" y="16917"/>
                      </a:lnTo>
                      <a:lnTo>
                        <a:pt x="66210" y="14080"/>
                      </a:lnTo>
                      <a:lnTo>
                        <a:pt x="61910" y="11453"/>
                      </a:lnTo>
                      <a:lnTo>
                        <a:pt x="57707" y="9141"/>
                      </a:lnTo>
                      <a:lnTo>
                        <a:pt x="53407" y="7250"/>
                      </a:lnTo>
                      <a:lnTo>
                        <a:pt x="49108" y="5569"/>
                      </a:lnTo>
                      <a:lnTo>
                        <a:pt x="45191" y="4203"/>
                      </a:lnTo>
                      <a:lnTo>
                        <a:pt x="40987" y="2942"/>
                      </a:lnTo>
                      <a:lnTo>
                        <a:pt x="37165" y="2101"/>
                      </a:lnTo>
                      <a:lnTo>
                        <a:pt x="33439" y="1260"/>
                      </a:lnTo>
                      <a:lnTo>
                        <a:pt x="29904" y="735"/>
                      </a:lnTo>
                      <a:lnTo>
                        <a:pt x="26464" y="420"/>
                      </a:lnTo>
                      <a:lnTo>
                        <a:pt x="23312" y="105"/>
                      </a:lnTo>
                      <a:lnTo>
                        <a:pt x="20350" y="0"/>
                      </a:lnTo>
                      <a:lnTo>
                        <a:pt x="17675" y="0"/>
                      </a:lnTo>
                      <a:lnTo>
                        <a:pt x="12993" y="105"/>
                      </a:lnTo>
                      <a:lnTo>
                        <a:pt x="9649" y="210"/>
                      </a:lnTo>
                      <a:lnTo>
                        <a:pt x="8598" y="525"/>
                      </a:lnTo>
                      <a:lnTo>
                        <a:pt x="7452" y="840"/>
                      </a:lnTo>
                      <a:lnTo>
                        <a:pt x="6496" y="1155"/>
                      </a:lnTo>
                      <a:lnTo>
                        <a:pt x="5541" y="1576"/>
                      </a:lnTo>
                      <a:lnTo>
                        <a:pt x="4681" y="2206"/>
                      </a:lnTo>
                      <a:lnTo>
                        <a:pt x="3917" y="2942"/>
                      </a:lnTo>
                      <a:lnTo>
                        <a:pt x="3057" y="3782"/>
                      </a:lnTo>
                      <a:lnTo>
                        <a:pt x="2388" y="4518"/>
                      </a:lnTo>
                      <a:lnTo>
                        <a:pt x="1815" y="5359"/>
                      </a:lnTo>
                      <a:lnTo>
                        <a:pt x="1242" y="6514"/>
                      </a:lnTo>
                      <a:lnTo>
                        <a:pt x="859" y="7565"/>
                      </a:lnTo>
                      <a:lnTo>
                        <a:pt x="477" y="8616"/>
                      </a:lnTo>
                      <a:lnTo>
                        <a:pt x="191" y="9667"/>
                      </a:lnTo>
                      <a:lnTo>
                        <a:pt x="0" y="10823"/>
                      </a:lnTo>
                      <a:lnTo>
                        <a:pt x="0" y="11873"/>
                      </a:lnTo>
                      <a:lnTo>
                        <a:pt x="0" y="13134"/>
                      </a:lnTo>
                      <a:lnTo>
                        <a:pt x="191" y="14395"/>
                      </a:lnTo>
                      <a:lnTo>
                        <a:pt x="477" y="15551"/>
                      </a:lnTo>
                      <a:lnTo>
                        <a:pt x="859" y="16602"/>
                      </a:lnTo>
                      <a:lnTo>
                        <a:pt x="1242" y="17653"/>
                      </a:lnTo>
                      <a:lnTo>
                        <a:pt x="1815" y="18598"/>
                      </a:lnTo>
                      <a:lnTo>
                        <a:pt x="2388" y="19544"/>
                      </a:lnTo>
                      <a:lnTo>
                        <a:pt x="3057" y="20385"/>
                      </a:lnTo>
                      <a:lnTo>
                        <a:pt x="3917" y="21120"/>
                      </a:lnTo>
                      <a:lnTo>
                        <a:pt x="4681" y="21751"/>
                      </a:lnTo>
                      <a:lnTo>
                        <a:pt x="5541" y="22381"/>
                      </a:lnTo>
                      <a:lnTo>
                        <a:pt x="6496" y="23012"/>
                      </a:lnTo>
                      <a:lnTo>
                        <a:pt x="7452" y="23327"/>
                      </a:lnTo>
                      <a:lnTo>
                        <a:pt x="8407" y="23537"/>
                      </a:lnTo>
                      <a:lnTo>
                        <a:pt x="9554" y="23747"/>
                      </a:lnTo>
                      <a:lnTo>
                        <a:pt x="10605" y="23852"/>
                      </a:lnTo>
                      <a:lnTo>
                        <a:pt x="11751" y="23747"/>
                      </a:lnTo>
                      <a:close/>
                    </a:path>
                  </a:pathLst>
                </a:custGeom>
                <a:solidFill>
                  <a:schemeClr val="bg1"/>
                </a:solidFill>
                <a:ln>
                  <a:noFill/>
                </a:ln>
              </p:spPr>
              <p:txBody>
                <a:bodyPr wrap="square" lIns="91440" tIns="45720" rIns="91440" bIns="45720" anchor="t" anchorCtr="0">
                  <a:normAutofit fontScale="25000" lnSpcReduction="20000"/>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buClr>
                      <a:srgbClr val="000000"/>
                    </a:buClr>
                  </a:pPr>
                  <a:endParaRPr>
                    <a:cs typeface="+mn-ea"/>
                    <a:sym typeface="+mn-lt"/>
                  </a:endParaRPr>
                </a:p>
              </p:txBody>
            </p:sp>
            <p:sp>
              <p:nvSpPr>
                <p:cNvPr id="48" name="任意多边形: 形状 47"/>
                <p:cNvSpPr/>
                <p:nvPr/>
              </p:nvSpPr>
              <p:spPr>
                <a:xfrm rot="2700000">
                  <a:off x="4581102" y="1310734"/>
                  <a:ext cx="2137738" cy="2141700"/>
                </a:xfrm>
                <a:custGeom>
                  <a:avLst/>
                  <a:gdLst/>
                  <a:ahLst/>
                  <a:cxnLst/>
                  <a:rect l="0" t="0" r="0" b="0"/>
                  <a:pathLst>
                    <a:path w="120000" h="120000" extrusionOk="0">
                      <a:moveTo>
                        <a:pt x="40571" y="116685"/>
                      </a:moveTo>
                      <a:lnTo>
                        <a:pt x="39046" y="116273"/>
                      </a:lnTo>
                      <a:lnTo>
                        <a:pt x="42239" y="104205"/>
                      </a:lnTo>
                      <a:lnTo>
                        <a:pt x="42239" y="104205"/>
                      </a:lnTo>
                      <a:lnTo>
                        <a:pt x="42319" y="103951"/>
                      </a:lnTo>
                      <a:lnTo>
                        <a:pt x="42398" y="103713"/>
                      </a:lnTo>
                      <a:lnTo>
                        <a:pt x="42525" y="103507"/>
                      </a:lnTo>
                      <a:lnTo>
                        <a:pt x="42652" y="103301"/>
                      </a:lnTo>
                      <a:lnTo>
                        <a:pt x="42795" y="103095"/>
                      </a:lnTo>
                      <a:lnTo>
                        <a:pt x="42954" y="102920"/>
                      </a:lnTo>
                      <a:lnTo>
                        <a:pt x="43113" y="102761"/>
                      </a:lnTo>
                      <a:lnTo>
                        <a:pt x="43320" y="102603"/>
                      </a:lnTo>
                      <a:lnTo>
                        <a:pt x="43510" y="102460"/>
                      </a:lnTo>
                      <a:lnTo>
                        <a:pt x="43701" y="102349"/>
                      </a:lnTo>
                      <a:lnTo>
                        <a:pt x="43907" y="102238"/>
                      </a:lnTo>
                      <a:lnTo>
                        <a:pt x="44146" y="102159"/>
                      </a:lnTo>
                      <a:lnTo>
                        <a:pt x="44368" y="102095"/>
                      </a:lnTo>
                      <a:lnTo>
                        <a:pt x="44606" y="102048"/>
                      </a:lnTo>
                      <a:lnTo>
                        <a:pt x="44845" y="102000"/>
                      </a:lnTo>
                      <a:lnTo>
                        <a:pt x="45099" y="102000"/>
                      </a:lnTo>
                      <a:lnTo>
                        <a:pt x="45289" y="102000"/>
                      </a:lnTo>
                      <a:lnTo>
                        <a:pt x="45464" y="102032"/>
                      </a:lnTo>
                      <a:lnTo>
                        <a:pt x="45671" y="102048"/>
                      </a:lnTo>
                      <a:lnTo>
                        <a:pt x="45861" y="102095"/>
                      </a:lnTo>
                      <a:lnTo>
                        <a:pt x="45861" y="102095"/>
                      </a:lnTo>
                      <a:lnTo>
                        <a:pt x="46115" y="102159"/>
                      </a:lnTo>
                      <a:lnTo>
                        <a:pt x="46338" y="102286"/>
                      </a:lnTo>
                      <a:lnTo>
                        <a:pt x="46544" y="102365"/>
                      </a:lnTo>
                      <a:lnTo>
                        <a:pt x="46767" y="102508"/>
                      </a:lnTo>
                      <a:lnTo>
                        <a:pt x="46957" y="102650"/>
                      </a:lnTo>
                      <a:lnTo>
                        <a:pt x="47132" y="102809"/>
                      </a:lnTo>
                      <a:lnTo>
                        <a:pt x="47307" y="102984"/>
                      </a:lnTo>
                      <a:lnTo>
                        <a:pt x="47466" y="103174"/>
                      </a:lnTo>
                      <a:lnTo>
                        <a:pt x="47593" y="103380"/>
                      </a:lnTo>
                      <a:lnTo>
                        <a:pt x="47704" y="103586"/>
                      </a:lnTo>
                      <a:lnTo>
                        <a:pt x="47831" y="103792"/>
                      </a:lnTo>
                      <a:lnTo>
                        <a:pt x="47895" y="104014"/>
                      </a:lnTo>
                      <a:lnTo>
                        <a:pt x="47958" y="104252"/>
                      </a:lnTo>
                      <a:lnTo>
                        <a:pt x="48038" y="104474"/>
                      </a:lnTo>
                      <a:lnTo>
                        <a:pt x="48054" y="104728"/>
                      </a:lnTo>
                      <a:lnTo>
                        <a:pt x="48054" y="104950"/>
                      </a:lnTo>
                      <a:lnTo>
                        <a:pt x="48054" y="105156"/>
                      </a:lnTo>
                      <a:lnTo>
                        <a:pt x="48038" y="105346"/>
                      </a:lnTo>
                      <a:lnTo>
                        <a:pt x="48006" y="105521"/>
                      </a:lnTo>
                      <a:lnTo>
                        <a:pt x="47958" y="105711"/>
                      </a:lnTo>
                      <a:lnTo>
                        <a:pt x="44765" y="117811"/>
                      </a:lnTo>
                      <a:lnTo>
                        <a:pt x="44765" y="117811"/>
                      </a:lnTo>
                      <a:lnTo>
                        <a:pt x="44718" y="117985"/>
                      </a:lnTo>
                      <a:lnTo>
                        <a:pt x="44654" y="118176"/>
                      </a:lnTo>
                      <a:lnTo>
                        <a:pt x="44559" y="118350"/>
                      </a:lnTo>
                      <a:lnTo>
                        <a:pt x="44463" y="118509"/>
                      </a:lnTo>
                      <a:lnTo>
                        <a:pt x="44368" y="118699"/>
                      </a:lnTo>
                      <a:lnTo>
                        <a:pt x="44257" y="118842"/>
                      </a:lnTo>
                      <a:lnTo>
                        <a:pt x="44146" y="119000"/>
                      </a:lnTo>
                      <a:lnTo>
                        <a:pt x="44003" y="119127"/>
                      </a:lnTo>
                      <a:lnTo>
                        <a:pt x="43796" y="119318"/>
                      </a:lnTo>
                      <a:lnTo>
                        <a:pt x="43542" y="119508"/>
                      </a:lnTo>
                      <a:lnTo>
                        <a:pt x="43320" y="119635"/>
                      </a:lnTo>
                      <a:lnTo>
                        <a:pt x="43050" y="119777"/>
                      </a:lnTo>
                      <a:lnTo>
                        <a:pt x="42764" y="119873"/>
                      </a:lnTo>
                      <a:lnTo>
                        <a:pt x="42494" y="119936"/>
                      </a:lnTo>
                      <a:lnTo>
                        <a:pt x="42192" y="119984"/>
                      </a:lnTo>
                      <a:lnTo>
                        <a:pt x="41906" y="120000"/>
                      </a:lnTo>
                      <a:lnTo>
                        <a:pt x="41715" y="120000"/>
                      </a:lnTo>
                      <a:lnTo>
                        <a:pt x="41540" y="119984"/>
                      </a:lnTo>
                      <a:lnTo>
                        <a:pt x="41334" y="119936"/>
                      </a:lnTo>
                      <a:lnTo>
                        <a:pt x="41143" y="119904"/>
                      </a:lnTo>
                      <a:lnTo>
                        <a:pt x="40921" y="119825"/>
                      </a:lnTo>
                      <a:lnTo>
                        <a:pt x="40667" y="119730"/>
                      </a:lnTo>
                      <a:lnTo>
                        <a:pt x="40460" y="119619"/>
                      </a:lnTo>
                      <a:lnTo>
                        <a:pt x="40254" y="119508"/>
                      </a:lnTo>
                      <a:lnTo>
                        <a:pt x="40047" y="119333"/>
                      </a:lnTo>
                      <a:lnTo>
                        <a:pt x="39872" y="119175"/>
                      </a:lnTo>
                      <a:lnTo>
                        <a:pt x="39698" y="119016"/>
                      </a:lnTo>
                      <a:lnTo>
                        <a:pt x="39539" y="118842"/>
                      </a:lnTo>
                      <a:lnTo>
                        <a:pt x="39412" y="118636"/>
                      </a:lnTo>
                      <a:lnTo>
                        <a:pt x="39301" y="118430"/>
                      </a:lnTo>
                      <a:lnTo>
                        <a:pt x="39173" y="118223"/>
                      </a:lnTo>
                      <a:lnTo>
                        <a:pt x="39110" y="117985"/>
                      </a:lnTo>
                      <a:lnTo>
                        <a:pt x="39046" y="117763"/>
                      </a:lnTo>
                      <a:lnTo>
                        <a:pt x="38999" y="117526"/>
                      </a:lnTo>
                      <a:lnTo>
                        <a:pt x="38951" y="117288"/>
                      </a:lnTo>
                      <a:lnTo>
                        <a:pt x="38951" y="117034"/>
                      </a:lnTo>
                      <a:lnTo>
                        <a:pt x="38951" y="116844"/>
                      </a:lnTo>
                      <a:lnTo>
                        <a:pt x="38967" y="116669"/>
                      </a:lnTo>
                      <a:lnTo>
                        <a:pt x="38999" y="116479"/>
                      </a:lnTo>
                      <a:lnTo>
                        <a:pt x="39046" y="116273"/>
                      </a:lnTo>
                      <a:lnTo>
                        <a:pt x="39046" y="116273"/>
                      </a:lnTo>
                      <a:lnTo>
                        <a:pt x="39046" y="116273"/>
                      </a:lnTo>
                      <a:lnTo>
                        <a:pt x="40571" y="116685"/>
                      </a:lnTo>
                      <a:close/>
                      <a:moveTo>
                        <a:pt x="29038" y="30622"/>
                      </a:moveTo>
                      <a:lnTo>
                        <a:pt x="30166" y="31748"/>
                      </a:lnTo>
                      <a:lnTo>
                        <a:pt x="29944" y="31954"/>
                      </a:lnTo>
                      <a:lnTo>
                        <a:pt x="29706" y="32128"/>
                      </a:lnTo>
                      <a:lnTo>
                        <a:pt x="29436" y="32271"/>
                      </a:lnTo>
                      <a:lnTo>
                        <a:pt x="29181" y="32414"/>
                      </a:lnTo>
                      <a:lnTo>
                        <a:pt x="28911" y="32493"/>
                      </a:lnTo>
                      <a:lnTo>
                        <a:pt x="28641" y="32573"/>
                      </a:lnTo>
                      <a:lnTo>
                        <a:pt x="28355" y="32620"/>
                      </a:lnTo>
                      <a:lnTo>
                        <a:pt x="28069" y="32620"/>
                      </a:lnTo>
                      <a:lnTo>
                        <a:pt x="27783" y="32620"/>
                      </a:lnTo>
                      <a:lnTo>
                        <a:pt x="27513" y="32573"/>
                      </a:lnTo>
                      <a:lnTo>
                        <a:pt x="27212" y="32493"/>
                      </a:lnTo>
                      <a:lnTo>
                        <a:pt x="26957" y="32414"/>
                      </a:lnTo>
                      <a:lnTo>
                        <a:pt x="26687" y="32271"/>
                      </a:lnTo>
                      <a:lnTo>
                        <a:pt x="26433" y="32128"/>
                      </a:lnTo>
                      <a:lnTo>
                        <a:pt x="26179" y="31954"/>
                      </a:lnTo>
                      <a:lnTo>
                        <a:pt x="25972" y="31748"/>
                      </a:lnTo>
                      <a:lnTo>
                        <a:pt x="17156" y="22947"/>
                      </a:lnTo>
                      <a:lnTo>
                        <a:pt x="17124" y="22915"/>
                      </a:lnTo>
                      <a:lnTo>
                        <a:pt x="16918" y="22693"/>
                      </a:lnTo>
                      <a:lnTo>
                        <a:pt x="16759" y="22439"/>
                      </a:lnTo>
                      <a:lnTo>
                        <a:pt x="16600" y="22185"/>
                      </a:lnTo>
                      <a:lnTo>
                        <a:pt x="16489" y="21932"/>
                      </a:lnTo>
                      <a:lnTo>
                        <a:pt x="16378" y="21662"/>
                      </a:lnTo>
                      <a:lnTo>
                        <a:pt x="16330" y="21392"/>
                      </a:lnTo>
                      <a:lnTo>
                        <a:pt x="16282" y="21091"/>
                      </a:lnTo>
                      <a:lnTo>
                        <a:pt x="16250" y="20806"/>
                      </a:lnTo>
                      <a:lnTo>
                        <a:pt x="16282" y="20536"/>
                      </a:lnTo>
                      <a:lnTo>
                        <a:pt x="16298" y="20235"/>
                      </a:lnTo>
                      <a:lnTo>
                        <a:pt x="16378" y="19965"/>
                      </a:lnTo>
                      <a:lnTo>
                        <a:pt x="16489" y="19696"/>
                      </a:lnTo>
                      <a:lnTo>
                        <a:pt x="16600" y="19442"/>
                      </a:lnTo>
                      <a:lnTo>
                        <a:pt x="16743" y="19188"/>
                      </a:lnTo>
                      <a:lnTo>
                        <a:pt x="16918" y="18934"/>
                      </a:lnTo>
                      <a:lnTo>
                        <a:pt x="17124" y="18728"/>
                      </a:lnTo>
                      <a:lnTo>
                        <a:pt x="17124" y="18728"/>
                      </a:lnTo>
                      <a:lnTo>
                        <a:pt x="17362" y="18522"/>
                      </a:lnTo>
                      <a:lnTo>
                        <a:pt x="17585" y="18348"/>
                      </a:lnTo>
                      <a:lnTo>
                        <a:pt x="17839" y="18205"/>
                      </a:lnTo>
                      <a:lnTo>
                        <a:pt x="18109" y="18062"/>
                      </a:lnTo>
                      <a:lnTo>
                        <a:pt x="18379" y="17983"/>
                      </a:lnTo>
                      <a:lnTo>
                        <a:pt x="18665" y="17904"/>
                      </a:lnTo>
                      <a:lnTo>
                        <a:pt x="18935" y="17856"/>
                      </a:lnTo>
                      <a:lnTo>
                        <a:pt x="19237" y="17856"/>
                      </a:lnTo>
                      <a:lnTo>
                        <a:pt x="19507" y="17856"/>
                      </a:lnTo>
                      <a:lnTo>
                        <a:pt x="19777" y="17904"/>
                      </a:lnTo>
                      <a:lnTo>
                        <a:pt x="20063" y="17983"/>
                      </a:lnTo>
                      <a:lnTo>
                        <a:pt x="20333" y="18062"/>
                      </a:lnTo>
                      <a:lnTo>
                        <a:pt x="20603" y="18205"/>
                      </a:lnTo>
                      <a:lnTo>
                        <a:pt x="20857" y="18348"/>
                      </a:lnTo>
                      <a:lnTo>
                        <a:pt x="21080" y="18522"/>
                      </a:lnTo>
                      <a:lnTo>
                        <a:pt x="21318" y="18728"/>
                      </a:lnTo>
                      <a:lnTo>
                        <a:pt x="30166" y="27561"/>
                      </a:lnTo>
                      <a:lnTo>
                        <a:pt x="30166" y="27561"/>
                      </a:lnTo>
                      <a:lnTo>
                        <a:pt x="30373" y="27783"/>
                      </a:lnTo>
                      <a:lnTo>
                        <a:pt x="30532" y="28021"/>
                      </a:lnTo>
                      <a:lnTo>
                        <a:pt x="30691" y="28291"/>
                      </a:lnTo>
                      <a:lnTo>
                        <a:pt x="30802" y="28544"/>
                      </a:lnTo>
                      <a:lnTo>
                        <a:pt x="30897" y="28814"/>
                      </a:lnTo>
                      <a:lnTo>
                        <a:pt x="30961" y="29100"/>
                      </a:lnTo>
                      <a:lnTo>
                        <a:pt x="31008" y="29369"/>
                      </a:lnTo>
                      <a:lnTo>
                        <a:pt x="31040" y="29670"/>
                      </a:lnTo>
                      <a:lnTo>
                        <a:pt x="31008" y="29940"/>
                      </a:lnTo>
                      <a:lnTo>
                        <a:pt x="30961" y="30210"/>
                      </a:lnTo>
                      <a:lnTo>
                        <a:pt x="30897" y="30511"/>
                      </a:lnTo>
                      <a:lnTo>
                        <a:pt x="30802" y="30765"/>
                      </a:lnTo>
                      <a:lnTo>
                        <a:pt x="30691" y="31034"/>
                      </a:lnTo>
                      <a:lnTo>
                        <a:pt x="30532" y="31288"/>
                      </a:lnTo>
                      <a:lnTo>
                        <a:pt x="30373" y="31542"/>
                      </a:lnTo>
                      <a:lnTo>
                        <a:pt x="30166" y="31748"/>
                      </a:lnTo>
                      <a:lnTo>
                        <a:pt x="30166" y="31748"/>
                      </a:lnTo>
                      <a:lnTo>
                        <a:pt x="29038" y="30622"/>
                      </a:lnTo>
                      <a:close/>
                      <a:moveTo>
                        <a:pt x="90262" y="31954"/>
                      </a:moveTo>
                      <a:lnTo>
                        <a:pt x="89134" y="33064"/>
                      </a:lnTo>
                      <a:lnTo>
                        <a:pt x="88927" y="32874"/>
                      </a:lnTo>
                      <a:lnTo>
                        <a:pt x="88752" y="32620"/>
                      </a:lnTo>
                      <a:lnTo>
                        <a:pt x="88610" y="32366"/>
                      </a:lnTo>
                      <a:lnTo>
                        <a:pt x="88482" y="32081"/>
                      </a:lnTo>
                      <a:lnTo>
                        <a:pt x="88387" y="31843"/>
                      </a:lnTo>
                      <a:lnTo>
                        <a:pt x="88308" y="31542"/>
                      </a:lnTo>
                      <a:lnTo>
                        <a:pt x="88292" y="31272"/>
                      </a:lnTo>
                      <a:lnTo>
                        <a:pt x="88276" y="30987"/>
                      </a:lnTo>
                      <a:lnTo>
                        <a:pt x="88292" y="30701"/>
                      </a:lnTo>
                      <a:lnTo>
                        <a:pt x="88308" y="30416"/>
                      </a:lnTo>
                      <a:lnTo>
                        <a:pt x="88387" y="30146"/>
                      </a:lnTo>
                      <a:lnTo>
                        <a:pt x="88482" y="29877"/>
                      </a:lnTo>
                      <a:lnTo>
                        <a:pt x="88610" y="29623"/>
                      </a:lnTo>
                      <a:lnTo>
                        <a:pt x="88752" y="29337"/>
                      </a:lnTo>
                      <a:lnTo>
                        <a:pt x="88927" y="29115"/>
                      </a:lnTo>
                      <a:lnTo>
                        <a:pt x="89134" y="28893"/>
                      </a:lnTo>
                      <a:lnTo>
                        <a:pt x="97950" y="20108"/>
                      </a:lnTo>
                      <a:lnTo>
                        <a:pt x="97966" y="20060"/>
                      </a:lnTo>
                      <a:lnTo>
                        <a:pt x="98204" y="19854"/>
                      </a:lnTo>
                      <a:lnTo>
                        <a:pt x="98427" y="19696"/>
                      </a:lnTo>
                      <a:lnTo>
                        <a:pt x="98681" y="19537"/>
                      </a:lnTo>
                      <a:lnTo>
                        <a:pt x="98951" y="19426"/>
                      </a:lnTo>
                      <a:lnTo>
                        <a:pt x="99221" y="19331"/>
                      </a:lnTo>
                      <a:lnTo>
                        <a:pt x="99507" y="19252"/>
                      </a:lnTo>
                      <a:lnTo>
                        <a:pt x="99777" y="19220"/>
                      </a:lnTo>
                      <a:lnTo>
                        <a:pt x="100047" y="19188"/>
                      </a:lnTo>
                      <a:lnTo>
                        <a:pt x="100349" y="19220"/>
                      </a:lnTo>
                      <a:lnTo>
                        <a:pt x="100619" y="19252"/>
                      </a:lnTo>
                      <a:lnTo>
                        <a:pt x="100889" y="19331"/>
                      </a:lnTo>
                      <a:lnTo>
                        <a:pt x="101175" y="19426"/>
                      </a:lnTo>
                      <a:lnTo>
                        <a:pt x="101445" y="19537"/>
                      </a:lnTo>
                      <a:lnTo>
                        <a:pt x="101699" y="19696"/>
                      </a:lnTo>
                      <a:lnTo>
                        <a:pt x="101922" y="19854"/>
                      </a:lnTo>
                      <a:lnTo>
                        <a:pt x="102160" y="20060"/>
                      </a:lnTo>
                      <a:lnTo>
                        <a:pt x="102160" y="20076"/>
                      </a:lnTo>
                      <a:lnTo>
                        <a:pt x="102160" y="20060"/>
                      </a:lnTo>
                      <a:lnTo>
                        <a:pt x="102366" y="20282"/>
                      </a:lnTo>
                      <a:lnTo>
                        <a:pt x="102541" y="20520"/>
                      </a:lnTo>
                      <a:lnTo>
                        <a:pt x="102684" y="20790"/>
                      </a:lnTo>
                      <a:lnTo>
                        <a:pt x="102811" y="21044"/>
                      </a:lnTo>
                      <a:lnTo>
                        <a:pt x="102907" y="21313"/>
                      </a:lnTo>
                      <a:lnTo>
                        <a:pt x="102986" y="21599"/>
                      </a:lnTo>
                      <a:lnTo>
                        <a:pt x="103002" y="21868"/>
                      </a:lnTo>
                      <a:lnTo>
                        <a:pt x="103018" y="22169"/>
                      </a:lnTo>
                      <a:lnTo>
                        <a:pt x="103002" y="22439"/>
                      </a:lnTo>
                      <a:lnTo>
                        <a:pt x="102986" y="22709"/>
                      </a:lnTo>
                      <a:lnTo>
                        <a:pt x="102907" y="23010"/>
                      </a:lnTo>
                      <a:lnTo>
                        <a:pt x="102811" y="23264"/>
                      </a:lnTo>
                      <a:lnTo>
                        <a:pt x="102684" y="23533"/>
                      </a:lnTo>
                      <a:lnTo>
                        <a:pt x="102541" y="23787"/>
                      </a:lnTo>
                      <a:lnTo>
                        <a:pt x="102366" y="24041"/>
                      </a:lnTo>
                      <a:lnTo>
                        <a:pt x="102160" y="24247"/>
                      </a:lnTo>
                      <a:lnTo>
                        <a:pt x="93328" y="33064"/>
                      </a:lnTo>
                      <a:lnTo>
                        <a:pt x="93328" y="33064"/>
                      </a:lnTo>
                      <a:lnTo>
                        <a:pt x="93089" y="33270"/>
                      </a:lnTo>
                      <a:lnTo>
                        <a:pt x="92867" y="33461"/>
                      </a:lnTo>
                      <a:lnTo>
                        <a:pt x="92613" y="33603"/>
                      </a:lnTo>
                      <a:lnTo>
                        <a:pt x="92343" y="33730"/>
                      </a:lnTo>
                      <a:lnTo>
                        <a:pt x="92073" y="33825"/>
                      </a:lnTo>
                      <a:lnTo>
                        <a:pt x="91787" y="33889"/>
                      </a:lnTo>
                      <a:lnTo>
                        <a:pt x="91517" y="33936"/>
                      </a:lnTo>
                      <a:lnTo>
                        <a:pt x="91247" y="33936"/>
                      </a:lnTo>
                      <a:lnTo>
                        <a:pt x="90945" y="33936"/>
                      </a:lnTo>
                      <a:lnTo>
                        <a:pt x="90675" y="33889"/>
                      </a:lnTo>
                      <a:lnTo>
                        <a:pt x="90405" y="33825"/>
                      </a:lnTo>
                      <a:lnTo>
                        <a:pt x="90119" y="33730"/>
                      </a:lnTo>
                      <a:lnTo>
                        <a:pt x="89849" y="33603"/>
                      </a:lnTo>
                      <a:lnTo>
                        <a:pt x="89594" y="33461"/>
                      </a:lnTo>
                      <a:lnTo>
                        <a:pt x="89372" y="33270"/>
                      </a:lnTo>
                      <a:lnTo>
                        <a:pt x="89134" y="33064"/>
                      </a:lnTo>
                      <a:lnTo>
                        <a:pt x="89166" y="33096"/>
                      </a:lnTo>
                      <a:lnTo>
                        <a:pt x="89134" y="33064"/>
                      </a:lnTo>
                      <a:lnTo>
                        <a:pt x="90262" y="31954"/>
                      </a:lnTo>
                      <a:close/>
                      <a:moveTo>
                        <a:pt x="73216" y="16080"/>
                      </a:moveTo>
                      <a:lnTo>
                        <a:pt x="71691" y="15668"/>
                      </a:lnTo>
                      <a:lnTo>
                        <a:pt x="74884" y="3599"/>
                      </a:lnTo>
                      <a:lnTo>
                        <a:pt x="74868" y="3599"/>
                      </a:lnTo>
                      <a:lnTo>
                        <a:pt x="74964" y="3361"/>
                      </a:lnTo>
                      <a:lnTo>
                        <a:pt x="75043" y="3139"/>
                      </a:lnTo>
                      <a:lnTo>
                        <a:pt x="75154" y="2902"/>
                      </a:lnTo>
                      <a:lnTo>
                        <a:pt x="75281" y="2695"/>
                      </a:lnTo>
                      <a:lnTo>
                        <a:pt x="75440" y="2489"/>
                      </a:lnTo>
                      <a:lnTo>
                        <a:pt x="75599" y="2315"/>
                      </a:lnTo>
                      <a:lnTo>
                        <a:pt x="75758" y="2156"/>
                      </a:lnTo>
                      <a:lnTo>
                        <a:pt x="75933" y="1998"/>
                      </a:lnTo>
                      <a:lnTo>
                        <a:pt x="76139" y="1855"/>
                      </a:lnTo>
                      <a:lnTo>
                        <a:pt x="76346" y="1744"/>
                      </a:lnTo>
                      <a:lnTo>
                        <a:pt x="76552" y="1649"/>
                      </a:lnTo>
                      <a:lnTo>
                        <a:pt x="76791" y="1554"/>
                      </a:lnTo>
                      <a:lnTo>
                        <a:pt x="77013" y="1490"/>
                      </a:lnTo>
                      <a:lnTo>
                        <a:pt x="77251" y="1443"/>
                      </a:lnTo>
                      <a:lnTo>
                        <a:pt x="77490" y="1395"/>
                      </a:lnTo>
                      <a:lnTo>
                        <a:pt x="77744" y="1395"/>
                      </a:lnTo>
                      <a:lnTo>
                        <a:pt x="77934" y="1395"/>
                      </a:lnTo>
                      <a:lnTo>
                        <a:pt x="78109" y="1427"/>
                      </a:lnTo>
                      <a:lnTo>
                        <a:pt x="78316" y="1443"/>
                      </a:lnTo>
                      <a:lnTo>
                        <a:pt x="78506" y="1490"/>
                      </a:lnTo>
                      <a:lnTo>
                        <a:pt x="78506" y="1490"/>
                      </a:lnTo>
                      <a:lnTo>
                        <a:pt x="78729" y="1585"/>
                      </a:lnTo>
                      <a:lnTo>
                        <a:pt x="78983" y="1665"/>
                      </a:lnTo>
                      <a:lnTo>
                        <a:pt x="79189" y="1791"/>
                      </a:lnTo>
                      <a:lnTo>
                        <a:pt x="79396" y="1902"/>
                      </a:lnTo>
                      <a:lnTo>
                        <a:pt x="79602" y="2061"/>
                      </a:lnTo>
                      <a:lnTo>
                        <a:pt x="79777" y="2220"/>
                      </a:lnTo>
                      <a:lnTo>
                        <a:pt x="79936" y="2378"/>
                      </a:lnTo>
                      <a:lnTo>
                        <a:pt x="80111" y="2569"/>
                      </a:lnTo>
                      <a:lnTo>
                        <a:pt x="80238" y="2775"/>
                      </a:lnTo>
                      <a:lnTo>
                        <a:pt x="80349" y="2981"/>
                      </a:lnTo>
                      <a:lnTo>
                        <a:pt x="80444" y="3187"/>
                      </a:lnTo>
                      <a:lnTo>
                        <a:pt x="80540" y="3409"/>
                      </a:lnTo>
                      <a:lnTo>
                        <a:pt x="80603" y="3631"/>
                      </a:lnTo>
                      <a:lnTo>
                        <a:pt x="80651" y="3869"/>
                      </a:lnTo>
                      <a:lnTo>
                        <a:pt x="80698" y="4123"/>
                      </a:lnTo>
                      <a:lnTo>
                        <a:pt x="80698" y="4376"/>
                      </a:lnTo>
                      <a:lnTo>
                        <a:pt x="80698" y="4551"/>
                      </a:lnTo>
                      <a:lnTo>
                        <a:pt x="80683" y="4741"/>
                      </a:lnTo>
                      <a:lnTo>
                        <a:pt x="80651" y="4916"/>
                      </a:lnTo>
                      <a:lnTo>
                        <a:pt x="80603" y="5122"/>
                      </a:lnTo>
                      <a:lnTo>
                        <a:pt x="77410" y="17206"/>
                      </a:lnTo>
                      <a:lnTo>
                        <a:pt x="77410" y="17206"/>
                      </a:lnTo>
                      <a:lnTo>
                        <a:pt x="77362" y="17380"/>
                      </a:lnTo>
                      <a:lnTo>
                        <a:pt x="77283" y="17571"/>
                      </a:lnTo>
                      <a:lnTo>
                        <a:pt x="77204" y="17745"/>
                      </a:lnTo>
                      <a:lnTo>
                        <a:pt x="77108" y="17935"/>
                      </a:lnTo>
                      <a:lnTo>
                        <a:pt x="77013" y="18094"/>
                      </a:lnTo>
                      <a:lnTo>
                        <a:pt x="76902" y="18252"/>
                      </a:lnTo>
                      <a:lnTo>
                        <a:pt x="76759" y="18395"/>
                      </a:lnTo>
                      <a:lnTo>
                        <a:pt x="76648" y="18522"/>
                      </a:lnTo>
                      <a:lnTo>
                        <a:pt x="76648" y="18522"/>
                      </a:lnTo>
                      <a:lnTo>
                        <a:pt x="76648" y="18522"/>
                      </a:lnTo>
                      <a:lnTo>
                        <a:pt x="76425" y="18728"/>
                      </a:lnTo>
                      <a:lnTo>
                        <a:pt x="76187" y="18887"/>
                      </a:lnTo>
                      <a:lnTo>
                        <a:pt x="75933" y="19045"/>
                      </a:lnTo>
                      <a:lnTo>
                        <a:pt x="75694" y="19172"/>
                      </a:lnTo>
                      <a:lnTo>
                        <a:pt x="75409" y="19252"/>
                      </a:lnTo>
                      <a:lnTo>
                        <a:pt x="75138" y="19347"/>
                      </a:lnTo>
                      <a:lnTo>
                        <a:pt x="74837" y="19378"/>
                      </a:lnTo>
                      <a:lnTo>
                        <a:pt x="74551" y="19394"/>
                      </a:lnTo>
                      <a:lnTo>
                        <a:pt x="74360" y="19394"/>
                      </a:lnTo>
                      <a:lnTo>
                        <a:pt x="74185" y="19378"/>
                      </a:lnTo>
                      <a:lnTo>
                        <a:pt x="73979" y="19347"/>
                      </a:lnTo>
                      <a:lnTo>
                        <a:pt x="73788" y="19299"/>
                      </a:lnTo>
                      <a:lnTo>
                        <a:pt x="73534" y="19220"/>
                      </a:lnTo>
                      <a:lnTo>
                        <a:pt x="73312" y="19125"/>
                      </a:lnTo>
                      <a:lnTo>
                        <a:pt x="73105" y="19014"/>
                      </a:lnTo>
                      <a:lnTo>
                        <a:pt x="72867" y="18887"/>
                      </a:lnTo>
                      <a:lnTo>
                        <a:pt x="72692" y="18728"/>
                      </a:lnTo>
                      <a:lnTo>
                        <a:pt x="72501" y="18570"/>
                      </a:lnTo>
                      <a:lnTo>
                        <a:pt x="72343" y="18411"/>
                      </a:lnTo>
                      <a:lnTo>
                        <a:pt x="72184" y="18237"/>
                      </a:lnTo>
                      <a:lnTo>
                        <a:pt x="72057" y="18030"/>
                      </a:lnTo>
                      <a:lnTo>
                        <a:pt x="71930" y="17824"/>
                      </a:lnTo>
                      <a:lnTo>
                        <a:pt x="71818" y="17618"/>
                      </a:lnTo>
                      <a:lnTo>
                        <a:pt x="71755" y="17380"/>
                      </a:lnTo>
                      <a:lnTo>
                        <a:pt x="71691" y="17158"/>
                      </a:lnTo>
                      <a:lnTo>
                        <a:pt x="71612" y="16920"/>
                      </a:lnTo>
                      <a:lnTo>
                        <a:pt x="71596" y="16667"/>
                      </a:lnTo>
                      <a:lnTo>
                        <a:pt x="71596" y="16445"/>
                      </a:lnTo>
                      <a:lnTo>
                        <a:pt x="71596" y="16238"/>
                      </a:lnTo>
                      <a:lnTo>
                        <a:pt x="71612" y="16064"/>
                      </a:lnTo>
                      <a:lnTo>
                        <a:pt x="71644" y="15874"/>
                      </a:lnTo>
                      <a:lnTo>
                        <a:pt x="71691" y="15668"/>
                      </a:lnTo>
                      <a:lnTo>
                        <a:pt x="71660" y="15763"/>
                      </a:lnTo>
                      <a:lnTo>
                        <a:pt x="71691" y="15668"/>
                      </a:lnTo>
                      <a:lnTo>
                        <a:pt x="73216" y="16080"/>
                      </a:lnTo>
                      <a:close/>
                      <a:moveTo>
                        <a:pt x="51278" y="14668"/>
                      </a:moveTo>
                      <a:lnTo>
                        <a:pt x="52819" y="14256"/>
                      </a:lnTo>
                      <a:lnTo>
                        <a:pt x="52851" y="14431"/>
                      </a:lnTo>
                      <a:lnTo>
                        <a:pt x="52883" y="14637"/>
                      </a:lnTo>
                      <a:lnTo>
                        <a:pt x="52899" y="14843"/>
                      </a:lnTo>
                      <a:lnTo>
                        <a:pt x="52899" y="15033"/>
                      </a:lnTo>
                      <a:lnTo>
                        <a:pt x="52899" y="15319"/>
                      </a:lnTo>
                      <a:lnTo>
                        <a:pt x="52851" y="15620"/>
                      </a:lnTo>
                      <a:lnTo>
                        <a:pt x="52787" y="15890"/>
                      </a:lnTo>
                      <a:lnTo>
                        <a:pt x="52676" y="16175"/>
                      </a:lnTo>
                      <a:lnTo>
                        <a:pt x="52565" y="16429"/>
                      </a:lnTo>
                      <a:lnTo>
                        <a:pt x="52406" y="16667"/>
                      </a:lnTo>
                      <a:lnTo>
                        <a:pt x="52247" y="16904"/>
                      </a:lnTo>
                      <a:lnTo>
                        <a:pt x="52041" y="17126"/>
                      </a:lnTo>
                      <a:lnTo>
                        <a:pt x="52041" y="17126"/>
                      </a:lnTo>
                      <a:lnTo>
                        <a:pt x="51898" y="17238"/>
                      </a:lnTo>
                      <a:lnTo>
                        <a:pt x="51755" y="17364"/>
                      </a:lnTo>
                      <a:lnTo>
                        <a:pt x="51596" y="17475"/>
                      </a:lnTo>
                      <a:lnTo>
                        <a:pt x="51437" y="17586"/>
                      </a:lnTo>
                      <a:lnTo>
                        <a:pt x="51278" y="17682"/>
                      </a:lnTo>
                      <a:lnTo>
                        <a:pt x="51104" y="17745"/>
                      </a:lnTo>
                      <a:lnTo>
                        <a:pt x="50913" y="17824"/>
                      </a:lnTo>
                      <a:lnTo>
                        <a:pt x="50738" y="17888"/>
                      </a:lnTo>
                      <a:lnTo>
                        <a:pt x="50532" y="17935"/>
                      </a:lnTo>
                      <a:lnTo>
                        <a:pt x="50341" y="17951"/>
                      </a:lnTo>
                      <a:lnTo>
                        <a:pt x="50135" y="17983"/>
                      </a:lnTo>
                      <a:lnTo>
                        <a:pt x="49960" y="17983"/>
                      </a:lnTo>
                      <a:lnTo>
                        <a:pt x="49706" y="17983"/>
                      </a:lnTo>
                      <a:lnTo>
                        <a:pt x="49467" y="17951"/>
                      </a:lnTo>
                      <a:lnTo>
                        <a:pt x="49229" y="17904"/>
                      </a:lnTo>
                      <a:lnTo>
                        <a:pt x="48991" y="17840"/>
                      </a:lnTo>
                      <a:lnTo>
                        <a:pt x="48784" y="17745"/>
                      </a:lnTo>
                      <a:lnTo>
                        <a:pt x="48562" y="17634"/>
                      </a:lnTo>
                      <a:lnTo>
                        <a:pt x="48355" y="17523"/>
                      </a:lnTo>
                      <a:lnTo>
                        <a:pt x="48165" y="17380"/>
                      </a:lnTo>
                      <a:lnTo>
                        <a:pt x="47990" y="17238"/>
                      </a:lnTo>
                      <a:lnTo>
                        <a:pt x="47799" y="17079"/>
                      </a:lnTo>
                      <a:lnTo>
                        <a:pt x="47640" y="16904"/>
                      </a:lnTo>
                      <a:lnTo>
                        <a:pt x="47513" y="16698"/>
                      </a:lnTo>
                      <a:lnTo>
                        <a:pt x="47370" y="16492"/>
                      </a:lnTo>
                      <a:lnTo>
                        <a:pt x="47259" y="16286"/>
                      </a:lnTo>
                      <a:lnTo>
                        <a:pt x="47164" y="16064"/>
                      </a:lnTo>
                      <a:lnTo>
                        <a:pt x="47100" y="15810"/>
                      </a:lnTo>
                      <a:lnTo>
                        <a:pt x="43796" y="3758"/>
                      </a:lnTo>
                      <a:lnTo>
                        <a:pt x="43796" y="3758"/>
                      </a:lnTo>
                      <a:lnTo>
                        <a:pt x="43749" y="3552"/>
                      </a:lnTo>
                      <a:lnTo>
                        <a:pt x="43701" y="3361"/>
                      </a:lnTo>
                      <a:lnTo>
                        <a:pt x="43685" y="3155"/>
                      </a:lnTo>
                      <a:lnTo>
                        <a:pt x="43685" y="2981"/>
                      </a:lnTo>
                      <a:lnTo>
                        <a:pt x="43701" y="2727"/>
                      </a:lnTo>
                      <a:lnTo>
                        <a:pt x="43733" y="2473"/>
                      </a:lnTo>
                      <a:lnTo>
                        <a:pt x="43780" y="2236"/>
                      </a:lnTo>
                      <a:lnTo>
                        <a:pt x="43844" y="2014"/>
                      </a:lnTo>
                      <a:lnTo>
                        <a:pt x="43939" y="1807"/>
                      </a:lnTo>
                      <a:lnTo>
                        <a:pt x="44034" y="1585"/>
                      </a:lnTo>
                      <a:lnTo>
                        <a:pt x="44146" y="1379"/>
                      </a:lnTo>
                      <a:lnTo>
                        <a:pt x="44273" y="1189"/>
                      </a:lnTo>
                      <a:lnTo>
                        <a:pt x="44447" y="1014"/>
                      </a:lnTo>
                      <a:lnTo>
                        <a:pt x="44606" y="824"/>
                      </a:lnTo>
                      <a:lnTo>
                        <a:pt x="44781" y="666"/>
                      </a:lnTo>
                      <a:lnTo>
                        <a:pt x="44972" y="523"/>
                      </a:lnTo>
                      <a:lnTo>
                        <a:pt x="45178" y="396"/>
                      </a:lnTo>
                      <a:lnTo>
                        <a:pt x="45401" y="269"/>
                      </a:lnTo>
                      <a:lnTo>
                        <a:pt x="45623" y="190"/>
                      </a:lnTo>
                      <a:lnTo>
                        <a:pt x="45877" y="111"/>
                      </a:lnTo>
                      <a:lnTo>
                        <a:pt x="45877" y="111"/>
                      </a:lnTo>
                      <a:lnTo>
                        <a:pt x="45877" y="111"/>
                      </a:lnTo>
                      <a:lnTo>
                        <a:pt x="46068" y="63"/>
                      </a:lnTo>
                      <a:lnTo>
                        <a:pt x="46274" y="31"/>
                      </a:lnTo>
                      <a:lnTo>
                        <a:pt x="46449" y="31"/>
                      </a:lnTo>
                      <a:lnTo>
                        <a:pt x="46656" y="0"/>
                      </a:lnTo>
                      <a:lnTo>
                        <a:pt x="46894" y="31"/>
                      </a:lnTo>
                      <a:lnTo>
                        <a:pt x="47132" y="47"/>
                      </a:lnTo>
                      <a:lnTo>
                        <a:pt x="47370" y="95"/>
                      </a:lnTo>
                      <a:lnTo>
                        <a:pt x="47593" y="158"/>
                      </a:lnTo>
                      <a:lnTo>
                        <a:pt x="47831" y="253"/>
                      </a:lnTo>
                      <a:lnTo>
                        <a:pt x="48038" y="348"/>
                      </a:lnTo>
                      <a:lnTo>
                        <a:pt x="48244" y="459"/>
                      </a:lnTo>
                      <a:lnTo>
                        <a:pt x="48451" y="602"/>
                      </a:lnTo>
                      <a:lnTo>
                        <a:pt x="48625" y="761"/>
                      </a:lnTo>
                      <a:lnTo>
                        <a:pt x="48784" y="919"/>
                      </a:lnTo>
                      <a:lnTo>
                        <a:pt x="48943" y="1094"/>
                      </a:lnTo>
                      <a:lnTo>
                        <a:pt x="49086" y="1300"/>
                      </a:lnTo>
                      <a:lnTo>
                        <a:pt x="49229" y="1506"/>
                      </a:lnTo>
                      <a:lnTo>
                        <a:pt x="49340" y="1712"/>
                      </a:lnTo>
                      <a:lnTo>
                        <a:pt x="49420" y="1950"/>
                      </a:lnTo>
                      <a:lnTo>
                        <a:pt x="49515" y="2204"/>
                      </a:lnTo>
                      <a:lnTo>
                        <a:pt x="52819" y="14256"/>
                      </a:lnTo>
                      <a:lnTo>
                        <a:pt x="52819" y="14256"/>
                      </a:lnTo>
                      <a:lnTo>
                        <a:pt x="51278" y="14668"/>
                      </a:lnTo>
                      <a:close/>
                      <a:moveTo>
                        <a:pt x="104606" y="45513"/>
                      </a:moveTo>
                      <a:lnTo>
                        <a:pt x="104193" y="43975"/>
                      </a:lnTo>
                      <a:lnTo>
                        <a:pt x="116298" y="40787"/>
                      </a:lnTo>
                      <a:lnTo>
                        <a:pt x="116266" y="40787"/>
                      </a:lnTo>
                      <a:lnTo>
                        <a:pt x="116473" y="40740"/>
                      </a:lnTo>
                      <a:lnTo>
                        <a:pt x="116664" y="40708"/>
                      </a:lnTo>
                      <a:lnTo>
                        <a:pt x="116838" y="40692"/>
                      </a:lnTo>
                      <a:lnTo>
                        <a:pt x="117029" y="40692"/>
                      </a:lnTo>
                      <a:lnTo>
                        <a:pt x="117283" y="40692"/>
                      </a:lnTo>
                      <a:lnTo>
                        <a:pt x="117521" y="40740"/>
                      </a:lnTo>
                      <a:lnTo>
                        <a:pt x="117760" y="40787"/>
                      </a:lnTo>
                      <a:lnTo>
                        <a:pt x="117982" y="40851"/>
                      </a:lnTo>
                      <a:lnTo>
                        <a:pt x="118220" y="40946"/>
                      </a:lnTo>
                      <a:lnTo>
                        <a:pt x="118427" y="41025"/>
                      </a:lnTo>
                      <a:lnTo>
                        <a:pt x="118617" y="41152"/>
                      </a:lnTo>
                      <a:lnTo>
                        <a:pt x="118824" y="41279"/>
                      </a:lnTo>
                      <a:lnTo>
                        <a:pt x="119015" y="41437"/>
                      </a:lnTo>
                      <a:lnTo>
                        <a:pt x="119173" y="41596"/>
                      </a:lnTo>
                      <a:lnTo>
                        <a:pt x="119332" y="41786"/>
                      </a:lnTo>
                      <a:lnTo>
                        <a:pt x="119491" y="41992"/>
                      </a:lnTo>
                      <a:lnTo>
                        <a:pt x="119602" y="42199"/>
                      </a:lnTo>
                      <a:lnTo>
                        <a:pt x="119729" y="42421"/>
                      </a:lnTo>
                      <a:lnTo>
                        <a:pt x="119809" y="42658"/>
                      </a:lnTo>
                      <a:lnTo>
                        <a:pt x="119904" y="42880"/>
                      </a:lnTo>
                      <a:lnTo>
                        <a:pt x="119904" y="42880"/>
                      </a:lnTo>
                      <a:lnTo>
                        <a:pt x="119952" y="43087"/>
                      </a:lnTo>
                      <a:lnTo>
                        <a:pt x="119968" y="43277"/>
                      </a:lnTo>
                      <a:lnTo>
                        <a:pt x="120000" y="43451"/>
                      </a:lnTo>
                      <a:lnTo>
                        <a:pt x="120000" y="43657"/>
                      </a:lnTo>
                      <a:lnTo>
                        <a:pt x="119968" y="43959"/>
                      </a:lnTo>
                      <a:lnTo>
                        <a:pt x="119936" y="44228"/>
                      </a:lnTo>
                      <a:lnTo>
                        <a:pt x="119857" y="44530"/>
                      </a:lnTo>
                      <a:lnTo>
                        <a:pt x="119761" y="44783"/>
                      </a:lnTo>
                      <a:lnTo>
                        <a:pt x="119650" y="45053"/>
                      </a:lnTo>
                      <a:lnTo>
                        <a:pt x="119491" y="45307"/>
                      </a:lnTo>
                      <a:lnTo>
                        <a:pt x="119332" y="45529"/>
                      </a:lnTo>
                      <a:lnTo>
                        <a:pt x="119126" y="45735"/>
                      </a:lnTo>
                      <a:lnTo>
                        <a:pt x="119126" y="45735"/>
                      </a:lnTo>
                      <a:lnTo>
                        <a:pt x="119126" y="45735"/>
                      </a:lnTo>
                      <a:lnTo>
                        <a:pt x="118999" y="45878"/>
                      </a:lnTo>
                      <a:lnTo>
                        <a:pt x="118856" y="45989"/>
                      </a:lnTo>
                      <a:lnTo>
                        <a:pt x="118697" y="46116"/>
                      </a:lnTo>
                      <a:lnTo>
                        <a:pt x="118538" y="46227"/>
                      </a:lnTo>
                      <a:lnTo>
                        <a:pt x="118347" y="46322"/>
                      </a:lnTo>
                      <a:lnTo>
                        <a:pt x="118173" y="46385"/>
                      </a:lnTo>
                      <a:lnTo>
                        <a:pt x="117982" y="46449"/>
                      </a:lnTo>
                      <a:lnTo>
                        <a:pt x="117807" y="46512"/>
                      </a:lnTo>
                      <a:lnTo>
                        <a:pt x="117807" y="46512"/>
                      </a:lnTo>
                      <a:lnTo>
                        <a:pt x="105718" y="49700"/>
                      </a:lnTo>
                      <a:lnTo>
                        <a:pt x="105718" y="49700"/>
                      </a:lnTo>
                      <a:lnTo>
                        <a:pt x="105512" y="49747"/>
                      </a:lnTo>
                      <a:lnTo>
                        <a:pt x="105337" y="49763"/>
                      </a:lnTo>
                      <a:lnTo>
                        <a:pt x="105146" y="49795"/>
                      </a:lnTo>
                      <a:lnTo>
                        <a:pt x="104940" y="49811"/>
                      </a:lnTo>
                      <a:lnTo>
                        <a:pt x="104718" y="49795"/>
                      </a:lnTo>
                      <a:lnTo>
                        <a:pt x="104463" y="49763"/>
                      </a:lnTo>
                      <a:lnTo>
                        <a:pt x="104241" y="49715"/>
                      </a:lnTo>
                      <a:lnTo>
                        <a:pt x="104003" y="49652"/>
                      </a:lnTo>
                      <a:lnTo>
                        <a:pt x="103780" y="49557"/>
                      </a:lnTo>
                      <a:lnTo>
                        <a:pt x="103574" y="49446"/>
                      </a:lnTo>
                      <a:lnTo>
                        <a:pt x="103367" y="49335"/>
                      </a:lnTo>
                      <a:lnTo>
                        <a:pt x="103161" y="49192"/>
                      </a:lnTo>
                      <a:lnTo>
                        <a:pt x="102986" y="49065"/>
                      </a:lnTo>
                      <a:lnTo>
                        <a:pt x="102811" y="48875"/>
                      </a:lnTo>
                      <a:lnTo>
                        <a:pt x="102652" y="48700"/>
                      </a:lnTo>
                      <a:lnTo>
                        <a:pt x="102494" y="48510"/>
                      </a:lnTo>
                      <a:lnTo>
                        <a:pt x="102382" y="48304"/>
                      </a:lnTo>
                      <a:lnTo>
                        <a:pt x="102271" y="48082"/>
                      </a:lnTo>
                      <a:lnTo>
                        <a:pt x="102176" y="47844"/>
                      </a:lnTo>
                      <a:lnTo>
                        <a:pt x="102081" y="47590"/>
                      </a:lnTo>
                      <a:lnTo>
                        <a:pt x="102081" y="47590"/>
                      </a:lnTo>
                      <a:lnTo>
                        <a:pt x="102081" y="47590"/>
                      </a:lnTo>
                      <a:lnTo>
                        <a:pt x="102033" y="47416"/>
                      </a:lnTo>
                      <a:lnTo>
                        <a:pt x="102017" y="47226"/>
                      </a:lnTo>
                      <a:lnTo>
                        <a:pt x="102001" y="47019"/>
                      </a:lnTo>
                      <a:lnTo>
                        <a:pt x="102001" y="46845"/>
                      </a:lnTo>
                      <a:lnTo>
                        <a:pt x="102001" y="46591"/>
                      </a:lnTo>
                      <a:lnTo>
                        <a:pt x="102033" y="46353"/>
                      </a:lnTo>
                      <a:lnTo>
                        <a:pt x="102081" y="46116"/>
                      </a:lnTo>
                      <a:lnTo>
                        <a:pt x="102160" y="45878"/>
                      </a:lnTo>
                      <a:lnTo>
                        <a:pt x="102239" y="45671"/>
                      </a:lnTo>
                      <a:lnTo>
                        <a:pt x="102335" y="45449"/>
                      </a:lnTo>
                      <a:lnTo>
                        <a:pt x="102446" y="45243"/>
                      </a:lnTo>
                      <a:lnTo>
                        <a:pt x="102589" y="45053"/>
                      </a:lnTo>
                      <a:lnTo>
                        <a:pt x="102748" y="44879"/>
                      </a:lnTo>
                      <a:lnTo>
                        <a:pt x="102907" y="44688"/>
                      </a:lnTo>
                      <a:lnTo>
                        <a:pt x="103097" y="44530"/>
                      </a:lnTo>
                      <a:lnTo>
                        <a:pt x="103304" y="44387"/>
                      </a:lnTo>
                      <a:lnTo>
                        <a:pt x="103510" y="44260"/>
                      </a:lnTo>
                      <a:lnTo>
                        <a:pt x="103733" y="44149"/>
                      </a:lnTo>
                      <a:lnTo>
                        <a:pt x="103955" y="44054"/>
                      </a:lnTo>
                      <a:lnTo>
                        <a:pt x="104193" y="43975"/>
                      </a:lnTo>
                      <a:lnTo>
                        <a:pt x="104606" y="45513"/>
                      </a:lnTo>
                      <a:close/>
                      <a:moveTo>
                        <a:pt x="16330" y="52062"/>
                      </a:moveTo>
                      <a:lnTo>
                        <a:pt x="17855" y="52459"/>
                      </a:lnTo>
                      <a:lnTo>
                        <a:pt x="17807" y="52649"/>
                      </a:lnTo>
                      <a:lnTo>
                        <a:pt x="17744" y="52839"/>
                      </a:lnTo>
                      <a:lnTo>
                        <a:pt x="17648" y="53014"/>
                      </a:lnTo>
                      <a:lnTo>
                        <a:pt x="17569" y="53172"/>
                      </a:lnTo>
                      <a:lnTo>
                        <a:pt x="17474" y="53331"/>
                      </a:lnTo>
                      <a:lnTo>
                        <a:pt x="17362" y="53490"/>
                      </a:lnTo>
                      <a:lnTo>
                        <a:pt x="17235" y="53632"/>
                      </a:lnTo>
                      <a:lnTo>
                        <a:pt x="17108" y="53775"/>
                      </a:lnTo>
                      <a:lnTo>
                        <a:pt x="16902" y="53981"/>
                      </a:lnTo>
                      <a:lnTo>
                        <a:pt x="16648" y="54140"/>
                      </a:lnTo>
                      <a:lnTo>
                        <a:pt x="16425" y="54298"/>
                      </a:lnTo>
                      <a:lnTo>
                        <a:pt x="16139" y="54409"/>
                      </a:lnTo>
                      <a:lnTo>
                        <a:pt x="15869" y="54520"/>
                      </a:lnTo>
                      <a:lnTo>
                        <a:pt x="15599" y="54600"/>
                      </a:lnTo>
                      <a:lnTo>
                        <a:pt x="15297" y="54631"/>
                      </a:lnTo>
                      <a:lnTo>
                        <a:pt x="14996" y="54631"/>
                      </a:lnTo>
                      <a:lnTo>
                        <a:pt x="14821" y="54631"/>
                      </a:lnTo>
                      <a:lnTo>
                        <a:pt x="14614" y="54616"/>
                      </a:lnTo>
                      <a:lnTo>
                        <a:pt x="14424" y="54600"/>
                      </a:lnTo>
                      <a:lnTo>
                        <a:pt x="14217" y="54552"/>
                      </a:lnTo>
                      <a:lnTo>
                        <a:pt x="2160" y="51254"/>
                      </a:lnTo>
                      <a:lnTo>
                        <a:pt x="1938" y="51158"/>
                      </a:lnTo>
                      <a:lnTo>
                        <a:pt x="1683" y="51063"/>
                      </a:lnTo>
                      <a:lnTo>
                        <a:pt x="1477" y="50952"/>
                      </a:lnTo>
                      <a:lnTo>
                        <a:pt x="1270" y="50841"/>
                      </a:lnTo>
                      <a:lnTo>
                        <a:pt x="1064" y="50683"/>
                      </a:lnTo>
                      <a:lnTo>
                        <a:pt x="889" y="50524"/>
                      </a:lnTo>
                      <a:lnTo>
                        <a:pt x="730" y="50366"/>
                      </a:lnTo>
                      <a:lnTo>
                        <a:pt x="587" y="50175"/>
                      </a:lnTo>
                      <a:lnTo>
                        <a:pt x="444" y="49969"/>
                      </a:lnTo>
                      <a:lnTo>
                        <a:pt x="333" y="49763"/>
                      </a:lnTo>
                      <a:lnTo>
                        <a:pt x="222" y="49557"/>
                      </a:lnTo>
                      <a:lnTo>
                        <a:pt x="127" y="49335"/>
                      </a:lnTo>
                      <a:lnTo>
                        <a:pt x="63" y="49097"/>
                      </a:lnTo>
                      <a:lnTo>
                        <a:pt x="15" y="48875"/>
                      </a:lnTo>
                      <a:lnTo>
                        <a:pt x="0" y="48621"/>
                      </a:lnTo>
                      <a:lnTo>
                        <a:pt x="0" y="48399"/>
                      </a:lnTo>
                      <a:lnTo>
                        <a:pt x="0" y="48193"/>
                      </a:lnTo>
                      <a:lnTo>
                        <a:pt x="15" y="48003"/>
                      </a:lnTo>
                      <a:lnTo>
                        <a:pt x="47" y="47797"/>
                      </a:lnTo>
                      <a:lnTo>
                        <a:pt x="79" y="47622"/>
                      </a:lnTo>
                      <a:lnTo>
                        <a:pt x="79" y="47622"/>
                      </a:lnTo>
                      <a:lnTo>
                        <a:pt x="158" y="47368"/>
                      </a:lnTo>
                      <a:lnTo>
                        <a:pt x="270" y="47130"/>
                      </a:lnTo>
                      <a:lnTo>
                        <a:pt x="381" y="46924"/>
                      </a:lnTo>
                      <a:lnTo>
                        <a:pt x="492" y="46718"/>
                      </a:lnTo>
                      <a:lnTo>
                        <a:pt x="651" y="46512"/>
                      </a:lnTo>
                      <a:lnTo>
                        <a:pt x="810" y="46338"/>
                      </a:lnTo>
                      <a:lnTo>
                        <a:pt x="984" y="46179"/>
                      </a:lnTo>
                      <a:lnTo>
                        <a:pt x="1159" y="46020"/>
                      </a:lnTo>
                      <a:lnTo>
                        <a:pt x="1366" y="45909"/>
                      </a:lnTo>
                      <a:lnTo>
                        <a:pt x="1572" y="45767"/>
                      </a:lnTo>
                      <a:lnTo>
                        <a:pt x="1779" y="45671"/>
                      </a:lnTo>
                      <a:lnTo>
                        <a:pt x="2001" y="45576"/>
                      </a:lnTo>
                      <a:lnTo>
                        <a:pt x="2239" y="45513"/>
                      </a:lnTo>
                      <a:lnTo>
                        <a:pt x="2462" y="45465"/>
                      </a:lnTo>
                      <a:lnTo>
                        <a:pt x="2700" y="45449"/>
                      </a:lnTo>
                      <a:lnTo>
                        <a:pt x="2938" y="45418"/>
                      </a:lnTo>
                      <a:lnTo>
                        <a:pt x="3145" y="45449"/>
                      </a:lnTo>
                      <a:lnTo>
                        <a:pt x="3335" y="45449"/>
                      </a:lnTo>
                      <a:lnTo>
                        <a:pt x="3542" y="45497"/>
                      </a:lnTo>
                      <a:lnTo>
                        <a:pt x="3717" y="45529"/>
                      </a:lnTo>
                      <a:lnTo>
                        <a:pt x="15774" y="48827"/>
                      </a:lnTo>
                      <a:lnTo>
                        <a:pt x="15774" y="48827"/>
                      </a:lnTo>
                      <a:lnTo>
                        <a:pt x="16028" y="48891"/>
                      </a:lnTo>
                      <a:lnTo>
                        <a:pt x="16250" y="49018"/>
                      </a:lnTo>
                      <a:lnTo>
                        <a:pt x="16489" y="49097"/>
                      </a:lnTo>
                      <a:lnTo>
                        <a:pt x="16695" y="49240"/>
                      </a:lnTo>
                      <a:lnTo>
                        <a:pt x="16870" y="49398"/>
                      </a:lnTo>
                      <a:lnTo>
                        <a:pt x="17061" y="49541"/>
                      </a:lnTo>
                      <a:lnTo>
                        <a:pt x="17220" y="49715"/>
                      </a:lnTo>
                      <a:lnTo>
                        <a:pt x="17378" y="49906"/>
                      </a:lnTo>
                      <a:lnTo>
                        <a:pt x="17521" y="50112"/>
                      </a:lnTo>
                      <a:lnTo>
                        <a:pt x="17633" y="50286"/>
                      </a:lnTo>
                      <a:lnTo>
                        <a:pt x="17728" y="50524"/>
                      </a:lnTo>
                      <a:lnTo>
                        <a:pt x="17807" y="50746"/>
                      </a:lnTo>
                      <a:lnTo>
                        <a:pt x="17887" y="50984"/>
                      </a:lnTo>
                      <a:lnTo>
                        <a:pt x="17934" y="51206"/>
                      </a:lnTo>
                      <a:lnTo>
                        <a:pt x="17950" y="51444"/>
                      </a:lnTo>
                      <a:lnTo>
                        <a:pt x="17966" y="51682"/>
                      </a:lnTo>
                      <a:lnTo>
                        <a:pt x="17966" y="51872"/>
                      </a:lnTo>
                      <a:lnTo>
                        <a:pt x="17950" y="52078"/>
                      </a:lnTo>
                      <a:lnTo>
                        <a:pt x="17903" y="52284"/>
                      </a:lnTo>
                      <a:lnTo>
                        <a:pt x="17855" y="52459"/>
                      </a:lnTo>
                      <a:lnTo>
                        <a:pt x="17855" y="52459"/>
                      </a:lnTo>
                      <a:lnTo>
                        <a:pt x="16330" y="52062"/>
                      </a:lnTo>
                      <a:close/>
                      <a:moveTo>
                        <a:pt x="17378" y="77261"/>
                      </a:moveTo>
                      <a:lnTo>
                        <a:pt x="18522" y="78371"/>
                      </a:lnTo>
                      <a:lnTo>
                        <a:pt x="18363" y="78514"/>
                      </a:lnTo>
                      <a:lnTo>
                        <a:pt x="18220" y="78625"/>
                      </a:lnTo>
                      <a:lnTo>
                        <a:pt x="18061" y="78752"/>
                      </a:lnTo>
                      <a:lnTo>
                        <a:pt x="17903" y="78831"/>
                      </a:lnTo>
                      <a:lnTo>
                        <a:pt x="17744" y="78926"/>
                      </a:lnTo>
                      <a:lnTo>
                        <a:pt x="17569" y="79022"/>
                      </a:lnTo>
                      <a:lnTo>
                        <a:pt x="17378" y="79085"/>
                      </a:lnTo>
                      <a:lnTo>
                        <a:pt x="17172" y="79133"/>
                      </a:lnTo>
                      <a:lnTo>
                        <a:pt x="17172" y="79133"/>
                      </a:lnTo>
                      <a:lnTo>
                        <a:pt x="5099" y="82336"/>
                      </a:lnTo>
                      <a:lnTo>
                        <a:pt x="4908" y="82384"/>
                      </a:lnTo>
                      <a:lnTo>
                        <a:pt x="4702" y="82399"/>
                      </a:lnTo>
                      <a:lnTo>
                        <a:pt x="4527" y="82431"/>
                      </a:lnTo>
                      <a:lnTo>
                        <a:pt x="4336" y="82431"/>
                      </a:lnTo>
                      <a:lnTo>
                        <a:pt x="4082" y="82431"/>
                      </a:lnTo>
                      <a:lnTo>
                        <a:pt x="3860" y="82399"/>
                      </a:lnTo>
                      <a:lnTo>
                        <a:pt x="3606" y="82336"/>
                      </a:lnTo>
                      <a:lnTo>
                        <a:pt x="3383" y="82273"/>
                      </a:lnTo>
                      <a:lnTo>
                        <a:pt x="3145" y="82193"/>
                      </a:lnTo>
                      <a:lnTo>
                        <a:pt x="2938" y="82082"/>
                      </a:lnTo>
                      <a:lnTo>
                        <a:pt x="2732" y="81971"/>
                      </a:lnTo>
                      <a:lnTo>
                        <a:pt x="2557" y="81828"/>
                      </a:lnTo>
                      <a:lnTo>
                        <a:pt x="2366" y="81670"/>
                      </a:lnTo>
                      <a:lnTo>
                        <a:pt x="2192" y="81511"/>
                      </a:lnTo>
                      <a:lnTo>
                        <a:pt x="2033" y="81337"/>
                      </a:lnTo>
                      <a:lnTo>
                        <a:pt x="1890" y="81131"/>
                      </a:lnTo>
                      <a:lnTo>
                        <a:pt x="1763" y="80925"/>
                      </a:lnTo>
                      <a:lnTo>
                        <a:pt x="1636" y="80718"/>
                      </a:lnTo>
                      <a:lnTo>
                        <a:pt x="1556" y="80481"/>
                      </a:lnTo>
                      <a:lnTo>
                        <a:pt x="1477" y="80227"/>
                      </a:lnTo>
                      <a:lnTo>
                        <a:pt x="1477" y="80227"/>
                      </a:lnTo>
                      <a:lnTo>
                        <a:pt x="1429" y="80052"/>
                      </a:lnTo>
                      <a:lnTo>
                        <a:pt x="1382" y="79846"/>
                      </a:lnTo>
                      <a:lnTo>
                        <a:pt x="1382" y="79656"/>
                      </a:lnTo>
                      <a:lnTo>
                        <a:pt x="1366" y="79481"/>
                      </a:lnTo>
                      <a:lnTo>
                        <a:pt x="1382" y="79228"/>
                      </a:lnTo>
                      <a:lnTo>
                        <a:pt x="1413" y="78974"/>
                      </a:lnTo>
                      <a:lnTo>
                        <a:pt x="1461" y="78752"/>
                      </a:lnTo>
                      <a:lnTo>
                        <a:pt x="1525" y="78514"/>
                      </a:lnTo>
                      <a:lnTo>
                        <a:pt x="1620" y="78292"/>
                      </a:lnTo>
                      <a:lnTo>
                        <a:pt x="1731" y="78086"/>
                      </a:lnTo>
                      <a:lnTo>
                        <a:pt x="1842" y="77880"/>
                      </a:lnTo>
                      <a:lnTo>
                        <a:pt x="1985" y="77674"/>
                      </a:lnTo>
                      <a:lnTo>
                        <a:pt x="2128" y="77483"/>
                      </a:lnTo>
                      <a:lnTo>
                        <a:pt x="2303" y="77325"/>
                      </a:lnTo>
                      <a:lnTo>
                        <a:pt x="2494" y="77166"/>
                      </a:lnTo>
                      <a:lnTo>
                        <a:pt x="2668" y="77023"/>
                      </a:lnTo>
                      <a:lnTo>
                        <a:pt x="2875" y="76897"/>
                      </a:lnTo>
                      <a:lnTo>
                        <a:pt x="3097" y="76786"/>
                      </a:lnTo>
                      <a:lnTo>
                        <a:pt x="3335" y="76690"/>
                      </a:lnTo>
                      <a:lnTo>
                        <a:pt x="3590" y="76611"/>
                      </a:lnTo>
                      <a:lnTo>
                        <a:pt x="3590" y="76611"/>
                      </a:lnTo>
                      <a:lnTo>
                        <a:pt x="15663" y="73424"/>
                      </a:lnTo>
                      <a:lnTo>
                        <a:pt x="15663" y="73424"/>
                      </a:lnTo>
                      <a:lnTo>
                        <a:pt x="15853" y="73376"/>
                      </a:lnTo>
                      <a:lnTo>
                        <a:pt x="16028" y="73344"/>
                      </a:lnTo>
                      <a:lnTo>
                        <a:pt x="16235" y="73328"/>
                      </a:lnTo>
                      <a:lnTo>
                        <a:pt x="16425" y="73328"/>
                      </a:lnTo>
                      <a:lnTo>
                        <a:pt x="16664" y="73328"/>
                      </a:lnTo>
                      <a:lnTo>
                        <a:pt x="16902" y="73376"/>
                      </a:lnTo>
                      <a:lnTo>
                        <a:pt x="17156" y="73424"/>
                      </a:lnTo>
                      <a:lnTo>
                        <a:pt x="17378" y="73487"/>
                      </a:lnTo>
                      <a:lnTo>
                        <a:pt x="17585" y="73550"/>
                      </a:lnTo>
                      <a:lnTo>
                        <a:pt x="17807" y="73661"/>
                      </a:lnTo>
                      <a:lnTo>
                        <a:pt x="18014" y="73788"/>
                      </a:lnTo>
                      <a:lnTo>
                        <a:pt x="18204" y="73915"/>
                      </a:lnTo>
                      <a:lnTo>
                        <a:pt x="18379" y="74074"/>
                      </a:lnTo>
                      <a:lnTo>
                        <a:pt x="18570" y="74232"/>
                      </a:lnTo>
                      <a:lnTo>
                        <a:pt x="18729" y="74423"/>
                      </a:lnTo>
                      <a:lnTo>
                        <a:pt x="18872" y="74629"/>
                      </a:lnTo>
                      <a:lnTo>
                        <a:pt x="18999" y="74835"/>
                      </a:lnTo>
                      <a:lnTo>
                        <a:pt x="19110" y="75041"/>
                      </a:lnTo>
                      <a:lnTo>
                        <a:pt x="19205" y="75295"/>
                      </a:lnTo>
                      <a:lnTo>
                        <a:pt x="19285" y="75517"/>
                      </a:lnTo>
                      <a:lnTo>
                        <a:pt x="19285" y="75469"/>
                      </a:lnTo>
                      <a:lnTo>
                        <a:pt x="19285" y="75517"/>
                      </a:lnTo>
                      <a:lnTo>
                        <a:pt x="19316" y="75707"/>
                      </a:lnTo>
                      <a:lnTo>
                        <a:pt x="19348" y="75913"/>
                      </a:lnTo>
                      <a:lnTo>
                        <a:pt x="19364" y="76088"/>
                      </a:lnTo>
                      <a:lnTo>
                        <a:pt x="19364" y="76278"/>
                      </a:lnTo>
                      <a:lnTo>
                        <a:pt x="19364" y="76579"/>
                      </a:lnTo>
                      <a:lnTo>
                        <a:pt x="19316" y="76865"/>
                      </a:lnTo>
                      <a:lnTo>
                        <a:pt x="19253" y="77150"/>
                      </a:lnTo>
                      <a:lnTo>
                        <a:pt x="19142" y="77420"/>
                      </a:lnTo>
                      <a:lnTo>
                        <a:pt x="19030" y="77689"/>
                      </a:lnTo>
                      <a:lnTo>
                        <a:pt x="18888" y="77927"/>
                      </a:lnTo>
                      <a:lnTo>
                        <a:pt x="18713" y="78165"/>
                      </a:lnTo>
                      <a:lnTo>
                        <a:pt x="18522" y="78371"/>
                      </a:lnTo>
                      <a:lnTo>
                        <a:pt x="17378" y="77261"/>
                      </a:lnTo>
                      <a:close/>
                      <a:moveTo>
                        <a:pt x="18522" y="101747"/>
                      </a:moveTo>
                      <a:lnTo>
                        <a:pt x="17394" y="100605"/>
                      </a:lnTo>
                      <a:lnTo>
                        <a:pt x="26227" y="91788"/>
                      </a:lnTo>
                      <a:lnTo>
                        <a:pt x="26465" y="91581"/>
                      </a:lnTo>
                      <a:lnTo>
                        <a:pt x="26687" y="91423"/>
                      </a:lnTo>
                      <a:lnTo>
                        <a:pt x="26942" y="91248"/>
                      </a:lnTo>
                      <a:lnTo>
                        <a:pt x="27212" y="91137"/>
                      </a:lnTo>
                      <a:lnTo>
                        <a:pt x="27498" y="91042"/>
                      </a:lnTo>
                      <a:lnTo>
                        <a:pt x="27768" y="90979"/>
                      </a:lnTo>
                      <a:lnTo>
                        <a:pt x="28038" y="90931"/>
                      </a:lnTo>
                      <a:lnTo>
                        <a:pt x="28308" y="90915"/>
                      </a:lnTo>
                      <a:lnTo>
                        <a:pt x="28610" y="90931"/>
                      </a:lnTo>
                      <a:lnTo>
                        <a:pt x="28880" y="90979"/>
                      </a:lnTo>
                      <a:lnTo>
                        <a:pt x="29166" y="91042"/>
                      </a:lnTo>
                      <a:lnTo>
                        <a:pt x="29436" y="91137"/>
                      </a:lnTo>
                      <a:lnTo>
                        <a:pt x="29706" y="91248"/>
                      </a:lnTo>
                      <a:lnTo>
                        <a:pt x="29960" y="91423"/>
                      </a:lnTo>
                      <a:lnTo>
                        <a:pt x="30182" y="91597"/>
                      </a:lnTo>
                      <a:lnTo>
                        <a:pt x="30420" y="91788"/>
                      </a:lnTo>
                      <a:lnTo>
                        <a:pt x="30627" y="92010"/>
                      </a:lnTo>
                      <a:lnTo>
                        <a:pt x="30802" y="92263"/>
                      </a:lnTo>
                      <a:lnTo>
                        <a:pt x="30945" y="92517"/>
                      </a:lnTo>
                      <a:lnTo>
                        <a:pt x="31088" y="92771"/>
                      </a:lnTo>
                      <a:lnTo>
                        <a:pt x="31167" y="93040"/>
                      </a:lnTo>
                      <a:lnTo>
                        <a:pt x="31247" y="93310"/>
                      </a:lnTo>
                      <a:lnTo>
                        <a:pt x="31262" y="93611"/>
                      </a:lnTo>
                      <a:lnTo>
                        <a:pt x="31294" y="93881"/>
                      </a:lnTo>
                      <a:lnTo>
                        <a:pt x="31262" y="94166"/>
                      </a:lnTo>
                      <a:lnTo>
                        <a:pt x="31247" y="94452"/>
                      </a:lnTo>
                      <a:lnTo>
                        <a:pt x="31167" y="94737"/>
                      </a:lnTo>
                      <a:lnTo>
                        <a:pt x="31088" y="95007"/>
                      </a:lnTo>
                      <a:lnTo>
                        <a:pt x="30945" y="95261"/>
                      </a:lnTo>
                      <a:lnTo>
                        <a:pt x="30802" y="95514"/>
                      </a:lnTo>
                      <a:lnTo>
                        <a:pt x="30627" y="95768"/>
                      </a:lnTo>
                      <a:lnTo>
                        <a:pt x="30420" y="95974"/>
                      </a:lnTo>
                      <a:lnTo>
                        <a:pt x="21588" y="104823"/>
                      </a:lnTo>
                      <a:lnTo>
                        <a:pt x="21366" y="104998"/>
                      </a:lnTo>
                      <a:lnTo>
                        <a:pt x="21127" y="105188"/>
                      </a:lnTo>
                      <a:lnTo>
                        <a:pt x="20873" y="105346"/>
                      </a:lnTo>
                      <a:lnTo>
                        <a:pt x="20603" y="105457"/>
                      </a:lnTo>
                      <a:lnTo>
                        <a:pt x="20333" y="105553"/>
                      </a:lnTo>
                      <a:lnTo>
                        <a:pt x="20063" y="105616"/>
                      </a:lnTo>
                      <a:lnTo>
                        <a:pt x="19777" y="105664"/>
                      </a:lnTo>
                      <a:lnTo>
                        <a:pt x="19507" y="105664"/>
                      </a:lnTo>
                      <a:lnTo>
                        <a:pt x="19205" y="105664"/>
                      </a:lnTo>
                      <a:lnTo>
                        <a:pt x="18935" y="105616"/>
                      </a:lnTo>
                      <a:lnTo>
                        <a:pt x="18665" y="105553"/>
                      </a:lnTo>
                      <a:lnTo>
                        <a:pt x="18379" y="105457"/>
                      </a:lnTo>
                      <a:lnTo>
                        <a:pt x="18109" y="105346"/>
                      </a:lnTo>
                      <a:lnTo>
                        <a:pt x="17855" y="105188"/>
                      </a:lnTo>
                      <a:lnTo>
                        <a:pt x="17633" y="104998"/>
                      </a:lnTo>
                      <a:lnTo>
                        <a:pt x="17394" y="104823"/>
                      </a:lnTo>
                      <a:lnTo>
                        <a:pt x="17204" y="104585"/>
                      </a:lnTo>
                      <a:lnTo>
                        <a:pt x="17013" y="104331"/>
                      </a:lnTo>
                      <a:lnTo>
                        <a:pt x="16870" y="104078"/>
                      </a:lnTo>
                      <a:lnTo>
                        <a:pt x="16743" y="103840"/>
                      </a:lnTo>
                      <a:lnTo>
                        <a:pt x="16648" y="103554"/>
                      </a:lnTo>
                      <a:lnTo>
                        <a:pt x="16584" y="103285"/>
                      </a:lnTo>
                      <a:lnTo>
                        <a:pt x="16552" y="102984"/>
                      </a:lnTo>
                      <a:lnTo>
                        <a:pt x="16536" y="102714"/>
                      </a:lnTo>
                      <a:lnTo>
                        <a:pt x="16552" y="102444"/>
                      </a:lnTo>
                      <a:lnTo>
                        <a:pt x="16584" y="102143"/>
                      </a:lnTo>
                      <a:lnTo>
                        <a:pt x="16648" y="101873"/>
                      </a:lnTo>
                      <a:lnTo>
                        <a:pt x="16743" y="101588"/>
                      </a:lnTo>
                      <a:lnTo>
                        <a:pt x="16870" y="101334"/>
                      </a:lnTo>
                      <a:lnTo>
                        <a:pt x="17013" y="101096"/>
                      </a:lnTo>
                      <a:lnTo>
                        <a:pt x="17204" y="100843"/>
                      </a:lnTo>
                      <a:lnTo>
                        <a:pt x="17394" y="100605"/>
                      </a:lnTo>
                      <a:lnTo>
                        <a:pt x="18522" y="101747"/>
                      </a:lnTo>
                      <a:close/>
                    </a:path>
                  </a:pathLst>
                </a:custGeom>
                <a:solidFill>
                  <a:srgbClr val="FFC819"/>
                </a:solidFill>
                <a:ln>
                  <a:noFill/>
                </a:ln>
              </p:spPr>
              <p:txBody>
                <a:bodyPr wrap="square" lIns="91440" tIns="45720" rIns="91440" bIns="45720" anchor="t" anchorCtr="0">
                  <a:normAutofit fontScale="25000" lnSpcReduction="20000"/>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buClr>
                      <a:srgbClr val="000000"/>
                    </a:buClr>
                  </a:pPr>
                  <a:endParaRPr>
                    <a:cs typeface="+mn-ea"/>
                    <a:sym typeface="+mn-lt"/>
                  </a:endParaRPr>
                </a:p>
              </p:txBody>
            </p:sp>
          </p:grpSp>
        </p:grpSp>
        <p:grpSp>
          <p:nvGrpSpPr>
            <p:cNvPr id="7" name="组合 6"/>
            <p:cNvGrpSpPr/>
            <p:nvPr/>
          </p:nvGrpSpPr>
          <p:grpSpPr>
            <a:xfrm>
              <a:off x="673100" y="1397719"/>
              <a:ext cx="2978621" cy="1000125"/>
              <a:chOff x="673100" y="1397719"/>
              <a:chExt cx="2978621" cy="1000125"/>
            </a:xfrm>
          </p:grpSpPr>
          <p:sp>
            <p:nvSpPr>
              <p:cNvPr id="37" name="矩形: 圆角 36"/>
              <p:cNvSpPr/>
              <p:nvPr/>
            </p:nvSpPr>
            <p:spPr>
              <a:xfrm>
                <a:off x="673100" y="1578610"/>
                <a:ext cx="482350" cy="482350"/>
              </a:xfrm>
              <a:prstGeom prst="roundRect">
                <a:avLst>
                  <a:gd name="adj" fmla="val 19697"/>
                </a:avLst>
              </a:prstGeom>
              <a:noFill/>
              <a:ln w="22225">
                <a:solidFill>
                  <a:schemeClr val="accent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r>
                  <a:rPr lang="en-US" altLang="zh-CN" sz="2000" b="1" dirty="0">
                    <a:solidFill>
                      <a:schemeClr val="accent1"/>
                    </a:solidFill>
                    <a:cs typeface="+mn-ea"/>
                    <a:sym typeface="+mn-lt"/>
                  </a:rPr>
                  <a:t>1</a:t>
                </a:r>
                <a:endParaRPr lang="zh-CN" altLang="en-US" sz="2000" b="1" dirty="0">
                  <a:solidFill>
                    <a:schemeClr val="accent1"/>
                  </a:solidFill>
                  <a:cs typeface="+mn-ea"/>
                  <a:sym typeface="+mn-lt"/>
                </a:endParaRPr>
              </a:p>
            </p:txBody>
          </p:sp>
          <p:grpSp>
            <p:nvGrpSpPr>
              <p:cNvPr id="38" name="组合 37"/>
              <p:cNvGrpSpPr/>
              <p:nvPr/>
            </p:nvGrpSpPr>
            <p:grpSpPr>
              <a:xfrm>
                <a:off x="1170124" y="1397719"/>
                <a:ext cx="2481597" cy="1000125"/>
                <a:chOff x="1239541" y="1340156"/>
                <a:chExt cx="2481597" cy="1000125"/>
              </a:xfrm>
            </p:grpSpPr>
            <p:sp>
              <p:nvSpPr>
                <p:cNvPr id="39" name="矩形 38"/>
                <p:cNvSpPr/>
                <p:nvPr/>
              </p:nvSpPr>
              <p:spPr bwMode="auto">
                <a:xfrm>
                  <a:off x="1239541" y="1733416"/>
                  <a:ext cx="2481597" cy="60686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1100" dirty="0"/>
                    <a:t>使用户能够通过界面完成系统所需的操作和任务</a:t>
                  </a:r>
                  <a:endParaRPr lang="en-US" altLang="zh-CN" sz="1100" dirty="0">
                    <a:cs typeface="+mn-ea"/>
                    <a:sym typeface="+mn-lt"/>
                  </a:endParaRPr>
                </a:p>
              </p:txBody>
            </p:sp>
            <p:sp>
              <p:nvSpPr>
                <p:cNvPr id="40" name="文本框 39"/>
                <p:cNvSpPr txBox="1"/>
                <p:nvPr/>
              </p:nvSpPr>
              <p:spPr bwMode="auto">
                <a:xfrm>
                  <a:off x="1239541" y="1340156"/>
                  <a:ext cx="2481597" cy="393260"/>
                </a:xfrm>
                <a:prstGeom prst="rect">
                  <a:avLst/>
                </a:prstGeom>
                <a:noFill/>
                <a:ln>
                  <a:noFill/>
                </a:ln>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300" b="1" dirty="0">
                      <a:solidFill>
                        <a:srgbClr val="124582"/>
                      </a:solidFill>
                    </a:rPr>
                    <a:t>功能规范</a:t>
                  </a:r>
                  <a:r>
                    <a:rPr lang="zh-CN" altLang="en-US" sz="1300" b="1" dirty="0"/>
                    <a:t>与用户界面需求</a:t>
                  </a:r>
                  <a:endParaRPr lang="en-US" altLang="zh-CN" sz="1300" b="1" dirty="0">
                    <a:cs typeface="+mn-ea"/>
                    <a:sym typeface="+mn-lt"/>
                  </a:endParaRPr>
                </a:p>
              </p:txBody>
            </p:sp>
          </p:grpSp>
        </p:grpSp>
        <p:grpSp>
          <p:nvGrpSpPr>
            <p:cNvPr id="8" name="组合 7"/>
            <p:cNvGrpSpPr/>
            <p:nvPr/>
          </p:nvGrpSpPr>
          <p:grpSpPr>
            <a:xfrm>
              <a:off x="673100" y="2627178"/>
              <a:ext cx="2989471" cy="1000124"/>
              <a:chOff x="673100" y="2627178"/>
              <a:chExt cx="2989471" cy="1000124"/>
            </a:xfrm>
          </p:grpSpPr>
          <p:sp>
            <p:nvSpPr>
              <p:cNvPr id="33" name="矩形: 圆角 32"/>
              <p:cNvSpPr/>
              <p:nvPr/>
            </p:nvSpPr>
            <p:spPr>
              <a:xfrm>
                <a:off x="673100" y="2808069"/>
                <a:ext cx="482350" cy="482350"/>
              </a:xfrm>
              <a:prstGeom prst="roundRect">
                <a:avLst>
                  <a:gd name="adj" fmla="val 19697"/>
                </a:avLst>
              </a:prstGeom>
              <a:noFill/>
              <a:ln w="22225">
                <a:solidFill>
                  <a:schemeClr val="accent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r>
                  <a:rPr lang="en-US" altLang="zh-CN" sz="2000" b="1" dirty="0">
                    <a:solidFill>
                      <a:schemeClr val="accent1"/>
                    </a:solidFill>
                    <a:cs typeface="+mn-ea"/>
                    <a:sym typeface="+mn-lt"/>
                  </a:rPr>
                  <a:t>2</a:t>
                </a:r>
                <a:endParaRPr lang="zh-CN" altLang="en-US" sz="2000" b="1" dirty="0">
                  <a:solidFill>
                    <a:schemeClr val="accent1"/>
                  </a:solidFill>
                  <a:cs typeface="+mn-ea"/>
                  <a:sym typeface="+mn-lt"/>
                </a:endParaRPr>
              </a:p>
            </p:txBody>
          </p:sp>
          <p:grpSp>
            <p:nvGrpSpPr>
              <p:cNvPr id="34" name="组合 33"/>
              <p:cNvGrpSpPr/>
              <p:nvPr/>
            </p:nvGrpSpPr>
            <p:grpSpPr>
              <a:xfrm>
                <a:off x="1170124" y="2627178"/>
                <a:ext cx="2492447" cy="1000124"/>
                <a:chOff x="1239541" y="1340156"/>
                <a:chExt cx="2492447" cy="1000124"/>
              </a:xfrm>
            </p:grpSpPr>
            <p:sp>
              <p:nvSpPr>
                <p:cNvPr id="35" name="矩形 34"/>
                <p:cNvSpPr/>
                <p:nvPr/>
              </p:nvSpPr>
              <p:spPr bwMode="auto">
                <a:xfrm>
                  <a:off x="1250391" y="1733415"/>
                  <a:ext cx="2481597" cy="60686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1100" dirty="0"/>
                    <a:t>支持和展示系统功能，满足用户对功能的操作和交互需求</a:t>
                  </a:r>
                  <a:endParaRPr lang="en-US" altLang="zh-CN" sz="1100" dirty="0">
                    <a:cs typeface="+mn-ea"/>
                    <a:sym typeface="+mn-lt"/>
                  </a:endParaRPr>
                </a:p>
              </p:txBody>
            </p:sp>
            <p:sp>
              <p:nvSpPr>
                <p:cNvPr id="36" name="文本框 35"/>
                <p:cNvSpPr txBox="1"/>
                <p:nvPr/>
              </p:nvSpPr>
              <p:spPr bwMode="auto">
                <a:xfrm>
                  <a:off x="1239541" y="1340156"/>
                  <a:ext cx="2481597" cy="393260"/>
                </a:xfrm>
                <a:prstGeom prst="rect">
                  <a:avLst/>
                </a:prstGeom>
                <a:noFill/>
                <a:ln>
                  <a:noFill/>
                </a:ln>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300" b="1" dirty="0">
                      <a:solidFill>
                        <a:srgbClr val="124582"/>
                      </a:solidFill>
                    </a:rPr>
                    <a:t>功能规范</a:t>
                  </a:r>
                  <a:r>
                    <a:rPr lang="zh-CN" altLang="en-US" sz="1300" b="1" dirty="0"/>
                    <a:t>与用户界面需求</a:t>
                  </a:r>
                  <a:endParaRPr lang="en-US" altLang="zh-CN" sz="1300" b="1" dirty="0">
                    <a:cs typeface="+mn-ea"/>
                    <a:sym typeface="+mn-lt"/>
                  </a:endParaRPr>
                </a:p>
              </p:txBody>
            </p:sp>
          </p:grpSp>
        </p:grpSp>
        <p:grpSp>
          <p:nvGrpSpPr>
            <p:cNvPr id="9" name="组合 8"/>
            <p:cNvGrpSpPr/>
            <p:nvPr/>
          </p:nvGrpSpPr>
          <p:grpSpPr>
            <a:xfrm>
              <a:off x="673100" y="3856639"/>
              <a:ext cx="2978621" cy="1000125"/>
              <a:chOff x="673100" y="3856639"/>
              <a:chExt cx="2978621" cy="1000125"/>
            </a:xfrm>
          </p:grpSpPr>
          <p:sp>
            <p:nvSpPr>
              <p:cNvPr id="29" name="矩形: 圆角 28"/>
              <p:cNvSpPr/>
              <p:nvPr/>
            </p:nvSpPr>
            <p:spPr>
              <a:xfrm>
                <a:off x="673100" y="4037530"/>
                <a:ext cx="482350" cy="482350"/>
              </a:xfrm>
              <a:prstGeom prst="roundRect">
                <a:avLst>
                  <a:gd name="adj" fmla="val 19697"/>
                </a:avLst>
              </a:prstGeom>
              <a:noFill/>
              <a:ln w="22225">
                <a:solidFill>
                  <a:schemeClr val="accent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r>
                  <a:rPr lang="en-US" altLang="zh-CN" sz="2000" b="1" dirty="0">
                    <a:solidFill>
                      <a:schemeClr val="accent1"/>
                    </a:solidFill>
                    <a:cs typeface="+mn-ea"/>
                    <a:sym typeface="+mn-lt"/>
                  </a:rPr>
                  <a:t>3</a:t>
                </a:r>
                <a:endParaRPr lang="zh-CN" altLang="en-US" sz="2000" b="1" dirty="0">
                  <a:solidFill>
                    <a:schemeClr val="accent1"/>
                  </a:solidFill>
                  <a:cs typeface="+mn-ea"/>
                  <a:sym typeface="+mn-lt"/>
                </a:endParaRPr>
              </a:p>
            </p:txBody>
          </p:sp>
          <p:grpSp>
            <p:nvGrpSpPr>
              <p:cNvPr id="30" name="组合 29"/>
              <p:cNvGrpSpPr/>
              <p:nvPr/>
            </p:nvGrpSpPr>
            <p:grpSpPr>
              <a:xfrm>
                <a:off x="1170124" y="3856639"/>
                <a:ext cx="2481597" cy="1000125"/>
                <a:chOff x="1239541" y="1340156"/>
                <a:chExt cx="2481597" cy="1000125"/>
              </a:xfrm>
            </p:grpSpPr>
            <p:sp>
              <p:nvSpPr>
                <p:cNvPr id="31" name="矩形 30"/>
                <p:cNvSpPr/>
                <p:nvPr/>
              </p:nvSpPr>
              <p:spPr bwMode="auto">
                <a:xfrm>
                  <a:off x="1239541" y="1733416"/>
                  <a:ext cx="2481597" cy="60686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1100" dirty="0"/>
                    <a:t>使用户能够直观、便捷地使用系统的功能，并提供良好的用户体验</a:t>
                  </a:r>
                  <a:endParaRPr lang="en-US" altLang="zh-CN" sz="1100" dirty="0">
                    <a:cs typeface="+mn-ea"/>
                    <a:sym typeface="+mn-lt"/>
                  </a:endParaRPr>
                </a:p>
              </p:txBody>
            </p:sp>
            <p:sp>
              <p:nvSpPr>
                <p:cNvPr id="32" name="文本框 31"/>
                <p:cNvSpPr txBox="1"/>
                <p:nvPr/>
              </p:nvSpPr>
              <p:spPr bwMode="auto">
                <a:xfrm>
                  <a:off x="1239541" y="1340156"/>
                  <a:ext cx="2481597" cy="393260"/>
                </a:xfrm>
                <a:prstGeom prst="rect">
                  <a:avLst/>
                </a:prstGeom>
                <a:noFill/>
                <a:ln>
                  <a:noFill/>
                </a:ln>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300" b="1" dirty="0">
                      <a:solidFill>
                        <a:srgbClr val="124582"/>
                      </a:solidFill>
                    </a:rPr>
                    <a:t>功能规范</a:t>
                  </a:r>
                  <a:r>
                    <a:rPr lang="zh-CN" altLang="en-US" sz="1300" b="1" dirty="0"/>
                    <a:t>与用户界面规范</a:t>
                  </a:r>
                  <a:endParaRPr lang="en-US" altLang="zh-CN" sz="1300" b="1" dirty="0">
                    <a:cs typeface="+mn-ea"/>
                    <a:sym typeface="+mn-lt"/>
                  </a:endParaRPr>
                </a:p>
              </p:txBody>
            </p:sp>
          </p:grpSp>
        </p:grpSp>
        <p:cxnSp>
          <p:nvCxnSpPr>
            <p:cNvPr id="10" name="直接连接符 9"/>
            <p:cNvCxnSpPr/>
            <p:nvPr/>
          </p:nvCxnSpPr>
          <p:spPr>
            <a:xfrm>
              <a:off x="1257300" y="2512511"/>
              <a:ext cx="2219325"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1257300" y="3741970"/>
              <a:ext cx="2219325"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2" name="组合 11"/>
            <p:cNvGrpSpPr/>
            <p:nvPr/>
          </p:nvGrpSpPr>
          <p:grpSpPr>
            <a:xfrm>
              <a:off x="8540279" y="1397719"/>
              <a:ext cx="2978621" cy="1000125"/>
              <a:chOff x="8540279" y="1397719"/>
              <a:chExt cx="2978621" cy="1000125"/>
            </a:xfrm>
          </p:grpSpPr>
          <p:sp>
            <p:nvSpPr>
              <p:cNvPr id="25" name="矩形: 圆角 24"/>
              <p:cNvSpPr/>
              <p:nvPr/>
            </p:nvSpPr>
            <p:spPr>
              <a:xfrm>
                <a:off x="8540279" y="1578610"/>
                <a:ext cx="482350" cy="482350"/>
              </a:xfrm>
              <a:prstGeom prst="roundRect">
                <a:avLst>
                  <a:gd name="adj" fmla="val 19697"/>
                </a:avLst>
              </a:prstGeom>
              <a:noFill/>
              <a:ln w="22225">
                <a:solidFill>
                  <a:schemeClr val="accent2"/>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r>
                  <a:rPr lang="en-US" altLang="zh-CN" sz="2000" b="1" dirty="0">
                    <a:solidFill>
                      <a:schemeClr val="accent2"/>
                    </a:solidFill>
                    <a:cs typeface="+mn-ea"/>
                    <a:sym typeface="+mn-lt"/>
                  </a:rPr>
                  <a:t>4</a:t>
                </a:r>
                <a:endParaRPr lang="zh-CN" altLang="en-US" sz="2000" b="1" dirty="0">
                  <a:solidFill>
                    <a:schemeClr val="accent2"/>
                  </a:solidFill>
                  <a:cs typeface="+mn-ea"/>
                  <a:sym typeface="+mn-lt"/>
                </a:endParaRPr>
              </a:p>
            </p:txBody>
          </p:sp>
          <p:grpSp>
            <p:nvGrpSpPr>
              <p:cNvPr id="26" name="组合 25"/>
              <p:cNvGrpSpPr/>
              <p:nvPr/>
            </p:nvGrpSpPr>
            <p:grpSpPr>
              <a:xfrm>
                <a:off x="9037303" y="1397719"/>
                <a:ext cx="2481597" cy="1000125"/>
                <a:chOff x="1239541" y="1340156"/>
                <a:chExt cx="2481597" cy="1000125"/>
              </a:xfrm>
            </p:grpSpPr>
            <p:sp>
              <p:nvSpPr>
                <p:cNvPr id="27" name="矩形 26"/>
                <p:cNvSpPr/>
                <p:nvPr/>
              </p:nvSpPr>
              <p:spPr bwMode="auto">
                <a:xfrm>
                  <a:off x="1239541" y="1733416"/>
                  <a:ext cx="2481597" cy="60686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1100" dirty="0"/>
                    <a:t>符合用户界面规范，确保用户界面的一致性、易用性和美观性</a:t>
                  </a:r>
                  <a:endParaRPr lang="en-US" altLang="zh-CN" sz="1100" dirty="0">
                    <a:cs typeface="+mn-ea"/>
                    <a:sym typeface="+mn-lt"/>
                  </a:endParaRPr>
                </a:p>
              </p:txBody>
            </p:sp>
            <p:sp>
              <p:nvSpPr>
                <p:cNvPr id="28" name="文本框 27"/>
                <p:cNvSpPr txBox="1"/>
                <p:nvPr/>
              </p:nvSpPr>
              <p:spPr bwMode="auto">
                <a:xfrm>
                  <a:off x="1239541" y="1340156"/>
                  <a:ext cx="2481597" cy="393260"/>
                </a:xfrm>
                <a:prstGeom prst="rect">
                  <a:avLst/>
                </a:prstGeom>
                <a:noFill/>
                <a:ln>
                  <a:noFill/>
                </a:ln>
              </p:spPr>
              <p:txBody>
                <a:bodyPr wrap="square" lIns="91440" tIns="45720" rIns="91440" bIns="45720" anchor="b" anchorCtr="0">
                  <a:normAutofit fontScale="700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b="1" dirty="0">
                      <a:solidFill>
                        <a:srgbClr val="124582"/>
                      </a:solidFill>
                    </a:rPr>
                    <a:t>用户界面规范</a:t>
                  </a:r>
                  <a:r>
                    <a:rPr lang="zh-CN" altLang="en-US" b="1" dirty="0"/>
                    <a:t>与用户界面需求</a:t>
                  </a:r>
                  <a:endParaRPr lang="en-US" altLang="zh-CN" b="1" dirty="0">
                    <a:cs typeface="+mn-ea"/>
                    <a:sym typeface="+mn-lt"/>
                  </a:endParaRPr>
                </a:p>
              </p:txBody>
            </p:sp>
          </p:grpSp>
        </p:grpSp>
        <p:grpSp>
          <p:nvGrpSpPr>
            <p:cNvPr id="13" name="组合 12"/>
            <p:cNvGrpSpPr/>
            <p:nvPr/>
          </p:nvGrpSpPr>
          <p:grpSpPr>
            <a:xfrm>
              <a:off x="8540279" y="2627178"/>
              <a:ext cx="2978621" cy="1000125"/>
              <a:chOff x="8540279" y="2627178"/>
              <a:chExt cx="2978621" cy="1000125"/>
            </a:xfrm>
          </p:grpSpPr>
          <p:sp>
            <p:nvSpPr>
              <p:cNvPr id="21" name="矩形: 圆角 20"/>
              <p:cNvSpPr/>
              <p:nvPr/>
            </p:nvSpPr>
            <p:spPr>
              <a:xfrm>
                <a:off x="8540279" y="2808069"/>
                <a:ext cx="482350" cy="482350"/>
              </a:xfrm>
              <a:prstGeom prst="roundRect">
                <a:avLst>
                  <a:gd name="adj" fmla="val 19697"/>
                </a:avLst>
              </a:prstGeom>
              <a:noFill/>
              <a:ln w="22225">
                <a:solidFill>
                  <a:schemeClr val="accent2"/>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r>
                  <a:rPr lang="en-US" altLang="zh-CN" sz="2000" b="1" dirty="0">
                    <a:solidFill>
                      <a:schemeClr val="accent2"/>
                    </a:solidFill>
                    <a:cs typeface="+mn-ea"/>
                    <a:sym typeface="+mn-lt"/>
                  </a:rPr>
                  <a:t>5</a:t>
                </a:r>
                <a:endParaRPr lang="zh-CN" altLang="en-US" sz="2000" b="1" dirty="0">
                  <a:solidFill>
                    <a:schemeClr val="accent2"/>
                  </a:solidFill>
                  <a:cs typeface="+mn-ea"/>
                  <a:sym typeface="+mn-lt"/>
                </a:endParaRPr>
              </a:p>
            </p:txBody>
          </p:sp>
          <p:grpSp>
            <p:nvGrpSpPr>
              <p:cNvPr id="22" name="组合 21"/>
              <p:cNvGrpSpPr/>
              <p:nvPr/>
            </p:nvGrpSpPr>
            <p:grpSpPr>
              <a:xfrm>
                <a:off x="9037303" y="2627178"/>
                <a:ext cx="2481597" cy="1000125"/>
                <a:chOff x="1239541" y="1340156"/>
                <a:chExt cx="2481597" cy="1000125"/>
              </a:xfrm>
            </p:grpSpPr>
            <p:sp>
              <p:nvSpPr>
                <p:cNvPr id="23" name="矩形 22"/>
                <p:cNvSpPr/>
                <p:nvPr/>
              </p:nvSpPr>
              <p:spPr bwMode="auto">
                <a:xfrm>
                  <a:off x="1239541" y="1733416"/>
                  <a:ext cx="2481597" cy="60686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1100" dirty="0"/>
                    <a:t>用户界面设计应符合规范，满足用户对界面的操作和交互需求</a:t>
                  </a:r>
                  <a:endParaRPr lang="en-US" altLang="zh-CN" sz="1100" dirty="0">
                    <a:cs typeface="+mn-ea"/>
                    <a:sym typeface="+mn-lt"/>
                  </a:endParaRPr>
                </a:p>
              </p:txBody>
            </p:sp>
            <p:sp>
              <p:nvSpPr>
                <p:cNvPr id="24" name="文本框 23"/>
                <p:cNvSpPr txBox="1"/>
                <p:nvPr/>
              </p:nvSpPr>
              <p:spPr bwMode="auto">
                <a:xfrm>
                  <a:off x="1239541" y="1340156"/>
                  <a:ext cx="2481597" cy="393260"/>
                </a:xfrm>
                <a:prstGeom prst="rect">
                  <a:avLst/>
                </a:prstGeom>
                <a:noFill/>
                <a:ln>
                  <a:noFill/>
                </a:ln>
              </p:spPr>
              <p:txBody>
                <a:bodyPr wrap="square" lIns="91440" tIns="45720" rIns="91440" bIns="45720" anchor="b" anchorCtr="0">
                  <a:normAutofit fontScale="700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b="1" dirty="0">
                      <a:solidFill>
                        <a:srgbClr val="124582"/>
                      </a:solidFill>
                    </a:rPr>
                    <a:t>用户界面规范</a:t>
                  </a:r>
                  <a:r>
                    <a:rPr lang="zh-CN" altLang="en-US" b="1" dirty="0"/>
                    <a:t>与用户界面需求</a:t>
                  </a:r>
                  <a:endParaRPr lang="en-US" altLang="zh-CN" b="1" dirty="0">
                    <a:cs typeface="+mn-ea"/>
                    <a:sym typeface="+mn-lt"/>
                  </a:endParaRPr>
                </a:p>
              </p:txBody>
            </p:sp>
          </p:grpSp>
        </p:grpSp>
        <p:grpSp>
          <p:nvGrpSpPr>
            <p:cNvPr id="14" name="组合 13"/>
            <p:cNvGrpSpPr/>
            <p:nvPr/>
          </p:nvGrpSpPr>
          <p:grpSpPr>
            <a:xfrm>
              <a:off x="8540279" y="3856639"/>
              <a:ext cx="2978621" cy="1000125"/>
              <a:chOff x="8540279" y="3856639"/>
              <a:chExt cx="2978621" cy="1000125"/>
            </a:xfrm>
          </p:grpSpPr>
          <p:sp>
            <p:nvSpPr>
              <p:cNvPr id="17" name="矩形: 圆角 16"/>
              <p:cNvSpPr/>
              <p:nvPr/>
            </p:nvSpPr>
            <p:spPr>
              <a:xfrm>
                <a:off x="8540279" y="4037530"/>
                <a:ext cx="482350" cy="482350"/>
              </a:xfrm>
              <a:prstGeom prst="roundRect">
                <a:avLst>
                  <a:gd name="adj" fmla="val 19697"/>
                </a:avLst>
              </a:prstGeom>
              <a:noFill/>
              <a:ln w="22225">
                <a:solidFill>
                  <a:schemeClr val="accent2"/>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r>
                  <a:rPr lang="en-US" altLang="zh-CN" sz="2000" b="1" dirty="0">
                    <a:solidFill>
                      <a:schemeClr val="accent2"/>
                    </a:solidFill>
                    <a:cs typeface="+mn-ea"/>
                    <a:sym typeface="+mn-lt"/>
                  </a:rPr>
                  <a:t>6</a:t>
                </a:r>
                <a:endParaRPr lang="zh-CN" altLang="en-US" sz="2000" b="1" dirty="0">
                  <a:solidFill>
                    <a:schemeClr val="accent2"/>
                  </a:solidFill>
                  <a:cs typeface="+mn-ea"/>
                  <a:sym typeface="+mn-lt"/>
                </a:endParaRPr>
              </a:p>
            </p:txBody>
          </p:sp>
          <p:grpSp>
            <p:nvGrpSpPr>
              <p:cNvPr id="18" name="组合 17"/>
              <p:cNvGrpSpPr/>
              <p:nvPr/>
            </p:nvGrpSpPr>
            <p:grpSpPr>
              <a:xfrm>
                <a:off x="9037303" y="3856639"/>
                <a:ext cx="2481597" cy="1000125"/>
                <a:chOff x="1239541" y="1340156"/>
                <a:chExt cx="2481597" cy="1000125"/>
              </a:xfrm>
            </p:grpSpPr>
            <p:sp>
              <p:nvSpPr>
                <p:cNvPr id="19" name="矩形 18"/>
                <p:cNvSpPr/>
                <p:nvPr/>
              </p:nvSpPr>
              <p:spPr bwMode="auto">
                <a:xfrm>
                  <a:off x="1239541" y="1733416"/>
                  <a:ext cx="2481597" cy="60686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1100" dirty="0"/>
                    <a:t>相互配合，确保系统具备所需的功能，满足用户的期望和需求</a:t>
                  </a:r>
                  <a:endParaRPr lang="en-US" altLang="zh-CN" sz="1100" dirty="0">
                    <a:cs typeface="+mn-ea"/>
                    <a:sym typeface="+mn-lt"/>
                  </a:endParaRPr>
                </a:p>
              </p:txBody>
            </p:sp>
            <p:sp>
              <p:nvSpPr>
                <p:cNvPr id="20" name="文本框 19"/>
                <p:cNvSpPr txBox="1"/>
                <p:nvPr/>
              </p:nvSpPr>
              <p:spPr bwMode="auto">
                <a:xfrm>
                  <a:off x="1239541" y="1340156"/>
                  <a:ext cx="2481597" cy="393260"/>
                </a:xfrm>
                <a:prstGeom prst="rect">
                  <a:avLst/>
                </a:prstGeom>
                <a:noFill/>
                <a:ln>
                  <a:noFill/>
                </a:ln>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pPr>
                  <a:r>
                    <a:rPr lang="zh-CN" altLang="en-US" sz="1300" b="1" dirty="0">
                      <a:cs typeface="+mn-ea"/>
                      <a:sym typeface="+mn-lt"/>
                    </a:rPr>
                    <a:t>三者共同铸造</a:t>
                  </a:r>
                  <a:r>
                    <a:rPr lang="zh-CN" altLang="en-US" sz="1300" b="1" dirty="0">
                      <a:solidFill>
                        <a:srgbClr val="124582"/>
                      </a:solidFill>
                      <a:cs typeface="+mn-ea"/>
                      <a:sym typeface="+mn-lt"/>
                    </a:rPr>
                    <a:t>项目规范</a:t>
                  </a:r>
                  <a:endParaRPr lang="en-US" altLang="zh-CN" sz="1300" b="1" dirty="0">
                    <a:solidFill>
                      <a:srgbClr val="124582"/>
                    </a:solidFill>
                    <a:cs typeface="+mn-ea"/>
                    <a:sym typeface="+mn-lt"/>
                  </a:endParaRPr>
                </a:p>
              </p:txBody>
            </p:sp>
          </p:grpSp>
        </p:grpSp>
        <p:cxnSp>
          <p:nvCxnSpPr>
            <p:cNvPr id="15" name="直接连接符 14"/>
            <p:cNvCxnSpPr/>
            <p:nvPr/>
          </p:nvCxnSpPr>
          <p:spPr>
            <a:xfrm>
              <a:off x="9124479" y="2512511"/>
              <a:ext cx="2219325"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9124479" y="3741970"/>
              <a:ext cx="2219325"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a:extLst>
              <a:ext uri="{FF2B5EF4-FFF2-40B4-BE49-F238E27FC236}">
                <a16:creationId xmlns:a16="http://schemas.microsoft.com/office/drawing/2014/main" id="{718C9554-CE59-2349-A40C-6DBC1B99550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93301" y="3985954"/>
            <a:ext cx="3662550" cy="206018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2" name="标题 1">
            <a:extLst>
              <a:ext uri="{FF2B5EF4-FFF2-40B4-BE49-F238E27FC236}">
                <a16:creationId xmlns:a16="http://schemas.microsoft.com/office/drawing/2014/main" id="{32D396A6-0749-FBE5-0551-5425609C60E0}"/>
              </a:ext>
            </a:extLst>
          </p:cNvPr>
          <p:cNvSpPr>
            <a:spLocks noGrp="1"/>
          </p:cNvSpPr>
          <p:nvPr>
            <p:ph type="title"/>
          </p:nvPr>
        </p:nvSpPr>
        <p:spPr>
          <a:xfrm>
            <a:off x="669924" y="226247"/>
            <a:ext cx="10850563" cy="802453"/>
          </a:xfrm>
        </p:spPr>
        <p:txBody>
          <a:bodyPr/>
          <a:lstStyle/>
          <a:p>
            <a:r>
              <a:rPr lang="zh-CN" altLang="en-US" dirty="0"/>
              <a:t>页面原型</a:t>
            </a:r>
          </a:p>
        </p:txBody>
      </p:sp>
      <p:pic>
        <p:nvPicPr>
          <p:cNvPr id="5" name="图片 4">
            <a:extLst>
              <a:ext uri="{FF2B5EF4-FFF2-40B4-BE49-F238E27FC236}">
                <a16:creationId xmlns:a16="http://schemas.microsoft.com/office/drawing/2014/main" id="{77675E88-85CC-5D21-C928-23884D60388B}"/>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2897176" y="1322155"/>
            <a:ext cx="3660799" cy="20592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mc:AlternateContent xmlns:mc="http://schemas.openxmlformats.org/markup-compatibility/2006" xmlns:p14="http://schemas.microsoft.com/office/powerpoint/2010/main">
        <mc:Choice Requires="p14">
          <p:contentPart p14:bwMode="auto" r:id="rId5">
            <p14:nvContentPartPr>
              <p14:cNvPr id="7" name="墨迹 6">
                <a:extLst>
                  <a:ext uri="{FF2B5EF4-FFF2-40B4-BE49-F238E27FC236}">
                    <a16:creationId xmlns:a16="http://schemas.microsoft.com/office/drawing/2014/main" id="{259B5A47-BA4F-C374-7810-ED00F7382076}"/>
                  </a:ext>
                </a:extLst>
              </p14:cNvPr>
              <p14:cNvContentPartPr/>
              <p14:nvPr/>
            </p14:nvContentPartPr>
            <p14:xfrm>
              <a:off x="5514632" y="6174713"/>
              <a:ext cx="2057760" cy="151560"/>
            </p14:xfrm>
          </p:contentPart>
        </mc:Choice>
        <mc:Fallback xmlns="">
          <p:pic>
            <p:nvPicPr>
              <p:cNvPr id="7" name="墨迹 6">
                <a:extLst>
                  <a:ext uri="{FF2B5EF4-FFF2-40B4-BE49-F238E27FC236}">
                    <a16:creationId xmlns:a16="http://schemas.microsoft.com/office/drawing/2014/main" id="{259B5A47-BA4F-C374-7810-ED00F7382076}"/>
                  </a:ext>
                </a:extLst>
              </p:cNvPr>
              <p:cNvPicPr/>
              <p:nvPr/>
            </p:nvPicPr>
            <p:blipFill>
              <a:blip r:embed="rId6"/>
              <a:stretch>
                <a:fillRect/>
              </a:stretch>
            </p:blipFill>
            <p:spPr>
              <a:xfrm>
                <a:off x="5451643" y="6111563"/>
                <a:ext cx="2183378" cy="277499"/>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墨迹 7">
                <a:extLst>
                  <a:ext uri="{FF2B5EF4-FFF2-40B4-BE49-F238E27FC236}">
                    <a16:creationId xmlns:a16="http://schemas.microsoft.com/office/drawing/2014/main" id="{E2D92EC0-3093-6FCA-AA83-A69E09589313}"/>
                  </a:ext>
                </a:extLst>
              </p14:cNvPr>
              <p14:cNvContentPartPr/>
              <p14:nvPr/>
            </p14:nvContentPartPr>
            <p14:xfrm>
              <a:off x="5360912" y="5844233"/>
              <a:ext cx="1508400" cy="460080"/>
            </p14:xfrm>
          </p:contentPart>
        </mc:Choice>
        <mc:Fallback xmlns="">
          <p:pic>
            <p:nvPicPr>
              <p:cNvPr id="8" name="墨迹 7">
                <a:extLst>
                  <a:ext uri="{FF2B5EF4-FFF2-40B4-BE49-F238E27FC236}">
                    <a16:creationId xmlns:a16="http://schemas.microsoft.com/office/drawing/2014/main" id="{E2D92EC0-3093-6FCA-AA83-A69E09589313}"/>
                  </a:ext>
                </a:extLst>
              </p:cNvPr>
              <p:cNvPicPr/>
              <p:nvPr/>
            </p:nvPicPr>
            <p:blipFill>
              <a:blip r:embed="rId8"/>
              <a:stretch>
                <a:fillRect/>
              </a:stretch>
            </p:blipFill>
            <p:spPr>
              <a:xfrm>
                <a:off x="5297912" y="5781233"/>
                <a:ext cx="1634040" cy="5857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墨迹 8">
                <a:extLst>
                  <a:ext uri="{FF2B5EF4-FFF2-40B4-BE49-F238E27FC236}">
                    <a16:creationId xmlns:a16="http://schemas.microsoft.com/office/drawing/2014/main" id="{34935038-7993-DE95-C61D-EEFD8AF9AFED}"/>
                  </a:ext>
                </a:extLst>
              </p14:cNvPr>
              <p14:cNvContentPartPr/>
              <p14:nvPr/>
            </p14:nvContentPartPr>
            <p14:xfrm>
              <a:off x="5031872" y="6107544"/>
              <a:ext cx="1221120" cy="144360"/>
            </p14:xfrm>
          </p:contentPart>
        </mc:Choice>
        <mc:Fallback xmlns="">
          <p:pic>
            <p:nvPicPr>
              <p:cNvPr id="9" name="墨迹 8">
                <a:extLst>
                  <a:ext uri="{FF2B5EF4-FFF2-40B4-BE49-F238E27FC236}">
                    <a16:creationId xmlns:a16="http://schemas.microsoft.com/office/drawing/2014/main" id="{34935038-7993-DE95-C61D-EEFD8AF9AFED}"/>
                  </a:ext>
                </a:extLst>
              </p:cNvPr>
              <p:cNvPicPr/>
              <p:nvPr/>
            </p:nvPicPr>
            <p:blipFill>
              <a:blip r:embed="rId10"/>
              <a:stretch>
                <a:fillRect/>
              </a:stretch>
            </p:blipFill>
            <p:spPr>
              <a:xfrm>
                <a:off x="4968853" y="6044544"/>
                <a:ext cx="1346797" cy="270000"/>
              </a:xfrm>
              <a:prstGeom prst="rect">
                <a:avLst/>
              </a:prstGeom>
            </p:spPr>
          </p:pic>
        </mc:Fallback>
      </mc:AlternateContent>
      <p:sp>
        <p:nvSpPr>
          <p:cNvPr id="14" name="文本框 13">
            <a:extLst>
              <a:ext uri="{FF2B5EF4-FFF2-40B4-BE49-F238E27FC236}">
                <a16:creationId xmlns:a16="http://schemas.microsoft.com/office/drawing/2014/main" id="{DF60A538-6333-2AE9-87C3-D3949AC7E623}"/>
              </a:ext>
            </a:extLst>
          </p:cNvPr>
          <p:cNvSpPr txBox="1"/>
          <p:nvPr/>
        </p:nvSpPr>
        <p:spPr>
          <a:xfrm>
            <a:off x="1824921" y="2181026"/>
            <a:ext cx="373911" cy="1200329"/>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zh-CN" altLang="en-US" b="1" dirty="0">
                <a:solidFill>
                  <a:srgbClr val="3259A0"/>
                </a:solidFill>
                <a:latin typeface="Times New Roman" panose="02020603050405020304" pitchFamily="18" charset="0"/>
                <a:ea typeface="微软雅黑" panose="020B0503020204020204" pitchFamily="34" charset="-122"/>
                <a:cs typeface="Times New Roman" panose="02020603050405020304" pitchFamily="18" charset="0"/>
              </a:rPr>
              <a:t>登录界面</a:t>
            </a:r>
            <a:endParaRPr lang="en-US" altLang="zh-CN" b="1" dirty="0">
              <a:solidFill>
                <a:srgbClr val="3259A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16" name="组合 15">
            <a:extLst>
              <a:ext uri="{FF2B5EF4-FFF2-40B4-BE49-F238E27FC236}">
                <a16:creationId xmlns:a16="http://schemas.microsoft.com/office/drawing/2014/main" id="{33803003-220B-395E-F8FF-ED7D455C5135}"/>
              </a:ext>
            </a:extLst>
          </p:cNvPr>
          <p:cNvGrpSpPr/>
          <p:nvPr/>
        </p:nvGrpSpPr>
        <p:grpSpPr>
          <a:xfrm>
            <a:off x="1059379" y="3600005"/>
            <a:ext cx="10158970" cy="134982"/>
            <a:chOff x="1016515" y="2520998"/>
            <a:chExt cx="10158970" cy="134982"/>
          </a:xfrm>
        </p:grpSpPr>
        <p:cxnSp>
          <p:nvCxnSpPr>
            <p:cNvPr id="17" name="直接箭头连接符 16">
              <a:extLst>
                <a:ext uri="{FF2B5EF4-FFF2-40B4-BE49-F238E27FC236}">
                  <a16:creationId xmlns:a16="http://schemas.microsoft.com/office/drawing/2014/main" id="{B2909BAD-C8B6-668A-F2FA-ADE6AF08C6E7}"/>
                </a:ext>
              </a:extLst>
            </p:cNvPr>
            <p:cNvCxnSpPr>
              <a:cxnSpLocks/>
            </p:cNvCxnSpPr>
            <p:nvPr/>
          </p:nvCxnSpPr>
          <p:spPr>
            <a:xfrm>
              <a:off x="1016515" y="2588487"/>
              <a:ext cx="10158970" cy="1"/>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8" name="椭圆 17">
              <a:extLst>
                <a:ext uri="{FF2B5EF4-FFF2-40B4-BE49-F238E27FC236}">
                  <a16:creationId xmlns:a16="http://schemas.microsoft.com/office/drawing/2014/main" id="{A0965D47-E20F-C9F0-8BD0-54E33F699876}"/>
                </a:ext>
              </a:extLst>
            </p:cNvPr>
            <p:cNvSpPr/>
            <p:nvPr/>
          </p:nvSpPr>
          <p:spPr>
            <a:xfrm>
              <a:off x="1899164" y="2520998"/>
              <a:ext cx="139699" cy="134980"/>
            </a:xfrm>
            <a:prstGeom prst="ellipse">
              <a:avLst/>
            </a:prstGeom>
            <a:solidFill>
              <a:srgbClr val="3259A0"/>
            </a:solidFill>
            <a:ln>
              <a:noFill/>
            </a:ln>
            <a:effectLst>
              <a:outerShdw blurRad="63500" sx="137000" sy="137000" algn="ctr" rotWithShape="0">
                <a:srgbClr val="6A88BE">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4E6E6C"/>
                </a:solidFill>
              </a:endParaRPr>
            </a:p>
          </p:txBody>
        </p:sp>
        <p:sp>
          <p:nvSpPr>
            <p:cNvPr id="19" name="椭圆 18">
              <a:extLst>
                <a:ext uri="{FF2B5EF4-FFF2-40B4-BE49-F238E27FC236}">
                  <a16:creationId xmlns:a16="http://schemas.microsoft.com/office/drawing/2014/main" id="{51BF55CF-CDFF-0C6A-C67E-1E790D5F754A}"/>
                </a:ext>
              </a:extLst>
            </p:cNvPr>
            <p:cNvSpPr/>
            <p:nvPr/>
          </p:nvSpPr>
          <p:spPr>
            <a:xfrm>
              <a:off x="4599241" y="2521000"/>
              <a:ext cx="139699" cy="134980"/>
            </a:xfrm>
            <a:prstGeom prst="ellipse">
              <a:avLst/>
            </a:prstGeom>
            <a:solidFill>
              <a:srgbClr val="3259A0"/>
            </a:solidFill>
            <a:ln>
              <a:noFill/>
            </a:ln>
            <a:effectLst>
              <a:outerShdw blurRad="63500" sx="137000" sy="137000" algn="ctr" rotWithShape="0">
                <a:srgbClr val="6A88BE">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E6E6C"/>
                </a:solidFill>
              </a:endParaRPr>
            </a:p>
          </p:txBody>
        </p:sp>
        <p:sp>
          <p:nvSpPr>
            <p:cNvPr id="20" name="椭圆 19">
              <a:extLst>
                <a:ext uri="{FF2B5EF4-FFF2-40B4-BE49-F238E27FC236}">
                  <a16:creationId xmlns:a16="http://schemas.microsoft.com/office/drawing/2014/main" id="{C5430B25-88AA-9FD7-1D5B-1C09A678BBDC}"/>
                </a:ext>
              </a:extLst>
            </p:cNvPr>
            <p:cNvSpPr/>
            <p:nvPr/>
          </p:nvSpPr>
          <p:spPr>
            <a:xfrm>
              <a:off x="7299318" y="2520999"/>
              <a:ext cx="139699" cy="134980"/>
            </a:xfrm>
            <a:prstGeom prst="ellipse">
              <a:avLst/>
            </a:prstGeom>
            <a:solidFill>
              <a:srgbClr val="3259A0"/>
            </a:solidFill>
            <a:ln>
              <a:noFill/>
            </a:ln>
            <a:effectLst>
              <a:outerShdw blurRad="63500" sx="137000" sy="137000" algn="ctr" rotWithShape="0">
                <a:srgbClr val="6A88BE">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E6E6C"/>
                </a:solidFill>
              </a:endParaRPr>
            </a:p>
          </p:txBody>
        </p:sp>
        <p:sp>
          <p:nvSpPr>
            <p:cNvPr id="21" name="椭圆 20">
              <a:extLst>
                <a:ext uri="{FF2B5EF4-FFF2-40B4-BE49-F238E27FC236}">
                  <a16:creationId xmlns:a16="http://schemas.microsoft.com/office/drawing/2014/main" id="{45337AAA-7CBF-C565-D2BC-D837777678EF}"/>
                </a:ext>
              </a:extLst>
            </p:cNvPr>
            <p:cNvSpPr/>
            <p:nvPr/>
          </p:nvSpPr>
          <p:spPr>
            <a:xfrm>
              <a:off x="9999395" y="2520999"/>
              <a:ext cx="139699" cy="134980"/>
            </a:xfrm>
            <a:prstGeom prst="ellipse">
              <a:avLst/>
            </a:prstGeom>
            <a:solidFill>
              <a:srgbClr val="3259A0"/>
            </a:solidFill>
            <a:ln>
              <a:noFill/>
            </a:ln>
            <a:effectLst>
              <a:outerShdw blurRad="63500" sx="137000" sy="137000" algn="ctr" rotWithShape="0">
                <a:srgbClr val="6A88BE">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E6E6C"/>
                </a:solidFill>
              </a:endParaRPr>
            </a:p>
          </p:txBody>
        </p:sp>
      </p:grpSp>
      <p:sp>
        <p:nvSpPr>
          <p:cNvPr id="22" name="文本框 21">
            <a:extLst>
              <a:ext uri="{FF2B5EF4-FFF2-40B4-BE49-F238E27FC236}">
                <a16:creationId xmlns:a16="http://schemas.microsoft.com/office/drawing/2014/main" id="{B29707D3-9546-76A6-CBBB-73540BBCCEA2}"/>
              </a:ext>
            </a:extLst>
          </p:cNvPr>
          <p:cNvSpPr txBox="1"/>
          <p:nvPr/>
        </p:nvSpPr>
        <p:spPr>
          <a:xfrm>
            <a:off x="4524998" y="4022896"/>
            <a:ext cx="373911" cy="1200329"/>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zh-CN" altLang="en-US" b="1" dirty="0">
                <a:solidFill>
                  <a:srgbClr val="3259A0"/>
                </a:solidFill>
                <a:latin typeface="Times New Roman" panose="02020603050405020304" pitchFamily="18" charset="0"/>
                <a:ea typeface="微软雅黑" panose="020B0503020204020204" pitchFamily="34" charset="-122"/>
                <a:cs typeface="Times New Roman" panose="02020603050405020304" pitchFamily="18" charset="0"/>
              </a:rPr>
              <a:t>课表管理</a:t>
            </a:r>
            <a:endParaRPr lang="en-US" altLang="zh-CN" b="1" dirty="0">
              <a:solidFill>
                <a:srgbClr val="3259A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3" name="文本框 22">
            <a:extLst>
              <a:ext uri="{FF2B5EF4-FFF2-40B4-BE49-F238E27FC236}">
                <a16:creationId xmlns:a16="http://schemas.microsoft.com/office/drawing/2014/main" id="{C80F6516-4C33-1917-AA3B-B623CD78AB43}"/>
              </a:ext>
            </a:extLst>
          </p:cNvPr>
          <p:cNvSpPr txBox="1"/>
          <p:nvPr/>
        </p:nvSpPr>
        <p:spPr>
          <a:xfrm>
            <a:off x="7226666" y="2164898"/>
            <a:ext cx="373911" cy="1200329"/>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zh-CN" altLang="en-US" b="1" dirty="0">
                <a:solidFill>
                  <a:srgbClr val="3259A0"/>
                </a:solidFill>
                <a:latin typeface="Times New Roman" panose="02020603050405020304" pitchFamily="18" charset="0"/>
                <a:ea typeface="微软雅黑" panose="020B0503020204020204" pitchFamily="34" charset="-122"/>
                <a:cs typeface="Times New Roman" panose="02020603050405020304" pitchFamily="18" charset="0"/>
              </a:rPr>
              <a:t>成绩管理</a:t>
            </a:r>
            <a:endParaRPr lang="en-US" altLang="zh-CN" b="1" dirty="0">
              <a:solidFill>
                <a:srgbClr val="3259A0"/>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24" name="图片 23">
            <a:extLst>
              <a:ext uri="{FF2B5EF4-FFF2-40B4-BE49-F238E27FC236}">
                <a16:creationId xmlns:a16="http://schemas.microsoft.com/office/drawing/2014/main" id="{DD220785-6BB5-2E9C-7E20-D3C88D1E83FF}"/>
              </a:ext>
            </a:extLst>
          </p:cNvPr>
          <p:cNvPicPr>
            <a:picLocks noChangeAspect="1"/>
          </p:cNvPicPr>
          <p:nvPr/>
        </p:nvPicPr>
        <p:blipFill>
          <a:blip r:embed="rId11" cstate="print">
            <a:extLst>
              <a:ext uri="{28A0092B-C50C-407E-A947-70E740481C1C}">
                <a14:useLocalDpi xmlns:a14="http://schemas.microsoft.com/office/drawing/2010/main" val="0"/>
              </a:ext>
            </a:extLst>
          </a:blip>
          <a:srcRect/>
          <a:stretch/>
        </p:blipFill>
        <p:spPr>
          <a:xfrm>
            <a:off x="5581630" y="3952779"/>
            <a:ext cx="3660801" cy="20592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25" name="图片 24">
            <a:extLst>
              <a:ext uri="{FF2B5EF4-FFF2-40B4-BE49-F238E27FC236}">
                <a16:creationId xmlns:a16="http://schemas.microsoft.com/office/drawing/2014/main" id="{B6C03187-48DD-4CDF-A1E6-EE4A4BEB3A90}"/>
              </a:ext>
            </a:extLst>
          </p:cNvPr>
          <p:cNvPicPr>
            <a:picLocks noChangeAspect="1"/>
          </p:cNvPicPr>
          <p:nvPr/>
        </p:nvPicPr>
        <p:blipFill>
          <a:blip r:embed="rId12" cstate="print">
            <a:extLst>
              <a:ext uri="{28A0092B-C50C-407E-A947-70E740481C1C}">
                <a14:useLocalDpi xmlns:a14="http://schemas.microsoft.com/office/drawing/2010/main" val="0"/>
              </a:ext>
            </a:extLst>
          </a:blip>
          <a:srcRect/>
          <a:stretch/>
        </p:blipFill>
        <p:spPr>
          <a:xfrm>
            <a:off x="8281708" y="1306664"/>
            <a:ext cx="3660800" cy="20592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26" name="文本框 25">
            <a:extLst>
              <a:ext uri="{FF2B5EF4-FFF2-40B4-BE49-F238E27FC236}">
                <a16:creationId xmlns:a16="http://schemas.microsoft.com/office/drawing/2014/main" id="{3EF49C86-7DEC-FFB8-7C67-C1F4DD19FE6D}"/>
              </a:ext>
            </a:extLst>
          </p:cNvPr>
          <p:cNvSpPr txBox="1"/>
          <p:nvPr/>
        </p:nvSpPr>
        <p:spPr>
          <a:xfrm>
            <a:off x="9925152" y="4114394"/>
            <a:ext cx="373911" cy="1200329"/>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zh-CN" altLang="en-US" b="1" dirty="0">
                <a:solidFill>
                  <a:srgbClr val="3259A0"/>
                </a:solidFill>
                <a:latin typeface="Times New Roman" panose="02020603050405020304" pitchFamily="18" charset="0"/>
                <a:ea typeface="微软雅黑" panose="020B0503020204020204" pitchFamily="34" charset="-122"/>
                <a:cs typeface="Times New Roman" panose="02020603050405020304" pitchFamily="18" charset="0"/>
              </a:rPr>
              <a:t>信息管理</a:t>
            </a:r>
            <a:endParaRPr lang="en-US" altLang="zh-CN" b="1" dirty="0">
              <a:solidFill>
                <a:srgbClr val="3259A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页脚占位符 2">
            <a:extLst>
              <a:ext uri="{FF2B5EF4-FFF2-40B4-BE49-F238E27FC236}">
                <a16:creationId xmlns:a16="http://schemas.microsoft.com/office/drawing/2014/main" id="{A4904718-1435-4032-4007-CADF6A354C9F}"/>
              </a:ext>
            </a:extLst>
          </p:cNvPr>
          <p:cNvSpPr txBox="1">
            <a:spLocks/>
          </p:cNvSpPr>
          <p:nvPr/>
        </p:nvSpPr>
        <p:spPr>
          <a:xfrm>
            <a:off x="669924" y="6240463"/>
            <a:ext cx="4140201" cy="206381"/>
          </a:xfrm>
          <a:prstGeom prst="rect">
            <a:avLst/>
          </a:prstGeom>
        </p:spPr>
        <p:txBody>
          <a:bodyPr vert="horz" lIns="91440" tIns="45720" rIns="91440" bIns="45720" rtlCol="0" anchor="ctr"/>
          <a:lstStyle>
            <a:defPPr>
              <a:defRPr lang="zh-CN"/>
            </a:defPPr>
            <a:lvl1pPr marL="0" algn="l" defTabSz="914400" rtl="0" eaLnBrk="1" latinLnBrk="0" hangingPunct="1">
              <a:defRPr sz="1000" kern="1200">
                <a:solidFill>
                  <a:schemeClr val="tx1">
                    <a:lumMod val="50000"/>
                    <a:lumOff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a:t>课程管理系统</a:t>
            </a:r>
            <a:endParaRPr lang="zh-CN" altLang="en-US" dirty="0"/>
          </a:p>
        </p:txBody>
      </p:sp>
      <p:sp>
        <p:nvSpPr>
          <p:cNvPr id="10" name="灯片编号占位符 3">
            <a:extLst>
              <a:ext uri="{FF2B5EF4-FFF2-40B4-BE49-F238E27FC236}">
                <a16:creationId xmlns:a16="http://schemas.microsoft.com/office/drawing/2014/main" id="{D732A68F-A908-A80F-492B-34E8366A5E0B}"/>
              </a:ext>
            </a:extLst>
          </p:cNvPr>
          <p:cNvSpPr txBox="1">
            <a:spLocks/>
          </p:cNvSpPr>
          <p:nvPr/>
        </p:nvSpPr>
        <p:spPr>
          <a:xfrm>
            <a:off x="8610599" y="6240463"/>
            <a:ext cx="2909888" cy="206381"/>
          </a:xfrm>
          <a:prstGeom prst="rect">
            <a:avLst/>
          </a:prstGeom>
        </p:spPr>
        <p:txBody>
          <a:bodyPr vert="horz" lIns="91440" tIns="45720" rIns="91440" bIns="45720" rtlCol="0" anchor="ctr"/>
          <a:lstStyle>
            <a:defPPr>
              <a:defRPr lang="zh-CN"/>
            </a:defPPr>
            <a:lvl1pPr marL="0" algn="r" defTabSz="914400" rtl="0" eaLnBrk="1" latinLnBrk="0" hangingPunct="1">
              <a:defRPr sz="1000" kern="1200">
                <a:solidFill>
                  <a:schemeClr val="tx1">
                    <a:lumMod val="50000"/>
                    <a:lumOff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DD3DB80-B894-403A-B48E-6FDC1A72010E}" type="slidenum">
              <a:rPr lang="zh-CN" altLang="en-US" b="1" smtClean="0">
                <a:solidFill>
                  <a:schemeClr val="tx1"/>
                </a:solidFill>
              </a:rPr>
              <a:pPr/>
              <a:t>10</a:t>
            </a:fld>
            <a:endParaRPr lang="zh-CN" altLang="en-US" b="1" dirty="0">
              <a:solidFill>
                <a:schemeClr val="tx1"/>
              </a:solidFill>
            </a:endParaRPr>
          </a:p>
        </p:txBody>
      </p:sp>
    </p:spTree>
    <p:extLst>
      <p:ext uri="{BB962C8B-B14F-4D97-AF65-F5344CB8AC3E}">
        <p14:creationId xmlns:p14="http://schemas.microsoft.com/office/powerpoint/2010/main" val="35926810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2800" b="1" dirty="0">
                <a:cs typeface="+mn-ea"/>
                <a:sym typeface="+mn-lt"/>
              </a:rPr>
              <a:t>性能和数据需求</a:t>
            </a:r>
            <a:endParaRPr lang="zh-CN" altLang="en-US" dirty="0">
              <a:latin typeface="+mn-lt"/>
              <a:ea typeface="+mn-ea"/>
              <a:cs typeface="+mn-ea"/>
              <a:sym typeface="+mn-lt"/>
            </a:endParaRPr>
          </a:p>
        </p:txBody>
      </p:sp>
      <p:sp>
        <p:nvSpPr>
          <p:cNvPr id="3" name="页脚占位符 2"/>
          <p:cNvSpPr>
            <a:spLocks noGrp="1"/>
          </p:cNvSpPr>
          <p:nvPr>
            <p:ph type="ftr" sz="quarter" idx="11"/>
          </p:nvPr>
        </p:nvSpPr>
        <p:spPr/>
        <p:txBody>
          <a:bodyPr/>
          <a:lstStyle/>
          <a:p>
            <a:r>
              <a:rPr lang="zh-CN" altLang="en-US" dirty="0">
                <a:cs typeface="+mn-ea"/>
                <a:sym typeface="+mn-lt"/>
              </a:rPr>
              <a:t>课程管理系统</a:t>
            </a:r>
          </a:p>
        </p:txBody>
      </p:sp>
      <p:sp>
        <p:nvSpPr>
          <p:cNvPr id="4" name="灯片编号占位符 3"/>
          <p:cNvSpPr>
            <a:spLocks noGrp="1"/>
          </p:cNvSpPr>
          <p:nvPr>
            <p:ph type="sldNum" sz="quarter" idx="12"/>
          </p:nvPr>
        </p:nvSpPr>
        <p:spPr/>
        <p:txBody>
          <a:bodyPr/>
          <a:lstStyle/>
          <a:p>
            <a:fld id="{5DD3DB80-B894-403A-B48E-6FDC1A72010E}" type="slidenum">
              <a:rPr lang="zh-CN" altLang="en-US" b="1" smtClean="0">
                <a:solidFill>
                  <a:schemeClr val="tx1"/>
                </a:solidFill>
                <a:cs typeface="+mn-ea"/>
                <a:sym typeface="+mn-lt"/>
              </a:rPr>
              <a:t>11</a:t>
            </a:fld>
            <a:endParaRPr lang="zh-CN" altLang="en-US" b="1" dirty="0">
              <a:solidFill>
                <a:schemeClr val="tx1"/>
              </a:solidFill>
              <a:cs typeface="+mn-ea"/>
              <a:sym typeface="+mn-lt"/>
            </a:endParaRPr>
          </a:p>
        </p:txBody>
      </p:sp>
      <p:grpSp>
        <p:nvGrpSpPr>
          <p:cNvPr id="11" name="组合 10">
            <a:extLst>
              <a:ext uri="{FF2B5EF4-FFF2-40B4-BE49-F238E27FC236}">
                <a16:creationId xmlns:a16="http://schemas.microsoft.com/office/drawing/2014/main" id="{B53AFA50-7ABB-432A-2866-774EBEB0040B}"/>
              </a:ext>
            </a:extLst>
          </p:cNvPr>
          <p:cNvGrpSpPr/>
          <p:nvPr/>
        </p:nvGrpSpPr>
        <p:grpSpPr>
          <a:xfrm>
            <a:off x="681400" y="1130300"/>
            <a:ext cx="10824800" cy="6234177"/>
            <a:chOff x="849040" y="1130300"/>
            <a:chExt cx="10824800" cy="6234177"/>
          </a:xfrm>
        </p:grpSpPr>
        <p:grpSp>
          <p:nvGrpSpPr>
            <p:cNvPr id="42" name="组合 41"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nvGrpSpPr>
          <p:grpSpPr>
            <a:xfrm>
              <a:off x="849040" y="1130300"/>
              <a:ext cx="10824800" cy="6234177"/>
              <a:chOff x="849040" y="1130300"/>
              <a:chExt cx="10824800" cy="6234177"/>
            </a:xfrm>
          </p:grpSpPr>
          <p:grpSp>
            <p:nvGrpSpPr>
              <p:cNvPr id="43" name="组合 42"/>
              <p:cNvGrpSpPr/>
              <p:nvPr/>
            </p:nvGrpSpPr>
            <p:grpSpPr>
              <a:xfrm>
                <a:off x="5046160" y="2807330"/>
                <a:ext cx="2087422" cy="3428241"/>
                <a:chOff x="8157339" y="791672"/>
                <a:chExt cx="2744397" cy="4507494"/>
              </a:xfrm>
            </p:grpSpPr>
            <p:sp>
              <p:nvSpPr>
                <p:cNvPr id="80" name="任意多边形: 形状 79"/>
                <p:cNvSpPr/>
                <p:nvPr/>
              </p:nvSpPr>
              <p:spPr bwMode="auto">
                <a:xfrm>
                  <a:off x="8712382" y="5250191"/>
                  <a:ext cx="16325" cy="10884"/>
                </a:xfrm>
                <a:custGeom>
                  <a:avLst/>
                  <a:gdLst>
                    <a:gd name="T0" fmla="*/ 8 w 9"/>
                    <a:gd name="T1" fmla="*/ 6 h 6"/>
                    <a:gd name="T2" fmla="*/ 9 w 9"/>
                    <a:gd name="T3" fmla="*/ 6 h 6"/>
                    <a:gd name="T4" fmla="*/ 8 w 9"/>
                    <a:gd name="T5" fmla="*/ 6 h 6"/>
                    <a:gd name="T6" fmla="*/ 8 w 9"/>
                    <a:gd name="T7" fmla="*/ 5 h 6"/>
                    <a:gd name="T8" fmla="*/ 8 w 9"/>
                    <a:gd name="T9" fmla="*/ 5 h 6"/>
                    <a:gd name="T10" fmla="*/ 8 w 9"/>
                    <a:gd name="T11" fmla="*/ 5 h 6"/>
                    <a:gd name="T12" fmla="*/ 2 w 9"/>
                    <a:gd name="T13" fmla="*/ 1 h 6"/>
                    <a:gd name="T14" fmla="*/ 8 w 9"/>
                    <a:gd name="T15" fmla="*/ 5 h 6"/>
                    <a:gd name="T16" fmla="*/ 2 w 9"/>
                    <a:gd name="T17" fmla="*/ 1 h 6"/>
                    <a:gd name="T18" fmla="*/ 2 w 9"/>
                    <a:gd name="T19" fmla="*/ 1 h 6"/>
                    <a:gd name="T20" fmla="*/ 2 w 9"/>
                    <a:gd name="T21" fmla="*/ 1 h 6"/>
                    <a:gd name="T22" fmla="*/ 2 w 9"/>
                    <a:gd name="T23" fmla="*/ 1 h 6"/>
                    <a:gd name="T24" fmla="*/ 1 w 9"/>
                    <a:gd name="T25" fmla="*/ 1 h 6"/>
                    <a:gd name="T26" fmla="*/ 2 w 9"/>
                    <a:gd name="T27" fmla="*/ 1 h 6"/>
                    <a:gd name="T28" fmla="*/ 1 w 9"/>
                    <a:gd name="T29" fmla="*/ 1 h 6"/>
                    <a:gd name="T30" fmla="*/ 1 w 9"/>
                    <a:gd name="T31" fmla="*/ 0 h 6"/>
                    <a:gd name="T32" fmla="*/ 1 w 9"/>
                    <a:gd name="T33" fmla="*/ 0 h 6"/>
                    <a:gd name="T34" fmla="*/ 1 w 9"/>
                    <a:gd name="T35" fmla="*/ 0 h 6"/>
                    <a:gd name="T36" fmla="*/ 0 w 9"/>
                    <a:gd name="T37" fmla="*/ 0 h 6"/>
                    <a:gd name="T38" fmla="*/ 0 w 9"/>
                    <a:gd name="T39" fmla="*/ 0 h 6"/>
                    <a:gd name="T40" fmla="*/ 0 w 9"/>
                    <a:gd name="T41"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 h="6">
                      <a:moveTo>
                        <a:pt x="8" y="6"/>
                      </a:moveTo>
                      <a:cubicBezTo>
                        <a:pt x="9" y="6"/>
                        <a:pt x="9" y="6"/>
                        <a:pt x="9" y="6"/>
                      </a:cubicBezTo>
                      <a:cubicBezTo>
                        <a:pt x="9" y="6"/>
                        <a:pt x="9" y="6"/>
                        <a:pt x="8" y="6"/>
                      </a:cubicBezTo>
                      <a:moveTo>
                        <a:pt x="8" y="5"/>
                      </a:moveTo>
                      <a:cubicBezTo>
                        <a:pt x="8" y="5"/>
                        <a:pt x="8" y="5"/>
                        <a:pt x="8" y="5"/>
                      </a:cubicBezTo>
                      <a:cubicBezTo>
                        <a:pt x="8" y="5"/>
                        <a:pt x="8" y="5"/>
                        <a:pt x="8" y="5"/>
                      </a:cubicBezTo>
                      <a:moveTo>
                        <a:pt x="2" y="1"/>
                      </a:moveTo>
                      <a:cubicBezTo>
                        <a:pt x="4" y="3"/>
                        <a:pt x="6" y="4"/>
                        <a:pt x="8" y="5"/>
                      </a:cubicBezTo>
                      <a:cubicBezTo>
                        <a:pt x="6" y="4"/>
                        <a:pt x="4" y="3"/>
                        <a:pt x="2" y="1"/>
                      </a:cubicBezTo>
                      <a:moveTo>
                        <a:pt x="2" y="1"/>
                      </a:moveTo>
                      <a:cubicBezTo>
                        <a:pt x="2" y="1"/>
                        <a:pt x="2" y="1"/>
                        <a:pt x="2" y="1"/>
                      </a:cubicBezTo>
                      <a:cubicBezTo>
                        <a:pt x="2" y="1"/>
                        <a:pt x="2" y="1"/>
                        <a:pt x="2" y="1"/>
                      </a:cubicBezTo>
                      <a:moveTo>
                        <a:pt x="1" y="1"/>
                      </a:moveTo>
                      <a:cubicBezTo>
                        <a:pt x="1" y="1"/>
                        <a:pt x="1" y="1"/>
                        <a:pt x="2" y="1"/>
                      </a:cubicBezTo>
                      <a:cubicBezTo>
                        <a:pt x="1" y="1"/>
                        <a:pt x="1" y="1"/>
                        <a:pt x="1" y="1"/>
                      </a:cubicBezTo>
                      <a:moveTo>
                        <a:pt x="1" y="0"/>
                      </a:moveTo>
                      <a:cubicBezTo>
                        <a:pt x="1" y="0"/>
                        <a:pt x="1" y="0"/>
                        <a:pt x="1" y="0"/>
                      </a:cubicBezTo>
                      <a:cubicBezTo>
                        <a:pt x="1" y="0"/>
                        <a:pt x="1" y="0"/>
                        <a:pt x="1" y="0"/>
                      </a:cubicBezTo>
                      <a:moveTo>
                        <a:pt x="0" y="0"/>
                      </a:moveTo>
                      <a:cubicBezTo>
                        <a:pt x="0" y="0"/>
                        <a:pt x="0" y="0"/>
                        <a:pt x="0" y="0"/>
                      </a:cubicBezTo>
                      <a:cubicBezTo>
                        <a:pt x="0" y="0"/>
                        <a:pt x="0" y="0"/>
                        <a:pt x="0" y="0"/>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81" name="椭圆 80"/>
                <p:cNvSpPr/>
                <p:nvPr/>
              </p:nvSpPr>
              <p:spPr bwMode="auto">
                <a:xfrm>
                  <a:off x="10765695" y="4785837"/>
                  <a:ext cx="12696" cy="12696"/>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82" name="椭圆 81"/>
                <p:cNvSpPr/>
                <p:nvPr/>
              </p:nvSpPr>
              <p:spPr bwMode="auto">
                <a:xfrm>
                  <a:off x="10642350" y="5018016"/>
                  <a:ext cx="16325" cy="18138"/>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83" name="椭圆 82"/>
                <p:cNvSpPr/>
                <p:nvPr/>
              </p:nvSpPr>
              <p:spPr bwMode="auto">
                <a:xfrm>
                  <a:off x="10500866" y="4881973"/>
                  <a:ext cx="21767" cy="21767"/>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84" name="椭圆 83"/>
                <p:cNvSpPr/>
                <p:nvPr/>
              </p:nvSpPr>
              <p:spPr bwMode="auto">
                <a:xfrm>
                  <a:off x="10388406" y="4990806"/>
                  <a:ext cx="7257" cy="7257"/>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85" name="椭圆 84"/>
                <p:cNvSpPr/>
                <p:nvPr/>
              </p:nvSpPr>
              <p:spPr bwMode="auto">
                <a:xfrm>
                  <a:off x="10364826" y="4947273"/>
                  <a:ext cx="21767" cy="21767"/>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86" name="椭圆 85"/>
                <p:cNvSpPr/>
                <p:nvPr/>
              </p:nvSpPr>
              <p:spPr bwMode="auto">
                <a:xfrm>
                  <a:off x="10288643" y="5039781"/>
                  <a:ext cx="10884" cy="9070"/>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87" name="椭圆 86"/>
                <p:cNvSpPr/>
                <p:nvPr/>
              </p:nvSpPr>
              <p:spPr bwMode="auto">
                <a:xfrm>
                  <a:off x="10266879" y="4843881"/>
                  <a:ext cx="10884" cy="10884"/>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88" name="椭圆 87"/>
                <p:cNvSpPr/>
                <p:nvPr/>
              </p:nvSpPr>
              <p:spPr bwMode="auto">
                <a:xfrm>
                  <a:off x="10183439" y="5097824"/>
                  <a:ext cx="19953" cy="19952"/>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89" name="椭圆 88"/>
                <p:cNvSpPr/>
                <p:nvPr/>
              </p:nvSpPr>
              <p:spPr bwMode="auto">
                <a:xfrm>
                  <a:off x="10101816" y="4949088"/>
                  <a:ext cx="14510" cy="14510"/>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90" name="椭圆 89"/>
                <p:cNvSpPr/>
                <p:nvPr/>
              </p:nvSpPr>
              <p:spPr bwMode="auto">
                <a:xfrm>
                  <a:off x="10009307" y="4863833"/>
                  <a:ext cx="21767" cy="23580"/>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91" name="椭圆 90"/>
                <p:cNvSpPr/>
                <p:nvPr/>
              </p:nvSpPr>
              <p:spPr bwMode="auto">
                <a:xfrm>
                  <a:off x="9911357" y="5106894"/>
                  <a:ext cx="12696" cy="12696"/>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92" name="椭圆 91"/>
                <p:cNvSpPr/>
                <p:nvPr/>
              </p:nvSpPr>
              <p:spPr bwMode="auto">
                <a:xfrm>
                  <a:off x="9838802" y="5271957"/>
                  <a:ext cx="18138" cy="19952"/>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93" name="椭圆 92"/>
                <p:cNvSpPr/>
                <p:nvPr/>
              </p:nvSpPr>
              <p:spPr bwMode="auto">
                <a:xfrm>
                  <a:off x="9597556" y="4818488"/>
                  <a:ext cx="10884" cy="10884"/>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94" name="椭圆 93"/>
                <p:cNvSpPr/>
                <p:nvPr/>
              </p:nvSpPr>
              <p:spPr bwMode="auto">
                <a:xfrm>
                  <a:off x="9573974" y="5130474"/>
                  <a:ext cx="16325" cy="16325"/>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95" name="椭圆 94"/>
                <p:cNvSpPr/>
                <p:nvPr/>
              </p:nvSpPr>
              <p:spPr bwMode="auto">
                <a:xfrm>
                  <a:off x="9425237" y="5139545"/>
                  <a:ext cx="9070" cy="9070"/>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96" name="椭圆 95"/>
                <p:cNvSpPr/>
                <p:nvPr/>
              </p:nvSpPr>
              <p:spPr bwMode="auto">
                <a:xfrm>
                  <a:off x="9372636" y="5206658"/>
                  <a:ext cx="18138" cy="18138"/>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97" name="椭圆 96"/>
                <p:cNvSpPr/>
                <p:nvPr/>
              </p:nvSpPr>
              <p:spPr bwMode="auto">
                <a:xfrm>
                  <a:off x="9318219" y="5039781"/>
                  <a:ext cx="5443" cy="5442"/>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98" name="椭圆 97"/>
                <p:cNvSpPr/>
                <p:nvPr/>
              </p:nvSpPr>
              <p:spPr bwMode="auto">
                <a:xfrm>
                  <a:off x="9231152" y="5230239"/>
                  <a:ext cx="3627" cy="3627"/>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99" name="椭圆 98"/>
                <p:cNvSpPr/>
                <p:nvPr/>
              </p:nvSpPr>
              <p:spPr bwMode="auto">
                <a:xfrm>
                  <a:off x="9213014" y="5293724"/>
                  <a:ext cx="7257" cy="5442"/>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00" name="椭圆 99"/>
                <p:cNvSpPr/>
                <p:nvPr/>
              </p:nvSpPr>
              <p:spPr bwMode="auto">
                <a:xfrm>
                  <a:off x="9142272" y="5277398"/>
                  <a:ext cx="7257" cy="9070"/>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01" name="椭圆 100"/>
                <p:cNvSpPr/>
                <p:nvPr/>
              </p:nvSpPr>
              <p:spPr bwMode="auto">
                <a:xfrm>
                  <a:off x="9035253" y="5072431"/>
                  <a:ext cx="21767" cy="21767"/>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02" name="椭圆 101"/>
                <p:cNvSpPr/>
                <p:nvPr/>
              </p:nvSpPr>
              <p:spPr bwMode="auto">
                <a:xfrm>
                  <a:off x="10627840" y="4170932"/>
                  <a:ext cx="12696" cy="14510"/>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03" name="椭圆 102"/>
                <p:cNvSpPr/>
                <p:nvPr/>
              </p:nvSpPr>
              <p:spPr bwMode="auto">
                <a:xfrm>
                  <a:off x="10557098" y="4125586"/>
                  <a:ext cx="18138" cy="18138"/>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04" name="椭圆 103"/>
                <p:cNvSpPr/>
                <p:nvPr/>
              </p:nvSpPr>
              <p:spPr bwMode="auto">
                <a:xfrm>
                  <a:off x="9838802" y="4158235"/>
                  <a:ext cx="18138" cy="18138"/>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05" name="椭圆 104"/>
                <p:cNvSpPr/>
                <p:nvPr/>
              </p:nvSpPr>
              <p:spPr bwMode="auto">
                <a:xfrm>
                  <a:off x="9372636" y="4092935"/>
                  <a:ext cx="18138" cy="18138"/>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06" name="椭圆 105"/>
                <p:cNvSpPr/>
                <p:nvPr/>
              </p:nvSpPr>
              <p:spPr bwMode="auto">
                <a:xfrm>
                  <a:off x="9231152" y="4114701"/>
                  <a:ext cx="3627" cy="5442"/>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07" name="椭圆 106"/>
                <p:cNvSpPr/>
                <p:nvPr/>
              </p:nvSpPr>
              <p:spPr bwMode="auto">
                <a:xfrm>
                  <a:off x="9213014" y="4178189"/>
                  <a:ext cx="7257" cy="7257"/>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08" name="椭圆 107"/>
                <p:cNvSpPr/>
                <p:nvPr/>
              </p:nvSpPr>
              <p:spPr bwMode="auto">
                <a:xfrm>
                  <a:off x="9142272" y="4163677"/>
                  <a:ext cx="7257" cy="7257"/>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09" name="椭圆 108"/>
                <p:cNvSpPr/>
                <p:nvPr/>
              </p:nvSpPr>
              <p:spPr bwMode="auto">
                <a:xfrm>
                  <a:off x="8746847" y="3987731"/>
                  <a:ext cx="14510" cy="14510"/>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10" name="椭圆 109"/>
                <p:cNvSpPr/>
                <p:nvPr/>
              </p:nvSpPr>
              <p:spPr bwMode="auto">
                <a:xfrm>
                  <a:off x="8712382" y="4102004"/>
                  <a:ext cx="21767" cy="19952"/>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11" name="椭圆 110"/>
                <p:cNvSpPr/>
                <p:nvPr/>
              </p:nvSpPr>
              <p:spPr bwMode="auto">
                <a:xfrm>
                  <a:off x="10892666" y="4744117"/>
                  <a:ext cx="9070" cy="7257"/>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12" name="椭圆 111"/>
                <p:cNvSpPr/>
                <p:nvPr/>
              </p:nvSpPr>
              <p:spPr bwMode="auto">
                <a:xfrm>
                  <a:off x="10845505" y="4774955"/>
                  <a:ext cx="3627" cy="3627"/>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13" name="椭圆 112"/>
                <p:cNvSpPr/>
                <p:nvPr/>
              </p:nvSpPr>
              <p:spPr bwMode="auto">
                <a:xfrm>
                  <a:off x="10801972" y="4793093"/>
                  <a:ext cx="16325" cy="16325"/>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14" name="椭圆 113"/>
                <p:cNvSpPr/>
                <p:nvPr/>
              </p:nvSpPr>
              <p:spPr bwMode="auto">
                <a:xfrm>
                  <a:off x="10765696" y="4283393"/>
                  <a:ext cx="12696" cy="12696"/>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15" name="椭圆 114"/>
                <p:cNvSpPr/>
                <p:nvPr/>
              </p:nvSpPr>
              <p:spPr bwMode="auto">
                <a:xfrm>
                  <a:off x="10627841" y="4784025"/>
                  <a:ext cx="12696" cy="12696"/>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16" name="椭圆 115"/>
                <p:cNvSpPr/>
                <p:nvPr/>
              </p:nvSpPr>
              <p:spPr bwMode="auto">
                <a:xfrm>
                  <a:off x="10642351" y="4515569"/>
                  <a:ext cx="16325" cy="18138"/>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17" name="椭圆 116"/>
                <p:cNvSpPr/>
                <p:nvPr/>
              </p:nvSpPr>
              <p:spPr bwMode="auto">
                <a:xfrm>
                  <a:off x="10557099" y="4740491"/>
                  <a:ext cx="18138" cy="14510"/>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18" name="椭圆 117"/>
                <p:cNvSpPr/>
                <p:nvPr/>
              </p:nvSpPr>
              <p:spPr bwMode="auto">
                <a:xfrm>
                  <a:off x="10500869" y="4379528"/>
                  <a:ext cx="21767" cy="21767"/>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19" name="椭圆 118"/>
                <p:cNvSpPr/>
                <p:nvPr/>
              </p:nvSpPr>
              <p:spPr bwMode="auto">
                <a:xfrm>
                  <a:off x="10388408" y="4488361"/>
                  <a:ext cx="7257" cy="5442"/>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20" name="椭圆 119"/>
                <p:cNvSpPr/>
                <p:nvPr/>
              </p:nvSpPr>
              <p:spPr bwMode="auto">
                <a:xfrm>
                  <a:off x="10288646" y="4537338"/>
                  <a:ext cx="10884" cy="9070"/>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21" name="椭圆 120"/>
                <p:cNvSpPr/>
                <p:nvPr/>
              </p:nvSpPr>
              <p:spPr bwMode="auto">
                <a:xfrm>
                  <a:off x="10266880" y="4341437"/>
                  <a:ext cx="10884" cy="10884"/>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22" name="椭圆 121"/>
                <p:cNvSpPr/>
                <p:nvPr/>
              </p:nvSpPr>
              <p:spPr bwMode="auto">
                <a:xfrm>
                  <a:off x="10183440" y="4595379"/>
                  <a:ext cx="19953" cy="19952"/>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23" name="椭圆 122"/>
                <p:cNvSpPr/>
                <p:nvPr/>
              </p:nvSpPr>
              <p:spPr bwMode="auto">
                <a:xfrm>
                  <a:off x="9838803" y="4769512"/>
                  <a:ext cx="18138" cy="19952"/>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24" name="椭圆 123"/>
                <p:cNvSpPr/>
                <p:nvPr/>
              </p:nvSpPr>
              <p:spPr bwMode="auto">
                <a:xfrm>
                  <a:off x="9764433" y="4488361"/>
                  <a:ext cx="14510" cy="12696"/>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25" name="椭圆 124"/>
                <p:cNvSpPr/>
                <p:nvPr/>
              </p:nvSpPr>
              <p:spPr bwMode="auto">
                <a:xfrm>
                  <a:off x="9711832" y="4482920"/>
                  <a:ext cx="7257" cy="7257"/>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26" name="椭圆 125"/>
                <p:cNvSpPr/>
                <p:nvPr/>
              </p:nvSpPr>
              <p:spPr bwMode="auto">
                <a:xfrm>
                  <a:off x="9668299" y="4495616"/>
                  <a:ext cx="7257" cy="7257"/>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27" name="椭圆 126"/>
                <p:cNvSpPr/>
                <p:nvPr/>
              </p:nvSpPr>
              <p:spPr bwMode="auto">
                <a:xfrm>
                  <a:off x="9597557" y="4316042"/>
                  <a:ext cx="10884" cy="10884"/>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28" name="椭圆 127"/>
                <p:cNvSpPr/>
                <p:nvPr/>
              </p:nvSpPr>
              <p:spPr bwMode="auto">
                <a:xfrm>
                  <a:off x="9573975" y="4628031"/>
                  <a:ext cx="16325" cy="16325"/>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29" name="椭圆 128"/>
                <p:cNvSpPr/>
                <p:nvPr/>
              </p:nvSpPr>
              <p:spPr bwMode="auto">
                <a:xfrm>
                  <a:off x="9514119" y="4430317"/>
                  <a:ext cx="23580" cy="21767"/>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30" name="椭圆 129"/>
                <p:cNvSpPr/>
                <p:nvPr/>
              </p:nvSpPr>
              <p:spPr bwMode="auto">
                <a:xfrm>
                  <a:off x="9425238" y="4637100"/>
                  <a:ext cx="9070" cy="9070"/>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31" name="椭圆 130"/>
                <p:cNvSpPr/>
                <p:nvPr/>
              </p:nvSpPr>
              <p:spPr bwMode="auto">
                <a:xfrm>
                  <a:off x="9372637" y="4704212"/>
                  <a:ext cx="18138" cy="19952"/>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32" name="椭圆 131"/>
                <p:cNvSpPr/>
                <p:nvPr/>
              </p:nvSpPr>
              <p:spPr bwMode="auto">
                <a:xfrm>
                  <a:off x="9318220" y="4537338"/>
                  <a:ext cx="5443" cy="5442"/>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33" name="椭圆 132"/>
                <p:cNvSpPr/>
                <p:nvPr/>
              </p:nvSpPr>
              <p:spPr bwMode="auto">
                <a:xfrm>
                  <a:off x="9213015" y="4789466"/>
                  <a:ext cx="7257" cy="7257"/>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34" name="椭圆 133"/>
                <p:cNvSpPr/>
                <p:nvPr/>
              </p:nvSpPr>
              <p:spPr bwMode="auto">
                <a:xfrm>
                  <a:off x="9142273" y="4774955"/>
                  <a:ext cx="7257" cy="7257"/>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35" name="椭圆 134"/>
                <p:cNvSpPr/>
                <p:nvPr/>
              </p:nvSpPr>
              <p:spPr bwMode="auto">
                <a:xfrm>
                  <a:off x="9035255" y="4571800"/>
                  <a:ext cx="21767" cy="19952"/>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36" name="椭圆 135"/>
                <p:cNvSpPr/>
                <p:nvPr/>
              </p:nvSpPr>
              <p:spPr bwMode="auto">
                <a:xfrm>
                  <a:off x="8928236" y="4359576"/>
                  <a:ext cx="14510" cy="14510"/>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37" name="椭圆 136"/>
                <p:cNvSpPr/>
                <p:nvPr/>
              </p:nvSpPr>
              <p:spPr bwMode="auto">
                <a:xfrm>
                  <a:off x="8828472" y="4397668"/>
                  <a:ext cx="21767" cy="21767"/>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38" name="椭圆 137"/>
                <p:cNvSpPr/>
                <p:nvPr/>
              </p:nvSpPr>
              <p:spPr bwMode="auto">
                <a:xfrm>
                  <a:off x="8735964" y="4357762"/>
                  <a:ext cx="18138" cy="18138"/>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39" name="椭圆 138"/>
                <p:cNvSpPr/>
                <p:nvPr/>
              </p:nvSpPr>
              <p:spPr bwMode="auto">
                <a:xfrm>
                  <a:off x="8730522" y="4372273"/>
                  <a:ext cx="10884" cy="10884"/>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40" name="椭圆 139"/>
                <p:cNvSpPr/>
                <p:nvPr/>
              </p:nvSpPr>
              <p:spPr bwMode="auto">
                <a:xfrm>
                  <a:off x="8746848" y="4599008"/>
                  <a:ext cx="14510" cy="14510"/>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41" name="椭圆 140"/>
                <p:cNvSpPr/>
                <p:nvPr/>
              </p:nvSpPr>
              <p:spPr bwMode="auto">
                <a:xfrm>
                  <a:off x="8712384" y="4713282"/>
                  <a:ext cx="21767" cy="23580"/>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42" name="椭圆 141"/>
                <p:cNvSpPr/>
                <p:nvPr/>
              </p:nvSpPr>
              <p:spPr bwMode="auto">
                <a:xfrm>
                  <a:off x="8610807" y="4637100"/>
                  <a:ext cx="14510" cy="14510"/>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43" name="椭圆 142"/>
                <p:cNvSpPr/>
                <p:nvPr/>
              </p:nvSpPr>
              <p:spPr bwMode="auto">
                <a:xfrm>
                  <a:off x="8512857" y="4591752"/>
                  <a:ext cx="5443" cy="5442"/>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44" name="椭圆 143"/>
                <p:cNvSpPr/>
                <p:nvPr/>
              </p:nvSpPr>
              <p:spPr bwMode="auto">
                <a:xfrm>
                  <a:off x="9165853" y="2587416"/>
                  <a:ext cx="14510" cy="14510"/>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45" name="椭圆 144"/>
                <p:cNvSpPr/>
                <p:nvPr/>
              </p:nvSpPr>
              <p:spPr bwMode="auto">
                <a:xfrm>
                  <a:off x="9251107" y="2502163"/>
                  <a:ext cx="21767" cy="23580"/>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46" name="椭圆 145"/>
                <p:cNvSpPr/>
                <p:nvPr/>
              </p:nvSpPr>
              <p:spPr bwMode="auto">
                <a:xfrm>
                  <a:off x="9673740" y="2456817"/>
                  <a:ext cx="10884" cy="10884"/>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47" name="椭圆 146"/>
                <p:cNvSpPr/>
                <p:nvPr/>
              </p:nvSpPr>
              <p:spPr bwMode="auto">
                <a:xfrm>
                  <a:off x="9958519" y="2678110"/>
                  <a:ext cx="5443" cy="7257"/>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48" name="椭圆 147"/>
                <p:cNvSpPr/>
                <p:nvPr/>
              </p:nvSpPr>
              <p:spPr bwMode="auto">
                <a:xfrm>
                  <a:off x="9425238" y="1796564"/>
                  <a:ext cx="18138" cy="19952"/>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49" name="椭圆 148"/>
                <p:cNvSpPr/>
                <p:nvPr/>
              </p:nvSpPr>
              <p:spPr bwMode="auto">
                <a:xfrm>
                  <a:off x="9503235" y="1515414"/>
                  <a:ext cx="14510" cy="12696"/>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50" name="椭圆 149"/>
                <p:cNvSpPr/>
                <p:nvPr/>
              </p:nvSpPr>
              <p:spPr bwMode="auto">
                <a:xfrm>
                  <a:off x="9564908" y="1509971"/>
                  <a:ext cx="5443" cy="5442"/>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51" name="椭圆 150"/>
                <p:cNvSpPr/>
                <p:nvPr/>
              </p:nvSpPr>
              <p:spPr bwMode="auto">
                <a:xfrm>
                  <a:off x="9606627" y="1522669"/>
                  <a:ext cx="7257" cy="7257"/>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52" name="椭圆 151"/>
                <p:cNvSpPr/>
                <p:nvPr/>
              </p:nvSpPr>
              <p:spPr bwMode="auto">
                <a:xfrm>
                  <a:off x="9673740" y="1343094"/>
                  <a:ext cx="10884" cy="10884"/>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53" name="椭圆 152"/>
                <p:cNvSpPr/>
                <p:nvPr/>
              </p:nvSpPr>
              <p:spPr bwMode="auto">
                <a:xfrm>
                  <a:off x="9691878" y="1655083"/>
                  <a:ext cx="16325" cy="16325"/>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54" name="椭圆 153"/>
                <p:cNvSpPr/>
                <p:nvPr/>
              </p:nvSpPr>
              <p:spPr bwMode="auto">
                <a:xfrm>
                  <a:off x="9744481" y="1455556"/>
                  <a:ext cx="23580" cy="23580"/>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55" name="椭圆 154"/>
                <p:cNvSpPr/>
                <p:nvPr/>
              </p:nvSpPr>
              <p:spPr bwMode="auto">
                <a:xfrm>
                  <a:off x="9847872" y="1664151"/>
                  <a:ext cx="9070" cy="9070"/>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56" name="椭圆 155"/>
                <p:cNvSpPr/>
                <p:nvPr/>
              </p:nvSpPr>
              <p:spPr bwMode="auto">
                <a:xfrm>
                  <a:off x="9891407" y="1731264"/>
                  <a:ext cx="18138" cy="16325"/>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57" name="椭圆 156"/>
                <p:cNvSpPr/>
                <p:nvPr/>
              </p:nvSpPr>
              <p:spPr bwMode="auto">
                <a:xfrm>
                  <a:off x="9165911" y="2083151"/>
                  <a:ext cx="14510" cy="16325"/>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58" name="椭圆 157"/>
                <p:cNvSpPr/>
                <p:nvPr/>
              </p:nvSpPr>
              <p:spPr bwMode="auto">
                <a:xfrm>
                  <a:off x="9251165" y="1999713"/>
                  <a:ext cx="21767" cy="23580"/>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59" name="椭圆 158"/>
                <p:cNvSpPr/>
                <p:nvPr/>
              </p:nvSpPr>
              <p:spPr bwMode="auto">
                <a:xfrm>
                  <a:off x="9358184" y="2242773"/>
                  <a:ext cx="12696" cy="12696"/>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60" name="椭圆 159"/>
                <p:cNvSpPr/>
                <p:nvPr/>
              </p:nvSpPr>
              <p:spPr bwMode="auto">
                <a:xfrm>
                  <a:off x="9425299" y="2407835"/>
                  <a:ext cx="18138" cy="19952"/>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61" name="椭圆 160"/>
                <p:cNvSpPr/>
                <p:nvPr/>
              </p:nvSpPr>
              <p:spPr bwMode="auto">
                <a:xfrm>
                  <a:off x="9503295" y="2126684"/>
                  <a:ext cx="14510" cy="14510"/>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62" name="椭圆 161"/>
                <p:cNvSpPr/>
                <p:nvPr/>
              </p:nvSpPr>
              <p:spPr bwMode="auto">
                <a:xfrm>
                  <a:off x="9564968" y="2121243"/>
                  <a:ext cx="5443" cy="7256"/>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63" name="椭圆 162"/>
                <p:cNvSpPr/>
                <p:nvPr/>
              </p:nvSpPr>
              <p:spPr bwMode="auto">
                <a:xfrm>
                  <a:off x="9673802" y="1954367"/>
                  <a:ext cx="10884" cy="10884"/>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64" name="椭圆 163"/>
                <p:cNvSpPr/>
                <p:nvPr/>
              </p:nvSpPr>
              <p:spPr bwMode="auto">
                <a:xfrm>
                  <a:off x="9691941" y="2266354"/>
                  <a:ext cx="16325" cy="16325"/>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65" name="椭圆 164"/>
                <p:cNvSpPr/>
                <p:nvPr/>
              </p:nvSpPr>
              <p:spPr bwMode="auto">
                <a:xfrm>
                  <a:off x="9847935" y="2275421"/>
                  <a:ext cx="9070" cy="9070"/>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66" name="椭圆 165"/>
                <p:cNvSpPr/>
                <p:nvPr/>
              </p:nvSpPr>
              <p:spPr bwMode="auto">
                <a:xfrm>
                  <a:off x="9891472" y="2342534"/>
                  <a:ext cx="18138" cy="19952"/>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67" name="椭圆 166"/>
                <p:cNvSpPr/>
                <p:nvPr/>
              </p:nvSpPr>
              <p:spPr bwMode="auto">
                <a:xfrm>
                  <a:off x="9958583" y="2175659"/>
                  <a:ext cx="5443" cy="5442"/>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68" name="椭圆 167"/>
                <p:cNvSpPr/>
                <p:nvPr/>
              </p:nvSpPr>
              <p:spPr bwMode="auto">
                <a:xfrm>
                  <a:off x="10047465" y="2367929"/>
                  <a:ext cx="3627" cy="3627"/>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69" name="椭圆 168"/>
                <p:cNvSpPr/>
                <p:nvPr/>
              </p:nvSpPr>
              <p:spPr bwMode="auto">
                <a:xfrm>
                  <a:off x="10061977" y="2429602"/>
                  <a:ext cx="7257" cy="5442"/>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70" name="椭圆 169"/>
                <p:cNvSpPr/>
                <p:nvPr/>
              </p:nvSpPr>
              <p:spPr bwMode="auto">
                <a:xfrm>
                  <a:off x="10132717" y="2413277"/>
                  <a:ext cx="7257" cy="7256"/>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71" name="椭圆 170"/>
                <p:cNvSpPr/>
                <p:nvPr/>
              </p:nvSpPr>
              <p:spPr bwMode="auto">
                <a:xfrm>
                  <a:off x="10217970" y="2202867"/>
                  <a:ext cx="36279" cy="34465"/>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72" name="椭圆 171"/>
                <p:cNvSpPr/>
                <p:nvPr/>
              </p:nvSpPr>
              <p:spPr bwMode="auto">
                <a:xfrm>
                  <a:off x="9425299" y="1283233"/>
                  <a:ext cx="18138" cy="18138"/>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73" name="任意多边形: 形状 172"/>
                <p:cNvSpPr/>
                <p:nvPr/>
              </p:nvSpPr>
              <p:spPr bwMode="auto">
                <a:xfrm>
                  <a:off x="10217970" y="2202867"/>
                  <a:ext cx="18138" cy="34465"/>
                </a:xfrm>
                <a:custGeom>
                  <a:avLst/>
                  <a:gdLst>
                    <a:gd name="T0" fmla="*/ 10 w 10"/>
                    <a:gd name="T1" fmla="*/ 0 h 20"/>
                    <a:gd name="T2" fmla="*/ 0 w 10"/>
                    <a:gd name="T3" fmla="*/ 10 h 20"/>
                    <a:gd name="T4" fmla="*/ 10 w 10"/>
                    <a:gd name="T5" fmla="*/ 20 h 20"/>
                  </a:gdLst>
                  <a:ahLst/>
                  <a:cxnLst>
                    <a:cxn ang="0">
                      <a:pos x="T0" y="T1"/>
                    </a:cxn>
                    <a:cxn ang="0">
                      <a:pos x="T2" y="T3"/>
                    </a:cxn>
                    <a:cxn ang="0">
                      <a:pos x="T4" y="T5"/>
                    </a:cxn>
                  </a:cxnLst>
                  <a:rect l="0" t="0" r="r" b="b"/>
                  <a:pathLst>
                    <a:path w="10" h="20">
                      <a:moveTo>
                        <a:pt x="10" y="0"/>
                      </a:moveTo>
                      <a:cubicBezTo>
                        <a:pt x="5" y="0"/>
                        <a:pt x="0" y="5"/>
                        <a:pt x="0" y="10"/>
                      </a:cubicBezTo>
                      <a:cubicBezTo>
                        <a:pt x="0" y="15"/>
                        <a:pt x="5" y="20"/>
                        <a:pt x="10" y="20"/>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74" name="椭圆 173"/>
                <p:cNvSpPr/>
                <p:nvPr/>
              </p:nvSpPr>
              <p:spPr bwMode="auto">
                <a:xfrm>
                  <a:off x="10217970" y="2202867"/>
                  <a:ext cx="36279" cy="34465"/>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75" name="任意多边形: 形状 174"/>
                <p:cNvSpPr/>
                <p:nvPr/>
              </p:nvSpPr>
              <p:spPr bwMode="auto">
                <a:xfrm>
                  <a:off x="10221598" y="2208307"/>
                  <a:ext cx="12696" cy="23580"/>
                </a:xfrm>
                <a:custGeom>
                  <a:avLst/>
                  <a:gdLst>
                    <a:gd name="T0" fmla="*/ 7 w 7"/>
                    <a:gd name="T1" fmla="*/ 0 h 14"/>
                    <a:gd name="T2" fmla="*/ 0 w 7"/>
                    <a:gd name="T3" fmla="*/ 7 h 14"/>
                    <a:gd name="T4" fmla="*/ 7 w 7"/>
                    <a:gd name="T5" fmla="*/ 14 h 14"/>
                  </a:gdLst>
                  <a:ahLst/>
                  <a:cxnLst>
                    <a:cxn ang="0">
                      <a:pos x="T0" y="T1"/>
                    </a:cxn>
                    <a:cxn ang="0">
                      <a:pos x="T2" y="T3"/>
                    </a:cxn>
                    <a:cxn ang="0">
                      <a:pos x="T4" y="T5"/>
                    </a:cxn>
                  </a:cxnLst>
                  <a:rect l="0" t="0" r="r" b="b"/>
                  <a:pathLst>
                    <a:path w="7" h="14">
                      <a:moveTo>
                        <a:pt x="7" y="0"/>
                      </a:moveTo>
                      <a:cubicBezTo>
                        <a:pt x="3" y="0"/>
                        <a:pt x="0" y="3"/>
                        <a:pt x="0" y="7"/>
                      </a:cubicBezTo>
                      <a:cubicBezTo>
                        <a:pt x="0" y="11"/>
                        <a:pt x="3" y="14"/>
                        <a:pt x="7" y="14"/>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76" name="任意多边形: 形状 175"/>
                <p:cNvSpPr/>
                <p:nvPr/>
              </p:nvSpPr>
              <p:spPr bwMode="auto">
                <a:xfrm>
                  <a:off x="10856461" y="4618949"/>
                  <a:ext cx="18138" cy="36277"/>
                </a:xfrm>
                <a:custGeom>
                  <a:avLst/>
                  <a:gdLst>
                    <a:gd name="T0" fmla="*/ 10 w 10"/>
                    <a:gd name="T1" fmla="*/ 0 h 20"/>
                    <a:gd name="T2" fmla="*/ 0 w 10"/>
                    <a:gd name="T3" fmla="*/ 10 h 20"/>
                    <a:gd name="T4" fmla="*/ 10 w 10"/>
                    <a:gd name="T5" fmla="*/ 20 h 20"/>
                  </a:gdLst>
                  <a:ahLst/>
                  <a:cxnLst>
                    <a:cxn ang="0">
                      <a:pos x="T0" y="T1"/>
                    </a:cxn>
                    <a:cxn ang="0">
                      <a:pos x="T2" y="T3"/>
                    </a:cxn>
                    <a:cxn ang="0">
                      <a:pos x="T4" y="T5"/>
                    </a:cxn>
                  </a:cxnLst>
                  <a:rect l="0" t="0" r="r" b="b"/>
                  <a:pathLst>
                    <a:path w="10" h="20">
                      <a:moveTo>
                        <a:pt x="10" y="0"/>
                      </a:moveTo>
                      <a:cubicBezTo>
                        <a:pt x="4" y="0"/>
                        <a:pt x="0" y="5"/>
                        <a:pt x="0" y="10"/>
                      </a:cubicBezTo>
                      <a:cubicBezTo>
                        <a:pt x="0" y="15"/>
                        <a:pt x="4" y="20"/>
                        <a:pt x="10" y="20"/>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77" name="任意多边形: 形状 176"/>
                <p:cNvSpPr/>
                <p:nvPr/>
              </p:nvSpPr>
              <p:spPr bwMode="auto">
                <a:xfrm>
                  <a:off x="9164098" y="4481095"/>
                  <a:ext cx="18138" cy="34465"/>
                </a:xfrm>
                <a:custGeom>
                  <a:avLst/>
                  <a:gdLst>
                    <a:gd name="T0" fmla="*/ 10 w 10"/>
                    <a:gd name="T1" fmla="*/ 0 h 19"/>
                    <a:gd name="T2" fmla="*/ 0 w 10"/>
                    <a:gd name="T3" fmla="*/ 10 h 19"/>
                    <a:gd name="T4" fmla="*/ 10 w 10"/>
                    <a:gd name="T5" fmla="*/ 19 h 19"/>
                  </a:gdLst>
                  <a:ahLst/>
                  <a:cxnLst>
                    <a:cxn ang="0">
                      <a:pos x="T0" y="T1"/>
                    </a:cxn>
                    <a:cxn ang="0">
                      <a:pos x="T2" y="T3"/>
                    </a:cxn>
                    <a:cxn ang="0">
                      <a:pos x="T4" y="T5"/>
                    </a:cxn>
                  </a:cxnLst>
                  <a:rect l="0" t="0" r="r" b="b"/>
                  <a:pathLst>
                    <a:path w="10" h="19">
                      <a:moveTo>
                        <a:pt x="10" y="0"/>
                      </a:moveTo>
                      <a:cubicBezTo>
                        <a:pt x="4" y="0"/>
                        <a:pt x="0" y="4"/>
                        <a:pt x="0" y="10"/>
                      </a:cubicBezTo>
                      <a:cubicBezTo>
                        <a:pt x="0" y="15"/>
                        <a:pt x="4" y="19"/>
                        <a:pt x="10" y="19"/>
                      </a:cubicBezTo>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78" name="椭圆 177"/>
                <p:cNvSpPr/>
                <p:nvPr/>
              </p:nvSpPr>
              <p:spPr bwMode="auto">
                <a:xfrm>
                  <a:off x="9573975" y="4014938"/>
                  <a:ext cx="16325" cy="18138"/>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79" name="椭圆 178"/>
                <p:cNvSpPr/>
                <p:nvPr/>
              </p:nvSpPr>
              <p:spPr bwMode="auto">
                <a:xfrm>
                  <a:off x="9425238" y="4025822"/>
                  <a:ext cx="9070" cy="7257"/>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80" name="椭圆 179"/>
                <p:cNvSpPr/>
                <p:nvPr/>
              </p:nvSpPr>
              <p:spPr bwMode="auto">
                <a:xfrm>
                  <a:off x="10061911" y="2932052"/>
                  <a:ext cx="7257" cy="5442"/>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81" name="椭圆 180"/>
                <p:cNvSpPr/>
                <p:nvPr/>
              </p:nvSpPr>
              <p:spPr bwMode="auto">
                <a:xfrm>
                  <a:off x="10132651" y="2915728"/>
                  <a:ext cx="7257" cy="9070"/>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82" name="椭圆 181"/>
                <p:cNvSpPr/>
                <p:nvPr/>
              </p:nvSpPr>
              <p:spPr bwMode="auto">
                <a:xfrm>
                  <a:off x="10225160" y="2710759"/>
                  <a:ext cx="21767" cy="21767"/>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83" name="任意多边形: 形状 182"/>
                <p:cNvSpPr/>
                <p:nvPr/>
              </p:nvSpPr>
              <p:spPr bwMode="auto">
                <a:xfrm>
                  <a:off x="9621137" y="3517936"/>
                  <a:ext cx="76183" cy="99763"/>
                </a:xfrm>
                <a:custGeom>
                  <a:avLst/>
                  <a:gdLst>
                    <a:gd name="T0" fmla="*/ 40 w 42"/>
                    <a:gd name="T1" fmla="*/ 0 h 55"/>
                    <a:gd name="T2" fmla="*/ 4 w 42"/>
                    <a:gd name="T3" fmla="*/ 0 h 55"/>
                    <a:gd name="T4" fmla="*/ 0 w 42"/>
                    <a:gd name="T5" fmla="*/ 55 h 55"/>
                    <a:gd name="T6" fmla="*/ 42 w 42"/>
                    <a:gd name="T7" fmla="*/ 55 h 55"/>
                    <a:gd name="T8" fmla="*/ 40 w 42"/>
                    <a:gd name="T9" fmla="*/ 0 h 55"/>
                  </a:gdLst>
                  <a:ahLst/>
                  <a:cxnLst>
                    <a:cxn ang="0">
                      <a:pos x="T0" y="T1"/>
                    </a:cxn>
                    <a:cxn ang="0">
                      <a:pos x="T2" y="T3"/>
                    </a:cxn>
                    <a:cxn ang="0">
                      <a:pos x="T4" y="T5"/>
                    </a:cxn>
                    <a:cxn ang="0">
                      <a:pos x="T6" y="T7"/>
                    </a:cxn>
                    <a:cxn ang="0">
                      <a:pos x="T8" y="T9"/>
                    </a:cxn>
                  </a:cxnLst>
                  <a:rect l="0" t="0" r="r" b="b"/>
                  <a:pathLst>
                    <a:path w="42" h="55">
                      <a:moveTo>
                        <a:pt x="40" y="0"/>
                      </a:moveTo>
                      <a:lnTo>
                        <a:pt x="4" y="0"/>
                      </a:lnTo>
                      <a:lnTo>
                        <a:pt x="0" y="55"/>
                      </a:lnTo>
                      <a:lnTo>
                        <a:pt x="42" y="55"/>
                      </a:lnTo>
                      <a:lnTo>
                        <a:pt x="4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84" name="椭圆 183"/>
                <p:cNvSpPr/>
                <p:nvPr/>
              </p:nvSpPr>
              <p:spPr bwMode="auto">
                <a:xfrm>
                  <a:off x="10642351" y="3904292"/>
                  <a:ext cx="16325" cy="16325"/>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85" name="椭圆 184"/>
                <p:cNvSpPr/>
                <p:nvPr/>
              </p:nvSpPr>
              <p:spPr bwMode="auto">
                <a:xfrm>
                  <a:off x="10500869" y="3768252"/>
                  <a:ext cx="21767" cy="21767"/>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86" name="椭圆 185"/>
                <p:cNvSpPr/>
                <p:nvPr/>
              </p:nvSpPr>
              <p:spPr bwMode="auto">
                <a:xfrm>
                  <a:off x="10388408" y="3877085"/>
                  <a:ext cx="7257" cy="5442"/>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87" name="椭圆 186"/>
                <p:cNvSpPr/>
                <p:nvPr/>
              </p:nvSpPr>
              <p:spPr bwMode="auto">
                <a:xfrm>
                  <a:off x="10364828" y="3833552"/>
                  <a:ext cx="21767" cy="21767"/>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88" name="椭圆 187"/>
                <p:cNvSpPr/>
                <p:nvPr/>
              </p:nvSpPr>
              <p:spPr bwMode="auto">
                <a:xfrm>
                  <a:off x="10288646" y="3924244"/>
                  <a:ext cx="10884" cy="10884"/>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89" name="椭圆 188"/>
                <p:cNvSpPr/>
                <p:nvPr/>
              </p:nvSpPr>
              <p:spPr bwMode="auto">
                <a:xfrm>
                  <a:off x="10266880" y="3728344"/>
                  <a:ext cx="10884" cy="10884"/>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90" name="椭圆 189"/>
                <p:cNvSpPr/>
                <p:nvPr/>
              </p:nvSpPr>
              <p:spPr bwMode="auto">
                <a:xfrm>
                  <a:off x="10183440" y="3984104"/>
                  <a:ext cx="19953" cy="19952"/>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91" name="椭圆 190"/>
                <p:cNvSpPr/>
                <p:nvPr/>
              </p:nvSpPr>
              <p:spPr bwMode="auto">
                <a:xfrm>
                  <a:off x="10101817" y="3833552"/>
                  <a:ext cx="14510" cy="16325"/>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92" name="椭圆 191"/>
                <p:cNvSpPr/>
                <p:nvPr/>
              </p:nvSpPr>
              <p:spPr bwMode="auto">
                <a:xfrm>
                  <a:off x="10009308" y="3750112"/>
                  <a:ext cx="21767" cy="23580"/>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93" name="椭圆 192"/>
                <p:cNvSpPr/>
                <p:nvPr/>
              </p:nvSpPr>
              <p:spPr bwMode="auto">
                <a:xfrm>
                  <a:off x="9911358" y="3991358"/>
                  <a:ext cx="12696" cy="12696"/>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94" name="椭圆 193"/>
                <p:cNvSpPr/>
                <p:nvPr/>
              </p:nvSpPr>
              <p:spPr bwMode="auto">
                <a:xfrm>
                  <a:off x="9764433" y="3877085"/>
                  <a:ext cx="14510" cy="12696"/>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95" name="椭圆 194"/>
                <p:cNvSpPr/>
                <p:nvPr/>
              </p:nvSpPr>
              <p:spPr bwMode="auto">
                <a:xfrm>
                  <a:off x="9711832" y="3871642"/>
                  <a:ext cx="7257" cy="5442"/>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96" name="椭圆 195"/>
                <p:cNvSpPr/>
                <p:nvPr/>
              </p:nvSpPr>
              <p:spPr bwMode="auto">
                <a:xfrm>
                  <a:off x="9668299" y="3884339"/>
                  <a:ext cx="7257" cy="7257"/>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97" name="椭圆 196"/>
                <p:cNvSpPr/>
                <p:nvPr/>
              </p:nvSpPr>
              <p:spPr bwMode="auto">
                <a:xfrm>
                  <a:off x="9597557" y="3704765"/>
                  <a:ext cx="10884" cy="10884"/>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98" name="椭圆 197"/>
                <p:cNvSpPr/>
                <p:nvPr/>
              </p:nvSpPr>
              <p:spPr bwMode="auto">
                <a:xfrm>
                  <a:off x="9514119" y="3817226"/>
                  <a:ext cx="23580" cy="23580"/>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199" name="椭圆 198"/>
                <p:cNvSpPr/>
                <p:nvPr/>
              </p:nvSpPr>
              <p:spPr bwMode="auto">
                <a:xfrm>
                  <a:off x="9318220" y="3926059"/>
                  <a:ext cx="5443" cy="5442"/>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200" name="椭圆 199"/>
                <p:cNvSpPr/>
                <p:nvPr/>
              </p:nvSpPr>
              <p:spPr bwMode="auto">
                <a:xfrm>
                  <a:off x="9035255" y="3958709"/>
                  <a:ext cx="21767" cy="21767"/>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201" name="椭圆 200"/>
                <p:cNvSpPr/>
                <p:nvPr/>
              </p:nvSpPr>
              <p:spPr bwMode="auto">
                <a:xfrm>
                  <a:off x="9080602" y="3347431"/>
                  <a:ext cx="18138" cy="19952"/>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202" name="椭圆 201"/>
                <p:cNvSpPr/>
                <p:nvPr/>
              </p:nvSpPr>
              <p:spPr bwMode="auto">
                <a:xfrm>
                  <a:off x="9165853" y="3198693"/>
                  <a:ext cx="14510" cy="14510"/>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203" name="椭圆 202"/>
                <p:cNvSpPr/>
                <p:nvPr/>
              </p:nvSpPr>
              <p:spPr bwMode="auto">
                <a:xfrm>
                  <a:off x="9251107" y="3115256"/>
                  <a:ext cx="21767" cy="21767"/>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204" name="椭圆 203"/>
                <p:cNvSpPr/>
                <p:nvPr/>
              </p:nvSpPr>
              <p:spPr bwMode="auto">
                <a:xfrm>
                  <a:off x="9358126" y="3356501"/>
                  <a:ext cx="12696" cy="12696"/>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205" name="椭圆 204"/>
                <p:cNvSpPr/>
                <p:nvPr/>
              </p:nvSpPr>
              <p:spPr bwMode="auto">
                <a:xfrm>
                  <a:off x="9425238" y="3523378"/>
                  <a:ext cx="18138" cy="18138"/>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206" name="椭圆 205"/>
                <p:cNvSpPr/>
                <p:nvPr/>
              </p:nvSpPr>
              <p:spPr bwMode="auto">
                <a:xfrm>
                  <a:off x="9503235" y="3240413"/>
                  <a:ext cx="14510" cy="14510"/>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207" name="椭圆 206"/>
                <p:cNvSpPr/>
                <p:nvPr/>
              </p:nvSpPr>
              <p:spPr bwMode="auto">
                <a:xfrm>
                  <a:off x="9564908" y="3234972"/>
                  <a:ext cx="5443" cy="7257"/>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208" name="椭圆 207"/>
                <p:cNvSpPr/>
                <p:nvPr/>
              </p:nvSpPr>
              <p:spPr bwMode="auto">
                <a:xfrm>
                  <a:off x="9606627" y="3249482"/>
                  <a:ext cx="7257" cy="7257"/>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209" name="椭圆 208"/>
                <p:cNvSpPr/>
                <p:nvPr/>
              </p:nvSpPr>
              <p:spPr bwMode="auto">
                <a:xfrm>
                  <a:off x="9691878" y="3380082"/>
                  <a:ext cx="16325" cy="18138"/>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210" name="椭圆 209"/>
                <p:cNvSpPr/>
                <p:nvPr/>
              </p:nvSpPr>
              <p:spPr bwMode="auto">
                <a:xfrm>
                  <a:off x="9744481" y="3180554"/>
                  <a:ext cx="23580" cy="23580"/>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211" name="椭圆 210"/>
                <p:cNvSpPr/>
                <p:nvPr/>
              </p:nvSpPr>
              <p:spPr bwMode="auto">
                <a:xfrm>
                  <a:off x="9847872" y="3390964"/>
                  <a:ext cx="9070" cy="7257"/>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212" name="椭圆 211"/>
                <p:cNvSpPr/>
                <p:nvPr/>
              </p:nvSpPr>
              <p:spPr bwMode="auto">
                <a:xfrm>
                  <a:off x="9891407" y="3458077"/>
                  <a:ext cx="18138" cy="18138"/>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213" name="椭圆 212"/>
                <p:cNvSpPr/>
                <p:nvPr/>
              </p:nvSpPr>
              <p:spPr bwMode="auto">
                <a:xfrm>
                  <a:off x="9958519" y="3289387"/>
                  <a:ext cx="5443" cy="7257"/>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214" name="椭圆 213"/>
                <p:cNvSpPr/>
                <p:nvPr/>
              </p:nvSpPr>
              <p:spPr bwMode="auto">
                <a:xfrm>
                  <a:off x="10047400" y="3481659"/>
                  <a:ext cx="3627" cy="1814"/>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215" name="椭圆 214"/>
                <p:cNvSpPr/>
                <p:nvPr/>
              </p:nvSpPr>
              <p:spPr bwMode="auto">
                <a:xfrm>
                  <a:off x="10061911" y="3543330"/>
                  <a:ext cx="7257" cy="7257"/>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216" name="椭圆 215"/>
                <p:cNvSpPr/>
                <p:nvPr/>
              </p:nvSpPr>
              <p:spPr bwMode="auto">
                <a:xfrm>
                  <a:off x="10132651" y="3527006"/>
                  <a:ext cx="7257" cy="9070"/>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217" name="椭圆 216"/>
                <p:cNvSpPr/>
                <p:nvPr/>
              </p:nvSpPr>
              <p:spPr bwMode="auto">
                <a:xfrm>
                  <a:off x="10225160" y="3322037"/>
                  <a:ext cx="21767" cy="23580"/>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218" name="任意多边形: 形状 217"/>
                <p:cNvSpPr/>
                <p:nvPr/>
              </p:nvSpPr>
              <p:spPr bwMode="auto">
                <a:xfrm>
                  <a:off x="9550395" y="3412731"/>
                  <a:ext cx="226735" cy="204971"/>
                </a:xfrm>
                <a:custGeom>
                  <a:avLst/>
                  <a:gdLst>
                    <a:gd name="T0" fmla="*/ 111 w 125"/>
                    <a:gd name="T1" fmla="*/ 0 h 113"/>
                    <a:gd name="T2" fmla="*/ 14 w 125"/>
                    <a:gd name="T3" fmla="*/ 3 h 113"/>
                    <a:gd name="T4" fmla="*/ 0 w 125"/>
                    <a:gd name="T5" fmla="*/ 113 h 113"/>
                    <a:gd name="T6" fmla="*/ 39 w 125"/>
                    <a:gd name="T7" fmla="*/ 113 h 113"/>
                    <a:gd name="T8" fmla="*/ 43 w 125"/>
                    <a:gd name="T9" fmla="*/ 58 h 113"/>
                    <a:gd name="T10" fmla="*/ 79 w 125"/>
                    <a:gd name="T11" fmla="*/ 58 h 113"/>
                    <a:gd name="T12" fmla="*/ 81 w 125"/>
                    <a:gd name="T13" fmla="*/ 113 h 113"/>
                    <a:gd name="T14" fmla="*/ 125 w 125"/>
                    <a:gd name="T15" fmla="*/ 113 h 113"/>
                    <a:gd name="T16" fmla="*/ 111 w 125"/>
                    <a:gd name="T17" fmla="*/ 0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5" h="113">
                      <a:moveTo>
                        <a:pt x="111" y="0"/>
                      </a:moveTo>
                      <a:lnTo>
                        <a:pt x="14" y="3"/>
                      </a:lnTo>
                      <a:lnTo>
                        <a:pt x="0" y="113"/>
                      </a:lnTo>
                      <a:lnTo>
                        <a:pt x="39" y="113"/>
                      </a:lnTo>
                      <a:lnTo>
                        <a:pt x="43" y="58"/>
                      </a:lnTo>
                      <a:lnTo>
                        <a:pt x="79" y="58"/>
                      </a:lnTo>
                      <a:lnTo>
                        <a:pt x="81" y="113"/>
                      </a:lnTo>
                      <a:lnTo>
                        <a:pt x="125" y="113"/>
                      </a:lnTo>
                      <a:lnTo>
                        <a:pt x="111" y="0"/>
                      </a:lnTo>
                      <a:close/>
                    </a:path>
                  </a:pathLst>
                </a:custGeom>
                <a:solidFill>
                  <a:srgbClr val="C5D0D8"/>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219" name="任意多边形: 形状 218"/>
                <p:cNvSpPr/>
                <p:nvPr/>
              </p:nvSpPr>
              <p:spPr bwMode="auto">
                <a:xfrm>
                  <a:off x="8157339" y="3617699"/>
                  <a:ext cx="2720818" cy="1451104"/>
                </a:xfrm>
                <a:custGeom>
                  <a:avLst/>
                  <a:gdLst>
                    <a:gd name="T0" fmla="*/ 776 w 1517"/>
                    <a:gd name="T1" fmla="*/ 0 h 810"/>
                    <a:gd name="T2" fmla="*/ 706 w 1517"/>
                    <a:gd name="T3" fmla="*/ 0 h 810"/>
                    <a:gd name="T4" fmla="*/ 624 w 1517"/>
                    <a:gd name="T5" fmla="*/ 497 h 810"/>
                    <a:gd name="T6" fmla="*/ 489 w 1517"/>
                    <a:gd name="T7" fmla="*/ 441 h 810"/>
                    <a:gd name="T8" fmla="*/ 439 w 1517"/>
                    <a:gd name="T9" fmla="*/ 448 h 810"/>
                    <a:gd name="T10" fmla="*/ 305 w 1517"/>
                    <a:gd name="T11" fmla="*/ 586 h 810"/>
                    <a:gd name="T12" fmla="*/ 137 w 1517"/>
                    <a:gd name="T13" fmla="*/ 515 h 810"/>
                    <a:gd name="T14" fmla="*/ 75 w 1517"/>
                    <a:gd name="T15" fmla="*/ 523 h 810"/>
                    <a:gd name="T16" fmla="*/ 0 w 1517"/>
                    <a:gd name="T17" fmla="*/ 559 h 810"/>
                    <a:gd name="T18" fmla="*/ 54 w 1517"/>
                    <a:gd name="T19" fmla="*/ 618 h 810"/>
                    <a:gd name="T20" fmla="*/ 314 w 1517"/>
                    <a:gd name="T21" fmla="*/ 810 h 810"/>
                    <a:gd name="T22" fmla="*/ 327 w 1517"/>
                    <a:gd name="T23" fmla="*/ 805 h 810"/>
                    <a:gd name="T24" fmla="*/ 397 w 1517"/>
                    <a:gd name="T25" fmla="*/ 688 h 810"/>
                    <a:gd name="T26" fmla="*/ 422 w 1517"/>
                    <a:gd name="T27" fmla="*/ 684 h 810"/>
                    <a:gd name="T28" fmla="*/ 446 w 1517"/>
                    <a:gd name="T29" fmla="*/ 687 h 810"/>
                    <a:gd name="T30" fmla="*/ 554 w 1517"/>
                    <a:gd name="T31" fmla="*/ 536 h 810"/>
                    <a:gd name="T32" fmla="*/ 591 w 1517"/>
                    <a:gd name="T33" fmla="*/ 531 h 810"/>
                    <a:gd name="T34" fmla="*/ 700 w 1517"/>
                    <a:gd name="T35" fmla="*/ 579 h 810"/>
                    <a:gd name="T36" fmla="*/ 776 w 1517"/>
                    <a:gd name="T37" fmla="*/ 0 h 810"/>
                    <a:gd name="T38" fmla="*/ 948 w 1517"/>
                    <a:gd name="T39" fmla="*/ 0 h 810"/>
                    <a:gd name="T40" fmla="*/ 903 w 1517"/>
                    <a:gd name="T41" fmla="*/ 0 h 810"/>
                    <a:gd name="T42" fmla="*/ 971 w 1517"/>
                    <a:gd name="T43" fmla="*/ 563 h 810"/>
                    <a:gd name="T44" fmla="*/ 1008 w 1517"/>
                    <a:gd name="T45" fmla="*/ 519 h 810"/>
                    <a:gd name="T46" fmla="*/ 1026 w 1517"/>
                    <a:gd name="T47" fmla="*/ 517 h 810"/>
                    <a:gd name="T48" fmla="*/ 1098 w 1517"/>
                    <a:gd name="T49" fmla="*/ 574 h 810"/>
                    <a:gd name="T50" fmla="*/ 1087 w 1517"/>
                    <a:gd name="T51" fmla="*/ 653 h 810"/>
                    <a:gd name="T52" fmla="*/ 1211 w 1517"/>
                    <a:gd name="T53" fmla="*/ 628 h 810"/>
                    <a:gd name="T54" fmla="*/ 1376 w 1517"/>
                    <a:gd name="T55" fmla="*/ 741 h 810"/>
                    <a:gd name="T56" fmla="*/ 1391 w 1517"/>
                    <a:gd name="T57" fmla="*/ 781 h 810"/>
                    <a:gd name="T58" fmla="*/ 1517 w 1517"/>
                    <a:gd name="T59" fmla="*/ 693 h 810"/>
                    <a:gd name="T60" fmla="*/ 1466 w 1517"/>
                    <a:gd name="T61" fmla="*/ 669 h 810"/>
                    <a:gd name="T62" fmla="*/ 1486 w 1517"/>
                    <a:gd name="T63" fmla="*/ 601 h 810"/>
                    <a:gd name="T64" fmla="*/ 1421 w 1517"/>
                    <a:gd name="T65" fmla="*/ 551 h 810"/>
                    <a:gd name="T66" fmla="*/ 1403 w 1517"/>
                    <a:gd name="T67" fmla="*/ 553 h 810"/>
                    <a:gd name="T68" fmla="*/ 1358 w 1517"/>
                    <a:gd name="T69" fmla="*/ 595 h 810"/>
                    <a:gd name="T70" fmla="*/ 1158 w 1517"/>
                    <a:gd name="T71" fmla="*/ 503 h 810"/>
                    <a:gd name="T72" fmla="*/ 1157 w 1517"/>
                    <a:gd name="T73" fmla="*/ 503 h 810"/>
                    <a:gd name="T74" fmla="*/ 1162 w 1517"/>
                    <a:gd name="T75" fmla="*/ 441 h 810"/>
                    <a:gd name="T76" fmla="*/ 1074 w 1517"/>
                    <a:gd name="T77" fmla="*/ 374 h 810"/>
                    <a:gd name="T78" fmla="*/ 1050 w 1517"/>
                    <a:gd name="T79" fmla="*/ 377 h 810"/>
                    <a:gd name="T80" fmla="*/ 1012 w 1517"/>
                    <a:gd name="T81" fmla="*/ 398 h 810"/>
                    <a:gd name="T82" fmla="*/ 948 w 1517"/>
                    <a:gd name="T83" fmla="*/ 0 h 8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17" h="810">
                      <a:moveTo>
                        <a:pt x="776" y="0"/>
                      </a:moveTo>
                      <a:cubicBezTo>
                        <a:pt x="706" y="0"/>
                        <a:pt x="706" y="0"/>
                        <a:pt x="706" y="0"/>
                      </a:cubicBezTo>
                      <a:cubicBezTo>
                        <a:pt x="624" y="497"/>
                        <a:pt x="624" y="497"/>
                        <a:pt x="624" y="497"/>
                      </a:cubicBezTo>
                      <a:cubicBezTo>
                        <a:pt x="589" y="462"/>
                        <a:pt x="540" y="441"/>
                        <a:pt x="489" y="441"/>
                      </a:cubicBezTo>
                      <a:cubicBezTo>
                        <a:pt x="473" y="441"/>
                        <a:pt x="456" y="443"/>
                        <a:pt x="439" y="448"/>
                      </a:cubicBezTo>
                      <a:cubicBezTo>
                        <a:pt x="370" y="467"/>
                        <a:pt x="321" y="521"/>
                        <a:pt x="305" y="586"/>
                      </a:cubicBezTo>
                      <a:cubicBezTo>
                        <a:pt x="262" y="541"/>
                        <a:pt x="201" y="515"/>
                        <a:pt x="137" y="515"/>
                      </a:cubicBezTo>
                      <a:cubicBezTo>
                        <a:pt x="117" y="515"/>
                        <a:pt x="96" y="517"/>
                        <a:pt x="75" y="523"/>
                      </a:cubicBezTo>
                      <a:cubicBezTo>
                        <a:pt x="47" y="531"/>
                        <a:pt x="22" y="543"/>
                        <a:pt x="0" y="559"/>
                      </a:cubicBezTo>
                      <a:cubicBezTo>
                        <a:pt x="17" y="579"/>
                        <a:pt x="35" y="599"/>
                        <a:pt x="54" y="618"/>
                      </a:cubicBezTo>
                      <a:cubicBezTo>
                        <a:pt x="130" y="694"/>
                        <a:pt x="218" y="759"/>
                        <a:pt x="314" y="810"/>
                      </a:cubicBezTo>
                      <a:cubicBezTo>
                        <a:pt x="319" y="808"/>
                        <a:pt x="323" y="807"/>
                        <a:pt x="327" y="805"/>
                      </a:cubicBezTo>
                      <a:cubicBezTo>
                        <a:pt x="319" y="752"/>
                        <a:pt x="348" y="701"/>
                        <a:pt x="397" y="688"/>
                      </a:cubicBezTo>
                      <a:cubicBezTo>
                        <a:pt x="406" y="685"/>
                        <a:pt x="414" y="684"/>
                        <a:pt x="422" y="684"/>
                      </a:cubicBezTo>
                      <a:cubicBezTo>
                        <a:pt x="430" y="684"/>
                        <a:pt x="438" y="685"/>
                        <a:pt x="446" y="687"/>
                      </a:cubicBezTo>
                      <a:cubicBezTo>
                        <a:pt x="445" y="617"/>
                        <a:pt x="487" y="554"/>
                        <a:pt x="554" y="536"/>
                      </a:cubicBezTo>
                      <a:cubicBezTo>
                        <a:pt x="566" y="532"/>
                        <a:pt x="578" y="531"/>
                        <a:pt x="591" y="531"/>
                      </a:cubicBezTo>
                      <a:cubicBezTo>
                        <a:pt x="632" y="531"/>
                        <a:pt x="671" y="549"/>
                        <a:pt x="700" y="579"/>
                      </a:cubicBezTo>
                      <a:cubicBezTo>
                        <a:pt x="776" y="0"/>
                        <a:pt x="776" y="0"/>
                        <a:pt x="776" y="0"/>
                      </a:cubicBezTo>
                      <a:moveTo>
                        <a:pt x="948" y="0"/>
                      </a:moveTo>
                      <a:cubicBezTo>
                        <a:pt x="903" y="0"/>
                        <a:pt x="903" y="0"/>
                        <a:pt x="903" y="0"/>
                      </a:cubicBezTo>
                      <a:cubicBezTo>
                        <a:pt x="971" y="563"/>
                        <a:pt x="971" y="563"/>
                        <a:pt x="971" y="563"/>
                      </a:cubicBezTo>
                      <a:cubicBezTo>
                        <a:pt x="979" y="555"/>
                        <a:pt x="997" y="522"/>
                        <a:pt x="1008" y="519"/>
                      </a:cubicBezTo>
                      <a:cubicBezTo>
                        <a:pt x="1014" y="518"/>
                        <a:pt x="1020" y="517"/>
                        <a:pt x="1026" y="517"/>
                      </a:cubicBezTo>
                      <a:cubicBezTo>
                        <a:pt x="1058" y="517"/>
                        <a:pt x="1088" y="540"/>
                        <a:pt x="1098" y="574"/>
                      </a:cubicBezTo>
                      <a:cubicBezTo>
                        <a:pt x="1103" y="592"/>
                        <a:pt x="1094" y="638"/>
                        <a:pt x="1087" y="653"/>
                      </a:cubicBezTo>
                      <a:cubicBezTo>
                        <a:pt x="1121" y="642"/>
                        <a:pt x="1165" y="628"/>
                        <a:pt x="1211" y="628"/>
                      </a:cubicBezTo>
                      <a:cubicBezTo>
                        <a:pt x="1272" y="628"/>
                        <a:pt x="1335" y="653"/>
                        <a:pt x="1376" y="741"/>
                      </a:cubicBezTo>
                      <a:cubicBezTo>
                        <a:pt x="1382" y="755"/>
                        <a:pt x="1388" y="769"/>
                        <a:pt x="1391" y="781"/>
                      </a:cubicBezTo>
                      <a:cubicBezTo>
                        <a:pt x="1435" y="754"/>
                        <a:pt x="1477" y="725"/>
                        <a:pt x="1517" y="693"/>
                      </a:cubicBezTo>
                      <a:cubicBezTo>
                        <a:pt x="1502" y="681"/>
                        <a:pt x="1485" y="673"/>
                        <a:pt x="1466" y="669"/>
                      </a:cubicBezTo>
                      <a:cubicBezTo>
                        <a:pt x="1485" y="653"/>
                        <a:pt x="1494" y="627"/>
                        <a:pt x="1486" y="601"/>
                      </a:cubicBezTo>
                      <a:cubicBezTo>
                        <a:pt x="1478" y="571"/>
                        <a:pt x="1451" y="551"/>
                        <a:pt x="1421" y="551"/>
                      </a:cubicBezTo>
                      <a:cubicBezTo>
                        <a:pt x="1415" y="551"/>
                        <a:pt x="1409" y="552"/>
                        <a:pt x="1403" y="553"/>
                      </a:cubicBezTo>
                      <a:cubicBezTo>
                        <a:pt x="1381" y="559"/>
                        <a:pt x="1365" y="576"/>
                        <a:pt x="1358" y="595"/>
                      </a:cubicBezTo>
                      <a:cubicBezTo>
                        <a:pt x="1324" y="548"/>
                        <a:pt x="1263" y="503"/>
                        <a:pt x="1158" y="503"/>
                      </a:cubicBezTo>
                      <a:cubicBezTo>
                        <a:pt x="1158" y="503"/>
                        <a:pt x="1158" y="503"/>
                        <a:pt x="1157" y="503"/>
                      </a:cubicBezTo>
                      <a:cubicBezTo>
                        <a:pt x="1166" y="484"/>
                        <a:pt x="1168" y="463"/>
                        <a:pt x="1162" y="441"/>
                      </a:cubicBezTo>
                      <a:cubicBezTo>
                        <a:pt x="1151" y="400"/>
                        <a:pt x="1114" y="374"/>
                        <a:pt x="1074" y="374"/>
                      </a:cubicBezTo>
                      <a:cubicBezTo>
                        <a:pt x="1066" y="374"/>
                        <a:pt x="1058" y="375"/>
                        <a:pt x="1050" y="377"/>
                      </a:cubicBezTo>
                      <a:cubicBezTo>
                        <a:pt x="1035" y="381"/>
                        <a:pt x="1023" y="388"/>
                        <a:pt x="1012" y="398"/>
                      </a:cubicBezTo>
                      <a:cubicBezTo>
                        <a:pt x="948" y="0"/>
                        <a:pt x="948" y="0"/>
                        <a:pt x="948" y="0"/>
                      </a:cubicBezTo>
                    </a:path>
                  </a:pathLst>
                </a:custGeom>
                <a:solidFill>
                  <a:schemeClr val="bg1">
                    <a:lumMod val="95000"/>
                  </a:schemeClr>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a:bodyPr>
                <a:lstStyle/>
                <a:p>
                  <a:pPr algn="ctr"/>
                  <a:endParaRPr>
                    <a:cs typeface="+mn-ea"/>
                    <a:sym typeface="+mn-lt"/>
                  </a:endParaRPr>
                </a:p>
              </p:txBody>
            </p:sp>
            <p:sp>
              <p:nvSpPr>
                <p:cNvPr id="220" name="任意多边形: 形状 219"/>
                <p:cNvSpPr/>
                <p:nvPr/>
              </p:nvSpPr>
              <p:spPr bwMode="auto">
                <a:xfrm>
                  <a:off x="8721453" y="3617699"/>
                  <a:ext cx="1931781" cy="1681464"/>
                </a:xfrm>
                <a:custGeom>
                  <a:avLst/>
                  <a:gdLst>
                    <a:gd name="T0" fmla="*/ 502 w 1077"/>
                    <a:gd name="T1" fmla="*/ 0 h 938"/>
                    <a:gd name="T2" fmla="*/ 462 w 1077"/>
                    <a:gd name="T3" fmla="*/ 0 h 938"/>
                    <a:gd name="T4" fmla="*/ 386 w 1077"/>
                    <a:gd name="T5" fmla="*/ 579 h 938"/>
                    <a:gd name="T6" fmla="*/ 277 w 1077"/>
                    <a:gd name="T7" fmla="*/ 531 h 938"/>
                    <a:gd name="T8" fmla="*/ 240 w 1077"/>
                    <a:gd name="T9" fmla="*/ 536 h 938"/>
                    <a:gd name="T10" fmla="*/ 132 w 1077"/>
                    <a:gd name="T11" fmla="*/ 687 h 938"/>
                    <a:gd name="T12" fmla="*/ 108 w 1077"/>
                    <a:gd name="T13" fmla="*/ 684 h 938"/>
                    <a:gd name="T14" fmla="*/ 83 w 1077"/>
                    <a:gd name="T15" fmla="*/ 688 h 938"/>
                    <a:gd name="T16" fmla="*/ 13 w 1077"/>
                    <a:gd name="T17" fmla="*/ 805 h 938"/>
                    <a:gd name="T18" fmla="*/ 0 w 1077"/>
                    <a:gd name="T19" fmla="*/ 810 h 938"/>
                    <a:gd name="T20" fmla="*/ 296 w 1077"/>
                    <a:gd name="T21" fmla="*/ 916 h 938"/>
                    <a:gd name="T22" fmla="*/ 319 w 1077"/>
                    <a:gd name="T23" fmla="*/ 893 h 938"/>
                    <a:gd name="T24" fmla="*/ 290 w 1077"/>
                    <a:gd name="T25" fmla="*/ 838 h 938"/>
                    <a:gd name="T26" fmla="*/ 390 w 1077"/>
                    <a:gd name="T27" fmla="*/ 661 h 938"/>
                    <a:gd name="T28" fmla="*/ 428 w 1077"/>
                    <a:gd name="T29" fmla="*/ 656 h 938"/>
                    <a:gd name="T30" fmla="*/ 449 w 1077"/>
                    <a:gd name="T31" fmla="*/ 657 h 938"/>
                    <a:gd name="T32" fmla="*/ 502 w 1077"/>
                    <a:gd name="T33" fmla="*/ 0 h 938"/>
                    <a:gd name="T34" fmla="*/ 589 w 1077"/>
                    <a:gd name="T35" fmla="*/ 0 h 938"/>
                    <a:gd name="T36" fmla="*/ 544 w 1077"/>
                    <a:gd name="T37" fmla="*/ 0 h 938"/>
                    <a:gd name="T38" fmla="*/ 573 w 1077"/>
                    <a:gd name="T39" fmla="*/ 736 h 938"/>
                    <a:gd name="T40" fmla="*/ 585 w 1077"/>
                    <a:gd name="T41" fmla="*/ 732 h 938"/>
                    <a:gd name="T42" fmla="*/ 606 w 1077"/>
                    <a:gd name="T43" fmla="*/ 729 h 938"/>
                    <a:gd name="T44" fmla="*/ 683 w 1077"/>
                    <a:gd name="T45" fmla="*/ 787 h 938"/>
                    <a:gd name="T46" fmla="*/ 627 w 1077"/>
                    <a:gd name="T47" fmla="*/ 885 h 938"/>
                    <a:gd name="T48" fmla="*/ 606 w 1077"/>
                    <a:gd name="T49" fmla="*/ 888 h 938"/>
                    <a:gd name="T50" fmla="*/ 554 w 1077"/>
                    <a:gd name="T51" fmla="*/ 869 h 938"/>
                    <a:gd name="T52" fmla="*/ 471 w 1077"/>
                    <a:gd name="T53" fmla="*/ 937 h 938"/>
                    <a:gd name="T54" fmla="*/ 513 w 1077"/>
                    <a:gd name="T55" fmla="*/ 938 h 938"/>
                    <a:gd name="T56" fmla="*/ 1077 w 1077"/>
                    <a:gd name="T57" fmla="*/ 781 h 938"/>
                    <a:gd name="T58" fmla="*/ 1062 w 1077"/>
                    <a:gd name="T59" fmla="*/ 741 h 938"/>
                    <a:gd name="T60" fmla="*/ 897 w 1077"/>
                    <a:gd name="T61" fmla="*/ 628 h 938"/>
                    <a:gd name="T62" fmla="*/ 773 w 1077"/>
                    <a:gd name="T63" fmla="*/ 653 h 938"/>
                    <a:gd name="T64" fmla="*/ 784 w 1077"/>
                    <a:gd name="T65" fmla="*/ 574 h 938"/>
                    <a:gd name="T66" fmla="*/ 712 w 1077"/>
                    <a:gd name="T67" fmla="*/ 517 h 938"/>
                    <a:gd name="T68" fmla="*/ 694 w 1077"/>
                    <a:gd name="T69" fmla="*/ 519 h 938"/>
                    <a:gd name="T70" fmla="*/ 657 w 1077"/>
                    <a:gd name="T71" fmla="*/ 563 h 938"/>
                    <a:gd name="T72" fmla="*/ 589 w 1077"/>
                    <a:gd name="T73" fmla="*/ 0 h 9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077" h="938">
                      <a:moveTo>
                        <a:pt x="502" y="0"/>
                      </a:moveTo>
                      <a:cubicBezTo>
                        <a:pt x="462" y="0"/>
                        <a:pt x="462" y="0"/>
                        <a:pt x="462" y="0"/>
                      </a:cubicBezTo>
                      <a:cubicBezTo>
                        <a:pt x="386" y="579"/>
                        <a:pt x="386" y="579"/>
                        <a:pt x="386" y="579"/>
                      </a:cubicBezTo>
                      <a:cubicBezTo>
                        <a:pt x="357" y="549"/>
                        <a:pt x="318" y="531"/>
                        <a:pt x="277" y="531"/>
                      </a:cubicBezTo>
                      <a:cubicBezTo>
                        <a:pt x="264" y="531"/>
                        <a:pt x="252" y="532"/>
                        <a:pt x="240" y="536"/>
                      </a:cubicBezTo>
                      <a:cubicBezTo>
                        <a:pt x="173" y="554"/>
                        <a:pt x="131" y="617"/>
                        <a:pt x="132" y="687"/>
                      </a:cubicBezTo>
                      <a:cubicBezTo>
                        <a:pt x="124" y="685"/>
                        <a:pt x="116" y="684"/>
                        <a:pt x="108" y="684"/>
                      </a:cubicBezTo>
                      <a:cubicBezTo>
                        <a:pt x="100" y="684"/>
                        <a:pt x="92" y="685"/>
                        <a:pt x="83" y="688"/>
                      </a:cubicBezTo>
                      <a:cubicBezTo>
                        <a:pt x="34" y="701"/>
                        <a:pt x="5" y="752"/>
                        <a:pt x="13" y="805"/>
                      </a:cubicBezTo>
                      <a:cubicBezTo>
                        <a:pt x="9" y="807"/>
                        <a:pt x="5" y="808"/>
                        <a:pt x="0" y="810"/>
                      </a:cubicBezTo>
                      <a:cubicBezTo>
                        <a:pt x="92" y="859"/>
                        <a:pt x="191" y="895"/>
                        <a:pt x="296" y="916"/>
                      </a:cubicBezTo>
                      <a:cubicBezTo>
                        <a:pt x="302" y="907"/>
                        <a:pt x="310" y="900"/>
                        <a:pt x="319" y="893"/>
                      </a:cubicBezTo>
                      <a:cubicBezTo>
                        <a:pt x="306" y="878"/>
                        <a:pt x="295" y="859"/>
                        <a:pt x="290" y="838"/>
                      </a:cubicBezTo>
                      <a:cubicBezTo>
                        <a:pt x="268" y="761"/>
                        <a:pt x="313" y="682"/>
                        <a:pt x="390" y="661"/>
                      </a:cubicBezTo>
                      <a:cubicBezTo>
                        <a:pt x="403" y="657"/>
                        <a:pt x="416" y="656"/>
                        <a:pt x="428" y="656"/>
                      </a:cubicBezTo>
                      <a:cubicBezTo>
                        <a:pt x="435" y="656"/>
                        <a:pt x="442" y="656"/>
                        <a:pt x="449" y="657"/>
                      </a:cubicBezTo>
                      <a:cubicBezTo>
                        <a:pt x="502" y="0"/>
                        <a:pt x="502" y="0"/>
                        <a:pt x="502" y="0"/>
                      </a:cubicBezTo>
                      <a:moveTo>
                        <a:pt x="589" y="0"/>
                      </a:moveTo>
                      <a:cubicBezTo>
                        <a:pt x="544" y="0"/>
                        <a:pt x="544" y="0"/>
                        <a:pt x="544" y="0"/>
                      </a:cubicBezTo>
                      <a:cubicBezTo>
                        <a:pt x="573" y="736"/>
                        <a:pt x="573" y="736"/>
                        <a:pt x="573" y="736"/>
                      </a:cubicBezTo>
                      <a:cubicBezTo>
                        <a:pt x="577" y="735"/>
                        <a:pt x="581" y="733"/>
                        <a:pt x="585" y="732"/>
                      </a:cubicBezTo>
                      <a:cubicBezTo>
                        <a:pt x="592" y="730"/>
                        <a:pt x="599" y="729"/>
                        <a:pt x="606" y="729"/>
                      </a:cubicBezTo>
                      <a:cubicBezTo>
                        <a:pt x="641" y="729"/>
                        <a:pt x="673" y="752"/>
                        <a:pt x="683" y="787"/>
                      </a:cubicBezTo>
                      <a:cubicBezTo>
                        <a:pt x="695" y="830"/>
                        <a:pt x="670" y="874"/>
                        <a:pt x="627" y="885"/>
                      </a:cubicBezTo>
                      <a:cubicBezTo>
                        <a:pt x="620" y="887"/>
                        <a:pt x="613" y="888"/>
                        <a:pt x="606" y="888"/>
                      </a:cubicBezTo>
                      <a:cubicBezTo>
                        <a:pt x="587" y="888"/>
                        <a:pt x="569" y="881"/>
                        <a:pt x="554" y="869"/>
                      </a:cubicBezTo>
                      <a:cubicBezTo>
                        <a:pt x="537" y="900"/>
                        <a:pt x="508" y="925"/>
                        <a:pt x="471" y="937"/>
                      </a:cubicBezTo>
                      <a:cubicBezTo>
                        <a:pt x="485" y="938"/>
                        <a:pt x="499" y="938"/>
                        <a:pt x="513" y="938"/>
                      </a:cubicBezTo>
                      <a:cubicBezTo>
                        <a:pt x="720" y="938"/>
                        <a:pt x="913" y="881"/>
                        <a:pt x="1077" y="781"/>
                      </a:cubicBezTo>
                      <a:cubicBezTo>
                        <a:pt x="1074" y="769"/>
                        <a:pt x="1068" y="755"/>
                        <a:pt x="1062" y="741"/>
                      </a:cubicBezTo>
                      <a:cubicBezTo>
                        <a:pt x="1021" y="653"/>
                        <a:pt x="958" y="628"/>
                        <a:pt x="897" y="628"/>
                      </a:cubicBezTo>
                      <a:cubicBezTo>
                        <a:pt x="851" y="628"/>
                        <a:pt x="807" y="642"/>
                        <a:pt x="773" y="653"/>
                      </a:cubicBezTo>
                      <a:cubicBezTo>
                        <a:pt x="780" y="638"/>
                        <a:pt x="789" y="592"/>
                        <a:pt x="784" y="574"/>
                      </a:cubicBezTo>
                      <a:cubicBezTo>
                        <a:pt x="774" y="540"/>
                        <a:pt x="744" y="517"/>
                        <a:pt x="712" y="517"/>
                      </a:cubicBezTo>
                      <a:cubicBezTo>
                        <a:pt x="706" y="517"/>
                        <a:pt x="700" y="518"/>
                        <a:pt x="694" y="519"/>
                      </a:cubicBezTo>
                      <a:cubicBezTo>
                        <a:pt x="683" y="522"/>
                        <a:pt x="665" y="555"/>
                        <a:pt x="657" y="563"/>
                      </a:cubicBezTo>
                      <a:cubicBezTo>
                        <a:pt x="589" y="0"/>
                        <a:pt x="589" y="0"/>
                        <a:pt x="589" y="0"/>
                      </a:cubicBezTo>
                    </a:path>
                  </a:pathLst>
                </a:custGeom>
                <a:solidFill>
                  <a:schemeClr val="bg1">
                    <a:lumMod val="85000"/>
                  </a:schemeClr>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a:bodyPr>
                <a:lstStyle/>
                <a:p>
                  <a:pPr algn="ctr"/>
                  <a:endParaRPr>
                    <a:cs typeface="+mn-ea"/>
                    <a:sym typeface="+mn-lt"/>
                  </a:endParaRPr>
                </a:p>
              </p:txBody>
            </p:sp>
            <p:sp>
              <p:nvSpPr>
                <p:cNvPr id="221" name="任意多边形: 形状 220"/>
                <p:cNvSpPr/>
                <p:nvPr/>
              </p:nvSpPr>
              <p:spPr bwMode="auto">
                <a:xfrm>
                  <a:off x="10214276" y="3911548"/>
                  <a:ext cx="464355" cy="442587"/>
                </a:xfrm>
                <a:custGeom>
                  <a:avLst/>
                  <a:gdLst>
                    <a:gd name="T0" fmla="*/ 107 w 258"/>
                    <a:gd name="T1" fmla="*/ 0 h 247"/>
                    <a:gd name="T2" fmla="*/ 82 w 258"/>
                    <a:gd name="T3" fmla="*/ 4 h 247"/>
                    <a:gd name="T4" fmla="*/ 14 w 258"/>
                    <a:gd name="T5" fmla="*/ 123 h 247"/>
                    <a:gd name="T6" fmla="*/ 70 w 258"/>
                    <a:gd name="T7" fmla="*/ 187 h 247"/>
                    <a:gd name="T8" fmla="*/ 69 w 258"/>
                    <a:gd name="T9" fmla="*/ 214 h 247"/>
                    <a:gd name="T10" fmla="*/ 111 w 258"/>
                    <a:gd name="T11" fmla="*/ 247 h 247"/>
                    <a:gd name="T12" fmla="*/ 123 w 258"/>
                    <a:gd name="T13" fmla="*/ 245 h 247"/>
                    <a:gd name="T14" fmla="*/ 154 w 258"/>
                    <a:gd name="T15" fmla="*/ 215 h 247"/>
                    <a:gd name="T16" fmla="*/ 199 w 258"/>
                    <a:gd name="T17" fmla="*/ 240 h 247"/>
                    <a:gd name="T18" fmla="*/ 213 w 258"/>
                    <a:gd name="T19" fmla="*/ 238 h 247"/>
                    <a:gd name="T20" fmla="*/ 250 w 258"/>
                    <a:gd name="T21" fmla="*/ 173 h 247"/>
                    <a:gd name="T22" fmla="*/ 199 w 258"/>
                    <a:gd name="T23" fmla="*/ 135 h 247"/>
                    <a:gd name="T24" fmla="*/ 196 w 258"/>
                    <a:gd name="T25" fmla="*/ 135 h 247"/>
                    <a:gd name="T26" fmla="*/ 201 w 258"/>
                    <a:gd name="T27" fmla="*/ 72 h 247"/>
                    <a:gd name="T28" fmla="*/ 107 w 258"/>
                    <a:gd name="T29"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58" h="247">
                      <a:moveTo>
                        <a:pt x="107" y="0"/>
                      </a:moveTo>
                      <a:cubicBezTo>
                        <a:pt x="99" y="0"/>
                        <a:pt x="90" y="2"/>
                        <a:pt x="82" y="4"/>
                      </a:cubicBezTo>
                      <a:cubicBezTo>
                        <a:pt x="30" y="18"/>
                        <a:pt x="0" y="71"/>
                        <a:pt x="14" y="123"/>
                      </a:cubicBezTo>
                      <a:cubicBezTo>
                        <a:pt x="22" y="153"/>
                        <a:pt x="44" y="176"/>
                        <a:pt x="70" y="187"/>
                      </a:cubicBezTo>
                      <a:cubicBezTo>
                        <a:pt x="67" y="195"/>
                        <a:pt x="66" y="205"/>
                        <a:pt x="69" y="214"/>
                      </a:cubicBezTo>
                      <a:cubicBezTo>
                        <a:pt x="74" y="234"/>
                        <a:pt x="92" y="247"/>
                        <a:pt x="111" y="247"/>
                      </a:cubicBezTo>
                      <a:cubicBezTo>
                        <a:pt x="115" y="247"/>
                        <a:pt x="119" y="246"/>
                        <a:pt x="123" y="245"/>
                      </a:cubicBezTo>
                      <a:cubicBezTo>
                        <a:pt x="138" y="241"/>
                        <a:pt x="150" y="229"/>
                        <a:pt x="154" y="215"/>
                      </a:cubicBezTo>
                      <a:cubicBezTo>
                        <a:pt x="163" y="231"/>
                        <a:pt x="181" y="240"/>
                        <a:pt x="199" y="240"/>
                      </a:cubicBezTo>
                      <a:cubicBezTo>
                        <a:pt x="204" y="240"/>
                        <a:pt x="208" y="240"/>
                        <a:pt x="213" y="238"/>
                      </a:cubicBezTo>
                      <a:cubicBezTo>
                        <a:pt x="241" y="231"/>
                        <a:pt x="258" y="202"/>
                        <a:pt x="250" y="173"/>
                      </a:cubicBezTo>
                      <a:cubicBezTo>
                        <a:pt x="243" y="150"/>
                        <a:pt x="222" y="135"/>
                        <a:pt x="199" y="135"/>
                      </a:cubicBezTo>
                      <a:cubicBezTo>
                        <a:pt x="198" y="135"/>
                        <a:pt x="197" y="135"/>
                        <a:pt x="196" y="135"/>
                      </a:cubicBezTo>
                      <a:cubicBezTo>
                        <a:pt x="205" y="115"/>
                        <a:pt x="207" y="93"/>
                        <a:pt x="201" y="72"/>
                      </a:cubicBezTo>
                      <a:cubicBezTo>
                        <a:pt x="189" y="29"/>
                        <a:pt x="150" y="0"/>
                        <a:pt x="107" y="0"/>
                      </a:cubicBezTo>
                    </a:path>
                  </a:pathLst>
                </a:custGeom>
                <a:solidFill>
                  <a:schemeClr val="bg1">
                    <a:lumMod val="85000"/>
                  </a:schemeClr>
                </a:solidFill>
                <a:ln>
                  <a:noFill/>
                </a:ln>
              </p:spPr>
              <p:txBody>
                <a:bodyPr wrap="square" lIns="91440" tIns="45720" rIns="91440" bIns="45720" anchor="ctr">
                  <a:normAutofit fontScale="92500" lnSpcReduction="10000"/>
                </a:bodyPr>
                <a:lstStyle/>
                <a:p>
                  <a:pPr algn="ctr"/>
                  <a:endParaRPr>
                    <a:cs typeface="+mn-ea"/>
                    <a:sym typeface="+mn-lt"/>
                  </a:endParaRPr>
                </a:p>
              </p:txBody>
            </p:sp>
            <p:sp>
              <p:nvSpPr>
                <p:cNvPr id="222" name="任意多边形: 形状 221"/>
                <p:cNvSpPr/>
                <p:nvPr/>
              </p:nvSpPr>
              <p:spPr bwMode="auto">
                <a:xfrm>
                  <a:off x="8614436" y="4056659"/>
                  <a:ext cx="429890" cy="368218"/>
                </a:xfrm>
                <a:custGeom>
                  <a:avLst/>
                  <a:gdLst>
                    <a:gd name="T0" fmla="*/ 79 w 239"/>
                    <a:gd name="T1" fmla="*/ 0 h 205"/>
                    <a:gd name="T2" fmla="*/ 63 w 239"/>
                    <a:gd name="T3" fmla="*/ 2 h 205"/>
                    <a:gd name="T4" fmla="*/ 21 w 239"/>
                    <a:gd name="T5" fmla="*/ 76 h 205"/>
                    <a:gd name="T6" fmla="*/ 24 w 239"/>
                    <a:gd name="T7" fmla="*/ 84 h 205"/>
                    <a:gd name="T8" fmla="*/ 5 w 239"/>
                    <a:gd name="T9" fmla="*/ 136 h 205"/>
                    <a:gd name="T10" fmla="*/ 52 w 239"/>
                    <a:gd name="T11" fmla="*/ 172 h 205"/>
                    <a:gd name="T12" fmla="*/ 65 w 239"/>
                    <a:gd name="T13" fmla="*/ 170 h 205"/>
                    <a:gd name="T14" fmla="*/ 78 w 239"/>
                    <a:gd name="T15" fmla="*/ 164 h 205"/>
                    <a:gd name="T16" fmla="*/ 149 w 239"/>
                    <a:gd name="T17" fmla="*/ 205 h 205"/>
                    <a:gd name="T18" fmla="*/ 170 w 239"/>
                    <a:gd name="T19" fmla="*/ 202 h 205"/>
                    <a:gd name="T20" fmla="*/ 227 w 239"/>
                    <a:gd name="T21" fmla="*/ 102 h 205"/>
                    <a:gd name="T22" fmla="*/ 149 w 239"/>
                    <a:gd name="T23" fmla="*/ 42 h 205"/>
                    <a:gd name="T24" fmla="*/ 136 w 239"/>
                    <a:gd name="T25" fmla="*/ 43 h 205"/>
                    <a:gd name="T26" fmla="*/ 79 w 239"/>
                    <a:gd name="T27" fmla="*/ 0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39" h="205">
                      <a:moveTo>
                        <a:pt x="79" y="0"/>
                      </a:moveTo>
                      <a:cubicBezTo>
                        <a:pt x="74" y="0"/>
                        <a:pt x="68" y="1"/>
                        <a:pt x="63" y="2"/>
                      </a:cubicBezTo>
                      <a:cubicBezTo>
                        <a:pt x="31" y="11"/>
                        <a:pt x="12" y="44"/>
                        <a:pt x="21" y="76"/>
                      </a:cubicBezTo>
                      <a:cubicBezTo>
                        <a:pt x="22" y="79"/>
                        <a:pt x="23" y="82"/>
                        <a:pt x="24" y="84"/>
                      </a:cubicBezTo>
                      <a:cubicBezTo>
                        <a:pt x="8" y="96"/>
                        <a:pt x="0" y="116"/>
                        <a:pt x="5" y="136"/>
                      </a:cubicBezTo>
                      <a:cubicBezTo>
                        <a:pt x="11" y="158"/>
                        <a:pt x="31" y="172"/>
                        <a:pt x="52" y="172"/>
                      </a:cubicBezTo>
                      <a:cubicBezTo>
                        <a:pt x="56" y="172"/>
                        <a:pt x="61" y="171"/>
                        <a:pt x="65" y="170"/>
                      </a:cubicBezTo>
                      <a:cubicBezTo>
                        <a:pt x="70" y="169"/>
                        <a:pt x="74" y="167"/>
                        <a:pt x="78" y="164"/>
                      </a:cubicBezTo>
                      <a:cubicBezTo>
                        <a:pt x="93" y="189"/>
                        <a:pt x="120" y="205"/>
                        <a:pt x="149" y="205"/>
                      </a:cubicBezTo>
                      <a:cubicBezTo>
                        <a:pt x="156" y="205"/>
                        <a:pt x="163" y="204"/>
                        <a:pt x="170" y="202"/>
                      </a:cubicBezTo>
                      <a:cubicBezTo>
                        <a:pt x="213" y="190"/>
                        <a:pt x="239" y="145"/>
                        <a:pt x="227" y="102"/>
                      </a:cubicBezTo>
                      <a:cubicBezTo>
                        <a:pt x="217" y="66"/>
                        <a:pt x="184" y="42"/>
                        <a:pt x="149" y="42"/>
                      </a:cubicBezTo>
                      <a:cubicBezTo>
                        <a:pt x="145" y="42"/>
                        <a:pt x="141" y="43"/>
                        <a:pt x="136" y="43"/>
                      </a:cubicBezTo>
                      <a:cubicBezTo>
                        <a:pt x="129" y="17"/>
                        <a:pt x="105" y="0"/>
                        <a:pt x="79" y="0"/>
                      </a:cubicBezTo>
                    </a:path>
                  </a:pathLst>
                </a:custGeom>
                <a:solidFill>
                  <a:schemeClr val="bg1">
                    <a:lumMod val="85000"/>
                  </a:schemeClr>
                </a:solidFill>
                <a:ln>
                  <a:noFill/>
                </a:ln>
              </p:spPr>
              <p:txBody>
                <a:bodyPr wrap="square" lIns="91440" tIns="45720" rIns="91440" bIns="45720" anchor="ctr">
                  <a:normAutofit fontScale="85000" lnSpcReduction="20000"/>
                </a:bodyPr>
                <a:lstStyle/>
                <a:p>
                  <a:pPr algn="ctr"/>
                  <a:endParaRPr>
                    <a:cs typeface="+mn-ea"/>
                    <a:sym typeface="+mn-lt"/>
                  </a:endParaRPr>
                </a:p>
              </p:txBody>
            </p:sp>
            <p:sp>
              <p:nvSpPr>
                <p:cNvPr id="223" name="任意多边形: 形状 222"/>
                <p:cNvSpPr/>
                <p:nvPr/>
              </p:nvSpPr>
              <p:spPr bwMode="auto">
                <a:xfrm>
                  <a:off x="8861126" y="3748299"/>
                  <a:ext cx="163248" cy="148737"/>
                </a:xfrm>
                <a:custGeom>
                  <a:avLst/>
                  <a:gdLst>
                    <a:gd name="T0" fmla="*/ 45 w 91"/>
                    <a:gd name="T1" fmla="*/ 0 h 83"/>
                    <a:gd name="T2" fmla="*/ 34 w 91"/>
                    <a:gd name="T3" fmla="*/ 2 h 83"/>
                    <a:gd name="T4" fmla="*/ 6 w 91"/>
                    <a:gd name="T5" fmla="*/ 52 h 83"/>
                    <a:gd name="T6" fmla="*/ 45 w 91"/>
                    <a:gd name="T7" fmla="*/ 83 h 83"/>
                    <a:gd name="T8" fmla="*/ 56 w 91"/>
                    <a:gd name="T9" fmla="*/ 81 h 83"/>
                    <a:gd name="T10" fmla="*/ 85 w 91"/>
                    <a:gd name="T11" fmla="*/ 30 h 83"/>
                    <a:gd name="T12" fmla="*/ 45 w 91"/>
                    <a:gd name="T13" fmla="*/ 0 h 83"/>
                  </a:gdLst>
                  <a:ahLst/>
                  <a:cxnLst>
                    <a:cxn ang="0">
                      <a:pos x="T0" y="T1"/>
                    </a:cxn>
                    <a:cxn ang="0">
                      <a:pos x="T2" y="T3"/>
                    </a:cxn>
                    <a:cxn ang="0">
                      <a:pos x="T4" y="T5"/>
                    </a:cxn>
                    <a:cxn ang="0">
                      <a:pos x="T6" y="T7"/>
                    </a:cxn>
                    <a:cxn ang="0">
                      <a:pos x="T8" y="T9"/>
                    </a:cxn>
                    <a:cxn ang="0">
                      <a:pos x="T10" y="T11"/>
                    </a:cxn>
                    <a:cxn ang="0">
                      <a:pos x="T12" y="T13"/>
                    </a:cxn>
                  </a:cxnLst>
                  <a:rect l="0" t="0" r="r" b="b"/>
                  <a:pathLst>
                    <a:path w="91" h="83">
                      <a:moveTo>
                        <a:pt x="45" y="0"/>
                      </a:moveTo>
                      <a:cubicBezTo>
                        <a:pt x="42" y="0"/>
                        <a:pt x="38" y="1"/>
                        <a:pt x="34" y="2"/>
                      </a:cubicBezTo>
                      <a:cubicBezTo>
                        <a:pt x="12" y="8"/>
                        <a:pt x="0" y="30"/>
                        <a:pt x="6" y="52"/>
                      </a:cubicBezTo>
                      <a:cubicBezTo>
                        <a:pt x="11" y="71"/>
                        <a:pt x="27" y="83"/>
                        <a:pt x="45" y="83"/>
                      </a:cubicBezTo>
                      <a:cubicBezTo>
                        <a:pt x="49" y="83"/>
                        <a:pt x="53" y="82"/>
                        <a:pt x="56" y="81"/>
                      </a:cubicBezTo>
                      <a:cubicBezTo>
                        <a:pt x="78" y="75"/>
                        <a:pt x="91" y="52"/>
                        <a:pt x="85" y="30"/>
                      </a:cubicBezTo>
                      <a:cubicBezTo>
                        <a:pt x="80" y="12"/>
                        <a:pt x="64" y="0"/>
                        <a:pt x="45" y="0"/>
                      </a:cubicBezTo>
                    </a:path>
                  </a:pathLst>
                </a:custGeom>
                <a:solidFill>
                  <a:schemeClr val="bg1">
                    <a:lumMod val="85000"/>
                  </a:schemeClr>
                </a:solidFill>
                <a:ln>
                  <a:noFill/>
                </a:ln>
              </p:spPr>
              <p:txBody>
                <a:bodyPr wrap="square" lIns="91440" tIns="45720" rIns="91440" bIns="45720" anchor="ctr">
                  <a:normAutofit fontScale="25000" lnSpcReduction="20000"/>
                </a:bodyPr>
                <a:lstStyle/>
                <a:p>
                  <a:pPr algn="ctr"/>
                  <a:endParaRPr>
                    <a:cs typeface="+mn-ea"/>
                    <a:sym typeface="+mn-lt"/>
                  </a:endParaRPr>
                </a:p>
              </p:txBody>
            </p:sp>
            <p:sp>
              <p:nvSpPr>
                <p:cNvPr id="224" name="任意多边形: 形状 223"/>
                <p:cNvSpPr/>
                <p:nvPr/>
              </p:nvSpPr>
              <p:spPr bwMode="auto">
                <a:xfrm>
                  <a:off x="10346691" y="3639467"/>
                  <a:ext cx="163248" cy="150553"/>
                </a:xfrm>
                <a:custGeom>
                  <a:avLst/>
                  <a:gdLst>
                    <a:gd name="T0" fmla="*/ 45 w 91"/>
                    <a:gd name="T1" fmla="*/ 0 h 83"/>
                    <a:gd name="T2" fmla="*/ 34 w 91"/>
                    <a:gd name="T3" fmla="*/ 2 h 83"/>
                    <a:gd name="T4" fmla="*/ 6 w 91"/>
                    <a:gd name="T5" fmla="*/ 52 h 83"/>
                    <a:gd name="T6" fmla="*/ 45 w 91"/>
                    <a:gd name="T7" fmla="*/ 83 h 83"/>
                    <a:gd name="T8" fmla="*/ 56 w 91"/>
                    <a:gd name="T9" fmla="*/ 81 h 83"/>
                    <a:gd name="T10" fmla="*/ 85 w 91"/>
                    <a:gd name="T11" fmla="*/ 30 h 83"/>
                    <a:gd name="T12" fmla="*/ 45 w 91"/>
                    <a:gd name="T13" fmla="*/ 0 h 83"/>
                  </a:gdLst>
                  <a:ahLst/>
                  <a:cxnLst>
                    <a:cxn ang="0">
                      <a:pos x="T0" y="T1"/>
                    </a:cxn>
                    <a:cxn ang="0">
                      <a:pos x="T2" y="T3"/>
                    </a:cxn>
                    <a:cxn ang="0">
                      <a:pos x="T4" y="T5"/>
                    </a:cxn>
                    <a:cxn ang="0">
                      <a:pos x="T6" y="T7"/>
                    </a:cxn>
                    <a:cxn ang="0">
                      <a:pos x="T8" y="T9"/>
                    </a:cxn>
                    <a:cxn ang="0">
                      <a:pos x="T10" y="T11"/>
                    </a:cxn>
                    <a:cxn ang="0">
                      <a:pos x="T12" y="T13"/>
                    </a:cxn>
                  </a:cxnLst>
                  <a:rect l="0" t="0" r="r" b="b"/>
                  <a:pathLst>
                    <a:path w="91" h="83">
                      <a:moveTo>
                        <a:pt x="45" y="0"/>
                      </a:moveTo>
                      <a:cubicBezTo>
                        <a:pt x="42" y="0"/>
                        <a:pt x="38" y="1"/>
                        <a:pt x="34" y="2"/>
                      </a:cubicBezTo>
                      <a:cubicBezTo>
                        <a:pt x="12" y="8"/>
                        <a:pt x="0" y="30"/>
                        <a:pt x="6" y="52"/>
                      </a:cubicBezTo>
                      <a:cubicBezTo>
                        <a:pt x="11" y="71"/>
                        <a:pt x="27" y="83"/>
                        <a:pt x="45" y="83"/>
                      </a:cubicBezTo>
                      <a:cubicBezTo>
                        <a:pt x="49" y="83"/>
                        <a:pt x="53" y="82"/>
                        <a:pt x="56" y="81"/>
                      </a:cubicBezTo>
                      <a:cubicBezTo>
                        <a:pt x="78" y="75"/>
                        <a:pt x="91" y="52"/>
                        <a:pt x="85" y="30"/>
                      </a:cubicBezTo>
                      <a:cubicBezTo>
                        <a:pt x="80" y="12"/>
                        <a:pt x="63" y="0"/>
                        <a:pt x="45" y="0"/>
                      </a:cubicBezTo>
                    </a:path>
                  </a:pathLst>
                </a:custGeom>
                <a:solidFill>
                  <a:schemeClr val="bg1">
                    <a:lumMod val="85000"/>
                  </a:schemeClr>
                </a:solidFill>
                <a:ln>
                  <a:noFill/>
                </a:ln>
              </p:spPr>
              <p:txBody>
                <a:bodyPr wrap="square" lIns="91440" tIns="45720" rIns="91440" bIns="45720" anchor="ctr">
                  <a:normAutofit fontScale="25000" lnSpcReduction="20000"/>
                </a:bodyPr>
                <a:lstStyle/>
                <a:p>
                  <a:pPr algn="ctr"/>
                  <a:endParaRPr>
                    <a:cs typeface="+mn-ea"/>
                    <a:sym typeface="+mn-lt"/>
                  </a:endParaRPr>
                </a:p>
              </p:txBody>
            </p:sp>
            <p:sp>
              <p:nvSpPr>
                <p:cNvPr id="225" name="任意多边形: 形状 224"/>
                <p:cNvSpPr/>
                <p:nvPr/>
              </p:nvSpPr>
              <p:spPr bwMode="auto">
                <a:xfrm>
                  <a:off x="8768617" y="3907920"/>
                  <a:ext cx="97950" cy="87067"/>
                </a:xfrm>
                <a:custGeom>
                  <a:avLst/>
                  <a:gdLst>
                    <a:gd name="T0" fmla="*/ 27 w 54"/>
                    <a:gd name="T1" fmla="*/ 0 h 49"/>
                    <a:gd name="T2" fmla="*/ 21 w 54"/>
                    <a:gd name="T3" fmla="*/ 1 h 49"/>
                    <a:gd name="T4" fmla="*/ 4 w 54"/>
                    <a:gd name="T5" fmla="*/ 31 h 49"/>
                    <a:gd name="T6" fmla="*/ 27 w 54"/>
                    <a:gd name="T7" fmla="*/ 49 h 49"/>
                    <a:gd name="T8" fmla="*/ 33 w 54"/>
                    <a:gd name="T9" fmla="*/ 48 h 49"/>
                    <a:gd name="T10" fmla="*/ 50 w 54"/>
                    <a:gd name="T11" fmla="*/ 18 h 49"/>
                    <a:gd name="T12" fmla="*/ 27 w 54"/>
                    <a:gd name="T13" fmla="*/ 0 h 49"/>
                  </a:gdLst>
                  <a:ahLst/>
                  <a:cxnLst>
                    <a:cxn ang="0">
                      <a:pos x="T0" y="T1"/>
                    </a:cxn>
                    <a:cxn ang="0">
                      <a:pos x="T2" y="T3"/>
                    </a:cxn>
                    <a:cxn ang="0">
                      <a:pos x="T4" y="T5"/>
                    </a:cxn>
                    <a:cxn ang="0">
                      <a:pos x="T6" y="T7"/>
                    </a:cxn>
                    <a:cxn ang="0">
                      <a:pos x="T8" y="T9"/>
                    </a:cxn>
                    <a:cxn ang="0">
                      <a:pos x="T10" y="T11"/>
                    </a:cxn>
                    <a:cxn ang="0">
                      <a:pos x="T12" y="T13"/>
                    </a:cxn>
                  </a:cxnLst>
                  <a:rect l="0" t="0" r="r" b="b"/>
                  <a:pathLst>
                    <a:path w="54" h="49">
                      <a:moveTo>
                        <a:pt x="27" y="0"/>
                      </a:moveTo>
                      <a:cubicBezTo>
                        <a:pt x="25" y="0"/>
                        <a:pt x="23" y="0"/>
                        <a:pt x="21" y="1"/>
                      </a:cubicBezTo>
                      <a:cubicBezTo>
                        <a:pt x="8" y="5"/>
                        <a:pt x="0" y="18"/>
                        <a:pt x="4" y="31"/>
                      </a:cubicBezTo>
                      <a:cubicBezTo>
                        <a:pt x="6" y="42"/>
                        <a:pt x="16" y="49"/>
                        <a:pt x="27" y="49"/>
                      </a:cubicBezTo>
                      <a:cubicBezTo>
                        <a:pt x="29" y="49"/>
                        <a:pt x="31" y="49"/>
                        <a:pt x="33" y="48"/>
                      </a:cubicBezTo>
                      <a:cubicBezTo>
                        <a:pt x="46" y="44"/>
                        <a:pt x="54" y="31"/>
                        <a:pt x="50" y="18"/>
                      </a:cubicBezTo>
                      <a:cubicBezTo>
                        <a:pt x="47" y="7"/>
                        <a:pt x="38" y="0"/>
                        <a:pt x="27" y="0"/>
                      </a:cubicBezTo>
                    </a:path>
                  </a:pathLst>
                </a:custGeom>
                <a:solidFill>
                  <a:schemeClr val="bg1">
                    <a:lumMod val="85000"/>
                  </a:schemeClr>
                </a:solidFill>
                <a:ln>
                  <a:noFill/>
                </a:ln>
              </p:spPr>
              <p:txBody>
                <a:bodyPr wrap="square" lIns="91440" tIns="45720" rIns="91440" bIns="45720" anchor="ctr">
                  <a:normAutofit fontScale="25000" lnSpcReduction="20000"/>
                </a:bodyPr>
                <a:lstStyle/>
                <a:p>
                  <a:pPr algn="ctr"/>
                  <a:endParaRPr>
                    <a:cs typeface="+mn-ea"/>
                    <a:sym typeface="+mn-lt"/>
                  </a:endParaRPr>
                </a:p>
              </p:txBody>
            </p:sp>
            <p:sp>
              <p:nvSpPr>
                <p:cNvPr id="226" name="任意多边形: 形状 225"/>
                <p:cNvSpPr/>
                <p:nvPr/>
              </p:nvSpPr>
              <p:spPr bwMode="auto">
                <a:xfrm>
                  <a:off x="10529892" y="3748299"/>
                  <a:ext cx="97950" cy="85251"/>
                </a:xfrm>
                <a:custGeom>
                  <a:avLst/>
                  <a:gdLst>
                    <a:gd name="T0" fmla="*/ 27 w 54"/>
                    <a:gd name="T1" fmla="*/ 0 h 48"/>
                    <a:gd name="T2" fmla="*/ 20 w 54"/>
                    <a:gd name="T3" fmla="*/ 0 h 48"/>
                    <a:gd name="T4" fmla="*/ 3 w 54"/>
                    <a:gd name="T5" fmla="*/ 30 h 48"/>
                    <a:gd name="T6" fmla="*/ 27 w 54"/>
                    <a:gd name="T7" fmla="*/ 48 h 48"/>
                    <a:gd name="T8" fmla="*/ 33 w 54"/>
                    <a:gd name="T9" fmla="*/ 47 h 48"/>
                    <a:gd name="T10" fmla="*/ 50 w 54"/>
                    <a:gd name="T11" fmla="*/ 17 h 48"/>
                    <a:gd name="T12" fmla="*/ 27 w 54"/>
                    <a:gd name="T13" fmla="*/ 0 h 48"/>
                  </a:gdLst>
                  <a:ahLst/>
                  <a:cxnLst>
                    <a:cxn ang="0">
                      <a:pos x="T0" y="T1"/>
                    </a:cxn>
                    <a:cxn ang="0">
                      <a:pos x="T2" y="T3"/>
                    </a:cxn>
                    <a:cxn ang="0">
                      <a:pos x="T4" y="T5"/>
                    </a:cxn>
                    <a:cxn ang="0">
                      <a:pos x="T6" y="T7"/>
                    </a:cxn>
                    <a:cxn ang="0">
                      <a:pos x="T8" y="T9"/>
                    </a:cxn>
                    <a:cxn ang="0">
                      <a:pos x="T10" y="T11"/>
                    </a:cxn>
                    <a:cxn ang="0">
                      <a:pos x="T12" y="T13"/>
                    </a:cxn>
                  </a:cxnLst>
                  <a:rect l="0" t="0" r="r" b="b"/>
                  <a:pathLst>
                    <a:path w="54" h="48">
                      <a:moveTo>
                        <a:pt x="27" y="0"/>
                      </a:moveTo>
                      <a:cubicBezTo>
                        <a:pt x="25" y="0"/>
                        <a:pt x="23" y="0"/>
                        <a:pt x="20" y="0"/>
                      </a:cubicBezTo>
                      <a:cubicBezTo>
                        <a:pt x="7" y="4"/>
                        <a:pt x="0" y="17"/>
                        <a:pt x="3" y="30"/>
                      </a:cubicBezTo>
                      <a:cubicBezTo>
                        <a:pt x="6" y="41"/>
                        <a:pt x="16" y="48"/>
                        <a:pt x="27" y="48"/>
                      </a:cubicBezTo>
                      <a:cubicBezTo>
                        <a:pt x="29" y="48"/>
                        <a:pt x="31" y="48"/>
                        <a:pt x="33" y="47"/>
                      </a:cubicBezTo>
                      <a:cubicBezTo>
                        <a:pt x="46" y="44"/>
                        <a:pt x="54" y="30"/>
                        <a:pt x="50" y="17"/>
                      </a:cubicBezTo>
                      <a:cubicBezTo>
                        <a:pt x="47" y="7"/>
                        <a:pt x="38" y="0"/>
                        <a:pt x="27" y="0"/>
                      </a:cubicBezTo>
                    </a:path>
                  </a:pathLst>
                </a:custGeom>
                <a:solidFill>
                  <a:schemeClr val="bg1">
                    <a:lumMod val="85000"/>
                  </a:schemeClr>
                </a:solidFill>
                <a:ln>
                  <a:noFill/>
                </a:ln>
              </p:spPr>
              <p:txBody>
                <a:bodyPr wrap="square" lIns="91440" tIns="45720" rIns="91440" bIns="45720" anchor="ctr">
                  <a:normAutofit fontScale="25000" lnSpcReduction="20000"/>
                </a:bodyPr>
                <a:lstStyle/>
                <a:p>
                  <a:pPr algn="ctr"/>
                  <a:endParaRPr>
                    <a:cs typeface="+mn-ea"/>
                    <a:sym typeface="+mn-lt"/>
                  </a:endParaRPr>
                </a:p>
              </p:txBody>
            </p:sp>
            <p:sp>
              <p:nvSpPr>
                <p:cNvPr id="227" name="任意多边形: 形状 226"/>
                <p:cNvSpPr/>
                <p:nvPr/>
              </p:nvSpPr>
              <p:spPr bwMode="auto">
                <a:xfrm>
                  <a:off x="9202133" y="3617699"/>
                  <a:ext cx="765458" cy="1679652"/>
                </a:xfrm>
                <a:custGeom>
                  <a:avLst/>
                  <a:gdLst>
                    <a:gd name="T0" fmla="*/ 276 w 427"/>
                    <a:gd name="T1" fmla="*/ 0 h 937"/>
                    <a:gd name="T2" fmla="*/ 234 w 427"/>
                    <a:gd name="T3" fmla="*/ 0 h 937"/>
                    <a:gd name="T4" fmla="*/ 181 w 427"/>
                    <a:gd name="T5" fmla="*/ 657 h 937"/>
                    <a:gd name="T6" fmla="*/ 160 w 427"/>
                    <a:gd name="T7" fmla="*/ 656 h 937"/>
                    <a:gd name="T8" fmla="*/ 122 w 427"/>
                    <a:gd name="T9" fmla="*/ 661 h 937"/>
                    <a:gd name="T10" fmla="*/ 22 w 427"/>
                    <a:gd name="T11" fmla="*/ 838 h 937"/>
                    <a:gd name="T12" fmla="*/ 51 w 427"/>
                    <a:gd name="T13" fmla="*/ 893 h 937"/>
                    <a:gd name="T14" fmla="*/ 28 w 427"/>
                    <a:gd name="T15" fmla="*/ 916 h 937"/>
                    <a:gd name="T16" fmla="*/ 203 w 427"/>
                    <a:gd name="T17" fmla="*/ 937 h 937"/>
                    <a:gd name="T18" fmla="*/ 286 w 427"/>
                    <a:gd name="T19" fmla="*/ 869 h 937"/>
                    <a:gd name="T20" fmla="*/ 338 w 427"/>
                    <a:gd name="T21" fmla="*/ 888 h 937"/>
                    <a:gd name="T22" fmla="*/ 359 w 427"/>
                    <a:gd name="T23" fmla="*/ 885 h 937"/>
                    <a:gd name="T24" fmla="*/ 415 w 427"/>
                    <a:gd name="T25" fmla="*/ 787 h 937"/>
                    <a:gd name="T26" fmla="*/ 338 w 427"/>
                    <a:gd name="T27" fmla="*/ 729 h 937"/>
                    <a:gd name="T28" fmla="*/ 317 w 427"/>
                    <a:gd name="T29" fmla="*/ 732 h 937"/>
                    <a:gd name="T30" fmla="*/ 305 w 427"/>
                    <a:gd name="T31" fmla="*/ 736 h 937"/>
                    <a:gd name="T32" fmla="*/ 276 w 427"/>
                    <a:gd name="T33" fmla="*/ 0 h 9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7" h="937">
                      <a:moveTo>
                        <a:pt x="276" y="0"/>
                      </a:moveTo>
                      <a:cubicBezTo>
                        <a:pt x="234" y="0"/>
                        <a:pt x="234" y="0"/>
                        <a:pt x="234" y="0"/>
                      </a:cubicBezTo>
                      <a:cubicBezTo>
                        <a:pt x="181" y="657"/>
                        <a:pt x="181" y="657"/>
                        <a:pt x="181" y="657"/>
                      </a:cubicBezTo>
                      <a:cubicBezTo>
                        <a:pt x="174" y="656"/>
                        <a:pt x="167" y="656"/>
                        <a:pt x="160" y="656"/>
                      </a:cubicBezTo>
                      <a:cubicBezTo>
                        <a:pt x="148" y="656"/>
                        <a:pt x="135" y="657"/>
                        <a:pt x="122" y="661"/>
                      </a:cubicBezTo>
                      <a:cubicBezTo>
                        <a:pt x="45" y="682"/>
                        <a:pt x="0" y="761"/>
                        <a:pt x="22" y="838"/>
                      </a:cubicBezTo>
                      <a:cubicBezTo>
                        <a:pt x="27" y="859"/>
                        <a:pt x="38" y="878"/>
                        <a:pt x="51" y="893"/>
                      </a:cubicBezTo>
                      <a:cubicBezTo>
                        <a:pt x="42" y="900"/>
                        <a:pt x="34" y="907"/>
                        <a:pt x="28" y="916"/>
                      </a:cubicBezTo>
                      <a:cubicBezTo>
                        <a:pt x="85" y="928"/>
                        <a:pt x="144" y="935"/>
                        <a:pt x="203" y="937"/>
                      </a:cubicBezTo>
                      <a:cubicBezTo>
                        <a:pt x="240" y="925"/>
                        <a:pt x="269" y="900"/>
                        <a:pt x="286" y="869"/>
                      </a:cubicBezTo>
                      <a:cubicBezTo>
                        <a:pt x="301" y="881"/>
                        <a:pt x="319" y="888"/>
                        <a:pt x="338" y="888"/>
                      </a:cubicBezTo>
                      <a:cubicBezTo>
                        <a:pt x="345" y="888"/>
                        <a:pt x="352" y="887"/>
                        <a:pt x="359" y="885"/>
                      </a:cubicBezTo>
                      <a:cubicBezTo>
                        <a:pt x="402" y="874"/>
                        <a:pt x="427" y="830"/>
                        <a:pt x="415" y="787"/>
                      </a:cubicBezTo>
                      <a:cubicBezTo>
                        <a:pt x="405" y="752"/>
                        <a:pt x="373" y="729"/>
                        <a:pt x="338" y="729"/>
                      </a:cubicBezTo>
                      <a:cubicBezTo>
                        <a:pt x="331" y="729"/>
                        <a:pt x="324" y="730"/>
                        <a:pt x="317" y="732"/>
                      </a:cubicBezTo>
                      <a:cubicBezTo>
                        <a:pt x="313" y="733"/>
                        <a:pt x="309" y="735"/>
                        <a:pt x="305" y="736"/>
                      </a:cubicBezTo>
                      <a:cubicBezTo>
                        <a:pt x="276" y="0"/>
                        <a:pt x="276" y="0"/>
                        <a:pt x="276" y="0"/>
                      </a:cubicBezTo>
                    </a:path>
                  </a:pathLst>
                </a:custGeom>
                <a:solidFill>
                  <a:schemeClr val="bg1">
                    <a:lumMod val="75000"/>
                  </a:schemeClr>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a:bodyPr>
                <a:lstStyle/>
                <a:p>
                  <a:pPr algn="ctr"/>
                  <a:endParaRPr>
                    <a:cs typeface="+mn-ea"/>
                    <a:sym typeface="+mn-lt"/>
                  </a:endParaRPr>
                </a:p>
              </p:txBody>
            </p:sp>
            <p:sp>
              <p:nvSpPr>
                <p:cNvPr id="228" name="任意多边形: 形状 227"/>
                <p:cNvSpPr/>
                <p:nvPr/>
              </p:nvSpPr>
              <p:spPr bwMode="auto">
                <a:xfrm>
                  <a:off x="9621140" y="3517936"/>
                  <a:ext cx="76183" cy="99763"/>
                </a:xfrm>
                <a:custGeom>
                  <a:avLst/>
                  <a:gdLst>
                    <a:gd name="T0" fmla="*/ 40 w 42"/>
                    <a:gd name="T1" fmla="*/ 0 h 55"/>
                    <a:gd name="T2" fmla="*/ 4 w 42"/>
                    <a:gd name="T3" fmla="*/ 0 h 55"/>
                    <a:gd name="T4" fmla="*/ 0 w 42"/>
                    <a:gd name="T5" fmla="*/ 55 h 55"/>
                    <a:gd name="T6" fmla="*/ 42 w 42"/>
                    <a:gd name="T7" fmla="*/ 55 h 55"/>
                    <a:gd name="T8" fmla="*/ 40 w 42"/>
                    <a:gd name="T9" fmla="*/ 0 h 55"/>
                  </a:gdLst>
                  <a:ahLst/>
                  <a:cxnLst>
                    <a:cxn ang="0">
                      <a:pos x="T0" y="T1"/>
                    </a:cxn>
                    <a:cxn ang="0">
                      <a:pos x="T2" y="T3"/>
                    </a:cxn>
                    <a:cxn ang="0">
                      <a:pos x="T4" y="T5"/>
                    </a:cxn>
                    <a:cxn ang="0">
                      <a:pos x="T6" y="T7"/>
                    </a:cxn>
                    <a:cxn ang="0">
                      <a:pos x="T8" y="T9"/>
                    </a:cxn>
                  </a:cxnLst>
                  <a:rect l="0" t="0" r="r" b="b"/>
                  <a:pathLst>
                    <a:path w="42" h="55">
                      <a:moveTo>
                        <a:pt x="40" y="0"/>
                      </a:moveTo>
                      <a:lnTo>
                        <a:pt x="4" y="0"/>
                      </a:lnTo>
                      <a:lnTo>
                        <a:pt x="0" y="55"/>
                      </a:lnTo>
                      <a:lnTo>
                        <a:pt x="42" y="55"/>
                      </a:lnTo>
                      <a:lnTo>
                        <a:pt x="40" y="0"/>
                      </a:lnTo>
                      <a:close/>
                    </a:path>
                  </a:pathLst>
                </a:custGeom>
                <a:solidFill>
                  <a:srgbClr val="ACCCD5"/>
                </a:solidFill>
                <a:ln>
                  <a:noFill/>
                </a:ln>
                <a:extLst>
                  <a:ext uri="{91240B29-F687-4F45-9708-019B960494DF}">
                    <a14:hiddenLine xmlns:a14="http://schemas.microsoft.com/office/drawing/2010/main" w="9525">
                      <a:solidFill>
                        <a:srgbClr val="000000"/>
                      </a:solidFill>
                      <a:round/>
                    </a14:hiddenLine>
                  </a:ext>
                </a:extLst>
              </p:spPr>
              <p:txBody>
                <a:bodyPr wrap="square" lIns="91440" tIns="45720" rIns="91440" bIns="45720" anchor="ctr">
                  <a:normAutofit fontScale="25000" lnSpcReduction="20000"/>
                </a:bodyPr>
                <a:lstStyle/>
                <a:p>
                  <a:pPr algn="ctr"/>
                  <a:endParaRPr>
                    <a:cs typeface="+mn-ea"/>
                    <a:sym typeface="+mn-lt"/>
                  </a:endParaRPr>
                </a:p>
              </p:txBody>
            </p:sp>
            <p:sp>
              <p:nvSpPr>
                <p:cNvPr id="229" name="矩形 228"/>
                <p:cNvSpPr/>
                <p:nvPr/>
              </p:nvSpPr>
              <p:spPr bwMode="auto">
                <a:xfrm>
                  <a:off x="9338234" y="2991902"/>
                  <a:ext cx="68928" cy="273897"/>
                </a:xfrm>
                <a:prstGeom prst="rect">
                  <a:avLst/>
                </a:prstGeom>
                <a:solidFill>
                  <a:schemeClr val="tx1">
                    <a:lumMod val="50000"/>
                    <a:lumOff val="50000"/>
                  </a:schemeClr>
                </a:solidFill>
                <a:ln>
                  <a:noFill/>
                </a:ln>
              </p:spPr>
              <p:txBody>
                <a:bodyPr wrap="square" lIns="91440" tIns="45720" rIns="91440" bIns="45720" anchor="ctr">
                  <a:normAutofit fontScale="47500" lnSpcReduction="20000"/>
                </a:bodyPr>
                <a:lstStyle/>
                <a:p>
                  <a:pPr algn="ctr"/>
                  <a:endParaRPr>
                    <a:cs typeface="+mn-ea"/>
                    <a:sym typeface="+mn-lt"/>
                  </a:endParaRPr>
                </a:p>
              </p:txBody>
            </p:sp>
            <p:sp>
              <p:nvSpPr>
                <p:cNvPr id="230" name="矩形 229"/>
                <p:cNvSpPr/>
                <p:nvPr/>
              </p:nvSpPr>
              <p:spPr bwMode="auto">
                <a:xfrm>
                  <a:off x="9873332" y="2995529"/>
                  <a:ext cx="68928" cy="273897"/>
                </a:xfrm>
                <a:prstGeom prst="rect">
                  <a:avLst/>
                </a:prstGeom>
                <a:solidFill>
                  <a:schemeClr val="tx1">
                    <a:lumMod val="50000"/>
                    <a:lumOff val="50000"/>
                  </a:schemeClr>
                </a:solidFill>
                <a:ln>
                  <a:noFill/>
                </a:ln>
              </p:spPr>
              <p:txBody>
                <a:bodyPr wrap="square" lIns="91440" tIns="45720" rIns="91440" bIns="45720" anchor="ctr">
                  <a:normAutofit fontScale="47500" lnSpcReduction="20000"/>
                </a:bodyPr>
                <a:lstStyle/>
                <a:p>
                  <a:pPr algn="ctr"/>
                  <a:endParaRPr>
                    <a:cs typeface="+mn-ea"/>
                    <a:sym typeface="+mn-lt"/>
                  </a:endParaRPr>
                </a:p>
              </p:txBody>
            </p:sp>
            <p:sp>
              <p:nvSpPr>
                <p:cNvPr id="231" name="任意多边形: 形状 230"/>
                <p:cNvSpPr/>
                <p:nvPr/>
              </p:nvSpPr>
              <p:spPr bwMode="auto">
                <a:xfrm>
                  <a:off x="9176798" y="3657596"/>
                  <a:ext cx="923271" cy="812615"/>
                </a:xfrm>
                <a:custGeom>
                  <a:avLst/>
                  <a:gdLst>
                    <a:gd name="T0" fmla="*/ 350 w 515"/>
                    <a:gd name="T1" fmla="*/ 1 h 453"/>
                    <a:gd name="T2" fmla="*/ 177 w 515"/>
                    <a:gd name="T3" fmla="*/ 0 h 453"/>
                    <a:gd name="T4" fmla="*/ 176 w 515"/>
                    <a:gd name="T5" fmla="*/ 1 h 453"/>
                    <a:gd name="T6" fmla="*/ 237 w 515"/>
                    <a:gd name="T7" fmla="*/ 407 h 453"/>
                    <a:gd name="T8" fmla="*/ 269 w 515"/>
                    <a:gd name="T9" fmla="*/ 379 h 453"/>
                    <a:gd name="T10" fmla="*/ 268 w 515"/>
                    <a:gd name="T11" fmla="*/ 453 h 453"/>
                    <a:gd name="T12" fmla="*/ 350 w 515"/>
                    <a:gd name="T13" fmla="*/ 2 h 453"/>
                    <a:gd name="T14" fmla="*/ 350 w 515"/>
                    <a:gd name="T15" fmla="*/ 1 h 45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5" h="453">
                      <a:moveTo>
                        <a:pt x="350" y="1"/>
                      </a:moveTo>
                      <a:cubicBezTo>
                        <a:pt x="177" y="0"/>
                        <a:pt x="177" y="0"/>
                        <a:pt x="177" y="0"/>
                      </a:cubicBezTo>
                      <a:cubicBezTo>
                        <a:pt x="176" y="1"/>
                        <a:pt x="176" y="1"/>
                        <a:pt x="176" y="1"/>
                      </a:cubicBezTo>
                      <a:cubicBezTo>
                        <a:pt x="0" y="200"/>
                        <a:pt x="237" y="407"/>
                        <a:pt x="237" y="407"/>
                      </a:cubicBezTo>
                      <a:cubicBezTo>
                        <a:pt x="269" y="379"/>
                        <a:pt x="269" y="379"/>
                        <a:pt x="269" y="379"/>
                      </a:cubicBezTo>
                      <a:cubicBezTo>
                        <a:pt x="268" y="453"/>
                        <a:pt x="268" y="453"/>
                        <a:pt x="268" y="453"/>
                      </a:cubicBezTo>
                      <a:cubicBezTo>
                        <a:pt x="268" y="453"/>
                        <a:pt x="515" y="221"/>
                        <a:pt x="350" y="2"/>
                      </a:cubicBezTo>
                      <a:cubicBezTo>
                        <a:pt x="350" y="2"/>
                        <a:pt x="350" y="2"/>
                        <a:pt x="350" y="1"/>
                      </a:cubicBezTo>
                      <a:close/>
                    </a:path>
                  </a:pathLst>
                </a:custGeom>
                <a:solidFill>
                  <a:srgbClr val="FF6400"/>
                </a:solidFill>
                <a:ln>
                  <a:noFill/>
                </a:ln>
              </p:spPr>
              <p:txBody>
                <a:bodyPr wrap="square" lIns="91440" tIns="45720" rIns="91440" bIns="45720" anchor="ctr">
                  <a:normAutofit/>
                </a:bodyPr>
                <a:lstStyle/>
                <a:p>
                  <a:pPr algn="ctr"/>
                  <a:endParaRPr>
                    <a:cs typeface="+mn-ea"/>
                    <a:sym typeface="+mn-lt"/>
                  </a:endParaRPr>
                </a:p>
              </p:txBody>
            </p:sp>
            <p:sp>
              <p:nvSpPr>
                <p:cNvPr id="232" name="任意多边形: 形状 231"/>
                <p:cNvSpPr/>
                <p:nvPr/>
              </p:nvSpPr>
              <p:spPr bwMode="auto">
                <a:xfrm>
                  <a:off x="9334605" y="3659411"/>
                  <a:ext cx="611283" cy="620345"/>
                </a:xfrm>
                <a:custGeom>
                  <a:avLst/>
                  <a:gdLst>
                    <a:gd name="T0" fmla="*/ 232 w 341"/>
                    <a:gd name="T1" fmla="*/ 1 h 346"/>
                    <a:gd name="T2" fmla="*/ 117 w 341"/>
                    <a:gd name="T3" fmla="*/ 0 h 346"/>
                    <a:gd name="T4" fmla="*/ 117 w 341"/>
                    <a:gd name="T5" fmla="*/ 1 h 346"/>
                    <a:gd name="T6" fmla="*/ 156 w 341"/>
                    <a:gd name="T7" fmla="*/ 311 h 346"/>
                    <a:gd name="T8" fmla="*/ 177 w 341"/>
                    <a:gd name="T9" fmla="*/ 289 h 346"/>
                    <a:gd name="T10" fmla="*/ 177 w 341"/>
                    <a:gd name="T11" fmla="*/ 346 h 346"/>
                    <a:gd name="T12" fmla="*/ 232 w 341"/>
                    <a:gd name="T13" fmla="*/ 2 h 346"/>
                    <a:gd name="T14" fmla="*/ 232 w 341"/>
                    <a:gd name="T15" fmla="*/ 1 h 34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41" h="346">
                      <a:moveTo>
                        <a:pt x="232" y="1"/>
                      </a:moveTo>
                      <a:cubicBezTo>
                        <a:pt x="117" y="0"/>
                        <a:pt x="117" y="0"/>
                        <a:pt x="117" y="0"/>
                      </a:cubicBezTo>
                      <a:cubicBezTo>
                        <a:pt x="117" y="1"/>
                        <a:pt x="117" y="1"/>
                        <a:pt x="117" y="1"/>
                      </a:cubicBezTo>
                      <a:cubicBezTo>
                        <a:pt x="0" y="152"/>
                        <a:pt x="156" y="311"/>
                        <a:pt x="156" y="311"/>
                      </a:cubicBezTo>
                      <a:cubicBezTo>
                        <a:pt x="177" y="289"/>
                        <a:pt x="177" y="289"/>
                        <a:pt x="177" y="289"/>
                      </a:cubicBezTo>
                      <a:cubicBezTo>
                        <a:pt x="177" y="346"/>
                        <a:pt x="177" y="346"/>
                        <a:pt x="177" y="346"/>
                      </a:cubicBezTo>
                      <a:cubicBezTo>
                        <a:pt x="177" y="346"/>
                        <a:pt x="341" y="169"/>
                        <a:pt x="232" y="2"/>
                      </a:cubicBezTo>
                      <a:cubicBezTo>
                        <a:pt x="232" y="2"/>
                        <a:pt x="232" y="1"/>
                        <a:pt x="232" y="1"/>
                      </a:cubicBezTo>
                      <a:close/>
                    </a:path>
                  </a:pathLst>
                </a:custGeom>
                <a:solidFill>
                  <a:srgbClr val="FFC000"/>
                </a:solidFill>
                <a:ln>
                  <a:noFill/>
                </a:ln>
              </p:spPr>
              <p:txBody>
                <a:bodyPr wrap="square" lIns="91440" tIns="45720" rIns="91440" bIns="45720" anchor="ctr">
                  <a:normAutofit/>
                </a:bodyPr>
                <a:lstStyle/>
                <a:p>
                  <a:pPr algn="ctr"/>
                  <a:endParaRPr>
                    <a:cs typeface="+mn-ea"/>
                    <a:sym typeface="+mn-lt"/>
                  </a:endParaRPr>
                </a:p>
              </p:txBody>
            </p:sp>
            <p:sp>
              <p:nvSpPr>
                <p:cNvPr id="233" name="任意多边形: 形状 232"/>
                <p:cNvSpPr/>
                <p:nvPr/>
              </p:nvSpPr>
              <p:spPr bwMode="auto">
                <a:xfrm>
                  <a:off x="9407162" y="791672"/>
                  <a:ext cx="471615" cy="2923967"/>
                </a:xfrm>
                <a:custGeom>
                  <a:avLst/>
                  <a:gdLst>
                    <a:gd name="T0" fmla="*/ 262 w 263"/>
                    <a:gd name="T1" fmla="*/ 278 h 1630"/>
                    <a:gd name="T2" fmla="*/ 128 w 263"/>
                    <a:gd name="T3" fmla="*/ 0 h 1630"/>
                    <a:gd name="T4" fmla="*/ 0 w 263"/>
                    <a:gd name="T5" fmla="*/ 279 h 1630"/>
                    <a:gd name="T6" fmla="*/ 0 w 263"/>
                    <a:gd name="T7" fmla="*/ 1563 h 1630"/>
                    <a:gd name="T8" fmla="*/ 75 w 263"/>
                    <a:gd name="T9" fmla="*/ 1629 h 1630"/>
                    <a:gd name="T10" fmla="*/ 192 w 263"/>
                    <a:gd name="T11" fmla="*/ 1629 h 1630"/>
                    <a:gd name="T12" fmla="*/ 262 w 263"/>
                    <a:gd name="T13" fmla="*/ 1562 h 1630"/>
                    <a:gd name="T14" fmla="*/ 262 w 263"/>
                    <a:gd name="T15" fmla="*/ 278 h 163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3" h="1630">
                      <a:moveTo>
                        <a:pt x="262" y="278"/>
                      </a:moveTo>
                      <a:cubicBezTo>
                        <a:pt x="128" y="0"/>
                        <a:pt x="128" y="0"/>
                        <a:pt x="128" y="0"/>
                      </a:cubicBezTo>
                      <a:cubicBezTo>
                        <a:pt x="0" y="279"/>
                        <a:pt x="0" y="279"/>
                        <a:pt x="0" y="279"/>
                      </a:cubicBezTo>
                      <a:cubicBezTo>
                        <a:pt x="0" y="1563"/>
                        <a:pt x="0" y="1563"/>
                        <a:pt x="0" y="1563"/>
                      </a:cubicBezTo>
                      <a:cubicBezTo>
                        <a:pt x="0" y="1600"/>
                        <a:pt x="36" y="1630"/>
                        <a:pt x="75" y="1629"/>
                      </a:cubicBezTo>
                      <a:cubicBezTo>
                        <a:pt x="192" y="1629"/>
                        <a:pt x="192" y="1629"/>
                        <a:pt x="192" y="1629"/>
                      </a:cubicBezTo>
                      <a:cubicBezTo>
                        <a:pt x="231" y="1629"/>
                        <a:pt x="263" y="1599"/>
                        <a:pt x="262" y="1562"/>
                      </a:cubicBezTo>
                      <a:lnTo>
                        <a:pt x="262" y="278"/>
                      </a:lnTo>
                      <a:close/>
                    </a:path>
                  </a:pathLst>
                </a:custGeom>
                <a:solidFill>
                  <a:schemeClr val="bg1">
                    <a:lumMod val="85000"/>
                  </a:schemeClr>
                </a:solidFill>
                <a:ln>
                  <a:noFill/>
                </a:ln>
              </p:spPr>
              <p:txBody>
                <a:bodyPr wrap="square" lIns="91440" tIns="45720" rIns="91440" bIns="45720" anchor="ctr">
                  <a:normAutofit/>
                </a:bodyPr>
                <a:lstStyle/>
                <a:p>
                  <a:pPr algn="ctr"/>
                  <a:endParaRPr>
                    <a:cs typeface="+mn-ea"/>
                    <a:sym typeface="+mn-lt"/>
                  </a:endParaRPr>
                </a:p>
              </p:txBody>
            </p:sp>
            <p:sp>
              <p:nvSpPr>
                <p:cNvPr id="234" name="任意多边形: 形状 233"/>
                <p:cNvSpPr/>
                <p:nvPr/>
              </p:nvSpPr>
              <p:spPr bwMode="auto">
                <a:xfrm>
                  <a:off x="9635713" y="791672"/>
                  <a:ext cx="243062" cy="2922153"/>
                </a:xfrm>
                <a:custGeom>
                  <a:avLst/>
                  <a:gdLst>
                    <a:gd name="T0" fmla="*/ 134 w 135"/>
                    <a:gd name="T1" fmla="*/ 278 h 1629"/>
                    <a:gd name="T2" fmla="*/ 0 w 135"/>
                    <a:gd name="T3" fmla="*/ 0 h 1629"/>
                    <a:gd name="T4" fmla="*/ 1 w 135"/>
                    <a:gd name="T5" fmla="*/ 289 h 1629"/>
                    <a:gd name="T6" fmla="*/ 6 w 135"/>
                    <a:gd name="T7" fmla="*/ 1629 h 1629"/>
                    <a:gd name="T8" fmla="*/ 64 w 135"/>
                    <a:gd name="T9" fmla="*/ 1629 h 1629"/>
                    <a:gd name="T10" fmla="*/ 134 w 135"/>
                    <a:gd name="T11" fmla="*/ 1562 h 1629"/>
                    <a:gd name="T12" fmla="*/ 134 w 135"/>
                    <a:gd name="T13" fmla="*/ 278 h 1629"/>
                  </a:gdLst>
                  <a:ahLst/>
                  <a:cxnLst>
                    <a:cxn ang="0">
                      <a:pos x="T0" y="T1"/>
                    </a:cxn>
                    <a:cxn ang="0">
                      <a:pos x="T2" y="T3"/>
                    </a:cxn>
                    <a:cxn ang="0">
                      <a:pos x="T4" y="T5"/>
                    </a:cxn>
                    <a:cxn ang="0">
                      <a:pos x="T6" y="T7"/>
                    </a:cxn>
                    <a:cxn ang="0">
                      <a:pos x="T8" y="T9"/>
                    </a:cxn>
                    <a:cxn ang="0">
                      <a:pos x="T10" y="T11"/>
                    </a:cxn>
                    <a:cxn ang="0">
                      <a:pos x="T12" y="T13"/>
                    </a:cxn>
                  </a:cxnLst>
                  <a:rect l="0" t="0" r="r" b="b"/>
                  <a:pathLst>
                    <a:path w="135" h="1629">
                      <a:moveTo>
                        <a:pt x="134" y="278"/>
                      </a:moveTo>
                      <a:cubicBezTo>
                        <a:pt x="0" y="0"/>
                        <a:pt x="0" y="0"/>
                        <a:pt x="0" y="0"/>
                      </a:cubicBezTo>
                      <a:cubicBezTo>
                        <a:pt x="1" y="289"/>
                        <a:pt x="1" y="289"/>
                        <a:pt x="1" y="289"/>
                      </a:cubicBezTo>
                      <a:cubicBezTo>
                        <a:pt x="6" y="1629"/>
                        <a:pt x="6" y="1629"/>
                        <a:pt x="6" y="1629"/>
                      </a:cubicBezTo>
                      <a:cubicBezTo>
                        <a:pt x="64" y="1629"/>
                        <a:pt x="64" y="1629"/>
                        <a:pt x="64" y="1629"/>
                      </a:cubicBezTo>
                      <a:cubicBezTo>
                        <a:pt x="103" y="1629"/>
                        <a:pt x="135" y="1599"/>
                        <a:pt x="134" y="1562"/>
                      </a:cubicBezTo>
                      <a:lnTo>
                        <a:pt x="134" y="278"/>
                      </a:lnTo>
                      <a:close/>
                    </a:path>
                  </a:pathLst>
                </a:custGeom>
                <a:solidFill>
                  <a:schemeClr val="bg1">
                    <a:lumMod val="75000"/>
                  </a:schemeClr>
                </a:solidFill>
                <a:ln>
                  <a:noFill/>
                </a:ln>
              </p:spPr>
              <p:txBody>
                <a:bodyPr wrap="square" lIns="91440" tIns="45720" rIns="91440" bIns="45720" anchor="ctr">
                  <a:normAutofit/>
                </a:bodyPr>
                <a:lstStyle/>
                <a:p>
                  <a:pPr algn="ctr"/>
                  <a:endParaRPr>
                    <a:cs typeface="+mn-ea"/>
                    <a:sym typeface="+mn-lt"/>
                  </a:endParaRPr>
                </a:p>
              </p:txBody>
            </p:sp>
            <p:sp>
              <p:nvSpPr>
                <p:cNvPr id="235" name="任意多边形: 形状 234"/>
                <p:cNvSpPr/>
                <p:nvPr/>
              </p:nvSpPr>
              <p:spPr bwMode="auto">
                <a:xfrm>
                  <a:off x="9407162" y="791672"/>
                  <a:ext cx="469799" cy="2653701"/>
                </a:xfrm>
                <a:custGeom>
                  <a:avLst/>
                  <a:gdLst>
                    <a:gd name="T0" fmla="*/ 262 w 262"/>
                    <a:gd name="T1" fmla="*/ 278 h 1479"/>
                    <a:gd name="T2" fmla="*/ 128 w 262"/>
                    <a:gd name="T3" fmla="*/ 0 h 1479"/>
                    <a:gd name="T4" fmla="*/ 0 w 262"/>
                    <a:gd name="T5" fmla="*/ 279 h 1479"/>
                    <a:gd name="T6" fmla="*/ 0 w 262"/>
                    <a:gd name="T7" fmla="*/ 1464 h 1479"/>
                    <a:gd name="T8" fmla="*/ 262 w 262"/>
                    <a:gd name="T9" fmla="*/ 1464 h 1479"/>
                    <a:gd name="T10" fmla="*/ 262 w 262"/>
                    <a:gd name="T11" fmla="*/ 278 h 1479"/>
                  </a:gdLst>
                  <a:ahLst/>
                  <a:cxnLst>
                    <a:cxn ang="0">
                      <a:pos x="T0" y="T1"/>
                    </a:cxn>
                    <a:cxn ang="0">
                      <a:pos x="T2" y="T3"/>
                    </a:cxn>
                    <a:cxn ang="0">
                      <a:pos x="T4" y="T5"/>
                    </a:cxn>
                    <a:cxn ang="0">
                      <a:pos x="T6" y="T7"/>
                    </a:cxn>
                    <a:cxn ang="0">
                      <a:pos x="T8" y="T9"/>
                    </a:cxn>
                    <a:cxn ang="0">
                      <a:pos x="T10" y="T11"/>
                    </a:cxn>
                  </a:cxnLst>
                  <a:rect l="0" t="0" r="r" b="b"/>
                  <a:pathLst>
                    <a:path w="262" h="1479">
                      <a:moveTo>
                        <a:pt x="262" y="278"/>
                      </a:moveTo>
                      <a:cubicBezTo>
                        <a:pt x="128" y="0"/>
                        <a:pt x="128" y="0"/>
                        <a:pt x="128" y="0"/>
                      </a:cubicBezTo>
                      <a:cubicBezTo>
                        <a:pt x="0" y="279"/>
                        <a:pt x="0" y="279"/>
                        <a:pt x="0" y="279"/>
                      </a:cubicBezTo>
                      <a:cubicBezTo>
                        <a:pt x="0" y="1464"/>
                        <a:pt x="0" y="1464"/>
                        <a:pt x="0" y="1464"/>
                      </a:cubicBezTo>
                      <a:cubicBezTo>
                        <a:pt x="91" y="1479"/>
                        <a:pt x="181" y="1478"/>
                        <a:pt x="262" y="1464"/>
                      </a:cubicBezTo>
                      <a:lnTo>
                        <a:pt x="262" y="278"/>
                      </a:lnTo>
                      <a:close/>
                    </a:path>
                  </a:pathLst>
                </a:custGeom>
                <a:solidFill>
                  <a:schemeClr val="bg1"/>
                </a:solidFill>
                <a:ln>
                  <a:noFill/>
                </a:ln>
              </p:spPr>
              <p:txBody>
                <a:bodyPr wrap="square" lIns="91440" tIns="45720" rIns="91440" bIns="45720" anchor="ctr">
                  <a:normAutofit/>
                </a:bodyPr>
                <a:lstStyle/>
                <a:p>
                  <a:pPr algn="ctr"/>
                  <a:endParaRPr>
                    <a:cs typeface="+mn-ea"/>
                    <a:sym typeface="+mn-lt"/>
                  </a:endParaRPr>
                </a:p>
              </p:txBody>
            </p:sp>
            <p:sp>
              <p:nvSpPr>
                <p:cNvPr id="236" name="任意多边形: 形状 235"/>
                <p:cNvSpPr/>
                <p:nvPr/>
              </p:nvSpPr>
              <p:spPr bwMode="auto">
                <a:xfrm>
                  <a:off x="9635713" y="791672"/>
                  <a:ext cx="241249" cy="2646446"/>
                </a:xfrm>
                <a:custGeom>
                  <a:avLst/>
                  <a:gdLst>
                    <a:gd name="T0" fmla="*/ 134 w 134"/>
                    <a:gd name="T1" fmla="*/ 278 h 1475"/>
                    <a:gd name="T2" fmla="*/ 0 w 134"/>
                    <a:gd name="T3" fmla="*/ 0 h 1475"/>
                    <a:gd name="T4" fmla="*/ 1 w 134"/>
                    <a:gd name="T5" fmla="*/ 289 h 1475"/>
                    <a:gd name="T6" fmla="*/ 5 w 134"/>
                    <a:gd name="T7" fmla="*/ 1475 h 1475"/>
                    <a:gd name="T8" fmla="*/ 134 w 134"/>
                    <a:gd name="T9" fmla="*/ 1464 h 1475"/>
                    <a:gd name="T10" fmla="*/ 134 w 134"/>
                    <a:gd name="T11" fmla="*/ 278 h 1475"/>
                  </a:gdLst>
                  <a:ahLst/>
                  <a:cxnLst>
                    <a:cxn ang="0">
                      <a:pos x="T0" y="T1"/>
                    </a:cxn>
                    <a:cxn ang="0">
                      <a:pos x="T2" y="T3"/>
                    </a:cxn>
                    <a:cxn ang="0">
                      <a:pos x="T4" y="T5"/>
                    </a:cxn>
                    <a:cxn ang="0">
                      <a:pos x="T6" y="T7"/>
                    </a:cxn>
                    <a:cxn ang="0">
                      <a:pos x="T8" y="T9"/>
                    </a:cxn>
                    <a:cxn ang="0">
                      <a:pos x="T10" y="T11"/>
                    </a:cxn>
                  </a:cxnLst>
                  <a:rect l="0" t="0" r="r" b="b"/>
                  <a:pathLst>
                    <a:path w="134" h="1475">
                      <a:moveTo>
                        <a:pt x="134" y="278"/>
                      </a:moveTo>
                      <a:cubicBezTo>
                        <a:pt x="0" y="0"/>
                        <a:pt x="0" y="0"/>
                        <a:pt x="0" y="0"/>
                      </a:cubicBezTo>
                      <a:cubicBezTo>
                        <a:pt x="1" y="289"/>
                        <a:pt x="1" y="289"/>
                        <a:pt x="1" y="289"/>
                      </a:cubicBezTo>
                      <a:cubicBezTo>
                        <a:pt x="5" y="1475"/>
                        <a:pt x="5" y="1475"/>
                        <a:pt x="5" y="1475"/>
                      </a:cubicBezTo>
                      <a:cubicBezTo>
                        <a:pt x="49" y="1475"/>
                        <a:pt x="93" y="1471"/>
                        <a:pt x="134" y="1464"/>
                      </a:cubicBezTo>
                      <a:lnTo>
                        <a:pt x="134" y="278"/>
                      </a:lnTo>
                      <a:close/>
                    </a:path>
                  </a:pathLst>
                </a:custGeom>
                <a:solidFill>
                  <a:schemeClr val="tx2">
                    <a:lumMod val="20000"/>
                    <a:lumOff val="80000"/>
                  </a:schemeClr>
                </a:solidFill>
                <a:ln>
                  <a:noFill/>
                </a:ln>
              </p:spPr>
              <p:txBody>
                <a:bodyPr wrap="square" lIns="91440" tIns="45720" rIns="91440" bIns="45720" anchor="ctr">
                  <a:normAutofit/>
                </a:bodyPr>
                <a:lstStyle/>
                <a:p>
                  <a:pPr algn="ctr"/>
                  <a:endParaRPr>
                    <a:cs typeface="+mn-ea"/>
                    <a:sym typeface="+mn-lt"/>
                  </a:endParaRPr>
                </a:p>
              </p:txBody>
            </p:sp>
            <p:sp>
              <p:nvSpPr>
                <p:cNvPr id="237" name="任意多边形: 形状 236"/>
                <p:cNvSpPr/>
                <p:nvPr/>
              </p:nvSpPr>
              <p:spPr bwMode="auto">
                <a:xfrm>
                  <a:off x="9407162" y="791672"/>
                  <a:ext cx="469799" cy="2515845"/>
                </a:xfrm>
                <a:custGeom>
                  <a:avLst/>
                  <a:gdLst>
                    <a:gd name="T0" fmla="*/ 262 w 262"/>
                    <a:gd name="T1" fmla="*/ 278 h 1402"/>
                    <a:gd name="T2" fmla="*/ 128 w 262"/>
                    <a:gd name="T3" fmla="*/ 0 h 1402"/>
                    <a:gd name="T4" fmla="*/ 0 w 262"/>
                    <a:gd name="T5" fmla="*/ 279 h 1402"/>
                    <a:gd name="T6" fmla="*/ 0 w 262"/>
                    <a:gd name="T7" fmla="*/ 1386 h 1402"/>
                    <a:gd name="T8" fmla="*/ 262 w 262"/>
                    <a:gd name="T9" fmla="*/ 1385 h 1402"/>
                    <a:gd name="T10" fmla="*/ 262 w 262"/>
                    <a:gd name="T11" fmla="*/ 278 h 1402"/>
                  </a:gdLst>
                  <a:ahLst/>
                  <a:cxnLst>
                    <a:cxn ang="0">
                      <a:pos x="T0" y="T1"/>
                    </a:cxn>
                    <a:cxn ang="0">
                      <a:pos x="T2" y="T3"/>
                    </a:cxn>
                    <a:cxn ang="0">
                      <a:pos x="T4" y="T5"/>
                    </a:cxn>
                    <a:cxn ang="0">
                      <a:pos x="T6" y="T7"/>
                    </a:cxn>
                    <a:cxn ang="0">
                      <a:pos x="T8" y="T9"/>
                    </a:cxn>
                    <a:cxn ang="0">
                      <a:pos x="T10" y="T11"/>
                    </a:cxn>
                  </a:cxnLst>
                  <a:rect l="0" t="0" r="r" b="b"/>
                  <a:pathLst>
                    <a:path w="262" h="1402">
                      <a:moveTo>
                        <a:pt x="262" y="278"/>
                      </a:moveTo>
                      <a:cubicBezTo>
                        <a:pt x="128" y="0"/>
                        <a:pt x="128" y="0"/>
                        <a:pt x="128" y="0"/>
                      </a:cubicBezTo>
                      <a:cubicBezTo>
                        <a:pt x="0" y="279"/>
                        <a:pt x="0" y="279"/>
                        <a:pt x="0" y="279"/>
                      </a:cubicBezTo>
                      <a:cubicBezTo>
                        <a:pt x="0" y="1386"/>
                        <a:pt x="0" y="1386"/>
                        <a:pt x="0" y="1386"/>
                      </a:cubicBezTo>
                      <a:cubicBezTo>
                        <a:pt x="91" y="1402"/>
                        <a:pt x="181" y="1401"/>
                        <a:pt x="262" y="1385"/>
                      </a:cubicBezTo>
                      <a:lnTo>
                        <a:pt x="262" y="278"/>
                      </a:lnTo>
                      <a:close/>
                    </a:path>
                  </a:pathLst>
                </a:custGeom>
                <a:solidFill>
                  <a:schemeClr val="bg1">
                    <a:lumMod val="75000"/>
                  </a:schemeClr>
                </a:solidFill>
                <a:ln>
                  <a:noFill/>
                </a:ln>
              </p:spPr>
              <p:txBody>
                <a:bodyPr wrap="square" lIns="91440" tIns="45720" rIns="91440" bIns="45720" anchor="ctr">
                  <a:normAutofit/>
                </a:bodyPr>
                <a:lstStyle/>
                <a:p>
                  <a:pPr algn="ctr"/>
                  <a:endParaRPr>
                    <a:cs typeface="+mn-ea"/>
                    <a:sym typeface="+mn-lt"/>
                  </a:endParaRPr>
                </a:p>
              </p:txBody>
            </p:sp>
            <p:sp>
              <p:nvSpPr>
                <p:cNvPr id="238" name="任意多边形: 形状 237"/>
                <p:cNvSpPr/>
                <p:nvPr/>
              </p:nvSpPr>
              <p:spPr bwMode="auto">
                <a:xfrm>
                  <a:off x="9635713" y="811624"/>
                  <a:ext cx="241249" cy="2488636"/>
                </a:xfrm>
                <a:custGeom>
                  <a:avLst/>
                  <a:gdLst>
                    <a:gd name="T0" fmla="*/ 134 w 134"/>
                    <a:gd name="T1" fmla="*/ 276 h 1387"/>
                    <a:gd name="T2" fmla="*/ 0 w 134"/>
                    <a:gd name="T3" fmla="*/ 0 h 1387"/>
                    <a:gd name="T4" fmla="*/ 1 w 134"/>
                    <a:gd name="T5" fmla="*/ 287 h 1387"/>
                    <a:gd name="T6" fmla="*/ 5 w 134"/>
                    <a:gd name="T7" fmla="*/ 1387 h 1387"/>
                    <a:gd name="T8" fmla="*/ 134 w 134"/>
                    <a:gd name="T9" fmla="*/ 1375 h 1387"/>
                    <a:gd name="T10" fmla="*/ 134 w 134"/>
                    <a:gd name="T11" fmla="*/ 276 h 1387"/>
                  </a:gdLst>
                  <a:ahLst/>
                  <a:cxnLst>
                    <a:cxn ang="0">
                      <a:pos x="T0" y="T1"/>
                    </a:cxn>
                    <a:cxn ang="0">
                      <a:pos x="T2" y="T3"/>
                    </a:cxn>
                    <a:cxn ang="0">
                      <a:pos x="T4" y="T5"/>
                    </a:cxn>
                    <a:cxn ang="0">
                      <a:pos x="T6" y="T7"/>
                    </a:cxn>
                    <a:cxn ang="0">
                      <a:pos x="T8" y="T9"/>
                    </a:cxn>
                    <a:cxn ang="0">
                      <a:pos x="T10" y="T11"/>
                    </a:cxn>
                  </a:cxnLst>
                  <a:rect l="0" t="0" r="r" b="b"/>
                  <a:pathLst>
                    <a:path w="134" h="1387">
                      <a:moveTo>
                        <a:pt x="134" y="276"/>
                      </a:moveTo>
                      <a:cubicBezTo>
                        <a:pt x="0" y="0"/>
                        <a:pt x="0" y="0"/>
                        <a:pt x="0" y="0"/>
                      </a:cubicBezTo>
                      <a:cubicBezTo>
                        <a:pt x="1" y="287"/>
                        <a:pt x="1" y="287"/>
                        <a:pt x="1" y="287"/>
                      </a:cubicBezTo>
                      <a:cubicBezTo>
                        <a:pt x="5" y="1387"/>
                        <a:pt x="5" y="1387"/>
                        <a:pt x="5" y="1387"/>
                      </a:cubicBezTo>
                      <a:cubicBezTo>
                        <a:pt x="49" y="1387"/>
                        <a:pt x="93" y="1383"/>
                        <a:pt x="134" y="1375"/>
                      </a:cubicBezTo>
                      <a:lnTo>
                        <a:pt x="134" y="276"/>
                      </a:lnTo>
                      <a:close/>
                    </a:path>
                  </a:pathLst>
                </a:custGeom>
                <a:solidFill>
                  <a:schemeClr val="bg1">
                    <a:lumMod val="85000"/>
                  </a:schemeClr>
                </a:solidFill>
                <a:ln>
                  <a:noFill/>
                </a:ln>
              </p:spPr>
              <p:txBody>
                <a:bodyPr wrap="square" lIns="91440" tIns="45720" rIns="91440" bIns="45720" anchor="ctr">
                  <a:normAutofit/>
                </a:bodyPr>
                <a:lstStyle/>
                <a:p>
                  <a:pPr algn="ctr"/>
                  <a:endParaRPr>
                    <a:cs typeface="+mn-ea"/>
                    <a:sym typeface="+mn-lt"/>
                  </a:endParaRPr>
                </a:p>
              </p:txBody>
            </p:sp>
            <p:sp>
              <p:nvSpPr>
                <p:cNvPr id="239" name="任意多边形: 形状 238"/>
                <p:cNvSpPr/>
                <p:nvPr/>
              </p:nvSpPr>
              <p:spPr bwMode="auto">
                <a:xfrm>
                  <a:off x="9407162" y="791672"/>
                  <a:ext cx="469799" cy="520582"/>
                </a:xfrm>
                <a:custGeom>
                  <a:avLst/>
                  <a:gdLst>
                    <a:gd name="T0" fmla="*/ 262 w 262"/>
                    <a:gd name="T1" fmla="*/ 278 h 290"/>
                    <a:gd name="T2" fmla="*/ 128 w 262"/>
                    <a:gd name="T3" fmla="*/ 0 h 290"/>
                    <a:gd name="T4" fmla="*/ 0 w 262"/>
                    <a:gd name="T5" fmla="*/ 279 h 290"/>
                    <a:gd name="T6" fmla="*/ 129 w 262"/>
                    <a:gd name="T7" fmla="*/ 289 h 290"/>
                    <a:gd name="T8" fmla="*/ 262 w 262"/>
                    <a:gd name="T9" fmla="*/ 278 h 290"/>
                  </a:gdLst>
                  <a:ahLst/>
                  <a:cxnLst>
                    <a:cxn ang="0">
                      <a:pos x="T0" y="T1"/>
                    </a:cxn>
                    <a:cxn ang="0">
                      <a:pos x="T2" y="T3"/>
                    </a:cxn>
                    <a:cxn ang="0">
                      <a:pos x="T4" y="T5"/>
                    </a:cxn>
                    <a:cxn ang="0">
                      <a:pos x="T6" y="T7"/>
                    </a:cxn>
                    <a:cxn ang="0">
                      <a:pos x="T8" y="T9"/>
                    </a:cxn>
                  </a:cxnLst>
                  <a:rect l="0" t="0" r="r" b="b"/>
                  <a:pathLst>
                    <a:path w="262" h="290">
                      <a:moveTo>
                        <a:pt x="262" y="278"/>
                      </a:moveTo>
                      <a:cubicBezTo>
                        <a:pt x="128" y="0"/>
                        <a:pt x="128" y="0"/>
                        <a:pt x="128" y="0"/>
                      </a:cubicBezTo>
                      <a:cubicBezTo>
                        <a:pt x="0" y="279"/>
                        <a:pt x="0" y="279"/>
                        <a:pt x="0" y="279"/>
                      </a:cubicBezTo>
                      <a:cubicBezTo>
                        <a:pt x="41" y="286"/>
                        <a:pt x="84" y="290"/>
                        <a:pt x="129" y="289"/>
                      </a:cubicBezTo>
                      <a:cubicBezTo>
                        <a:pt x="174" y="289"/>
                        <a:pt x="221" y="285"/>
                        <a:pt x="262" y="278"/>
                      </a:cubicBezTo>
                      <a:close/>
                    </a:path>
                  </a:pathLst>
                </a:custGeom>
                <a:solidFill>
                  <a:schemeClr val="bg1"/>
                </a:solidFill>
                <a:ln>
                  <a:noFill/>
                </a:ln>
              </p:spPr>
              <p:txBody>
                <a:bodyPr wrap="square" lIns="91440" tIns="45720" rIns="91440" bIns="45720" anchor="ctr">
                  <a:normAutofit/>
                </a:bodyPr>
                <a:lstStyle/>
                <a:p>
                  <a:pPr algn="ctr"/>
                  <a:endParaRPr>
                    <a:cs typeface="+mn-ea"/>
                    <a:sym typeface="+mn-lt"/>
                  </a:endParaRPr>
                </a:p>
              </p:txBody>
            </p:sp>
            <p:sp>
              <p:nvSpPr>
                <p:cNvPr id="240" name="任意多边形: 形状 239"/>
                <p:cNvSpPr/>
                <p:nvPr/>
              </p:nvSpPr>
              <p:spPr bwMode="auto">
                <a:xfrm>
                  <a:off x="9635713" y="791672"/>
                  <a:ext cx="241249" cy="518768"/>
                </a:xfrm>
                <a:custGeom>
                  <a:avLst/>
                  <a:gdLst>
                    <a:gd name="T0" fmla="*/ 134 w 134"/>
                    <a:gd name="T1" fmla="*/ 278 h 289"/>
                    <a:gd name="T2" fmla="*/ 0 w 134"/>
                    <a:gd name="T3" fmla="*/ 0 h 289"/>
                    <a:gd name="T4" fmla="*/ 1 w 134"/>
                    <a:gd name="T5" fmla="*/ 289 h 289"/>
                    <a:gd name="T6" fmla="*/ 134 w 134"/>
                    <a:gd name="T7" fmla="*/ 278 h 289"/>
                  </a:gdLst>
                  <a:ahLst/>
                  <a:cxnLst>
                    <a:cxn ang="0">
                      <a:pos x="T0" y="T1"/>
                    </a:cxn>
                    <a:cxn ang="0">
                      <a:pos x="T2" y="T3"/>
                    </a:cxn>
                    <a:cxn ang="0">
                      <a:pos x="T4" y="T5"/>
                    </a:cxn>
                    <a:cxn ang="0">
                      <a:pos x="T6" y="T7"/>
                    </a:cxn>
                  </a:cxnLst>
                  <a:rect l="0" t="0" r="r" b="b"/>
                  <a:pathLst>
                    <a:path w="134" h="289">
                      <a:moveTo>
                        <a:pt x="134" y="278"/>
                      </a:moveTo>
                      <a:cubicBezTo>
                        <a:pt x="0" y="0"/>
                        <a:pt x="0" y="0"/>
                        <a:pt x="0" y="0"/>
                      </a:cubicBezTo>
                      <a:cubicBezTo>
                        <a:pt x="1" y="289"/>
                        <a:pt x="1" y="289"/>
                        <a:pt x="1" y="289"/>
                      </a:cubicBezTo>
                      <a:cubicBezTo>
                        <a:pt x="46" y="289"/>
                        <a:pt x="93" y="285"/>
                        <a:pt x="134" y="278"/>
                      </a:cubicBezTo>
                      <a:close/>
                    </a:path>
                  </a:pathLst>
                </a:custGeom>
                <a:solidFill>
                  <a:schemeClr val="tx2">
                    <a:lumMod val="20000"/>
                    <a:lumOff val="80000"/>
                  </a:schemeClr>
                </a:solidFill>
                <a:ln>
                  <a:noFill/>
                </a:ln>
              </p:spPr>
              <p:txBody>
                <a:bodyPr wrap="square" lIns="91440" tIns="45720" rIns="91440" bIns="45720" anchor="ctr">
                  <a:normAutofit/>
                </a:bodyPr>
                <a:lstStyle/>
                <a:p>
                  <a:pPr algn="ctr"/>
                  <a:endParaRPr>
                    <a:cs typeface="+mn-ea"/>
                    <a:sym typeface="+mn-lt"/>
                  </a:endParaRPr>
                </a:p>
              </p:txBody>
            </p:sp>
            <p:sp>
              <p:nvSpPr>
                <p:cNvPr id="241" name="任意多边形: 形状 240"/>
                <p:cNvSpPr/>
                <p:nvPr/>
              </p:nvSpPr>
              <p:spPr bwMode="auto">
                <a:xfrm>
                  <a:off x="9559529" y="791672"/>
                  <a:ext cx="154182" cy="172318"/>
                </a:xfrm>
                <a:custGeom>
                  <a:avLst/>
                  <a:gdLst>
                    <a:gd name="T0" fmla="*/ 86 w 86"/>
                    <a:gd name="T1" fmla="*/ 92 h 96"/>
                    <a:gd name="T2" fmla="*/ 43 w 86"/>
                    <a:gd name="T3" fmla="*/ 0 h 96"/>
                    <a:gd name="T4" fmla="*/ 0 w 86"/>
                    <a:gd name="T5" fmla="*/ 92 h 96"/>
                    <a:gd name="T6" fmla="*/ 43 w 86"/>
                    <a:gd name="T7" fmla="*/ 96 h 96"/>
                    <a:gd name="T8" fmla="*/ 86 w 86"/>
                    <a:gd name="T9" fmla="*/ 92 h 96"/>
                  </a:gdLst>
                  <a:ahLst/>
                  <a:cxnLst>
                    <a:cxn ang="0">
                      <a:pos x="T0" y="T1"/>
                    </a:cxn>
                    <a:cxn ang="0">
                      <a:pos x="T2" y="T3"/>
                    </a:cxn>
                    <a:cxn ang="0">
                      <a:pos x="T4" y="T5"/>
                    </a:cxn>
                    <a:cxn ang="0">
                      <a:pos x="T6" y="T7"/>
                    </a:cxn>
                    <a:cxn ang="0">
                      <a:pos x="T8" y="T9"/>
                    </a:cxn>
                  </a:cxnLst>
                  <a:rect l="0" t="0" r="r" b="b"/>
                  <a:pathLst>
                    <a:path w="86" h="96">
                      <a:moveTo>
                        <a:pt x="86" y="92"/>
                      </a:moveTo>
                      <a:cubicBezTo>
                        <a:pt x="43" y="0"/>
                        <a:pt x="43" y="0"/>
                        <a:pt x="43" y="0"/>
                      </a:cubicBezTo>
                      <a:cubicBezTo>
                        <a:pt x="0" y="92"/>
                        <a:pt x="0" y="92"/>
                        <a:pt x="0" y="92"/>
                      </a:cubicBezTo>
                      <a:cubicBezTo>
                        <a:pt x="14" y="95"/>
                        <a:pt x="28" y="96"/>
                        <a:pt x="43" y="96"/>
                      </a:cubicBezTo>
                      <a:cubicBezTo>
                        <a:pt x="58" y="96"/>
                        <a:pt x="72" y="95"/>
                        <a:pt x="86" y="92"/>
                      </a:cubicBezTo>
                      <a:close/>
                    </a:path>
                  </a:pathLst>
                </a:custGeom>
                <a:solidFill>
                  <a:schemeClr val="bg1">
                    <a:lumMod val="75000"/>
                  </a:schemeClr>
                </a:solidFill>
                <a:ln>
                  <a:noFill/>
                </a:ln>
              </p:spPr>
              <p:txBody>
                <a:bodyPr wrap="square" lIns="91440" tIns="45720" rIns="91440" bIns="45720" anchor="ctr">
                  <a:normAutofit fontScale="25000" lnSpcReduction="20000"/>
                </a:bodyPr>
                <a:lstStyle/>
                <a:p>
                  <a:pPr algn="ctr"/>
                  <a:endParaRPr>
                    <a:cs typeface="+mn-ea"/>
                    <a:sym typeface="+mn-lt"/>
                  </a:endParaRPr>
                </a:p>
              </p:txBody>
            </p:sp>
            <p:sp>
              <p:nvSpPr>
                <p:cNvPr id="242" name="任意多边形: 形状 241"/>
                <p:cNvSpPr/>
                <p:nvPr/>
              </p:nvSpPr>
              <p:spPr bwMode="auto">
                <a:xfrm>
                  <a:off x="9797150" y="3746476"/>
                  <a:ext cx="580446" cy="511513"/>
                </a:xfrm>
                <a:custGeom>
                  <a:avLst/>
                  <a:gdLst>
                    <a:gd name="T0" fmla="*/ 220 w 324"/>
                    <a:gd name="T1" fmla="*/ 1 h 285"/>
                    <a:gd name="T2" fmla="*/ 111 w 324"/>
                    <a:gd name="T3" fmla="*/ 0 h 285"/>
                    <a:gd name="T4" fmla="*/ 111 w 324"/>
                    <a:gd name="T5" fmla="*/ 1 h 285"/>
                    <a:gd name="T6" fmla="*/ 149 w 324"/>
                    <a:gd name="T7" fmla="*/ 257 h 285"/>
                    <a:gd name="T8" fmla="*/ 169 w 324"/>
                    <a:gd name="T9" fmla="*/ 239 h 285"/>
                    <a:gd name="T10" fmla="*/ 169 w 324"/>
                    <a:gd name="T11" fmla="*/ 285 h 285"/>
                    <a:gd name="T12" fmla="*/ 220 w 324"/>
                    <a:gd name="T13" fmla="*/ 2 h 285"/>
                    <a:gd name="T14" fmla="*/ 220 w 324"/>
                    <a:gd name="T15" fmla="*/ 1 h 2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4" h="285">
                      <a:moveTo>
                        <a:pt x="220" y="1"/>
                      </a:moveTo>
                      <a:cubicBezTo>
                        <a:pt x="111" y="0"/>
                        <a:pt x="111" y="0"/>
                        <a:pt x="111" y="0"/>
                      </a:cubicBezTo>
                      <a:cubicBezTo>
                        <a:pt x="111" y="1"/>
                        <a:pt x="111" y="1"/>
                        <a:pt x="111" y="1"/>
                      </a:cubicBezTo>
                      <a:cubicBezTo>
                        <a:pt x="0" y="126"/>
                        <a:pt x="149" y="257"/>
                        <a:pt x="149" y="257"/>
                      </a:cubicBezTo>
                      <a:cubicBezTo>
                        <a:pt x="169" y="239"/>
                        <a:pt x="169" y="239"/>
                        <a:pt x="169" y="239"/>
                      </a:cubicBezTo>
                      <a:cubicBezTo>
                        <a:pt x="169" y="285"/>
                        <a:pt x="169" y="285"/>
                        <a:pt x="169" y="285"/>
                      </a:cubicBezTo>
                      <a:cubicBezTo>
                        <a:pt x="169" y="285"/>
                        <a:pt x="324" y="139"/>
                        <a:pt x="220" y="2"/>
                      </a:cubicBezTo>
                      <a:lnTo>
                        <a:pt x="220" y="1"/>
                      </a:lnTo>
                      <a:close/>
                    </a:path>
                  </a:pathLst>
                </a:custGeom>
                <a:solidFill>
                  <a:srgbClr val="FF6400"/>
                </a:solidFill>
                <a:ln>
                  <a:noFill/>
                </a:ln>
              </p:spPr>
              <p:txBody>
                <a:bodyPr wrap="square" lIns="91440" tIns="45720" rIns="91440" bIns="45720" anchor="ctr">
                  <a:normAutofit/>
                </a:bodyPr>
                <a:lstStyle/>
                <a:p>
                  <a:pPr algn="ctr"/>
                  <a:endParaRPr>
                    <a:cs typeface="+mn-ea"/>
                    <a:sym typeface="+mn-lt"/>
                  </a:endParaRPr>
                </a:p>
              </p:txBody>
            </p:sp>
            <p:sp>
              <p:nvSpPr>
                <p:cNvPr id="243" name="任意多边形: 形状 242"/>
                <p:cNvSpPr/>
                <p:nvPr/>
              </p:nvSpPr>
              <p:spPr bwMode="auto">
                <a:xfrm>
                  <a:off x="9896913" y="3748289"/>
                  <a:ext cx="384546" cy="389984"/>
                </a:xfrm>
                <a:custGeom>
                  <a:avLst/>
                  <a:gdLst>
                    <a:gd name="T0" fmla="*/ 145 w 214"/>
                    <a:gd name="T1" fmla="*/ 1 h 218"/>
                    <a:gd name="T2" fmla="*/ 73 w 214"/>
                    <a:gd name="T3" fmla="*/ 0 h 218"/>
                    <a:gd name="T4" fmla="*/ 73 w 214"/>
                    <a:gd name="T5" fmla="*/ 0 h 218"/>
                    <a:gd name="T6" fmla="*/ 98 w 214"/>
                    <a:gd name="T7" fmla="*/ 196 h 218"/>
                    <a:gd name="T8" fmla="*/ 111 w 214"/>
                    <a:gd name="T9" fmla="*/ 182 h 218"/>
                    <a:gd name="T10" fmla="*/ 111 w 214"/>
                    <a:gd name="T11" fmla="*/ 218 h 218"/>
                    <a:gd name="T12" fmla="*/ 145 w 214"/>
                    <a:gd name="T13" fmla="*/ 1 h 218"/>
                  </a:gdLst>
                  <a:ahLst/>
                  <a:cxnLst>
                    <a:cxn ang="0">
                      <a:pos x="T0" y="T1"/>
                    </a:cxn>
                    <a:cxn ang="0">
                      <a:pos x="T2" y="T3"/>
                    </a:cxn>
                    <a:cxn ang="0">
                      <a:pos x="T4" y="T5"/>
                    </a:cxn>
                    <a:cxn ang="0">
                      <a:pos x="T6" y="T7"/>
                    </a:cxn>
                    <a:cxn ang="0">
                      <a:pos x="T8" y="T9"/>
                    </a:cxn>
                    <a:cxn ang="0">
                      <a:pos x="T10" y="T11"/>
                    </a:cxn>
                    <a:cxn ang="0">
                      <a:pos x="T12" y="T13"/>
                    </a:cxn>
                  </a:cxnLst>
                  <a:rect l="0" t="0" r="r" b="b"/>
                  <a:pathLst>
                    <a:path w="214" h="218">
                      <a:moveTo>
                        <a:pt x="145" y="1"/>
                      </a:moveTo>
                      <a:cubicBezTo>
                        <a:pt x="73" y="0"/>
                        <a:pt x="73" y="0"/>
                        <a:pt x="73" y="0"/>
                      </a:cubicBezTo>
                      <a:cubicBezTo>
                        <a:pt x="73" y="0"/>
                        <a:pt x="73" y="0"/>
                        <a:pt x="73" y="0"/>
                      </a:cubicBezTo>
                      <a:cubicBezTo>
                        <a:pt x="0" y="96"/>
                        <a:pt x="98" y="196"/>
                        <a:pt x="98" y="196"/>
                      </a:cubicBezTo>
                      <a:cubicBezTo>
                        <a:pt x="111" y="182"/>
                        <a:pt x="111" y="182"/>
                        <a:pt x="111" y="182"/>
                      </a:cubicBezTo>
                      <a:cubicBezTo>
                        <a:pt x="111" y="218"/>
                        <a:pt x="111" y="218"/>
                        <a:pt x="111" y="218"/>
                      </a:cubicBezTo>
                      <a:cubicBezTo>
                        <a:pt x="111" y="218"/>
                        <a:pt x="214" y="106"/>
                        <a:pt x="145" y="1"/>
                      </a:cubicBezTo>
                      <a:close/>
                    </a:path>
                  </a:pathLst>
                </a:custGeom>
                <a:solidFill>
                  <a:srgbClr val="FFC000"/>
                </a:solidFill>
                <a:ln>
                  <a:noFill/>
                </a:ln>
              </p:spPr>
              <p:txBody>
                <a:bodyPr wrap="square" lIns="91440" tIns="45720" rIns="91440" bIns="45720" anchor="ctr">
                  <a:normAutofit fontScale="85000" lnSpcReduction="20000"/>
                </a:bodyPr>
                <a:lstStyle/>
                <a:p>
                  <a:pPr algn="ctr"/>
                  <a:endParaRPr>
                    <a:cs typeface="+mn-ea"/>
                    <a:sym typeface="+mn-lt"/>
                  </a:endParaRPr>
                </a:p>
              </p:txBody>
            </p:sp>
            <p:sp>
              <p:nvSpPr>
                <p:cNvPr id="244" name="任意多边形: 形状 243"/>
                <p:cNvSpPr/>
                <p:nvPr/>
              </p:nvSpPr>
              <p:spPr bwMode="auto">
                <a:xfrm>
                  <a:off x="9940444" y="1943483"/>
                  <a:ext cx="297480" cy="1839271"/>
                </a:xfrm>
                <a:custGeom>
                  <a:avLst/>
                  <a:gdLst>
                    <a:gd name="T0" fmla="*/ 166 w 166"/>
                    <a:gd name="T1" fmla="*/ 175 h 1025"/>
                    <a:gd name="T2" fmla="*/ 81 w 166"/>
                    <a:gd name="T3" fmla="*/ 0 h 1025"/>
                    <a:gd name="T4" fmla="*/ 0 w 166"/>
                    <a:gd name="T5" fmla="*/ 176 h 1025"/>
                    <a:gd name="T6" fmla="*/ 0 w 166"/>
                    <a:gd name="T7" fmla="*/ 983 h 1025"/>
                    <a:gd name="T8" fmla="*/ 48 w 166"/>
                    <a:gd name="T9" fmla="*/ 1025 h 1025"/>
                    <a:gd name="T10" fmla="*/ 122 w 166"/>
                    <a:gd name="T11" fmla="*/ 1025 h 1025"/>
                    <a:gd name="T12" fmla="*/ 166 w 166"/>
                    <a:gd name="T13" fmla="*/ 983 h 1025"/>
                    <a:gd name="T14" fmla="*/ 166 w 166"/>
                    <a:gd name="T15" fmla="*/ 175 h 10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6" h="1025">
                      <a:moveTo>
                        <a:pt x="166" y="175"/>
                      </a:moveTo>
                      <a:cubicBezTo>
                        <a:pt x="81" y="0"/>
                        <a:pt x="81" y="0"/>
                        <a:pt x="81" y="0"/>
                      </a:cubicBezTo>
                      <a:cubicBezTo>
                        <a:pt x="0" y="176"/>
                        <a:pt x="0" y="176"/>
                        <a:pt x="0" y="176"/>
                      </a:cubicBezTo>
                      <a:cubicBezTo>
                        <a:pt x="0" y="983"/>
                        <a:pt x="0" y="983"/>
                        <a:pt x="0" y="983"/>
                      </a:cubicBezTo>
                      <a:cubicBezTo>
                        <a:pt x="0" y="1006"/>
                        <a:pt x="23" y="1025"/>
                        <a:pt x="48" y="1025"/>
                      </a:cubicBezTo>
                      <a:cubicBezTo>
                        <a:pt x="122" y="1025"/>
                        <a:pt x="122" y="1025"/>
                        <a:pt x="122" y="1025"/>
                      </a:cubicBezTo>
                      <a:cubicBezTo>
                        <a:pt x="146" y="1025"/>
                        <a:pt x="166" y="1006"/>
                        <a:pt x="166" y="983"/>
                      </a:cubicBezTo>
                      <a:lnTo>
                        <a:pt x="166" y="175"/>
                      </a:lnTo>
                      <a:close/>
                    </a:path>
                  </a:pathLst>
                </a:custGeom>
                <a:solidFill>
                  <a:schemeClr val="bg1">
                    <a:lumMod val="85000"/>
                  </a:schemeClr>
                </a:solidFill>
                <a:ln>
                  <a:noFill/>
                </a:ln>
              </p:spPr>
              <p:txBody>
                <a:bodyPr wrap="square" lIns="91440" tIns="45720" rIns="91440" bIns="45720" anchor="ctr">
                  <a:normAutofit/>
                </a:bodyPr>
                <a:lstStyle/>
                <a:p>
                  <a:pPr algn="ctr"/>
                  <a:endParaRPr>
                    <a:cs typeface="+mn-ea"/>
                    <a:sym typeface="+mn-lt"/>
                  </a:endParaRPr>
                </a:p>
              </p:txBody>
            </p:sp>
            <p:sp>
              <p:nvSpPr>
                <p:cNvPr id="245" name="任意多边形: 形状 244"/>
                <p:cNvSpPr/>
                <p:nvPr/>
              </p:nvSpPr>
              <p:spPr bwMode="auto">
                <a:xfrm>
                  <a:off x="10085557" y="1943483"/>
                  <a:ext cx="152369" cy="1839271"/>
                </a:xfrm>
                <a:custGeom>
                  <a:avLst/>
                  <a:gdLst>
                    <a:gd name="T0" fmla="*/ 85 w 85"/>
                    <a:gd name="T1" fmla="*/ 175 h 1025"/>
                    <a:gd name="T2" fmla="*/ 0 w 85"/>
                    <a:gd name="T3" fmla="*/ 0 h 1025"/>
                    <a:gd name="T4" fmla="*/ 1 w 85"/>
                    <a:gd name="T5" fmla="*/ 182 h 1025"/>
                    <a:gd name="T6" fmla="*/ 4 w 85"/>
                    <a:gd name="T7" fmla="*/ 1025 h 1025"/>
                    <a:gd name="T8" fmla="*/ 41 w 85"/>
                    <a:gd name="T9" fmla="*/ 1025 h 1025"/>
                    <a:gd name="T10" fmla="*/ 85 w 85"/>
                    <a:gd name="T11" fmla="*/ 983 h 1025"/>
                    <a:gd name="T12" fmla="*/ 85 w 85"/>
                    <a:gd name="T13" fmla="*/ 175 h 1025"/>
                  </a:gdLst>
                  <a:ahLst/>
                  <a:cxnLst>
                    <a:cxn ang="0">
                      <a:pos x="T0" y="T1"/>
                    </a:cxn>
                    <a:cxn ang="0">
                      <a:pos x="T2" y="T3"/>
                    </a:cxn>
                    <a:cxn ang="0">
                      <a:pos x="T4" y="T5"/>
                    </a:cxn>
                    <a:cxn ang="0">
                      <a:pos x="T6" y="T7"/>
                    </a:cxn>
                    <a:cxn ang="0">
                      <a:pos x="T8" y="T9"/>
                    </a:cxn>
                    <a:cxn ang="0">
                      <a:pos x="T10" y="T11"/>
                    </a:cxn>
                    <a:cxn ang="0">
                      <a:pos x="T12" y="T13"/>
                    </a:cxn>
                  </a:cxnLst>
                  <a:rect l="0" t="0" r="r" b="b"/>
                  <a:pathLst>
                    <a:path w="85" h="1025">
                      <a:moveTo>
                        <a:pt x="85" y="175"/>
                      </a:moveTo>
                      <a:cubicBezTo>
                        <a:pt x="0" y="0"/>
                        <a:pt x="0" y="0"/>
                        <a:pt x="0" y="0"/>
                      </a:cubicBezTo>
                      <a:cubicBezTo>
                        <a:pt x="1" y="182"/>
                        <a:pt x="1" y="182"/>
                        <a:pt x="1" y="182"/>
                      </a:cubicBezTo>
                      <a:cubicBezTo>
                        <a:pt x="4" y="1025"/>
                        <a:pt x="4" y="1025"/>
                        <a:pt x="4" y="1025"/>
                      </a:cubicBezTo>
                      <a:cubicBezTo>
                        <a:pt x="41" y="1025"/>
                        <a:pt x="41" y="1025"/>
                        <a:pt x="41" y="1025"/>
                      </a:cubicBezTo>
                      <a:cubicBezTo>
                        <a:pt x="65" y="1025"/>
                        <a:pt x="85" y="1006"/>
                        <a:pt x="85" y="983"/>
                      </a:cubicBezTo>
                      <a:lnTo>
                        <a:pt x="85" y="175"/>
                      </a:lnTo>
                      <a:close/>
                    </a:path>
                  </a:pathLst>
                </a:custGeom>
                <a:solidFill>
                  <a:schemeClr val="bg1">
                    <a:lumMod val="75000"/>
                  </a:schemeClr>
                </a:solidFill>
                <a:ln>
                  <a:noFill/>
                </a:ln>
              </p:spPr>
              <p:txBody>
                <a:bodyPr wrap="square" lIns="91440" tIns="45720" rIns="91440" bIns="45720" anchor="ctr">
                  <a:normAutofit/>
                </a:bodyPr>
                <a:lstStyle/>
                <a:p>
                  <a:pPr algn="ctr"/>
                  <a:endParaRPr>
                    <a:cs typeface="+mn-ea"/>
                    <a:sym typeface="+mn-lt"/>
                  </a:endParaRPr>
                </a:p>
              </p:txBody>
            </p:sp>
            <p:sp>
              <p:nvSpPr>
                <p:cNvPr id="246" name="任意多边形: 形状 245"/>
                <p:cNvSpPr/>
                <p:nvPr/>
              </p:nvSpPr>
              <p:spPr bwMode="auto">
                <a:xfrm>
                  <a:off x="9940444" y="1943483"/>
                  <a:ext cx="297480" cy="1668767"/>
                </a:xfrm>
                <a:custGeom>
                  <a:avLst/>
                  <a:gdLst>
                    <a:gd name="T0" fmla="*/ 166 w 166"/>
                    <a:gd name="T1" fmla="*/ 175 h 930"/>
                    <a:gd name="T2" fmla="*/ 81 w 166"/>
                    <a:gd name="T3" fmla="*/ 0 h 930"/>
                    <a:gd name="T4" fmla="*/ 0 w 166"/>
                    <a:gd name="T5" fmla="*/ 176 h 930"/>
                    <a:gd name="T6" fmla="*/ 0 w 166"/>
                    <a:gd name="T7" fmla="*/ 921 h 930"/>
                    <a:gd name="T8" fmla="*/ 166 w 166"/>
                    <a:gd name="T9" fmla="*/ 921 h 930"/>
                    <a:gd name="T10" fmla="*/ 166 w 166"/>
                    <a:gd name="T11" fmla="*/ 175 h 930"/>
                  </a:gdLst>
                  <a:ahLst/>
                  <a:cxnLst>
                    <a:cxn ang="0">
                      <a:pos x="T0" y="T1"/>
                    </a:cxn>
                    <a:cxn ang="0">
                      <a:pos x="T2" y="T3"/>
                    </a:cxn>
                    <a:cxn ang="0">
                      <a:pos x="T4" y="T5"/>
                    </a:cxn>
                    <a:cxn ang="0">
                      <a:pos x="T6" y="T7"/>
                    </a:cxn>
                    <a:cxn ang="0">
                      <a:pos x="T8" y="T9"/>
                    </a:cxn>
                    <a:cxn ang="0">
                      <a:pos x="T10" y="T11"/>
                    </a:cxn>
                  </a:cxnLst>
                  <a:rect l="0" t="0" r="r" b="b"/>
                  <a:pathLst>
                    <a:path w="166" h="930">
                      <a:moveTo>
                        <a:pt x="166" y="175"/>
                      </a:moveTo>
                      <a:cubicBezTo>
                        <a:pt x="81" y="0"/>
                        <a:pt x="81" y="0"/>
                        <a:pt x="81" y="0"/>
                      </a:cubicBezTo>
                      <a:cubicBezTo>
                        <a:pt x="0" y="176"/>
                        <a:pt x="0" y="176"/>
                        <a:pt x="0" y="176"/>
                      </a:cubicBezTo>
                      <a:cubicBezTo>
                        <a:pt x="0" y="921"/>
                        <a:pt x="0" y="921"/>
                        <a:pt x="0" y="921"/>
                      </a:cubicBezTo>
                      <a:cubicBezTo>
                        <a:pt x="58" y="930"/>
                        <a:pt x="114" y="930"/>
                        <a:pt x="166" y="921"/>
                      </a:cubicBezTo>
                      <a:lnTo>
                        <a:pt x="166" y="175"/>
                      </a:lnTo>
                      <a:close/>
                    </a:path>
                  </a:pathLst>
                </a:custGeom>
                <a:solidFill>
                  <a:schemeClr val="bg1"/>
                </a:solidFill>
                <a:ln>
                  <a:noFill/>
                </a:ln>
              </p:spPr>
              <p:txBody>
                <a:bodyPr wrap="square" lIns="91440" tIns="45720" rIns="91440" bIns="45720" anchor="ctr">
                  <a:normAutofit/>
                </a:bodyPr>
                <a:lstStyle/>
                <a:p>
                  <a:pPr algn="ctr"/>
                  <a:endParaRPr>
                    <a:cs typeface="+mn-ea"/>
                    <a:sym typeface="+mn-lt"/>
                  </a:endParaRPr>
                </a:p>
              </p:txBody>
            </p:sp>
            <p:sp>
              <p:nvSpPr>
                <p:cNvPr id="247" name="任意多边形: 形状 246"/>
                <p:cNvSpPr/>
                <p:nvPr/>
              </p:nvSpPr>
              <p:spPr bwMode="auto">
                <a:xfrm>
                  <a:off x="10085557" y="1943483"/>
                  <a:ext cx="152369" cy="1665137"/>
                </a:xfrm>
                <a:custGeom>
                  <a:avLst/>
                  <a:gdLst>
                    <a:gd name="T0" fmla="*/ 85 w 85"/>
                    <a:gd name="T1" fmla="*/ 175 h 928"/>
                    <a:gd name="T2" fmla="*/ 0 w 85"/>
                    <a:gd name="T3" fmla="*/ 0 h 928"/>
                    <a:gd name="T4" fmla="*/ 1 w 85"/>
                    <a:gd name="T5" fmla="*/ 182 h 928"/>
                    <a:gd name="T6" fmla="*/ 3 w 85"/>
                    <a:gd name="T7" fmla="*/ 928 h 928"/>
                    <a:gd name="T8" fmla="*/ 85 w 85"/>
                    <a:gd name="T9" fmla="*/ 921 h 928"/>
                    <a:gd name="T10" fmla="*/ 85 w 85"/>
                    <a:gd name="T11" fmla="*/ 175 h 928"/>
                  </a:gdLst>
                  <a:ahLst/>
                  <a:cxnLst>
                    <a:cxn ang="0">
                      <a:pos x="T0" y="T1"/>
                    </a:cxn>
                    <a:cxn ang="0">
                      <a:pos x="T2" y="T3"/>
                    </a:cxn>
                    <a:cxn ang="0">
                      <a:pos x="T4" y="T5"/>
                    </a:cxn>
                    <a:cxn ang="0">
                      <a:pos x="T6" y="T7"/>
                    </a:cxn>
                    <a:cxn ang="0">
                      <a:pos x="T8" y="T9"/>
                    </a:cxn>
                    <a:cxn ang="0">
                      <a:pos x="T10" y="T11"/>
                    </a:cxn>
                  </a:cxnLst>
                  <a:rect l="0" t="0" r="r" b="b"/>
                  <a:pathLst>
                    <a:path w="85" h="928">
                      <a:moveTo>
                        <a:pt x="85" y="175"/>
                      </a:moveTo>
                      <a:cubicBezTo>
                        <a:pt x="0" y="0"/>
                        <a:pt x="0" y="0"/>
                        <a:pt x="0" y="0"/>
                      </a:cubicBezTo>
                      <a:cubicBezTo>
                        <a:pt x="1" y="182"/>
                        <a:pt x="1" y="182"/>
                        <a:pt x="1" y="182"/>
                      </a:cubicBezTo>
                      <a:cubicBezTo>
                        <a:pt x="3" y="928"/>
                        <a:pt x="3" y="928"/>
                        <a:pt x="3" y="928"/>
                      </a:cubicBezTo>
                      <a:cubicBezTo>
                        <a:pt x="31" y="928"/>
                        <a:pt x="58" y="925"/>
                        <a:pt x="85" y="921"/>
                      </a:cubicBezTo>
                      <a:lnTo>
                        <a:pt x="85" y="175"/>
                      </a:lnTo>
                      <a:close/>
                    </a:path>
                  </a:pathLst>
                </a:custGeom>
                <a:solidFill>
                  <a:schemeClr val="tx2">
                    <a:lumMod val="20000"/>
                    <a:lumOff val="80000"/>
                  </a:schemeClr>
                </a:solidFill>
                <a:ln>
                  <a:noFill/>
                </a:ln>
              </p:spPr>
              <p:txBody>
                <a:bodyPr wrap="square" lIns="91440" tIns="45720" rIns="91440" bIns="45720" anchor="ctr">
                  <a:normAutofit/>
                </a:bodyPr>
                <a:lstStyle/>
                <a:p>
                  <a:pPr algn="ctr"/>
                  <a:endParaRPr>
                    <a:cs typeface="+mn-ea"/>
                    <a:sym typeface="+mn-lt"/>
                  </a:endParaRPr>
                </a:p>
              </p:txBody>
            </p:sp>
            <p:sp>
              <p:nvSpPr>
                <p:cNvPr id="248" name="任意多边形: 形状 247"/>
                <p:cNvSpPr/>
                <p:nvPr/>
              </p:nvSpPr>
              <p:spPr bwMode="auto">
                <a:xfrm>
                  <a:off x="9940444" y="1943483"/>
                  <a:ext cx="297480" cy="1581700"/>
                </a:xfrm>
                <a:custGeom>
                  <a:avLst/>
                  <a:gdLst>
                    <a:gd name="T0" fmla="*/ 166 w 166"/>
                    <a:gd name="T1" fmla="*/ 175 h 882"/>
                    <a:gd name="T2" fmla="*/ 81 w 166"/>
                    <a:gd name="T3" fmla="*/ 0 h 882"/>
                    <a:gd name="T4" fmla="*/ 0 w 166"/>
                    <a:gd name="T5" fmla="*/ 176 h 882"/>
                    <a:gd name="T6" fmla="*/ 0 w 166"/>
                    <a:gd name="T7" fmla="*/ 872 h 882"/>
                    <a:gd name="T8" fmla="*/ 166 w 166"/>
                    <a:gd name="T9" fmla="*/ 872 h 882"/>
                    <a:gd name="T10" fmla="*/ 166 w 166"/>
                    <a:gd name="T11" fmla="*/ 175 h 882"/>
                  </a:gdLst>
                  <a:ahLst/>
                  <a:cxnLst>
                    <a:cxn ang="0">
                      <a:pos x="T0" y="T1"/>
                    </a:cxn>
                    <a:cxn ang="0">
                      <a:pos x="T2" y="T3"/>
                    </a:cxn>
                    <a:cxn ang="0">
                      <a:pos x="T4" y="T5"/>
                    </a:cxn>
                    <a:cxn ang="0">
                      <a:pos x="T6" y="T7"/>
                    </a:cxn>
                    <a:cxn ang="0">
                      <a:pos x="T8" y="T9"/>
                    </a:cxn>
                    <a:cxn ang="0">
                      <a:pos x="T10" y="T11"/>
                    </a:cxn>
                  </a:cxnLst>
                  <a:rect l="0" t="0" r="r" b="b"/>
                  <a:pathLst>
                    <a:path w="166" h="882">
                      <a:moveTo>
                        <a:pt x="166" y="175"/>
                      </a:moveTo>
                      <a:cubicBezTo>
                        <a:pt x="81" y="0"/>
                        <a:pt x="81" y="0"/>
                        <a:pt x="81" y="0"/>
                      </a:cubicBezTo>
                      <a:cubicBezTo>
                        <a:pt x="0" y="176"/>
                        <a:pt x="0" y="176"/>
                        <a:pt x="0" y="176"/>
                      </a:cubicBezTo>
                      <a:cubicBezTo>
                        <a:pt x="0" y="872"/>
                        <a:pt x="0" y="872"/>
                        <a:pt x="0" y="872"/>
                      </a:cubicBezTo>
                      <a:cubicBezTo>
                        <a:pt x="58" y="882"/>
                        <a:pt x="115" y="881"/>
                        <a:pt x="166" y="872"/>
                      </a:cubicBezTo>
                      <a:lnTo>
                        <a:pt x="166" y="175"/>
                      </a:lnTo>
                      <a:close/>
                    </a:path>
                  </a:pathLst>
                </a:custGeom>
                <a:solidFill>
                  <a:schemeClr val="bg1">
                    <a:lumMod val="75000"/>
                  </a:schemeClr>
                </a:solidFill>
                <a:ln>
                  <a:noFill/>
                </a:ln>
              </p:spPr>
              <p:txBody>
                <a:bodyPr wrap="square" lIns="91440" tIns="45720" rIns="91440" bIns="45720" anchor="ctr">
                  <a:normAutofit/>
                </a:bodyPr>
                <a:lstStyle/>
                <a:p>
                  <a:pPr algn="ctr"/>
                  <a:endParaRPr>
                    <a:cs typeface="+mn-ea"/>
                    <a:sym typeface="+mn-lt"/>
                  </a:endParaRPr>
                </a:p>
              </p:txBody>
            </p:sp>
            <p:sp>
              <p:nvSpPr>
                <p:cNvPr id="249" name="任意多边形: 形状 248"/>
                <p:cNvSpPr/>
                <p:nvPr/>
              </p:nvSpPr>
              <p:spPr bwMode="auto">
                <a:xfrm>
                  <a:off x="10085557" y="1956181"/>
                  <a:ext cx="152369" cy="1563562"/>
                </a:xfrm>
                <a:custGeom>
                  <a:avLst/>
                  <a:gdLst>
                    <a:gd name="T0" fmla="*/ 85 w 85"/>
                    <a:gd name="T1" fmla="*/ 174 h 872"/>
                    <a:gd name="T2" fmla="*/ 0 w 85"/>
                    <a:gd name="T3" fmla="*/ 0 h 872"/>
                    <a:gd name="T4" fmla="*/ 1 w 85"/>
                    <a:gd name="T5" fmla="*/ 181 h 872"/>
                    <a:gd name="T6" fmla="*/ 4 w 85"/>
                    <a:gd name="T7" fmla="*/ 872 h 872"/>
                    <a:gd name="T8" fmla="*/ 85 w 85"/>
                    <a:gd name="T9" fmla="*/ 865 h 872"/>
                    <a:gd name="T10" fmla="*/ 85 w 85"/>
                    <a:gd name="T11" fmla="*/ 174 h 872"/>
                  </a:gdLst>
                  <a:ahLst/>
                  <a:cxnLst>
                    <a:cxn ang="0">
                      <a:pos x="T0" y="T1"/>
                    </a:cxn>
                    <a:cxn ang="0">
                      <a:pos x="T2" y="T3"/>
                    </a:cxn>
                    <a:cxn ang="0">
                      <a:pos x="T4" y="T5"/>
                    </a:cxn>
                    <a:cxn ang="0">
                      <a:pos x="T6" y="T7"/>
                    </a:cxn>
                    <a:cxn ang="0">
                      <a:pos x="T8" y="T9"/>
                    </a:cxn>
                    <a:cxn ang="0">
                      <a:pos x="T10" y="T11"/>
                    </a:cxn>
                  </a:cxnLst>
                  <a:rect l="0" t="0" r="r" b="b"/>
                  <a:pathLst>
                    <a:path w="85" h="872">
                      <a:moveTo>
                        <a:pt x="85" y="174"/>
                      </a:moveTo>
                      <a:cubicBezTo>
                        <a:pt x="0" y="0"/>
                        <a:pt x="0" y="0"/>
                        <a:pt x="0" y="0"/>
                      </a:cubicBezTo>
                      <a:cubicBezTo>
                        <a:pt x="1" y="181"/>
                        <a:pt x="1" y="181"/>
                        <a:pt x="1" y="181"/>
                      </a:cubicBezTo>
                      <a:cubicBezTo>
                        <a:pt x="4" y="872"/>
                        <a:pt x="4" y="872"/>
                        <a:pt x="4" y="872"/>
                      </a:cubicBezTo>
                      <a:cubicBezTo>
                        <a:pt x="31" y="872"/>
                        <a:pt x="59" y="870"/>
                        <a:pt x="85" y="865"/>
                      </a:cubicBezTo>
                      <a:lnTo>
                        <a:pt x="85" y="174"/>
                      </a:lnTo>
                      <a:close/>
                    </a:path>
                  </a:pathLst>
                </a:custGeom>
                <a:solidFill>
                  <a:schemeClr val="bg1">
                    <a:lumMod val="85000"/>
                  </a:schemeClr>
                </a:solidFill>
                <a:ln>
                  <a:noFill/>
                </a:ln>
              </p:spPr>
              <p:txBody>
                <a:bodyPr wrap="square" lIns="91440" tIns="45720" rIns="91440" bIns="45720" anchor="ctr">
                  <a:normAutofit/>
                </a:bodyPr>
                <a:lstStyle/>
                <a:p>
                  <a:pPr algn="ctr"/>
                  <a:endParaRPr>
                    <a:cs typeface="+mn-ea"/>
                    <a:sym typeface="+mn-lt"/>
                  </a:endParaRPr>
                </a:p>
              </p:txBody>
            </p:sp>
            <p:sp>
              <p:nvSpPr>
                <p:cNvPr id="250" name="任意多边形: 形状 249"/>
                <p:cNvSpPr/>
                <p:nvPr/>
              </p:nvSpPr>
              <p:spPr bwMode="auto">
                <a:xfrm>
                  <a:off x="9940444" y="1943483"/>
                  <a:ext cx="297480" cy="326497"/>
                </a:xfrm>
                <a:custGeom>
                  <a:avLst/>
                  <a:gdLst>
                    <a:gd name="T0" fmla="*/ 166 w 166"/>
                    <a:gd name="T1" fmla="*/ 175 h 182"/>
                    <a:gd name="T2" fmla="*/ 81 w 166"/>
                    <a:gd name="T3" fmla="*/ 0 h 182"/>
                    <a:gd name="T4" fmla="*/ 0 w 166"/>
                    <a:gd name="T5" fmla="*/ 176 h 182"/>
                    <a:gd name="T6" fmla="*/ 82 w 166"/>
                    <a:gd name="T7" fmla="*/ 182 h 182"/>
                    <a:gd name="T8" fmla="*/ 166 w 166"/>
                    <a:gd name="T9" fmla="*/ 175 h 182"/>
                  </a:gdLst>
                  <a:ahLst/>
                  <a:cxnLst>
                    <a:cxn ang="0">
                      <a:pos x="T0" y="T1"/>
                    </a:cxn>
                    <a:cxn ang="0">
                      <a:pos x="T2" y="T3"/>
                    </a:cxn>
                    <a:cxn ang="0">
                      <a:pos x="T4" y="T5"/>
                    </a:cxn>
                    <a:cxn ang="0">
                      <a:pos x="T6" y="T7"/>
                    </a:cxn>
                    <a:cxn ang="0">
                      <a:pos x="T8" y="T9"/>
                    </a:cxn>
                  </a:cxnLst>
                  <a:rect l="0" t="0" r="r" b="b"/>
                  <a:pathLst>
                    <a:path w="166" h="182">
                      <a:moveTo>
                        <a:pt x="166" y="175"/>
                      </a:moveTo>
                      <a:cubicBezTo>
                        <a:pt x="81" y="0"/>
                        <a:pt x="81" y="0"/>
                        <a:pt x="81" y="0"/>
                      </a:cubicBezTo>
                      <a:cubicBezTo>
                        <a:pt x="0" y="176"/>
                        <a:pt x="0" y="176"/>
                        <a:pt x="0" y="176"/>
                      </a:cubicBezTo>
                      <a:cubicBezTo>
                        <a:pt x="26" y="180"/>
                        <a:pt x="53" y="182"/>
                        <a:pt x="82" y="182"/>
                      </a:cubicBezTo>
                      <a:cubicBezTo>
                        <a:pt x="110" y="182"/>
                        <a:pt x="140" y="180"/>
                        <a:pt x="166" y="175"/>
                      </a:cubicBezTo>
                      <a:close/>
                    </a:path>
                  </a:pathLst>
                </a:custGeom>
                <a:solidFill>
                  <a:schemeClr val="bg1"/>
                </a:solidFill>
                <a:ln>
                  <a:noFill/>
                </a:ln>
              </p:spPr>
              <p:txBody>
                <a:bodyPr wrap="square" lIns="91440" tIns="45720" rIns="91440" bIns="45720" anchor="ctr">
                  <a:normAutofit fontScale="62500" lnSpcReduction="20000"/>
                </a:bodyPr>
                <a:lstStyle/>
                <a:p>
                  <a:pPr algn="ctr"/>
                  <a:endParaRPr>
                    <a:cs typeface="+mn-ea"/>
                    <a:sym typeface="+mn-lt"/>
                  </a:endParaRPr>
                </a:p>
              </p:txBody>
            </p:sp>
            <p:sp>
              <p:nvSpPr>
                <p:cNvPr id="251" name="任意多边形: 形状 250"/>
                <p:cNvSpPr/>
                <p:nvPr/>
              </p:nvSpPr>
              <p:spPr bwMode="auto">
                <a:xfrm>
                  <a:off x="10085560" y="1943483"/>
                  <a:ext cx="152369" cy="326497"/>
                </a:xfrm>
                <a:custGeom>
                  <a:avLst/>
                  <a:gdLst>
                    <a:gd name="T0" fmla="*/ 85 w 85"/>
                    <a:gd name="T1" fmla="*/ 175 h 182"/>
                    <a:gd name="T2" fmla="*/ 0 w 85"/>
                    <a:gd name="T3" fmla="*/ 0 h 182"/>
                    <a:gd name="T4" fmla="*/ 1 w 85"/>
                    <a:gd name="T5" fmla="*/ 182 h 182"/>
                    <a:gd name="T6" fmla="*/ 85 w 85"/>
                    <a:gd name="T7" fmla="*/ 175 h 182"/>
                  </a:gdLst>
                  <a:ahLst/>
                  <a:cxnLst>
                    <a:cxn ang="0">
                      <a:pos x="T0" y="T1"/>
                    </a:cxn>
                    <a:cxn ang="0">
                      <a:pos x="T2" y="T3"/>
                    </a:cxn>
                    <a:cxn ang="0">
                      <a:pos x="T4" y="T5"/>
                    </a:cxn>
                    <a:cxn ang="0">
                      <a:pos x="T6" y="T7"/>
                    </a:cxn>
                  </a:cxnLst>
                  <a:rect l="0" t="0" r="r" b="b"/>
                  <a:pathLst>
                    <a:path w="85" h="182">
                      <a:moveTo>
                        <a:pt x="85" y="175"/>
                      </a:moveTo>
                      <a:cubicBezTo>
                        <a:pt x="0" y="0"/>
                        <a:pt x="0" y="0"/>
                        <a:pt x="0" y="0"/>
                      </a:cubicBezTo>
                      <a:cubicBezTo>
                        <a:pt x="1" y="182"/>
                        <a:pt x="1" y="182"/>
                        <a:pt x="1" y="182"/>
                      </a:cubicBezTo>
                      <a:cubicBezTo>
                        <a:pt x="29" y="182"/>
                        <a:pt x="59" y="180"/>
                        <a:pt x="85" y="175"/>
                      </a:cubicBezTo>
                      <a:close/>
                    </a:path>
                  </a:pathLst>
                </a:custGeom>
                <a:solidFill>
                  <a:schemeClr val="tx2">
                    <a:lumMod val="20000"/>
                    <a:lumOff val="80000"/>
                  </a:schemeClr>
                </a:solidFill>
                <a:ln>
                  <a:noFill/>
                </a:ln>
              </p:spPr>
              <p:txBody>
                <a:bodyPr wrap="square" lIns="91440" tIns="45720" rIns="91440" bIns="45720" anchor="ctr">
                  <a:normAutofit fontScale="62500" lnSpcReduction="20000"/>
                </a:bodyPr>
                <a:lstStyle/>
                <a:p>
                  <a:pPr algn="ctr"/>
                  <a:endParaRPr>
                    <a:cs typeface="+mn-ea"/>
                    <a:sym typeface="+mn-lt"/>
                  </a:endParaRPr>
                </a:p>
              </p:txBody>
            </p:sp>
            <p:sp>
              <p:nvSpPr>
                <p:cNvPr id="252" name="任意多边形: 形状 251"/>
                <p:cNvSpPr/>
                <p:nvPr/>
              </p:nvSpPr>
              <p:spPr bwMode="auto">
                <a:xfrm>
                  <a:off x="10038398" y="1943483"/>
                  <a:ext cx="96136" cy="110645"/>
                </a:xfrm>
                <a:custGeom>
                  <a:avLst/>
                  <a:gdLst>
                    <a:gd name="T0" fmla="*/ 54 w 54"/>
                    <a:gd name="T1" fmla="*/ 58 h 61"/>
                    <a:gd name="T2" fmla="*/ 27 w 54"/>
                    <a:gd name="T3" fmla="*/ 0 h 61"/>
                    <a:gd name="T4" fmla="*/ 0 w 54"/>
                    <a:gd name="T5" fmla="*/ 58 h 61"/>
                    <a:gd name="T6" fmla="*/ 27 w 54"/>
                    <a:gd name="T7" fmla="*/ 61 h 61"/>
                    <a:gd name="T8" fmla="*/ 54 w 54"/>
                    <a:gd name="T9" fmla="*/ 58 h 61"/>
                  </a:gdLst>
                  <a:ahLst/>
                  <a:cxnLst>
                    <a:cxn ang="0">
                      <a:pos x="T0" y="T1"/>
                    </a:cxn>
                    <a:cxn ang="0">
                      <a:pos x="T2" y="T3"/>
                    </a:cxn>
                    <a:cxn ang="0">
                      <a:pos x="T4" y="T5"/>
                    </a:cxn>
                    <a:cxn ang="0">
                      <a:pos x="T6" y="T7"/>
                    </a:cxn>
                    <a:cxn ang="0">
                      <a:pos x="T8" y="T9"/>
                    </a:cxn>
                  </a:cxnLst>
                  <a:rect l="0" t="0" r="r" b="b"/>
                  <a:pathLst>
                    <a:path w="54" h="61">
                      <a:moveTo>
                        <a:pt x="54" y="58"/>
                      </a:moveTo>
                      <a:cubicBezTo>
                        <a:pt x="27" y="0"/>
                        <a:pt x="27" y="0"/>
                        <a:pt x="27" y="0"/>
                      </a:cubicBezTo>
                      <a:cubicBezTo>
                        <a:pt x="0" y="58"/>
                        <a:pt x="0" y="58"/>
                        <a:pt x="0" y="58"/>
                      </a:cubicBezTo>
                      <a:cubicBezTo>
                        <a:pt x="9" y="60"/>
                        <a:pt x="18" y="61"/>
                        <a:pt x="27" y="61"/>
                      </a:cubicBezTo>
                      <a:cubicBezTo>
                        <a:pt x="37" y="60"/>
                        <a:pt x="46" y="60"/>
                        <a:pt x="54" y="58"/>
                      </a:cubicBezTo>
                      <a:close/>
                    </a:path>
                  </a:pathLst>
                </a:custGeom>
                <a:solidFill>
                  <a:schemeClr val="bg1">
                    <a:lumMod val="75000"/>
                  </a:schemeClr>
                </a:solidFill>
                <a:ln>
                  <a:noFill/>
                </a:ln>
              </p:spPr>
              <p:txBody>
                <a:bodyPr wrap="square" lIns="91440" tIns="45720" rIns="91440" bIns="45720" anchor="ctr">
                  <a:normAutofit fontScale="25000" lnSpcReduction="20000"/>
                </a:bodyPr>
                <a:lstStyle/>
                <a:p>
                  <a:pPr algn="ctr"/>
                  <a:endParaRPr>
                    <a:cs typeface="+mn-ea"/>
                    <a:sym typeface="+mn-lt"/>
                  </a:endParaRPr>
                </a:p>
              </p:txBody>
            </p:sp>
            <p:sp>
              <p:nvSpPr>
                <p:cNvPr id="253" name="任意多边形: 形状 252"/>
                <p:cNvSpPr/>
                <p:nvPr/>
              </p:nvSpPr>
              <p:spPr bwMode="auto">
                <a:xfrm>
                  <a:off x="8901091" y="3746476"/>
                  <a:ext cx="580447" cy="511513"/>
                </a:xfrm>
                <a:custGeom>
                  <a:avLst/>
                  <a:gdLst>
                    <a:gd name="T0" fmla="*/ 220 w 324"/>
                    <a:gd name="T1" fmla="*/ 1 h 285"/>
                    <a:gd name="T2" fmla="*/ 111 w 324"/>
                    <a:gd name="T3" fmla="*/ 0 h 285"/>
                    <a:gd name="T4" fmla="*/ 111 w 324"/>
                    <a:gd name="T5" fmla="*/ 1 h 285"/>
                    <a:gd name="T6" fmla="*/ 149 w 324"/>
                    <a:gd name="T7" fmla="*/ 257 h 285"/>
                    <a:gd name="T8" fmla="*/ 169 w 324"/>
                    <a:gd name="T9" fmla="*/ 239 h 285"/>
                    <a:gd name="T10" fmla="*/ 169 w 324"/>
                    <a:gd name="T11" fmla="*/ 285 h 285"/>
                    <a:gd name="T12" fmla="*/ 220 w 324"/>
                    <a:gd name="T13" fmla="*/ 2 h 285"/>
                    <a:gd name="T14" fmla="*/ 220 w 324"/>
                    <a:gd name="T15" fmla="*/ 1 h 2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4" h="285">
                      <a:moveTo>
                        <a:pt x="220" y="1"/>
                      </a:moveTo>
                      <a:cubicBezTo>
                        <a:pt x="111" y="0"/>
                        <a:pt x="111" y="0"/>
                        <a:pt x="111" y="0"/>
                      </a:cubicBezTo>
                      <a:cubicBezTo>
                        <a:pt x="111" y="1"/>
                        <a:pt x="111" y="1"/>
                        <a:pt x="111" y="1"/>
                      </a:cubicBezTo>
                      <a:cubicBezTo>
                        <a:pt x="0" y="126"/>
                        <a:pt x="149" y="257"/>
                        <a:pt x="149" y="257"/>
                      </a:cubicBezTo>
                      <a:cubicBezTo>
                        <a:pt x="169" y="239"/>
                        <a:pt x="169" y="239"/>
                        <a:pt x="169" y="239"/>
                      </a:cubicBezTo>
                      <a:cubicBezTo>
                        <a:pt x="169" y="285"/>
                        <a:pt x="169" y="285"/>
                        <a:pt x="169" y="285"/>
                      </a:cubicBezTo>
                      <a:cubicBezTo>
                        <a:pt x="169" y="285"/>
                        <a:pt x="324" y="139"/>
                        <a:pt x="220" y="2"/>
                      </a:cubicBezTo>
                      <a:lnTo>
                        <a:pt x="220" y="1"/>
                      </a:lnTo>
                      <a:close/>
                    </a:path>
                  </a:pathLst>
                </a:custGeom>
                <a:solidFill>
                  <a:srgbClr val="FF6400"/>
                </a:solidFill>
                <a:ln>
                  <a:noFill/>
                </a:ln>
              </p:spPr>
              <p:txBody>
                <a:bodyPr wrap="square" lIns="91440" tIns="45720" rIns="91440" bIns="45720" anchor="ctr">
                  <a:normAutofit/>
                </a:bodyPr>
                <a:lstStyle/>
                <a:p>
                  <a:pPr algn="ctr"/>
                  <a:endParaRPr>
                    <a:cs typeface="+mn-ea"/>
                    <a:sym typeface="+mn-lt"/>
                  </a:endParaRPr>
                </a:p>
              </p:txBody>
            </p:sp>
            <p:sp>
              <p:nvSpPr>
                <p:cNvPr id="254" name="任意多边形: 形状 253"/>
                <p:cNvSpPr/>
                <p:nvPr/>
              </p:nvSpPr>
              <p:spPr bwMode="auto">
                <a:xfrm>
                  <a:off x="8999034" y="3748288"/>
                  <a:ext cx="386361" cy="389984"/>
                </a:xfrm>
                <a:custGeom>
                  <a:avLst/>
                  <a:gdLst>
                    <a:gd name="T0" fmla="*/ 146 w 215"/>
                    <a:gd name="T1" fmla="*/ 1 h 218"/>
                    <a:gd name="T2" fmla="*/ 74 w 215"/>
                    <a:gd name="T3" fmla="*/ 0 h 218"/>
                    <a:gd name="T4" fmla="*/ 74 w 215"/>
                    <a:gd name="T5" fmla="*/ 0 h 218"/>
                    <a:gd name="T6" fmla="*/ 99 w 215"/>
                    <a:gd name="T7" fmla="*/ 196 h 218"/>
                    <a:gd name="T8" fmla="*/ 112 w 215"/>
                    <a:gd name="T9" fmla="*/ 182 h 218"/>
                    <a:gd name="T10" fmla="*/ 112 w 215"/>
                    <a:gd name="T11" fmla="*/ 218 h 218"/>
                    <a:gd name="T12" fmla="*/ 146 w 215"/>
                    <a:gd name="T13" fmla="*/ 1 h 218"/>
                  </a:gdLst>
                  <a:ahLst/>
                  <a:cxnLst>
                    <a:cxn ang="0">
                      <a:pos x="T0" y="T1"/>
                    </a:cxn>
                    <a:cxn ang="0">
                      <a:pos x="T2" y="T3"/>
                    </a:cxn>
                    <a:cxn ang="0">
                      <a:pos x="T4" y="T5"/>
                    </a:cxn>
                    <a:cxn ang="0">
                      <a:pos x="T6" y="T7"/>
                    </a:cxn>
                    <a:cxn ang="0">
                      <a:pos x="T8" y="T9"/>
                    </a:cxn>
                    <a:cxn ang="0">
                      <a:pos x="T10" y="T11"/>
                    </a:cxn>
                    <a:cxn ang="0">
                      <a:pos x="T12" y="T13"/>
                    </a:cxn>
                  </a:cxnLst>
                  <a:rect l="0" t="0" r="r" b="b"/>
                  <a:pathLst>
                    <a:path w="215" h="218">
                      <a:moveTo>
                        <a:pt x="146" y="1"/>
                      </a:moveTo>
                      <a:cubicBezTo>
                        <a:pt x="74" y="0"/>
                        <a:pt x="74" y="0"/>
                        <a:pt x="74" y="0"/>
                      </a:cubicBezTo>
                      <a:cubicBezTo>
                        <a:pt x="74" y="0"/>
                        <a:pt x="74" y="0"/>
                        <a:pt x="74" y="0"/>
                      </a:cubicBezTo>
                      <a:cubicBezTo>
                        <a:pt x="0" y="96"/>
                        <a:pt x="99" y="196"/>
                        <a:pt x="99" y="196"/>
                      </a:cubicBezTo>
                      <a:cubicBezTo>
                        <a:pt x="112" y="182"/>
                        <a:pt x="112" y="182"/>
                        <a:pt x="112" y="182"/>
                      </a:cubicBezTo>
                      <a:cubicBezTo>
                        <a:pt x="112" y="218"/>
                        <a:pt x="112" y="218"/>
                        <a:pt x="112" y="218"/>
                      </a:cubicBezTo>
                      <a:cubicBezTo>
                        <a:pt x="112" y="218"/>
                        <a:pt x="215" y="106"/>
                        <a:pt x="146" y="1"/>
                      </a:cubicBezTo>
                      <a:close/>
                    </a:path>
                  </a:pathLst>
                </a:custGeom>
                <a:solidFill>
                  <a:srgbClr val="FFC000"/>
                </a:solidFill>
                <a:ln>
                  <a:noFill/>
                </a:ln>
              </p:spPr>
              <p:txBody>
                <a:bodyPr wrap="square" lIns="91440" tIns="45720" rIns="91440" bIns="45720" anchor="ctr">
                  <a:normAutofit fontScale="85000" lnSpcReduction="20000"/>
                </a:bodyPr>
                <a:lstStyle/>
                <a:p>
                  <a:pPr algn="ctr"/>
                  <a:endParaRPr>
                    <a:cs typeface="+mn-ea"/>
                    <a:sym typeface="+mn-lt"/>
                  </a:endParaRPr>
                </a:p>
              </p:txBody>
            </p:sp>
            <p:sp>
              <p:nvSpPr>
                <p:cNvPr id="255" name="任意多边形: 形状 254"/>
                <p:cNvSpPr/>
                <p:nvPr/>
              </p:nvSpPr>
              <p:spPr bwMode="auto">
                <a:xfrm>
                  <a:off x="9044383" y="1943483"/>
                  <a:ext cx="297480" cy="1839271"/>
                </a:xfrm>
                <a:custGeom>
                  <a:avLst/>
                  <a:gdLst>
                    <a:gd name="T0" fmla="*/ 166 w 166"/>
                    <a:gd name="T1" fmla="*/ 175 h 1025"/>
                    <a:gd name="T2" fmla="*/ 81 w 166"/>
                    <a:gd name="T3" fmla="*/ 0 h 1025"/>
                    <a:gd name="T4" fmla="*/ 0 w 166"/>
                    <a:gd name="T5" fmla="*/ 176 h 1025"/>
                    <a:gd name="T6" fmla="*/ 0 w 166"/>
                    <a:gd name="T7" fmla="*/ 983 h 1025"/>
                    <a:gd name="T8" fmla="*/ 48 w 166"/>
                    <a:gd name="T9" fmla="*/ 1025 h 1025"/>
                    <a:gd name="T10" fmla="*/ 121 w 166"/>
                    <a:gd name="T11" fmla="*/ 1025 h 1025"/>
                    <a:gd name="T12" fmla="*/ 166 w 166"/>
                    <a:gd name="T13" fmla="*/ 983 h 1025"/>
                    <a:gd name="T14" fmla="*/ 166 w 166"/>
                    <a:gd name="T15" fmla="*/ 175 h 10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6" h="1025">
                      <a:moveTo>
                        <a:pt x="166" y="175"/>
                      </a:moveTo>
                      <a:cubicBezTo>
                        <a:pt x="81" y="0"/>
                        <a:pt x="81" y="0"/>
                        <a:pt x="81" y="0"/>
                      </a:cubicBezTo>
                      <a:cubicBezTo>
                        <a:pt x="0" y="176"/>
                        <a:pt x="0" y="176"/>
                        <a:pt x="0" y="176"/>
                      </a:cubicBezTo>
                      <a:cubicBezTo>
                        <a:pt x="0" y="983"/>
                        <a:pt x="0" y="983"/>
                        <a:pt x="0" y="983"/>
                      </a:cubicBezTo>
                      <a:cubicBezTo>
                        <a:pt x="0" y="1006"/>
                        <a:pt x="23" y="1025"/>
                        <a:pt x="48" y="1025"/>
                      </a:cubicBezTo>
                      <a:cubicBezTo>
                        <a:pt x="121" y="1025"/>
                        <a:pt x="121" y="1025"/>
                        <a:pt x="121" y="1025"/>
                      </a:cubicBezTo>
                      <a:cubicBezTo>
                        <a:pt x="146" y="1025"/>
                        <a:pt x="166" y="1006"/>
                        <a:pt x="166" y="983"/>
                      </a:cubicBezTo>
                      <a:lnTo>
                        <a:pt x="166" y="175"/>
                      </a:lnTo>
                      <a:close/>
                    </a:path>
                  </a:pathLst>
                </a:custGeom>
                <a:solidFill>
                  <a:schemeClr val="bg1">
                    <a:lumMod val="85000"/>
                  </a:schemeClr>
                </a:solidFill>
                <a:ln>
                  <a:noFill/>
                </a:ln>
              </p:spPr>
              <p:txBody>
                <a:bodyPr wrap="square" lIns="91440" tIns="45720" rIns="91440" bIns="45720" anchor="ctr">
                  <a:normAutofit/>
                </a:bodyPr>
                <a:lstStyle/>
                <a:p>
                  <a:pPr algn="ctr"/>
                  <a:endParaRPr>
                    <a:cs typeface="+mn-ea"/>
                    <a:sym typeface="+mn-lt"/>
                  </a:endParaRPr>
                </a:p>
              </p:txBody>
            </p:sp>
            <p:sp>
              <p:nvSpPr>
                <p:cNvPr id="256" name="任意多边形: 形状 255"/>
                <p:cNvSpPr/>
                <p:nvPr/>
              </p:nvSpPr>
              <p:spPr bwMode="auto">
                <a:xfrm>
                  <a:off x="9189493" y="1943483"/>
                  <a:ext cx="152369" cy="1839271"/>
                </a:xfrm>
                <a:custGeom>
                  <a:avLst/>
                  <a:gdLst>
                    <a:gd name="T0" fmla="*/ 85 w 85"/>
                    <a:gd name="T1" fmla="*/ 175 h 1025"/>
                    <a:gd name="T2" fmla="*/ 0 w 85"/>
                    <a:gd name="T3" fmla="*/ 0 h 1025"/>
                    <a:gd name="T4" fmla="*/ 0 w 85"/>
                    <a:gd name="T5" fmla="*/ 182 h 1025"/>
                    <a:gd name="T6" fmla="*/ 4 w 85"/>
                    <a:gd name="T7" fmla="*/ 1025 h 1025"/>
                    <a:gd name="T8" fmla="*/ 40 w 85"/>
                    <a:gd name="T9" fmla="*/ 1025 h 1025"/>
                    <a:gd name="T10" fmla="*/ 85 w 85"/>
                    <a:gd name="T11" fmla="*/ 983 h 1025"/>
                    <a:gd name="T12" fmla="*/ 85 w 85"/>
                    <a:gd name="T13" fmla="*/ 175 h 1025"/>
                  </a:gdLst>
                  <a:ahLst/>
                  <a:cxnLst>
                    <a:cxn ang="0">
                      <a:pos x="T0" y="T1"/>
                    </a:cxn>
                    <a:cxn ang="0">
                      <a:pos x="T2" y="T3"/>
                    </a:cxn>
                    <a:cxn ang="0">
                      <a:pos x="T4" y="T5"/>
                    </a:cxn>
                    <a:cxn ang="0">
                      <a:pos x="T6" y="T7"/>
                    </a:cxn>
                    <a:cxn ang="0">
                      <a:pos x="T8" y="T9"/>
                    </a:cxn>
                    <a:cxn ang="0">
                      <a:pos x="T10" y="T11"/>
                    </a:cxn>
                    <a:cxn ang="0">
                      <a:pos x="T12" y="T13"/>
                    </a:cxn>
                  </a:cxnLst>
                  <a:rect l="0" t="0" r="r" b="b"/>
                  <a:pathLst>
                    <a:path w="85" h="1025">
                      <a:moveTo>
                        <a:pt x="85" y="175"/>
                      </a:moveTo>
                      <a:cubicBezTo>
                        <a:pt x="0" y="0"/>
                        <a:pt x="0" y="0"/>
                        <a:pt x="0" y="0"/>
                      </a:cubicBezTo>
                      <a:cubicBezTo>
                        <a:pt x="0" y="182"/>
                        <a:pt x="0" y="182"/>
                        <a:pt x="0" y="182"/>
                      </a:cubicBezTo>
                      <a:cubicBezTo>
                        <a:pt x="4" y="1025"/>
                        <a:pt x="4" y="1025"/>
                        <a:pt x="4" y="1025"/>
                      </a:cubicBezTo>
                      <a:cubicBezTo>
                        <a:pt x="40" y="1025"/>
                        <a:pt x="40" y="1025"/>
                        <a:pt x="40" y="1025"/>
                      </a:cubicBezTo>
                      <a:cubicBezTo>
                        <a:pt x="65" y="1025"/>
                        <a:pt x="85" y="1006"/>
                        <a:pt x="85" y="983"/>
                      </a:cubicBezTo>
                      <a:lnTo>
                        <a:pt x="85" y="175"/>
                      </a:lnTo>
                      <a:close/>
                    </a:path>
                  </a:pathLst>
                </a:custGeom>
                <a:solidFill>
                  <a:schemeClr val="bg1">
                    <a:lumMod val="75000"/>
                  </a:schemeClr>
                </a:solidFill>
                <a:ln>
                  <a:noFill/>
                </a:ln>
              </p:spPr>
              <p:txBody>
                <a:bodyPr wrap="square" lIns="91440" tIns="45720" rIns="91440" bIns="45720" anchor="ctr">
                  <a:normAutofit/>
                </a:bodyPr>
                <a:lstStyle/>
                <a:p>
                  <a:pPr algn="ctr"/>
                  <a:endParaRPr>
                    <a:cs typeface="+mn-ea"/>
                    <a:sym typeface="+mn-lt"/>
                  </a:endParaRPr>
                </a:p>
              </p:txBody>
            </p:sp>
            <p:sp>
              <p:nvSpPr>
                <p:cNvPr id="257" name="任意多边形: 形状 256"/>
                <p:cNvSpPr/>
                <p:nvPr/>
              </p:nvSpPr>
              <p:spPr bwMode="auto">
                <a:xfrm>
                  <a:off x="9044383" y="1943483"/>
                  <a:ext cx="297480" cy="1668767"/>
                </a:xfrm>
                <a:custGeom>
                  <a:avLst/>
                  <a:gdLst>
                    <a:gd name="T0" fmla="*/ 166 w 166"/>
                    <a:gd name="T1" fmla="*/ 175 h 930"/>
                    <a:gd name="T2" fmla="*/ 81 w 166"/>
                    <a:gd name="T3" fmla="*/ 0 h 930"/>
                    <a:gd name="T4" fmla="*/ 0 w 166"/>
                    <a:gd name="T5" fmla="*/ 176 h 930"/>
                    <a:gd name="T6" fmla="*/ 0 w 166"/>
                    <a:gd name="T7" fmla="*/ 921 h 930"/>
                    <a:gd name="T8" fmla="*/ 166 w 166"/>
                    <a:gd name="T9" fmla="*/ 921 h 930"/>
                    <a:gd name="T10" fmla="*/ 166 w 166"/>
                    <a:gd name="T11" fmla="*/ 175 h 930"/>
                  </a:gdLst>
                  <a:ahLst/>
                  <a:cxnLst>
                    <a:cxn ang="0">
                      <a:pos x="T0" y="T1"/>
                    </a:cxn>
                    <a:cxn ang="0">
                      <a:pos x="T2" y="T3"/>
                    </a:cxn>
                    <a:cxn ang="0">
                      <a:pos x="T4" y="T5"/>
                    </a:cxn>
                    <a:cxn ang="0">
                      <a:pos x="T6" y="T7"/>
                    </a:cxn>
                    <a:cxn ang="0">
                      <a:pos x="T8" y="T9"/>
                    </a:cxn>
                    <a:cxn ang="0">
                      <a:pos x="T10" y="T11"/>
                    </a:cxn>
                  </a:cxnLst>
                  <a:rect l="0" t="0" r="r" b="b"/>
                  <a:pathLst>
                    <a:path w="166" h="930">
                      <a:moveTo>
                        <a:pt x="166" y="175"/>
                      </a:moveTo>
                      <a:cubicBezTo>
                        <a:pt x="81" y="0"/>
                        <a:pt x="81" y="0"/>
                        <a:pt x="81" y="0"/>
                      </a:cubicBezTo>
                      <a:cubicBezTo>
                        <a:pt x="0" y="176"/>
                        <a:pt x="0" y="176"/>
                        <a:pt x="0" y="176"/>
                      </a:cubicBezTo>
                      <a:cubicBezTo>
                        <a:pt x="0" y="921"/>
                        <a:pt x="0" y="921"/>
                        <a:pt x="0" y="921"/>
                      </a:cubicBezTo>
                      <a:cubicBezTo>
                        <a:pt x="57" y="930"/>
                        <a:pt x="114" y="930"/>
                        <a:pt x="166" y="921"/>
                      </a:cubicBezTo>
                      <a:lnTo>
                        <a:pt x="166" y="175"/>
                      </a:lnTo>
                      <a:close/>
                    </a:path>
                  </a:pathLst>
                </a:custGeom>
                <a:solidFill>
                  <a:schemeClr val="bg1"/>
                </a:solidFill>
                <a:ln>
                  <a:noFill/>
                </a:ln>
              </p:spPr>
              <p:txBody>
                <a:bodyPr wrap="square" lIns="91440" tIns="45720" rIns="91440" bIns="45720" anchor="ctr">
                  <a:normAutofit/>
                </a:bodyPr>
                <a:lstStyle/>
                <a:p>
                  <a:pPr algn="ctr"/>
                  <a:endParaRPr>
                    <a:cs typeface="+mn-ea"/>
                    <a:sym typeface="+mn-lt"/>
                  </a:endParaRPr>
                </a:p>
              </p:txBody>
            </p:sp>
            <p:sp>
              <p:nvSpPr>
                <p:cNvPr id="258" name="任意多边形: 形状 257"/>
                <p:cNvSpPr/>
                <p:nvPr/>
              </p:nvSpPr>
              <p:spPr bwMode="auto">
                <a:xfrm>
                  <a:off x="9189493" y="1943483"/>
                  <a:ext cx="152369" cy="1665137"/>
                </a:xfrm>
                <a:custGeom>
                  <a:avLst/>
                  <a:gdLst>
                    <a:gd name="T0" fmla="*/ 85 w 85"/>
                    <a:gd name="T1" fmla="*/ 175 h 928"/>
                    <a:gd name="T2" fmla="*/ 0 w 85"/>
                    <a:gd name="T3" fmla="*/ 0 h 928"/>
                    <a:gd name="T4" fmla="*/ 0 w 85"/>
                    <a:gd name="T5" fmla="*/ 182 h 928"/>
                    <a:gd name="T6" fmla="*/ 3 w 85"/>
                    <a:gd name="T7" fmla="*/ 928 h 928"/>
                    <a:gd name="T8" fmla="*/ 85 w 85"/>
                    <a:gd name="T9" fmla="*/ 921 h 928"/>
                    <a:gd name="T10" fmla="*/ 85 w 85"/>
                    <a:gd name="T11" fmla="*/ 175 h 928"/>
                  </a:gdLst>
                  <a:ahLst/>
                  <a:cxnLst>
                    <a:cxn ang="0">
                      <a:pos x="T0" y="T1"/>
                    </a:cxn>
                    <a:cxn ang="0">
                      <a:pos x="T2" y="T3"/>
                    </a:cxn>
                    <a:cxn ang="0">
                      <a:pos x="T4" y="T5"/>
                    </a:cxn>
                    <a:cxn ang="0">
                      <a:pos x="T6" y="T7"/>
                    </a:cxn>
                    <a:cxn ang="0">
                      <a:pos x="T8" y="T9"/>
                    </a:cxn>
                    <a:cxn ang="0">
                      <a:pos x="T10" y="T11"/>
                    </a:cxn>
                  </a:cxnLst>
                  <a:rect l="0" t="0" r="r" b="b"/>
                  <a:pathLst>
                    <a:path w="85" h="928">
                      <a:moveTo>
                        <a:pt x="85" y="175"/>
                      </a:moveTo>
                      <a:cubicBezTo>
                        <a:pt x="0" y="0"/>
                        <a:pt x="0" y="0"/>
                        <a:pt x="0" y="0"/>
                      </a:cubicBezTo>
                      <a:cubicBezTo>
                        <a:pt x="0" y="182"/>
                        <a:pt x="0" y="182"/>
                        <a:pt x="0" y="182"/>
                      </a:cubicBezTo>
                      <a:cubicBezTo>
                        <a:pt x="3" y="928"/>
                        <a:pt x="3" y="928"/>
                        <a:pt x="3" y="928"/>
                      </a:cubicBezTo>
                      <a:cubicBezTo>
                        <a:pt x="31" y="928"/>
                        <a:pt x="58" y="925"/>
                        <a:pt x="85" y="921"/>
                      </a:cubicBezTo>
                      <a:lnTo>
                        <a:pt x="85" y="175"/>
                      </a:lnTo>
                      <a:close/>
                    </a:path>
                  </a:pathLst>
                </a:custGeom>
                <a:solidFill>
                  <a:schemeClr val="tx2">
                    <a:lumMod val="20000"/>
                    <a:lumOff val="80000"/>
                  </a:schemeClr>
                </a:solidFill>
                <a:ln>
                  <a:noFill/>
                </a:ln>
              </p:spPr>
              <p:txBody>
                <a:bodyPr wrap="square" lIns="91440" tIns="45720" rIns="91440" bIns="45720" anchor="ctr">
                  <a:normAutofit/>
                </a:bodyPr>
                <a:lstStyle/>
                <a:p>
                  <a:pPr algn="ctr"/>
                  <a:endParaRPr>
                    <a:cs typeface="+mn-ea"/>
                    <a:sym typeface="+mn-lt"/>
                  </a:endParaRPr>
                </a:p>
              </p:txBody>
            </p:sp>
            <p:sp>
              <p:nvSpPr>
                <p:cNvPr id="259" name="任意多边形: 形状 258"/>
                <p:cNvSpPr/>
                <p:nvPr/>
              </p:nvSpPr>
              <p:spPr bwMode="auto">
                <a:xfrm>
                  <a:off x="9044377" y="1943483"/>
                  <a:ext cx="297480" cy="1581700"/>
                </a:xfrm>
                <a:custGeom>
                  <a:avLst/>
                  <a:gdLst>
                    <a:gd name="T0" fmla="*/ 166 w 166"/>
                    <a:gd name="T1" fmla="*/ 175 h 882"/>
                    <a:gd name="T2" fmla="*/ 81 w 166"/>
                    <a:gd name="T3" fmla="*/ 0 h 882"/>
                    <a:gd name="T4" fmla="*/ 0 w 166"/>
                    <a:gd name="T5" fmla="*/ 176 h 882"/>
                    <a:gd name="T6" fmla="*/ 0 w 166"/>
                    <a:gd name="T7" fmla="*/ 872 h 882"/>
                    <a:gd name="T8" fmla="*/ 166 w 166"/>
                    <a:gd name="T9" fmla="*/ 872 h 882"/>
                    <a:gd name="T10" fmla="*/ 166 w 166"/>
                    <a:gd name="T11" fmla="*/ 175 h 882"/>
                  </a:gdLst>
                  <a:ahLst/>
                  <a:cxnLst>
                    <a:cxn ang="0">
                      <a:pos x="T0" y="T1"/>
                    </a:cxn>
                    <a:cxn ang="0">
                      <a:pos x="T2" y="T3"/>
                    </a:cxn>
                    <a:cxn ang="0">
                      <a:pos x="T4" y="T5"/>
                    </a:cxn>
                    <a:cxn ang="0">
                      <a:pos x="T6" y="T7"/>
                    </a:cxn>
                    <a:cxn ang="0">
                      <a:pos x="T8" y="T9"/>
                    </a:cxn>
                    <a:cxn ang="0">
                      <a:pos x="T10" y="T11"/>
                    </a:cxn>
                  </a:cxnLst>
                  <a:rect l="0" t="0" r="r" b="b"/>
                  <a:pathLst>
                    <a:path w="166" h="882">
                      <a:moveTo>
                        <a:pt x="166" y="175"/>
                      </a:moveTo>
                      <a:cubicBezTo>
                        <a:pt x="81" y="0"/>
                        <a:pt x="81" y="0"/>
                        <a:pt x="81" y="0"/>
                      </a:cubicBezTo>
                      <a:cubicBezTo>
                        <a:pt x="0" y="176"/>
                        <a:pt x="0" y="176"/>
                        <a:pt x="0" y="176"/>
                      </a:cubicBezTo>
                      <a:cubicBezTo>
                        <a:pt x="0" y="872"/>
                        <a:pt x="0" y="872"/>
                        <a:pt x="0" y="872"/>
                      </a:cubicBezTo>
                      <a:cubicBezTo>
                        <a:pt x="58" y="882"/>
                        <a:pt x="114" y="881"/>
                        <a:pt x="166" y="872"/>
                      </a:cubicBezTo>
                      <a:lnTo>
                        <a:pt x="166" y="175"/>
                      </a:lnTo>
                      <a:close/>
                    </a:path>
                  </a:pathLst>
                </a:custGeom>
                <a:solidFill>
                  <a:schemeClr val="bg1">
                    <a:lumMod val="75000"/>
                  </a:schemeClr>
                </a:solidFill>
                <a:ln>
                  <a:noFill/>
                </a:ln>
              </p:spPr>
              <p:txBody>
                <a:bodyPr wrap="square" lIns="91440" tIns="45720" rIns="91440" bIns="45720" anchor="ctr">
                  <a:normAutofit/>
                </a:bodyPr>
                <a:lstStyle/>
                <a:p>
                  <a:pPr algn="ctr"/>
                  <a:endParaRPr>
                    <a:cs typeface="+mn-ea"/>
                    <a:sym typeface="+mn-lt"/>
                  </a:endParaRPr>
                </a:p>
              </p:txBody>
            </p:sp>
            <p:sp>
              <p:nvSpPr>
                <p:cNvPr id="260" name="任意多边形: 形状 259"/>
                <p:cNvSpPr/>
                <p:nvPr/>
              </p:nvSpPr>
              <p:spPr bwMode="auto">
                <a:xfrm>
                  <a:off x="9189498" y="1956180"/>
                  <a:ext cx="152369" cy="1563560"/>
                </a:xfrm>
                <a:custGeom>
                  <a:avLst/>
                  <a:gdLst>
                    <a:gd name="T0" fmla="*/ 85 w 85"/>
                    <a:gd name="T1" fmla="*/ 174 h 872"/>
                    <a:gd name="T2" fmla="*/ 0 w 85"/>
                    <a:gd name="T3" fmla="*/ 0 h 872"/>
                    <a:gd name="T4" fmla="*/ 1 w 85"/>
                    <a:gd name="T5" fmla="*/ 181 h 872"/>
                    <a:gd name="T6" fmla="*/ 3 w 85"/>
                    <a:gd name="T7" fmla="*/ 872 h 872"/>
                    <a:gd name="T8" fmla="*/ 85 w 85"/>
                    <a:gd name="T9" fmla="*/ 865 h 872"/>
                    <a:gd name="T10" fmla="*/ 85 w 85"/>
                    <a:gd name="T11" fmla="*/ 174 h 872"/>
                  </a:gdLst>
                  <a:ahLst/>
                  <a:cxnLst>
                    <a:cxn ang="0">
                      <a:pos x="T0" y="T1"/>
                    </a:cxn>
                    <a:cxn ang="0">
                      <a:pos x="T2" y="T3"/>
                    </a:cxn>
                    <a:cxn ang="0">
                      <a:pos x="T4" y="T5"/>
                    </a:cxn>
                    <a:cxn ang="0">
                      <a:pos x="T6" y="T7"/>
                    </a:cxn>
                    <a:cxn ang="0">
                      <a:pos x="T8" y="T9"/>
                    </a:cxn>
                    <a:cxn ang="0">
                      <a:pos x="T10" y="T11"/>
                    </a:cxn>
                  </a:cxnLst>
                  <a:rect l="0" t="0" r="r" b="b"/>
                  <a:pathLst>
                    <a:path w="85" h="872">
                      <a:moveTo>
                        <a:pt x="85" y="174"/>
                      </a:moveTo>
                      <a:cubicBezTo>
                        <a:pt x="0" y="0"/>
                        <a:pt x="0" y="0"/>
                        <a:pt x="0" y="0"/>
                      </a:cubicBezTo>
                      <a:cubicBezTo>
                        <a:pt x="1" y="181"/>
                        <a:pt x="1" y="181"/>
                        <a:pt x="1" y="181"/>
                      </a:cubicBezTo>
                      <a:cubicBezTo>
                        <a:pt x="3" y="872"/>
                        <a:pt x="3" y="872"/>
                        <a:pt x="3" y="872"/>
                      </a:cubicBezTo>
                      <a:cubicBezTo>
                        <a:pt x="31" y="872"/>
                        <a:pt x="59" y="870"/>
                        <a:pt x="85" y="865"/>
                      </a:cubicBezTo>
                      <a:lnTo>
                        <a:pt x="85" y="174"/>
                      </a:lnTo>
                      <a:close/>
                    </a:path>
                  </a:pathLst>
                </a:custGeom>
                <a:solidFill>
                  <a:schemeClr val="bg1">
                    <a:lumMod val="85000"/>
                  </a:schemeClr>
                </a:solidFill>
                <a:ln>
                  <a:noFill/>
                </a:ln>
              </p:spPr>
              <p:txBody>
                <a:bodyPr wrap="square" lIns="91440" tIns="45720" rIns="91440" bIns="45720" anchor="ctr">
                  <a:normAutofit/>
                </a:bodyPr>
                <a:lstStyle/>
                <a:p>
                  <a:pPr algn="ctr"/>
                  <a:endParaRPr>
                    <a:cs typeface="+mn-ea"/>
                    <a:sym typeface="+mn-lt"/>
                  </a:endParaRPr>
                </a:p>
              </p:txBody>
            </p:sp>
            <p:sp>
              <p:nvSpPr>
                <p:cNvPr id="261" name="任意多边形: 形状 260"/>
                <p:cNvSpPr/>
                <p:nvPr/>
              </p:nvSpPr>
              <p:spPr bwMode="auto">
                <a:xfrm>
                  <a:off x="9044379" y="1943483"/>
                  <a:ext cx="297480" cy="326497"/>
                </a:xfrm>
                <a:custGeom>
                  <a:avLst/>
                  <a:gdLst>
                    <a:gd name="T0" fmla="*/ 166 w 166"/>
                    <a:gd name="T1" fmla="*/ 175 h 182"/>
                    <a:gd name="T2" fmla="*/ 81 w 166"/>
                    <a:gd name="T3" fmla="*/ 0 h 182"/>
                    <a:gd name="T4" fmla="*/ 0 w 166"/>
                    <a:gd name="T5" fmla="*/ 176 h 182"/>
                    <a:gd name="T6" fmla="*/ 81 w 166"/>
                    <a:gd name="T7" fmla="*/ 182 h 182"/>
                    <a:gd name="T8" fmla="*/ 166 w 166"/>
                    <a:gd name="T9" fmla="*/ 175 h 182"/>
                  </a:gdLst>
                  <a:ahLst/>
                  <a:cxnLst>
                    <a:cxn ang="0">
                      <a:pos x="T0" y="T1"/>
                    </a:cxn>
                    <a:cxn ang="0">
                      <a:pos x="T2" y="T3"/>
                    </a:cxn>
                    <a:cxn ang="0">
                      <a:pos x="T4" y="T5"/>
                    </a:cxn>
                    <a:cxn ang="0">
                      <a:pos x="T6" y="T7"/>
                    </a:cxn>
                    <a:cxn ang="0">
                      <a:pos x="T8" y="T9"/>
                    </a:cxn>
                  </a:cxnLst>
                  <a:rect l="0" t="0" r="r" b="b"/>
                  <a:pathLst>
                    <a:path w="166" h="182">
                      <a:moveTo>
                        <a:pt x="166" y="175"/>
                      </a:moveTo>
                      <a:cubicBezTo>
                        <a:pt x="81" y="0"/>
                        <a:pt x="81" y="0"/>
                        <a:pt x="81" y="0"/>
                      </a:cubicBezTo>
                      <a:cubicBezTo>
                        <a:pt x="0" y="176"/>
                        <a:pt x="0" y="176"/>
                        <a:pt x="0" y="176"/>
                      </a:cubicBezTo>
                      <a:cubicBezTo>
                        <a:pt x="26" y="180"/>
                        <a:pt x="53" y="182"/>
                        <a:pt x="81" y="182"/>
                      </a:cubicBezTo>
                      <a:cubicBezTo>
                        <a:pt x="110" y="182"/>
                        <a:pt x="140" y="180"/>
                        <a:pt x="166" y="175"/>
                      </a:cubicBezTo>
                      <a:close/>
                    </a:path>
                  </a:pathLst>
                </a:custGeom>
                <a:solidFill>
                  <a:schemeClr val="bg1"/>
                </a:solidFill>
                <a:ln>
                  <a:noFill/>
                </a:ln>
              </p:spPr>
              <p:txBody>
                <a:bodyPr wrap="square" lIns="91440" tIns="45720" rIns="91440" bIns="45720" anchor="ctr">
                  <a:normAutofit fontScale="62500" lnSpcReduction="20000"/>
                </a:bodyPr>
                <a:lstStyle/>
                <a:p>
                  <a:pPr algn="ctr"/>
                  <a:endParaRPr>
                    <a:cs typeface="+mn-ea"/>
                    <a:sym typeface="+mn-lt"/>
                  </a:endParaRPr>
                </a:p>
              </p:txBody>
            </p:sp>
            <p:sp>
              <p:nvSpPr>
                <p:cNvPr id="262" name="任意多边形: 形状 261"/>
                <p:cNvSpPr/>
                <p:nvPr/>
              </p:nvSpPr>
              <p:spPr bwMode="auto">
                <a:xfrm>
                  <a:off x="9189484" y="1943485"/>
                  <a:ext cx="152367" cy="326497"/>
                </a:xfrm>
                <a:custGeom>
                  <a:avLst/>
                  <a:gdLst>
                    <a:gd name="T0" fmla="*/ 85 w 85"/>
                    <a:gd name="T1" fmla="*/ 175 h 182"/>
                    <a:gd name="T2" fmla="*/ 0 w 85"/>
                    <a:gd name="T3" fmla="*/ 0 h 182"/>
                    <a:gd name="T4" fmla="*/ 0 w 85"/>
                    <a:gd name="T5" fmla="*/ 182 h 182"/>
                    <a:gd name="T6" fmla="*/ 85 w 85"/>
                    <a:gd name="T7" fmla="*/ 175 h 182"/>
                  </a:gdLst>
                  <a:ahLst/>
                  <a:cxnLst>
                    <a:cxn ang="0">
                      <a:pos x="T0" y="T1"/>
                    </a:cxn>
                    <a:cxn ang="0">
                      <a:pos x="T2" y="T3"/>
                    </a:cxn>
                    <a:cxn ang="0">
                      <a:pos x="T4" y="T5"/>
                    </a:cxn>
                    <a:cxn ang="0">
                      <a:pos x="T6" y="T7"/>
                    </a:cxn>
                  </a:cxnLst>
                  <a:rect l="0" t="0" r="r" b="b"/>
                  <a:pathLst>
                    <a:path w="85" h="182">
                      <a:moveTo>
                        <a:pt x="85" y="175"/>
                      </a:moveTo>
                      <a:cubicBezTo>
                        <a:pt x="0" y="0"/>
                        <a:pt x="0" y="0"/>
                        <a:pt x="0" y="0"/>
                      </a:cubicBezTo>
                      <a:cubicBezTo>
                        <a:pt x="0" y="182"/>
                        <a:pt x="0" y="182"/>
                        <a:pt x="0" y="182"/>
                      </a:cubicBezTo>
                      <a:cubicBezTo>
                        <a:pt x="29" y="182"/>
                        <a:pt x="59" y="180"/>
                        <a:pt x="85" y="175"/>
                      </a:cubicBezTo>
                      <a:close/>
                    </a:path>
                  </a:pathLst>
                </a:custGeom>
                <a:solidFill>
                  <a:schemeClr val="tx2">
                    <a:lumMod val="20000"/>
                    <a:lumOff val="80000"/>
                  </a:schemeClr>
                </a:solidFill>
                <a:ln>
                  <a:noFill/>
                </a:ln>
              </p:spPr>
              <p:txBody>
                <a:bodyPr wrap="square" lIns="91440" tIns="45720" rIns="91440" bIns="45720" anchor="ctr">
                  <a:normAutofit fontScale="62500" lnSpcReduction="20000"/>
                </a:bodyPr>
                <a:lstStyle/>
                <a:p>
                  <a:pPr algn="ctr"/>
                  <a:endParaRPr>
                    <a:cs typeface="+mn-ea"/>
                    <a:sym typeface="+mn-lt"/>
                  </a:endParaRPr>
                </a:p>
              </p:txBody>
            </p:sp>
            <p:sp>
              <p:nvSpPr>
                <p:cNvPr id="263" name="任意多边形: 形状 262"/>
                <p:cNvSpPr/>
                <p:nvPr/>
              </p:nvSpPr>
              <p:spPr bwMode="auto">
                <a:xfrm>
                  <a:off x="9140545" y="1943477"/>
                  <a:ext cx="97950" cy="110645"/>
                </a:xfrm>
                <a:custGeom>
                  <a:avLst/>
                  <a:gdLst>
                    <a:gd name="T0" fmla="*/ 54 w 54"/>
                    <a:gd name="T1" fmla="*/ 58 h 61"/>
                    <a:gd name="T2" fmla="*/ 27 w 54"/>
                    <a:gd name="T3" fmla="*/ 0 h 61"/>
                    <a:gd name="T4" fmla="*/ 0 w 54"/>
                    <a:gd name="T5" fmla="*/ 58 h 61"/>
                    <a:gd name="T6" fmla="*/ 27 w 54"/>
                    <a:gd name="T7" fmla="*/ 61 h 61"/>
                    <a:gd name="T8" fmla="*/ 54 w 54"/>
                    <a:gd name="T9" fmla="*/ 58 h 61"/>
                  </a:gdLst>
                  <a:ahLst/>
                  <a:cxnLst>
                    <a:cxn ang="0">
                      <a:pos x="T0" y="T1"/>
                    </a:cxn>
                    <a:cxn ang="0">
                      <a:pos x="T2" y="T3"/>
                    </a:cxn>
                    <a:cxn ang="0">
                      <a:pos x="T4" y="T5"/>
                    </a:cxn>
                    <a:cxn ang="0">
                      <a:pos x="T6" y="T7"/>
                    </a:cxn>
                    <a:cxn ang="0">
                      <a:pos x="T8" y="T9"/>
                    </a:cxn>
                  </a:cxnLst>
                  <a:rect l="0" t="0" r="r" b="b"/>
                  <a:pathLst>
                    <a:path w="54" h="61">
                      <a:moveTo>
                        <a:pt x="54" y="58"/>
                      </a:moveTo>
                      <a:cubicBezTo>
                        <a:pt x="27" y="0"/>
                        <a:pt x="27" y="0"/>
                        <a:pt x="27" y="0"/>
                      </a:cubicBezTo>
                      <a:cubicBezTo>
                        <a:pt x="0" y="58"/>
                        <a:pt x="0" y="58"/>
                        <a:pt x="0" y="58"/>
                      </a:cubicBezTo>
                      <a:cubicBezTo>
                        <a:pt x="9" y="60"/>
                        <a:pt x="18" y="61"/>
                        <a:pt x="27" y="61"/>
                      </a:cubicBezTo>
                      <a:cubicBezTo>
                        <a:pt x="36" y="60"/>
                        <a:pt x="45" y="60"/>
                        <a:pt x="54" y="58"/>
                      </a:cubicBezTo>
                      <a:close/>
                    </a:path>
                  </a:pathLst>
                </a:custGeom>
                <a:solidFill>
                  <a:schemeClr val="bg1">
                    <a:lumMod val="75000"/>
                  </a:schemeClr>
                </a:solidFill>
                <a:ln>
                  <a:noFill/>
                </a:ln>
              </p:spPr>
              <p:txBody>
                <a:bodyPr wrap="square" lIns="91440" tIns="45720" rIns="91440" bIns="45720" anchor="ctr">
                  <a:normAutofit fontScale="25000" lnSpcReduction="20000"/>
                </a:bodyPr>
                <a:lstStyle/>
                <a:p>
                  <a:pPr algn="ctr"/>
                  <a:endParaRPr>
                    <a:cs typeface="+mn-ea"/>
                    <a:sym typeface="+mn-lt"/>
                  </a:endParaRPr>
                </a:p>
              </p:txBody>
            </p:sp>
          </p:grpSp>
          <p:sp>
            <p:nvSpPr>
              <p:cNvPr id="44" name="空心弧 43"/>
              <p:cNvSpPr/>
              <p:nvPr/>
            </p:nvSpPr>
            <p:spPr>
              <a:xfrm>
                <a:off x="3374934" y="1935045"/>
                <a:ext cx="5429432" cy="5429432"/>
              </a:xfrm>
              <a:prstGeom prst="blockArc">
                <a:avLst>
                  <a:gd name="adj1" fmla="val 10800000"/>
                  <a:gd name="adj2" fmla="val 21547662"/>
                  <a:gd name="adj3" fmla="val 9456"/>
                </a:avLst>
              </a:prstGeom>
              <a:gradFill flip="none" rotWithShape="1">
                <a:gsLst>
                  <a:gs pos="0">
                    <a:schemeClr val="bg1">
                      <a:alpha val="0"/>
                    </a:schemeClr>
                  </a:gs>
                  <a:gs pos="100000">
                    <a:schemeClr val="bg1">
                      <a:lumMod val="95000"/>
                      <a:alpha val="80000"/>
                    </a:schemeClr>
                  </a:gs>
                </a:gsLst>
                <a:lin ang="16200000" scaled="1"/>
                <a:tileRect/>
              </a:gra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cs typeface="+mn-ea"/>
                  <a:sym typeface="+mn-lt"/>
                </a:endParaRPr>
              </a:p>
            </p:txBody>
          </p:sp>
          <p:grpSp>
            <p:nvGrpSpPr>
              <p:cNvPr id="45" name="组合 44"/>
              <p:cNvGrpSpPr/>
              <p:nvPr/>
            </p:nvGrpSpPr>
            <p:grpSpPr>
              <a:xfrm>
                <a:off x="849040" y="3682896"/>
                <a:ext cx="2924839" cy="704917"/>
                <a:chOff x="861105" y="3913275"/>
                <a:chExt cx="2924839" cy="704917"/>
              </a:xfrm>
            </p:grpSpPr>
            <p:sp>
              <p:nvSpPr>
                <p:cNvPr id="78" name="椭圆 77"/>
                <p:cNvSpPr/>
                <p:nvPr/>
              </p:nvSpPr>
              <p:spPr>
                <a:xfrm>
                  <a:off x="3239358" y="3999535"/>
                  <a:ext cx="546586" cy="546586"/>
                </a:xfrm>
                <a:prstGeom prst="ellipse">
                  <a:avLst/>
                </a:prstGeom>
                <a:solidFill>
                  <a:schemeClr val="accent1"/>
                </a:solidFill>
                <a:ln w="28575" cap="rnd">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lnSpcReduction="10000"/>
                </a:bodyPr>
                <a:lstStyle/>
                <a:p>
                  <a:pPr algn="ctr" defTabSz="914400"/>
                  <a:endParaRPr lang="zh-CN" altLang="en-US" sz="2000" b="1" dirty="0">
                    <a:solidFill>
                      <a:schemeClr val="bg1"/>
                    </a:solidFill>
                    <a:cs typeface="+mn-ea"/>
                    <a:sym typeface="+mn-lt"/>
                  </a:endParaRPr>
                </a:p>
              </p:txBody>
            </p:sp>
            <p:grpSp>
              <p:nvGrpSpPr>
                <p:cNvPr id="75" name="组合 74"/>
                <p:cNvGrpSpPr/>
                <p:nvPr/>
              </p:nvGrpSpPr>
              <p:grpSpPr>
                <a:xfrm>
                  <a:off x="861105" y="3913275"/>
                  <a:ext cx="2291994" cy="704917"/>
                  <a:chOff x="493830" y="4521520"/>
                  <a:chExt cx="2537542" cy="704917"/>
                </a:xfrm>
              </p:grpSpPr>
              <p:sp>
                <p:nvSpPr>
                  <p:cNvPr id="76" name="矩形 75"/>
                  <p:cNvSpPr/>
                  <p:nvPr/>
                </p:nvSpPr>
                <p:spPr>
                  <a:xfrm>
                    <a:off x="1337042" y="4521520"/>
                    <a:ext cx="1694330" cy="334832"/>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b"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r"/>
                    <a:r>
                      <a:rPr lang="zh-CN" altLang="en-US" sz="1400" b="1" dirty="0">
                        <a:solidFill>
                          <a:schemeClr val="tx1"/>
                        </a:solidFill>
                        <a:cs typeface="+mn-ea"/>
                        <a:sym typeface="+mn-lt"/>
                      </a:rPr>
                      <a:t>性能需求</a:t>
                    </a:r>
                    <a:endParaRPr lang="id-ID" altLang="zh-CN" sz="1400" b="1" dirty="0">
                      <a:solidFill>
                        <a:schemeClr val="tx1"/>
                      </a:solidFill>
                      <a:cs typeface="+mn-ea"/>
                      <a:sym typeface="+mn-lt"/>
                    </a:endParaRPr>
                  </a:p>
                </p:txBody>
              </p:sp>
              <p:sp>
                <p:nvSpPr>
                  <p:cNvPr id="77" name="矩形 76"/>
                  <p:cNvSpPr/>
                  <p:nvPr/>
                </p:nvSpPr>
                <p:spPr bwMode="auto">
                  <a:xfrm>
                    <a:off x="493830" y="4856352"/>
                    <a:ext cx="2537542" cy="370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a:lnSpc>
                        <a:spcPct val="150000"/>
                      </a:lnSpc>
                    </a:pPr>
                    <a:r>
                      <a:rPr lang="zh-CN" altLang="en-US" sz="1000" dirty="0">
                        <a:cs typeface="+mn-ea"/>
                        <a:sym typeface="+mn-lt"/>
                      </a:rPr>
                      <a:t>多人同时在线，请求量大，优化性能</a:t>
                    </a:r>
                    <a:endParaRPr lang="en-US" altLang="zh-CN" sz="1000" dirty="0">
                      <a:cs typeface="+mn-ea"/>
                      <a:sym typeface="+mn-lt"/>
                    </a:endParaRPr>
                  </a:p>
                </p:txBody>
              </p:sp>
            </p:grpSp>
          </p:grpSp>
          <p:grpSp>
            <p:nvGrpSpPr>
              <p:cNvPr id="46" name="组合 45"/>
              <p:cNvGrpSpPr/>
              <p:nvPr/>
            </p:nvGrpSpPr>
            <p:grpSpPr>
              <a:xfrm>
                <a:off x="1097280" y="2505347"/>
                <a:ext cx="3564997" cy="704917"/>
                <a:chOff x="1109345" y="2735726"/>
                <a:chExt cx="3564997" cy="704917"/>
              </a:xfrm>
            </p:grpSpPr>
            <p:sp>
              <p:nvSpPr>
                <p:cNvPr id="72" name="椭圆 71"/>
                <p:cNvSpPr/>
                <p:nvPr/>
              </p:nvSpPr>
              <p:spPr>
                <a:xfrm>
                  <a:off x="4127756" y="2821986"/>
                  <a:ext cx="546586" cy="546586"/>
                </a:xfrm>
                <a:prstGeom prst="ellipse">
                  <a:avLst/>
                </a:prstGeom>
                <a:solidFill>
                  <a:schemeClr val="accent1"/>
                </a:solidFill>
                <a:ln w="28575" cap="rnd">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lnSpcReduction="10000"/>
                </a:bodyPr>
                <a:lstStyle/>
                <a:p>
                  <a:pPr algn="ctr" defTabSz="914400"/>
                  <a:endParaRPr lang="zh-CN" altLang="en-US" sz="2000" b="1" dirty="0">
                    <a:solidFill>
                      <a:schemeClr val="bg1"/>
                    </a:solidFill>
                    <a:cs typeface="+mn-ea"/>
                    <a:sym typeface="+mn-lt"/>
                  </a:endParaRPr>
                </a:p>
              </p:txBody>
            </p:sp>
            <p:grpSp>
              <p:nvGrpSpPr>
                <p:cNvPr id="69" name="组合 68"/>
                <p:cNvGrpSpPr/>
                <p:nvPr/>
              </p:nvGrpSpPr>
              <p:grpSpPr>
                <a:xfrm>
                  <a:off x="1109345" y="2735726"/>
                  <a:ext cx="2845920" cy="704917"/>
                  <a:chOff x="-119439" y="4521520"/>
                  <a:chExt cx="3150813" cy="704917"/>
                </a:xfrm>
              </p:grpSpPr>
              <p:sp>
                <p:nvSpPr>
                  <p:cNvPr id="70" name="矩形 69"/>
                  <p:cNvSpPr/>
                  <p:nvPr/>
                </p:nvSpPr>
                <p:spPr>
                  <a:xfrm>
                    <a:off x="1337042" y="4521520"/>
                    <a:ext cx="1694330" cy="334832"/>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b"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r"/>
                    <a:r>
                      <a:rPr lang="zh-CN" altLang="en-US" sz="1400" b="1" dirty="0">
                        <a:solidFill>
                          <a:srgbClr val="124582"/>
                        </a:solidFill>
                        <a:cs typeface="+mn-ea"/>
                        <a:sym typeface="+mn-lt"/>
                      </a:rPr>
                      <a:t>性能规范</a:t>
                    </a:r>
                    <a:endParaRPr lang="id-ID" altLang="zh-CN" sz="1400" b="1" dirty="0">
                      <a:solidFill>
                        <a:srgbClr val="124582"/>
                      </a:solidFill>
                      <a:cs typeface="+mn-ea"/>
                      <a:sym typeface="+mn-lt"/>
                    </a:endParaRPr>
                  </a:p>
                </p:txBody>
              </p:sp>
              <p:sp>
                <p:nvSpPr>
                  <p:cNvPr id="71" name="矩形 70"/>
                  <p:cNvSpPr/>
                  <p:nvPr/>
                </p:nvSpPr>
                <p:spPr bwMode="auto">
                  <a:xfrm>
                    <a:off x="-119439" y="4856352"/>
                    <a:ext cx="3150813" cy="370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a:lnSpc>
                        <a:spcPct val="150000"/>
                      </a:lnSpc>
                    </a:pPr>
                    <a:r>
                      <a:rPr lang="en-US" altLang="zh-CN" sz="1000" dirty="0">
                        <a:cs typeface="+mn-ea"/>
                        <a:sym typeface="+mn-lt"/>
                      </a:rPr>
                      <a:t>JDBC</a:t>
                    </a:r>
                    <a:r>
                      <a:rPr lang="zh-CN" altLang="en-US" sz="1000" dirty="0">
                        <a:cs typeface="+mn-ea"/>
                        <a:sym typeface="+mn-lt"/>
                      </a:rPr>
                      <a:t>标准</a:t>
                    </a:r>
                    <a:r>
                      <a:rPr lang="en-US" altLang="zh-CN" sz="1000" dirty="0">
                        <a:cs typeface="+mn-ea"/>
                        <a:sym typeface="+mn-lt"/>
                      </a:rPr>
                      <a:t>API</a:t>
                    </a:r>
                    <a:r>
                      <a:rPr lang="zh-CN" altLang="en-US" sz="1000" dirty="0">
                        <a:cs typeface="+mn-ea"/>
                        <a:sym typeface="+mn-lt"/>
                      </a:rPr>
                      <a:t>，</a:t>
                    </a:r>
                    <a:r>
                      <a:rPr lang="en-US" altLang="zh-CN" sz="1000" dirty="0">
                        <a:cs typeface="+mn-ea"/>
                        <a:sym typeface="+mn-lt"/>
                      </a:rPr>
                      <a:t>Spring Boot </a:t>
                    </a:r>
                    <a:r>
                      <a:rPr lang="zh-CN" altLang="en-US" sz="1000" dirty="0">
                        <a:cs typeface="+mn-ea"/>
                        <a:sym typeface="+mn-lt"/>
                      </a:rPr>
                      <a:t>传统</a:t>
                    </a:r>
                    <a:r>
                      <a:rPr lang="en-US" altLang="zh-CN" sz="1000" dirty="0">
                        <a:cs typeface="+mn-ea"/>
                        <a:sym typeface="+mn-lt"/>
                      </a:rPr>
                      <a:t>MVC </a:t>
                    </a:r>
                    <a:r>
                      <a:rPr lang="zh-CN" altLang="en-US" sz="1000" dirty="0">
                        <a:cs typeface="+mn-ea"/>
                        <a:sym typeface="+mn-lt"/>
                      </a:rPr>
                      <a:t>架构</a:t>
                    </a:r>
                    <a:endParaRPr lang="en-US" altLang="zh-CN" sz="1000" dirty="0">
                      <a:cs typeface="+mn-ea"/>
                      <a:sym typeface="+mn-lt"/>
                    </a:endParaRPr>
                  </a:p>
                </p:txBody>
              </p:sp>
            </p:grpSp>
          </p:grpSp>
          <p:grpSp>
            <p:nvGrpSpPr>
              <p:cNvPr id="47" name="组合 46"/>
              <p:cNvGrpSpPr/>
              <p:nvPr/>
            </p:nvGrpSpPr>
            <p:grpSpPr>
              <a:xfrm>
                <a:off x="4331719" y="1130300"/>
                <a:ext cx="3526971" cy="1337763"/>
                <a:chOff x="4331719" y="1360679"/>
                <a:chExt cx="3526971" cy="1337763"/>
              </a:xfrm>
            </p:grpSpPr>
            <p:sp>
              <p:nvSpPr>
                <p:cNvPr id="66" name="椭圆 65"/>
                <p:cNvSpPr/>
                <p:nvPr/>
              </p:nvSpPr>
              <p:spPr>
                <a:xfrm>
                  <a:off x="5816357" y="2151856"/>
                  <a:ext cx="546586" cy="546586"/>
                </a:xfrm>
                <a:prstGeom prst="ellipse">
                  <a:avLst/>
                </a:prstGeom>
                <a:solidFill>
                  <a:schemeClr val="accent1"/>
                </a:solidFill>
                <a:ln w="28575" cap="rnd">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lnSpcReduction="10000"/>
                </a:bodyPr>
                <a:lstStyle/>
                <a:p>
                  <a:pPr algn="ctr" defTabSz="914400"/>
                  <a:endParaRPr lang="zh-CN" altLang="en-US" sz="2000" b="1" dirty="0">
                    <a:solidFill>
                      <a:schemeClr val="bg1"/>
                    </a:solidFill>
                    <a:cs typeface="+mn-ea"/>
                    <a:sym typeface="+mn-lt"/>
                  </a:endParaRPr>
                </a:p>
              </p:txBody>
            </p:sp>
            <p:grpSp>
              <p:nvGrpSpPr>
                <p:cNvPr id="63" name="组合 62"/>
                <p:cNvGrpSpPr/>
                <p:nvPr/>
              </p:nvGrpSpPr>
              <p:grpSpPr>
                <a:xfrm>
                  <a:off x="4331719" y="1360679"/>
                  <a:ext cx="3526971" cy="704240"/>
                  <a:chOff x="237943" y="4521520"/>
                  <a:chExt cx="3904827" cy="704240"/>
                </a:xfrm>
              </p:grpSpPr>
              <p:sp>
                <p:nvSpPr>
                  <p:cNvPr id="64" name="矩形 63"/>
                  <p:cNvSpPr/>
                  <p:nvPr/>
                </p:nvSpPr>
                <p:spPr>
                  <a:xfrm>
                    <a:off x="1337042" y="4521520"/>
                    <a:ext cx="1694330" cy="334832"/>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b"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r>
                      <a:rPr lang="zh-CN" altLang="en-US" sz="1400" b="1" dirty="0">
                        <a:solidFill>
                          <a:srgbClr val="124582"/>
                        </a:solidFill>
                        <a:cs typeface="+mn-ea"/>
                        <a:sym typeface="+mn-lt"/>
                      </a:rPr>
                      <a:t>可维护性规范</a:t>
                    </a:r>
                    <a:endParaRPr lang="id-ID" altLang="zh-CN" sz="1400" b="1" dirty="0">
                      <a:solidFill>
                        <a:srgbClr val="124582"/>
                      </a:solidFill>
                      <a:cs typeface="+mn-ea"/>
                      <a:sym typeface="+mn-lt"/>
                    </a:endParaRPr>
                  </a:p>
                </p:txBody>
              </p:sp>
              <p:sp>
                <p:nvSpPr>
                  <p:cNvPr id="65" name="矩形 64"/>
                  <p:cNvSpPr/>
                  <p:nvPr/>
                </p:nvSpPr>
                <p:spPr bwMode="auto">
                  <a:xfrm>
                    <a:off x="237943" y="4855675"/>
                    <a:ext cx="3904827" cy="370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50000"/>
                      </a:lnSpc>
                    </a:pPr>
                    <a:r>
                      <a:rPr lang="zh-CN" altLang="en-US" sz="1000" dirty="0"/>
                      <a:t>关注系统的易维护性和扩展性，良好的代码规范和文件结构</a:t>
                    </a:r>
                    <a:endParaRPr lang="en-US" altLang="zh-CN" sz="1000" dirty="0">
                      <a:cs typeface="+mn-ea"/>
                      <a:sym typeface="+mn-lt"/>
                    </a:endParaRPr>
                  </a:p>
                </p:txBody>
              </p:sp>
            </p:grpSp>
          </p:grpSp>
          <p:grpSp>
            <p:nvGrpSpPr>
              <p:cNvPr id="48" name="组合 47"/>
              <p:cNvGrpSpPr/>
              <p:nvPr/>
            </p:nvGrpSpPr>
            <p:grpSpPr>
              <a:xfrm>
                <a:off x="8405421" y="3682896"/>
                <a:ext cx="3268419" cy="704917"/>
                <a:chOff x="8405421" y="3913275"/>
                <a:chExt cx="3268419" cy="704917"/>
              </a:xfrm>
            </p:grpSpPr>
            <p:sp>
              <p:nvSpPr>
                <p:cNvPr id="60" name="椭圆 59"/>
                <p:cNvSpPr/>
                <p:nvPr/>
              </p:nvSpPr>
              <p:spPr>
                <a:xfrm>
                  <a:off x="8405421" y="3999535"/>
                  <a:ext cx="546586" cy="546586"/>
                </a:xfrm>
                <a:prstGeom prst="ellipse">
                  <a:avLst/>
                </a:prstGeom>
                <a:solidFill>
                  <a:schemeClr val="accent1"/>
                </a:solidFill>
                <a:ln w="28575" cap="rnd">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lnSpcReduction="10000"/>
                </a:bodyPr>
                <a:lstStyle/>
                <a:p>
                  <a:pPr algn="ctr" defTabSz="914400"/>
                  <a:endParaRPr lang="zh-CN" altLang="en-US" sz="2000" b="1" dirty="0">
                    <a:solidFill>
                      <a:schemeClr val="bg1"/>
                    </a:solidFill>
                    <a:cs typeface="+mn-ea"/>
                    <a:sym typeface="+mn-lt"/>
                  </a:endParaRPr>
                </a:p>
              </p:txBody>
            </p:sp>
            <p:grpSp>
              <p:nvGrpSpPr>
                <p:cNvPr id="57" name="组合 56"/>
                <p:cNvGrpSpPr/>
                <p:nvPr/>
              </p:nvGrpSpPr>
              <p:grpSpPr>
                <a:xfrm>
                  <a:off x="9038266" y="3913275"/>
                  <a:ext cx="2635574" cy="704917"/>
                  <a:chOff x="1337041" y="4521520"/>
                  <a:chExt cx="2917931" cy="704917"/>
                </a:xfrm>
              </p:grpSpPr>
              <p:sp>
                <p:nvSpPr>
                  <p:cNvPr id="58" name="矩形 57"/>
                  <p:cNvSpPr/>
                  <p:nvPr/>
                </p:nvSpPr>
                <p:spPr>
                  <a:xfrm>
                    <a:off x="1337042" y="4521520"/>
                    <a:ext cx="1694330" cy="334832"/>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b"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r>
                      <a:rPr lang="zh-CN" altLang="en-US" sz="1400" b="1" dirty="0">
                        <a:solidFill>
                          <a:schemeClr val="tx1"/>
                        </a:solidFill>
                        <a:cs typeface="+mn-ea"/>
                        <a:sym typeface="+mn-lt"/>
                      </a:rPr>
                      <a:t>数据需求</a:t>
                    </a:r>
                    <a:endParaRPr lang="id-ID" altLang="zh-CN" sz="1400" b="1" dirty="0">
                      <a:solidFill>
                        <a:schemeClr val="tx1"/>
                      </a:solidFill>
                      <a:cs typeface="+mn-ea"/>
                      <a:sym typeface="+mn-lt"/>
                    </a:endParaRPr>
                  </a:p>
                </p:txBody>
              </p:sp>
              <p:sp>
                <p:nvSpPr>
                  <p:cNvPr id="59" name="矩形 58"/>
                  <p:cNvSpPr/>
                  <p:nvPr/>
                </p:nvSpPr>
                <p:spPr bwMode="auto">
                  <a:xfrm>
                    <a:off x="1337041" y="4856352"/>
                    <a:ext cx="2917931" cy="370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fontScale="550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1900" dirty="0">
                        <a:cs typeface="+mn-ea"/>
                        <a:sym typeface="+mn-lt"/>
                      </a:rPr>
                      <a:t>用户数据、课程数据、选课数据、成绩数据</a:t>
                    </a:r>
                    <a:endParaRPr lang="en-US" altLang="zh-CN" sz="1000" dirty="0">
                      <a:cs typeface="+mn-ea"/>
                      <a:sym typeface="+mn-lt"/>
                    </a:endParaRPr>
                  </a:p>
                </p:txBody>
              </p:sp>
            </p:grpSp>
          </p:grpSp>
          <p:grpSp>
            <p:nvGrpSpPr>
              <p:cNvPr id="49" name="组合 48"/>
              <p:cNvGrpSpPr/>
              <p:nvPr/>
            </p:nvGrpSpPr>
            <p:grpSpPr>
              <a:xfrm>
                <a:off x="7517023" y="2505347"/>
                <a:ext cx="3564996" cy="704917"/>
                <a:chOff x="7517023" y="2735726"/>
                <a:chExt cx="3564996" cy="704917"/>
              </a:xfrm>
            </p:grpSpPr>
            <p:sp>
              <p:nvSpPr>
                <p:cNvPr id="54" name="椭圆 53"/>
                <p:cNvSpPr/>
                <p:nvPr/>
              </p:nvSpPr>
              <p:spPr>
                <a:xfrm>
                  <a:off x="7517023" y="2821986"/>
                  <a:ext cx="546586" cy="546586"/>
                </a:xfrm>
                <a:prstGeom prst="ellipse">
                  <a:avLst/>
                </a:prstGeom>
                <a:solidFill>
                  <a:schemeClr val="accent1"/>
                </a:solidFill>
                <a:ln w="28575" cap="rnd">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lnSpcReduction="10000"/>
                </a:bodyPr>
                <a:lstStyle/>
                <a:p>
                  <a:pPr algn="ctr" defTabSz="914400"/>
                  <a:endParaRPr lang="zh-CN" altLang="en-US" sz="2000" b="1" dirty="0">
                    <a:solidFill>
                      <a:schemeClr val="bg1"/>
                    </a:solidFill>
                    <a:cs typeface="+mn-ea"/>
                    <a:sym typeface="+mn-lt"/>
                  </a:endParaRPr>
                </a:p>
              </p:txBody>
            </p:sp>
            <p:grpSp>
              <p:nvGrpSpPr>
                <p:cNvPr id="51" name="组合 50"/>
                <p:cNvGrpSpPr/>
                <p:nvPr/>
              </p:nvGrpSpPr>
              <p:grpSpPr>
                <a:xfrm>
                  <a:off x="8236100" y="2735726"/>
                  <a:ext cx="2845919" cy="704917"/>
                  <a:chOff x="1337041" y="4521520"/>
                  <a:chExt cx="3150811" cy="704917"/>
                </a:xfrm>
              </p:grpSpPr>
              <p:sp>
                <p:nvSpPr>
                  <p:cNvPr id="52" name="矩形 51"/>
                  <p:cNvSpPr/>
                  <p:nvPr/>
                </p:nvSpPr>
                <p:spPr>
                  <a:xfrm>
                    <a:off x="1337042" y="4521520"/>
                    <a:ext cx="1694330" cy="334832"/>
                  </a:xfrm>
                  <a:prstGeom prst="rect">
                    <a:avLst/>
                  </a:prstGeom>
                  <a:no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b"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r>
                      <a:rPr lang="zh-CN" altLang="en-US" sz="1400" b="1" dirty="0">
                        <a:solidFill>
                          <a:srgbClr val="124582"/>
                        </a:solidFill>
                        <a:cs typeface="+mn-ea"/>
                        <a:sym typeface="+mn-lt"/>
                      </a:rPr>
                      <a:t>数据安全规范</a:t>
                    </a:r>
                    <a:endParaRPr lang="id-ID" altLang="zh-CN" sz="1400" b="1" dirty="0">
                      <a:solidFill>
                        <a:srgbClr val="124582"/>
                      </a:solidFill>
                      <a:cs typeface="+mn-ea"/>
                      <a:sym typeface="+mn-lt"/>
                    </a:endParaRPr>
                  </a:p>
                </p:txBody>
              </p:sp>
              <p:sp>
                <p:nvSpPr>
                  <p:cNvPr id="53" name="矩形 52"/>
                  <p:cNvSpPr/>
                  <p:nvPr/>
                </p:nvSpPr>
                <p:spPr bwMode="auto">
                  <a:xfrm>
                    <a:off x="1337041" y="4856352"/>
                    <a:ext cx="3150811" cy="370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1000" dirty="0">
                        <a:cs typeface="+mn-ea"/>
                        <a:sym typeface="+mn-lt"/>
                      </a:rPr>
                      <a:t>访问控制、</a:t>
                    </a:r>
                    <a:r>
                      <a:rPr lang="en-US" altLang="zh-CN" sz="1000" dirty="0">
                        <a:cs typeface="+mn-ea"/>
                        <a:sym typeface="+mn-lt"/>
                      </a:rPr>
                      <a:t>HTTP</a:t>
                    </a:r>
                    <a:r>
                      <a:rPr lang="zh-CN" altLang="en-US" sz="1000" dirty="0">
                        <a:cs typeface="+mn-ea"/>
                        <a:sym typeface="+mn-lt"/>
                      </a:rPr>
                      <a:t>协议、数据备份与恢复</a:t>
                    </a:r>
                    <a:endParaRPr lang="en-US" altLang="zh-CN" sz="1000" dirty="0">
                      <a:cs typeface="+mn-ea"/>
                      <a:sym typeface="+mn-lt"/>
                    </a:endParaRPr>
                  </a:p>
                </p:txBody>
              </p:sp>
            </p:grpSp>
          </p:grpSp>
        </p:grpSp>
        <p:sp>
          <p:nvSpPr>
            <p:cNvPr id="6" name="任意多边形: 形状 5">
              <a:extLst>
                <a:ext uri="{FF2B5EF4-FFF2-40B4-BE49-F238E27FC236}">
                  <a16:creationId xmlns:a16="http://schemas.microsoft.com/office/drawing/2014/main" id="{D818E323-4366-9A23-B60F-B9E6DF98D347}"/>
                </a:ext>
              </a:extLst>
            </p:cNvPr>
            <p:cNvSpPr/>
            <p:nvPr/>
          </p:nvSpPr>
          <p:spPr>
            <a:xfrm>
              <a:off x="5936719" y="2051835"/>
              <a:ext cx="313185" cy="288527"/>
            </a:xfrm>
            <a:custGeom>
              <a:avLst/>
              <a:gdLst>
                <a:gd name="T0" fmla="*/ 1227 w 10484"/>
                <a:gd name="T1" fmla="*/ 6319 h 10484"/>
                <a:gd name="T2" fmla="*/ 248 w 10484"/>
                <a:gd name="T3" fmla="*/ 3038 h 10484"/>
                <a:gd name="T4" fmla="*/ 771 w 10484"/>
                <a:gd name="T5" fmla="*/ 2467 h 10484"/>
                <a:gd name="T6" fmla="*/ 1527 w 10484"/>
                <a:gd name="T7" fmla="*/ 2659 h 10484"/>
                <a:gd name="T8" fmla="*/ 2429 w 10484"/>
                <a:gd name="T9" fmla="*/ 3561 h 10484"/>
                <a:gd name="T10" fmla="*/ 3559 w 10484"/>
                <a:gd name="T11" fmla="*/ 3561 h 10484"/>
                <a:gd name="T12" fmla="*/ 3559 w 10484"/>
                <a:gd name="T13" fmla="*/ 2431 h 10484"/>
                <a:gd name="T14" fmla="*/ 2657 w 10484"/>
                <a:gd name="T15" fmla="*/ 1529 h 10484"/>
                <a:gd name="T16" fmla="*/ 2465 w 10484"/>
                <a:gd name="T17" fmla="*/ 774 h 10484"/>
                <a:gd name="T18" fmla="*/ 3035 w 10484"/>
                <a:gd name="T19" fmla="*/ 250 h 10484"/>
                <a:gd name="T20" fmla="*/ 6319 w 10484"/>
                <a:gd name="T21" fmla="*/ 1226 h 10484"/>
                <a:gd name="T22" fmla="*/ 7289 w 10484"/>
                <a:gd name="T23" fmla="*/ 2992 h 10484"/>
                <a:gd name="T24" fmla="*/ 7185 w 10484"/>
                <a:gd name="T25" fmla="*/ 4922 h 10484"/>
                <a:gd name="T26" fmla="*/ 9860 w 10484"/>
                <a:gd name="T27" fmla="*/ 7598 h 10484"/>
                <a:gd name="T28" fmla="*/ 9860 w 10484"/>
                <a:gd name="T29" fmla="*/ 9860 h 10484"/>
                <a:gd name="T30" fmla="*/ 7598 w 10484"/>
                <a:gd name="T31" fmla="*/ 9860 h 10484"/>
                <a:gd name="T32" fmla="*/ 4923 w 10484"/>
                <a:gd name="T33" fmla="*/ 7185 h 10484"/>
                <a:gd name="T34" fmla="*/ 2993 w 10484"/>
                <a:gd name="T35" fmla="*/ 7289 h 10484"/>
                <a:gd name="T36" fmla="*/ 1227 w 10484"/>
                <a:gd name="T37" fmla="*/ 6319 h 10484"/>
                <a:gd name="T38" fmla="*/ 1016 w 10484"/>
                <a:gd name="T39" fmla="*/ 3278 h 10484"/>
                <a:gd name="T40" fmla="*/ 1793 w 10484"/>
                <a:gd name="T41" fmla="*/ 5753 h 10484"/>
                <a:gd name="T42" fmla="*/ 3166 w 10484"/>
                <a:gd name="T43" fmla="*/ 6506 h 10484"/>
                <a:gd name="T44" fmla="*/ 4689 w 10484"/>
                <a:gd name="T45" fmla="*/ 6419 h 10484"/>
                <a:gd name="T46" fmla="*/ 5471 w 10484"/>
                <a:gd name="T47" fmla="*/ 6600 h 10484"/>
                <a:gd name="T48" fmla="*/ 8164 w 10484"/>
                <a:gd name="T49" fmla="*/ 9293 h 10484"/>
                <a:gd name="T50" fmla="*/ 9294 w 10484"/>
                <a:gd name="T51" fmla="*/ 9293 h 10484"/>
                <a:gd name="T52" fmla="*/ 9294 w 10484"/>
                <a:gd name="T53" fmla="*/ 8163 h 10484"/>
                <a:gd name="T54" fmla="*/ 6602 w 10484"/>
                <a:gd name="T55" fmla="*/ 5471 h 10484"/>
                <a:gd name="T56" fmla="*/ 6420 w 10484"/>
                <a:gd name="T57" fmla="*/ 4689 h 10484"/>
                <a:gd name="T58" fmla="*/ 6508 w 10484"/>
                <a:gd name="T59" fmla="*/ 3166 h 10484"/>
                <a:gd name="T60" fmla="*/ 5754 w 10484"/>
                <a:gd name="T61" fmla="*/ 1792 h 10484"/>
                <a:gd name="T62" fmla="*/ 3279 w 10484"/>
                <a:gd name="T63" fmla="*/ 1016 h 10484"/>
                <a:gd name="T64" fmla="*/ 4127 w 10484"/>
                <a:gd name="T65" fmla="*/ 1864 h 10484"/>
                <a:gd name="T66" fmla="*/ 4127 w 10484"/>
                <a:gd name="T67" fmla="*/ 4125 h 10484"/>
                <a:gd name="T68" fmla="*/ 1864 w 10484"/>
                <a:gd name="T69" fmla="*/ 4125 h 10484"/>
                <a:gd name="T70" fmla="*/ 1016 w 10484"/>
                <a:gd name="T71" fmla="*/ 3278 h 10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484" h="10484">
                  <a:moveTo>
                    <a:pt x="1227" y="6319"/>
                  </a:moveTo>
                  <a:cubicBezTo>
                    <a:pt x="365" y="5458"/>
                    <a:pt x="0" y="4231"/>
                    <a:pt x="248" y="3038"/>
                  </a:cubicBezTo>
                  <a:cubicBezTo>
                    <a:pt x="304" y="2765"/>
                    <a:pt x="505" y="2546"/>
                    <a:pt x="771" y="2467"/>
                  </a:cubicBezTo>
                  <a:cubicBezTo>
                    <a:pt x="1040" y="2387"/>
                    <a:pt x="1329" y="2460"/>
                    <a:pt x="1527" y="2659"/>
                  </a:cubicBezTo>
                  <a:lnTo>
                    <a:pt x="2429" y="3561"/>
                  </a:lnTo>
                  <a:cubicBezTo>
                    <a:pt x="2740" y="3872"/>
                    <a:pt x="3248" y="3872"/>
                    <a:pt x="3559" y="3561"/>
                  </a:cubicBezTo>
                  <a:cubicBezTo>
                    <a:pt x="3870" y="3250"/>
                    <a:pt x="3870" y="2742"/>
                    <a:pt x="3559" y="2431"/>
                  </a:cubicBezTo>
                  <a:lnTo>
                    <a:pt x="2657" y="1529"/>
                  </a:lnTo>
                  <a:cubicBezTo>
                    <a:pt x="2459" y="1331"/>
                    <a:pt x="2385" y="1041"/>
                    <a:pt x="2465" y="774"/>
                  </a:cubicBezTo>
                  <a:cubicBezTo>
                    <a:pt x="2545" y="506"/>
                    <a:pt x="2764" y="306"/>
                    <a:pt x="3035" y="250"/>
                  </a:cubicBezTo>
                  <a:cubicBezTo>
                    <a:pt x="4232" y="0"/>
                    <a:pt x="5458" y="365"/>
                    <a:pt x="6319" y="1226"/>
                  </a:cubicBezTo>
                  <a:cubicBezTo>
                    <a:pt x="6805" y="1713"/>
                    <a:pt x="7140" y="2324"/>
                    <a:pt x="7289" y="2992"/>
                  </a:cubicBezTo>
                  <a:cubicBezTo>
                    <a:pt x="7430" y="3634"/>
                    <a:pt x="7395" y="4301"/>
                    <a:pt x="7185" y="4922"/>
                  </a:cubicBezTo>
                  <a:lnTo>
                    <a:pt x="9860" y="7598"/>
                  </a:lnTo>
                  <a:cubicBezTo>
                    <a:pt x="10484" y="8221"/>
                    <a:pt x="10484" y="9236"/>
                    <a:pt x="9860" y="9860"/>
                  </a:cubicBezTo>
                  <a:cubicBezTo>
                    <a:pt x="9237" y="10484"/>
                    <a:pt x="8222" y="10484"/>
                    <a:pt x="7598" y="9860"/>
                  </a:cubicBezTo>
                  <a:lnTo>
                    <a:pt x="4923" y="7185"/>
                  </a:lnTo>
                  <a:cubicBezTo>
                    <a:pt x="4302" y="7394"/>
                    <a:pt x="3634" y="7430"/>
                    <a:pt x="2993" y="7289"/>
                  </a:cubicBezTo>
                  <a:cubicBezTo>
                    <a:pt x="2324" y="7140"/>
                    <a:pt x="1714" y="6805"/>
                    <a:pt x="1227" y="6319"/>
                  </a:cubicBezTo>
                  <a:close/>
                  <a:moveTo>
                    <a:pt x="1016" y="3278"/>
                  </a:moveTo>
                  <a:cubicBezTo>
                    <a:pt x="855" y="4181"/>
                    <a:pt x="1142" y="5101"/>
                    <a:pt x="1793" y="5753"/>
                  </a:cubicBezTo>
                  <a:cubicBezTo>
                    <a:pt x="2172" y="6131"/>
                    <a:pt x="2647" y="6391"/>
                    <a:pt x="3166" y="6506"/>
                  </a:cubicBezTo>
                  <a:cubicBezTo>
                    <a:pt x="3673" y="6619"/>
                    <a:pt x="4200" y="6588"/>
                    <a:pt x="4689" y="6419"/>
                  </a:cubicBezTo>
                  <a:cubicBezTo>
                    <a:pt x="4960" y="6325"/>
                    <a:pt x="5268" y="6396"/>
                    <a:pt x="5471" y="6600"/>
                  </a:cubicBezTo>
                  <a:lnTo>
                    <a:pt x="8164" y="9293"/>
                  </a:lnTo>
                  <a:cubicBezTo>
                    <a:pt x="8475" y="9604"/>
                    <a:pt x="8983" y="9604"/>
                    <a:pt x="9294" y="9293"/>
                  </a:cubicBezTo>
                  <a:cubicBezTo>
                    <a:pt x="9605" y="8981"/>
                    <a:pt x="9605" y="8474"/>
                    <a:pt x="9294" y="8163"/>
                  </a:cubicBezTo>
                  <a:lnTo>
                    <a:pt x="6602" y="5471"/>
                  </a:lnTo>
                  <a:cubicBezTo>
                    <a:pt x="6398" y="5268"/>
                    <a:pt x="6327" y="4960"/>
                    <a:pt x="6420" y="4689"/>
                  </a:cubicBezTo>
                  <a:cubicBezTo>
                    <a:pt x="6589" y="4199"/>
                    <a:pt x="6619" y="3672"/>
                    <a:pt x="6508" y="3166"/>
                  </a:cubicBezTo>
                  <a:cubicBezTo>
                    <a:pt x="6393" y="2646"/>
                    <a:pt x="6133" y="2171"/>
                    <a:pt x="5754" y="1792"/>
                  </a:cubicBezTo>
                  <a:cubicBezTo>
                    <a:pt x="5103" y="1141"/>
                    <a:pt x="4183" y="854"/>
                    <a:pt x="3279" y="1016"/>
                  </a:cubicBezTo>
                  <a:lnTo>
                    <a:pt x="4127" y="1864"/>
                  </a:lnTo>
                  <a:cubicBezTo>
                    <a:pt x="4750" y="2487"/>
                    <a:pt x="4750" y="3502"/>
                    <a:pt x="4127" y="4125"/>
                  </a:cubicBezTo>
                  <a:cubicBezTo>
                    <a:pt x="3503" y="4749"/>
                    <a:pt x="2488" y="4749"/>
                    <a:pt x="1864" y="4125"/>
                  </a:cubicBezTo>
                  <a:lnTo>
                    <a:pt x="1016" y="3278"/>
                  </a:ln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任意多边形: 形状 6">
              <a:extLst>
                <a:ext uri="{FF2B5EF4-FFF2-40B4-BE49-F238E27FC236}">
                  <a16:creationId xmlns:a16="http://schemas.microsoft.com/office/drawing/2014/main" id="{44ED5BE0-2F47-04BE-35D9-EBC5A9184499}"/>
                </a:ext>
              </a:extLst>
            </p:cNvPr>
            <p:cNvSpPr/>
            <p:nvPr/>
          </p:nvSpPr>
          <p:spPr>
            <a:xfrm>
              <a:off x="4280231" y="2720762"/>
              <a:ext cx="277863" cy="308505"/>
            </a:xfrm>
            <a:custGeom>
              <a:avLst/>
              <a:gdLst>
                <a:gd name="T0" fmla="*/ 9591 w 11989"/>
                <a:gd name="T1" fmla="*/ 9591 h 12800"/>
                <a:gd name="T2" fmla="*/ 9192 w 11989"/>
                <a:gd name="T3" fmla="*/ 8398 h 12800"/>
                <a:gd name="T4" fmla="*/ 8792 w 11989"/>
                <a:gd name="T5" fmla="*/ 10390 h 12800"/>
                <a:gd name="T6" fmla="*/ 10632 w 11989"/>
                <a:gd name="T7" fmla="*/ 9991 h 12800"/>
                <a:gd name="T8" fmla="*/ 9192 w 11989"/>
                <a:gd name="T9" fmla="*/ 7147 h 12800"/>
                <a:gd name="T10" fmla="*/ 6394 w 11989"/>
                <a:gd name="T11" fmla="*/ 9591 h 12800"/>
                <a:gd name="T12" fmla="*/ 6874 w 11989"/>
                <a:gd name="T13" fmla="*/ 10949 h 12800"/>
                <a:gd name="T14" fmla="*/ 7194 w 11989"/>
                <a:gd name="T15" fmla="*/ 9591 h 12800"/>
                <a:gd name="T16" fmla="*/ 11270 w 11989"/>
                <a:gd name="T17" fmla="*/ 10040 h 12800"/>
                <a:gd name="T18" fmla="*/ 7593 w 11989"/>
                <a:gd name="T19" fmla="*/ 11370 h 12800"/>
                <a:gd name="T20" fmla="*/ 7114 w 11989"/>
                <a:gd name="T21" fmla="*/ 11842 h 12800"/>
                <a:gd name="T22" fmla="*/ 11989 w 11989"/>
                <a:gd name="T23" fmla="*/ 9957 h 12800"/>
                <a:gd name="T24" fmla="*/ 5557 w 11989"/>
                <a:gd name="T25" fmla="*/ 9591 h 12800"/>
                <a:gd name="T26" fmla="*/ 799 w 11989"/>
                <a:gd name="T27" fmla="*/ 7993 h 12800"/>
                <a:gd name="T28" fmla="*/ 8735 w 11989"/>
                <a:gd name="T29" fmla="*/ 7211 h 12800"/>
                <a:gd name="T30" fmla="*/ 628 w 11989"/>
                <a:gd name="T31" fmla="*/ 0 h 12800"/>
                <a:gd name="T32" fmla="*/ 0 w 11989"/>
                <a:gd name="T33" fmla="*/ 10390 h 12800"/>
                <a:gd name="T34" fmla="*/ 5557 w 11989"/>
                <a:gd name="T35" fmla="*/ 9591 h 12800"/>
                <a:gd name="T36" fmla="*/ 7473 w 11989"/>
                <a:gd name="T37" fmla="*/ 799 h 12800"/>
                <a:gd name="T38" fmla="*/ 628 w 11989"/>
                <a:gd name="T39" fmla="*/ 7193 h 12800"/>
                <a:gd name="T40" fmla="*/ 4026 w 11989"/>
                <a:gd name="T41" fmla="*/ 3339 h 12800"/>
                <a:gd name="T42" fmla="*/ 2738 w 11989"/>
                <a:gd name="T43" fmla="*/ 3339 h 12800"/>
                <a:gd name="T44" fmla="*/ 2871 w 11989"/>
                <a:gd name="T45" fmla="*/ 4181 h 12800"/>
                <a:gd name="T46" fmla="*/ 3678 w 11989"/>
                <a:gd name="T47" fmla="*/ 5632 h 12800"/>
                <a:gd name="T48" fmla="*/ 3392 w 11989"/>
                <a:gd name="T49" fmla="*/ 3983 h 12800"/>
                <a:gd name="T50" fmla="*/ 5655 w 11989"/>
                <a:gd name="T51" fmla="*/ 3921 h 12800"/>
                <a:gd name="T52" fmla="*/ 6242 w 11989"/>
                <a:gd name="T53" fmla="*/ 2774 h 12800"/>
                <a:gd name="T54" fmla="*/ 5432 w 11989"/>
                <a:gd name="T55" fmla="*/ 2510 h 12800"/>
                <a:gd name="T56" fmla="*/ 3773 w 11989"/>
                <a:gd name="T57" fmla="*/ 2566 h 12800"/>
                <a:gd name="T58" fmla="*/ 5370 w 11989"/>
                <a:gd name="T59" fmla="*/ 3064 h 12800"/>
                <a:gd name="T60" fmla="*/ 6282 w 11989"/>
                <a:gd name="T61" fmla="*/ 4068 h 12800"/>
                <a:gd name="T62" fmla="*/ 4566 w 11989"/>
                <a:gd name="T63" fmla="*/ 4892 h 12800"/>
                <a:gd name="T64" fmla="*/ 4566 w 11989"/>
                <a:gd name="T65" fmla="*/ 6181 h 12800"/>
                <a:gd name="T66" fmla="*/ 6286 w 11989"/>
                <a:gd name="T67" fmla="*/ 4181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989" h="12800">
                  <a:moveTo>
                    <a:pt x="10312" y="9591"/>
                  </a:moveTo>
                  <a:lnTo>
                    <a:pt x="9591" y="9591"/>
                  </a:lnTo>
                  <a:lnTo>
                    <a:pt x="9591" y="8797"/>
                  </a:lnTo>
                  <a:cubicBezTo>
                    <a:pt x="9591" y="8577"/>
                    <a:pt x="9412" y="8398"/>
                    <a:pt x="9192" y="8398"/>
                  </a:cubicBezTo>
                  <a:cubicBezTo>
                    <a:pt x="8971" y="8398"/>
                    <a:pt x="8792" y="8577"/>
                    <a:pt x="8792" y="8797"/>
                  </a:cubicBezTo>
                  <a:lnTo>
                    <a:pt x="8792" y="10390"/>
                  </a:lnTo>
                  <a:lnTo>
                    <a:pt x="10312" y="10390"/>
                  </a:lnTo>
                  <a:cubicBezTo>
                    <a:pt x="10472" y="10390"/>
                    <a:pt x="10632" y="10150"/>
                    <a:pt x="10632" y="9991"/>
                  </a:cubicBezTo>
                  <a:cubicBezTo>
                    <a:pt x="10632" y="9831"/>
                    <a:pt x="10472" y="9591"/>
                    <a:pt x="10312" y="9591"/>
                  </a:cubicBezTo>
                  <a:close/>
                  <a:moveTo>
                    <a:pt x="9192" y="7147"/>
                  </a:moveTo>
                  <a:cubicBezTo>
                    <a:pt x="9192" y="7147"/>
                    <a:pt x="8155" y="7069"/>
                    <a:pt x="7356" y="7743"/>
                  </a:cubicBezTo>
                  <a:cubicBezTo>
                    <a:pt x="6408" y="8543"/>
                    <a:pt x="6394" y="9591"/>
                    <a:pt x="6394" y="9591"/>
                  </a:cubicBezTo>
                  <a:lnTo>
                    <a:pt x="5835" y="9591"/>
                  </a:lnTo>
                  <a:lnTo>
                    <a:pt x="6874" y="10949"/>
                  </a:lnTo>
                  <a:lnTo>
                    <a:pt x="7913" y="9591"/>
                  </a:lnTo>
                  <a:lnTo>
                    <a:pt x="7194" y="9591"/>
                  </a:lnTo>
                  <a:cubicBezTo>
                    <a:pt x="7318" y="8867"/>
                    <a:pt x="8030" y="8005"/>
                    <a:pt x="9192" y="8000"/>
                  </a:cubicBezTo>
                  <a:cubicBezTo>
                    <a:pt x="10311" y="7996"/>
                    <a:pt x="11270" y="8922"/>
                    <a:pt x="11270" y="10040"/>
                  </a:cubicBezTo>
                  <a:cubicBezTo>
                    <a:pt x="11270" y="11158"/>
                    <a:pt x="10311" y="12098"/>
                    <a:pt x="9192" y="12098"/>
                  </a:cubicBezTo>
                  <a:cubicBezTo>
                    <a:pt x="8552" y="12098"/>
                    <a:pt x="7993" y="11850"/>
                    <a:pt x="7593" y="11370"/>
                  </a:cubicBezTo>
                  <a:cubicBezTo>
                    <a:pt x="7433" y="11210"/>
                    <a:pt x="7273" y="11205"/>
                    <a:pt x="7114" y="11365"/>
                  </a:cubicBezTo>
                  <a:cubicBezTo>
                    <a:pt x="6954" y="11525"/>
                    <a:pt x="6954" y="11683"/>
                    <a:pt x="7114" y="11842"/>
                  </a:cubicBezTo>
                  <a:cubicBezTo>
                    <a:pt x="7673" y="12481"/>
                    <a:pt x="8392" y="12800"/>
                    <a:pt x="9192" y="12800"/>
                  </a:cubicBezTo>
                  <a:cubicBezTo>
                    <a:pt x="10710" y="12800"/>
                    <a:pt x="11989" y="11474"/>
                    <a:pt x="11989" y="9957"/>
                  </a:cubicBezTo>
                  <a:cubicBezTo>
                    <a:pt x="11989" y="8440"/>
                    <a:pt x="10710" y="7147"/>
                    <a:pt x="9192" y="7147"/>
                  </a:cubicBezTo>
                  <a:close/>
                  <a:moveTo>
                    <a:pt x="5557" y="9591"/>
                  </a:moveTo>
                  <a:lnTo>
                    <a:pt x="799" y="9591"/>
                  </a:lnTo>
                  <a:lnTo>
                    <a:pt x="799" y="7993"/>
                  </a:lnTo>
                  <a:lnTo>
                    <a:pt x="7195" y="7993"/>
                  </a:lnTo>
                  <a:cubicBezTo>
                    <a:pt x="7603" y="7582"/>
                    <a:pt x="8139" y="7308"/>
                    <a:pt x="8735" y="7211"/>
                  </a:cubicBezTo>
                  <a:lnTo>
                    <a:pt x="8101" y="0"/>
                  </a:lnTo>
                  <a:lnTo>
                    <a:pt x="628" y="0"/>
                  </a:lnTo>
                  <a:lnTo>
                    <a:pt x="0" y="7921"/>
                  </a:lnTo>
                  <a:lnTo>
                    <a:pt x="0" y="10390"/>
                  </a:lnTo>
                  <a:lnTo>
                    <a:pt x="6095" y="10390"/>
                  </a:lnTo>
                  <a:lnTo>
                    <a:pt x="5557" y="9591"/>
                  </a:lnTo>
                  <a:close/>
                  <a:moveTo>
                    <a:pt x="1258" y="799"/>
                  </a:moveTo>
                  <a:lnTo>
                    <a:pt x="7473" y="799"/>
                  </a:lnTo>
                  <a:lnTo>
                    <a:pt x="8101" y="7193"/>
                  </a:lnTo>
                  <a:lnTo>
                    <a:pt x="628" y="7193"/>
                  </a:lnTo>
                  <a:lnTo>
                    <a:pt x="1258" y="799"/>
                  </a:lnTo>
                  <a:close/>
                  <a:moveTo>
                    <a:pt x="4026" y="3339"/>
                  </a:moveTo>
                  <a:cubicBezTo>
                    <a:pt x="4026" y="2984"/>
                    <a:pt x="3738" y="2695"/>
                    <a:pt x="3382" y="2695"/>
                  </a:cubicBezTo>
                  <a:cubicBezTo>
                    <a:pt x="3026" y="2695"/>
                    <a:pt x="2738" y="2984"/>
                    <a:pt x="2738" y="3339"/>
                  </a:cubicBezTo>
                  <a:cubicBezTo>
                    <a:pt x="2738" y="3513"/>
                    <a:pt x="2806" y="3669"/>
                    <a:pt x="2918" y="3785"/>
                  </a:cubicBezTo>
                  <a:cubicBezTo>
                    <a:pt x="2887" y="3912"/>
                    <a:pt x="2871" y="4045"/>
                    <a:pt x="2871" y="4181"/>
                  </a:cubicBezTo>
                  <a:cubicBezTo>
                    <a:pt x="2871" y="4793"/>
                    <a:pt x="3194" y="5331"/>
                    <a:pt x="3678" y="5632"/>
                  </a:cubicBezTo>
                  <a:lnTo>
                    <a:pt x="3678" y="5632"/>
                  </a:lnTo>
                  <a:cubicBezTo>
                    <a:pt x="3415" y="5412"/>
                    <a:pt x="3376" y="4551"/>
                    <a:pt x="3376" y="4181"/>
                  </a:cubicBezTo>
                  <a:cubicBezTo>
                    <a:pt x="3376" y="4114"/>
                    <a:pt x="3382" y="4047"/>
                    <a:pt x="3392" y="3983"/>
                  </a:cubicBezTo>
                  <a:cubicBezTo>
                    <a:pt x="3744" y="3978"/>
                    <a:pt x="4026" y="3692"/>
                    <a:pt x="4026" y="3339"/>
                  </a:cubicBezTo>
                  <a:close/>
                  <a:moveTo>
                    <a:pt x="5655" y="3921"/>
                  </a:moveTo>
                  <a:cubicBezTo>
                    <a:pt x="5971" y="4083"/>
                    <a:pt x="6360" y="3958"/>
                    <a:pt x="6522" y="3641"/>
                  </a:cubicBezTo>
                  <a:cubicBezTo>
                    <a:pt x="6684" y="3325"/>
                    <a:pt x="6559" y="2936"/>
                    <a:pt x="6242" y="2774"/>
                  </a:cubicBezTo>
                  <a:cubicBezTo>
                    <a:pt x="6088" y="2695"/>
                    <a:pt x="5917" y="2685"/>
                    <a:pt x="5764" y="2731"/>
                  </a:cubicBezTo>
                  <a:cubicBezTo>
                    <a:pt x="5664" y="2646"/>
                    <a:pt x="5553" y="2571"/>
                    <a:pt x="5432" y="2510"/>
                  </a:cubicBezTo>
                  <a:cubicBezTo>
                    <a:pt x="4887" y="2230"/>
                    <a:pt x="4262" y="2272"/>
                    <a:pt x="3773" y="2566"/>
                  </a:cubicBezTo>
                  <a:lnTo>
                    <a:pt x="3773" y="2566"/>
                  </a:lnTo>
                  <a:cubicBezTo>
                    <a:pt x="4089" y="2433"/>
                    <a:pt x="4872" y="2790"/>
                    <a:pt x="5202" y="2959"/>
                  </a:cubicBezTo>
                  <a:cubicBezTo>
                    <a:pt x="5262" y="2989"/>
                    <a:pt x="5318" y="3024"/>
                    <a:pt x="5370" y="3064"/>
                  </a:cubicBezTo>
                  <a:cubicBezTo>
                    <a:pt x="5215" y="3378"/>
                    <a:pt x="5342" y="3760"/>
                    <a:pt x="5655" y="3921"/>
                  </a:cubicBezTo>
                  <a:close/>
                  <a:moveTo>
                    <a:pt x="6282" y="4068"/>
                  </a:moveTo>
                  <a:cubicBezTo>
                    <a:pt x="6263" y="4507"/>
                    <a:pt x="5506" y="5050"/>
                    <a:pt x="5140" y="5244"/>
                  </a:cubicBezTo>
                  <a:cubicBezTo>
                    <a:pt x="5034" y="5035"/>
                    <a:pt x="4817" y="4892"/>
                    <a:pt x="4566" y="4892"/>
                  </a:cubicBezTo>
                  <a:cubicBezTo>
                    <a:pt x="4211" y="4892"/>
                    <a:pt x="3922" y="5181"/>
                    <a:pt x="3922" y="5536"/>
                  </a:cubicBezTo>
                  <a:cubicBezTo>
                    <a:pt x="3922" y="5892"/>
                    <a:pt x="4211" y="6181"/>
                    <a:pt x="4566" y="6181"/>
                  </a:cubicBezTo>
                  <a:cubicBezTo>
                    <a:pt x="4833" y="6181"/>
                    <a:pt x="5063" y="6018"/>
                    <a:pt x="5160" y="5787"/>
                  </a:cubicBezTo>
                  <a:cubicBezTo>
                    <a:pt x="5817" y="5548"/>
                    <a:pt x="6286" y="4919"/>
                    <a:pt x="6286" y="4181"/>
                  </a:cubicBezTo>
                  <a:cubicBezTo>
                    <a:pt x="6286" y="4143"/>
                    <a:pt x="6285" y="4106"/>
                    <a:pt x="6282" y="4068"/>
                  </a:cubicBez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任意多边形: 形状 7">
              <a:extLst>
                <a:ext uri="{FF2B5EF4-FFF2-40B4-BE49-F238E27FC236}">
                  <a16:creationId xmlns:a16="http://schemas.microsoft.com/office/drawing/2014/main" id="{F03C6A55-255D-62BE-CD8A-19DFEBC60385}"/>
                </a:ext>
              </a:extLst>
            </p:cNvPr>
            <p:cNvSpPr/>
            <p:nvPr/>
          </p:nvSpPr>
          <p:spPr>
            <a:xfrm>
              <a:off x="8549456" y="3905403"/>
              <a:ext cx="258022" cy="265626"/>
            </a:xfrm>
            <a:custGeom>
              <a:avLst/>
              <a:gdLst>
                <a:gd name="T0" fmla="*/ 3997 w 7994"/>
                <a:gd name="T1" fmla="*/ 9518 h 9518"/>
                <a:gd name="T2" fmla="*/ 0 w 7994"/>
                <a:gd name="T3" fmla="*/ 7720 h 9518"/>
                <a:gd name="T4" fmla="*/ 0 w 7994"/>
                <a:gd name="T5" fmla="*/ 1798 h 9518"/>
                <a:gd name="T6" fmla="*/ 3997 w 7994"/>
                <a:gd name="T7" fmla="*/ 0 h 9518"/>
                <a:gd name="T8" fmla="*/ 7994 w 7994"/>
                <a:gd name="T9" fmla="*/ 1798 h 9518"/>
                <a:gd name="T10" fmla="*/ 7994 w 7994"/>
                <a:gd name="T11" fmla="*/ 7720 h 9518"/>
                <a:gd name="T12" fmla="*/ 3997 w 7994"/>
                <a:gd name="T13" fmla="*/ 9518 h 9518"/>
                <a:gd name="T14" fmla="*/ 3997 w 7994"/>
                <a:gd name="T15" fmla="*/ 381 h 9518"/>
                <a:gd name="T16" fmla="*/ 381 w 7994"/>
                <a:gd name="T17" fmla="*/ 1798 h 9518"/>
                <a:gd name="T18" fmla="*/ 381 w 7994"/>
                <a:gd name="T19" fmla="*/ 7720 h 9518"/>
                <a:gd name="T20" fmla="*/ 3997 w 7994"/>
                <a:gd name="T21" fmla="*/ 9137 h 9518"/>
                <a:gd name="T22" fmla="*/ 7613 w 7994"/>
                <a:gd name="T23" fmla="*/ 7720 h 9518"/>
                <a:gd name="T24" fmla="*/ 7613 w 7994"/>
                <a:gd name="T25" fmla="*/ 1798 h 9518"/>
                <a:gd name="T26" fmla="*/ 3997 w 7994"/>
                <a:gd name="T27" fmla="*/ 381 h 9518"/>
                <a:gd name="T28" fmla="*/ 3997 w 7994"/>
                <a:gd name="T29" fmla="*/ 7487 h 9518"/>
                <a:gd name="T30" fmla="*/ 0 w 7994"/>
                <a:gd name="T31" fmla="*/ 5690 h 9518"/>
                <a:gd name="T32" fmla="*/ 190 w 7994"/>
                <a:gd name="T33" fmla="*/ 5500 h 9518"/>
                <a:gd name="T34" fmla="*/ 381 w 7994"/>
                <a:gd name="T35" fmla="*/ 5690 h 9518"/>
                <a:gd name="T36" fmla="*/ 3997 w 7994"/>
                <a:gd name="T37" fmla="*/ 7107 h 9518"/>
                <a:gd name="T38" fmla="*/ 7613 w 7994"/>
                <a:gd name="T39" fmla="*/ 5690 h 9518"/>
                <a:gd name="T40" fmla="*/ 7804 w 7994"/>
                <a:gd name="T41" fmla="*/ 5500 h 9518"/>
                <a:gd name="T42" fmla="*/ 7994 w 7994"/>
                <a:gd name="T43" fmla="*/ 5690 h 9518"/>
                <a:gd name="T44" fmla="*/ 3997 w 7994"/>
                <a:gd name="T45" fmla="*/ 7487 h 9518"/>
                <a:gd name="T46" fmla="*/ 3997 w 7994"/>
                <a:gd name="T47" fmla="*/ 5456 h 9518"/>
                <a:gd name="T48" fmla="*/ 0 w 7994"/>
                <a:gd name="T49" fmla="*/ 3660 h 9518"/>
                <a:gd name="T50" fmla="*/ 190 w 7994"/>
                <a:gd name="T51" fmla="*/ 3469 h 9518"/>
                <a:gd name="T52" fmla="*/ 381 w 7994"/>
                <a:gd name="T53" fmla="*/ 3660 h 9518"/>
                <a:gd name="T54" fmla="*/ 3997 w 7994"/>
                <a:gd name="T55" fmla="*/ 5076 h 9518"/>
                <a:gd name="T56" fmla="*/ 7613 w 7994"/>
                <a:gd name="T57" fmla="*/ 3660 h 9518"/>
                <a:gd name="T58" fmla="*/ 7804 w 7994"/>
                <a:gd name="T59" fmla="*/ 3469 h 9518"/>
                <a:gd name="T60" fmla="*/ 7994 w 7994"/>
                <a:gd name="T61" fmla="*/ 3660 h 9518"/>
                <a:gd name="T62" fmla="*/ 3997 w 7994"/>
                <a:gd name="T63" fmla="*/ 5456 h 9518"/>
                <a:gd name="T64" fmla="*/ 3997 w 7994"/>
                <a:gd name="T65" fmla="*/ 3426 h 9518"/>
                <a:gd name="T66" fmla="*/ 0 w 7994"/>
                <a:gd name="T67" fmla="*/ 1629 h 9518"/>
                <a:gd name="T68" fmla="*/ 190 w 7994"/>
                <a:gd name="T69" fmla="*/ 1438 h 9518"/>
                <a:gd name="T70" fmla="*/ 381 w 7994"/>
                <a:gd name="T71" fmla="*/ 1629 h 9518"/>
                <a:gd name="T72" fmla="*/ 3997 w 7994"/>
                <a:gd name="T73" fmla="*/ 3046 h 9518"/>
                <a:gd name="T74" fmla="*/ 7613 w 7994"/>
                <a:gd name="T75" fmla="*/ 1629 h 9518"/>
                <a:gd name="T76" fmla="*/ 7804 w 7994"/>
                <a:gd name="T77" fmla="*/ 1438 h 9518"/>
                <a:gd name="T78" fmla="*/ 7994 w 7994"/>
                <a:gd name="T79" fmla="*/ 1629 h 9518"/>
                <a:gd name="T80" fmla="*/ 3997 w 7994"/>
                <a:gd name="T81" fmla="*/ 3426 h 95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7994" h="9518">
                  <a:moveTo>
                    <a:pt x="3997" y="9518"/>
                  </a:moveTo>
                  <a:cubicBezTo>
                    <a:pt x="1756" y="9518"/>
                    <a:pt x="0" y="8728"/>
                    <a:pt x="0" y="7720"/>
                  </a:cubicBezTo>
                  <a:lnTo>
                    <a:pt x="0" y="1798"/>
                  </a:lnTo>
                  <a:cubicBezTo>
                    <a:pt x="0" y="790"/>
                    <a:pt x="1756" y="0"/>
                    <a:pt x="3997" y="0"/>
                  </a:cubicBezTo>
                  <a:cubicBezTo>
                    <a:pt x="6238" y="0"/>
                    <a:pt x="7994" y="790"/>
                    <a:pt x="7994" y="1798"/>
                  </a:cubicBezTo>
                  <a:lnTo>
                    <a:pt x="7994" y="7720"/>
                  </a:lnTo>
                  <a:cubicBezTo>
                    <a:pt x="7994" y="8728"/>
                    <a:pt x="6238" y="9518"/>
                    <a:pt x="3997" y="9518"/>
                  </a:cubicBezTo>
                  <a:close/>
                  <a:moveTo>
                    <a:pt x="3997" y="381"/>
                  </a:moveTo>
                  <a:cubicBezTo>
                    <a:pt x="1834" y="381"/>
                    <a:pt x="381" y="1113"/>
                    <a:pt x="381" y="1798"/>
                  </a:cubicBezTo>
                  <a:lnTo>
                    <a:pt x="381" y="7720"/>
                  </a:lnTo>
                  <a:cubicBezTo>
                    <a:pt x="381" y="8404"/>
                    <a:pt x="1834" y="9137"/>
                    <a:pt x="3997" y="9137"/>
                  </a:cubicBezTo>
                  <a:cubicBezTo>
                    <a:pt x="6160" y="9137"/>
                    <a:pt x="7613" y="8404"/>
                    <a:pt x="7613" y="7720"/>
                  </a:cubicBezTo>
                  <a:lnTo>
                    <a:pt x="7613" y="1798"/>
                  </a:lnTo>
                  <a:cubicBezTo>
                    <a:pt x="7613" y="1113"/>
                    <a:pt x="6160" y="381"/>
                    <a:pt x="3997" y="381"/>
                  </a:cubicBezTo>
                  <a:close/>
                  <a:moveTo>
                    <a:pt x="3997" y="7487"/>
                  </a:moveTo>
                  <a:cubicBezTo>
                    <a:pt x="1756" y="7487"/>
                    <a:pt x="0" y="6698"/>
                    <a:pt x="0" y="5690"/>
                  </a:cubicBezTo>
                  <a:cubicBezTo>
                    <a:pt x="0" y="5585"/>
                    <a:pt x="85" y="5500"/>
                    <a:pt x="190" y="5500"/>
                  </a:cubicBezTo>
                  <a:cubicBezTo>
                    <a:pt x="296" y="5500"/>
                    <a:pt x="381" y="5585"/>
                    <a:pt x="381" y="5690"/>
                  </a:cubicBezTo>
                  <a:cubicBezTo>
                    <a:pt x="381" y="6374"/>
                    <a:pt x="1834" y="7107"/>
                    <a:pt x="3997" y="7107"/>
                  </a:cubicBezTo>
                  <a:cubicBezTo>
                    <a:pt x="6160" y="7107"/>
                    <a:pt x="7613" y="6374"/>
                    <a:pt x="7613" y="5690"/>
                  </a:cubicBezTo>
                  <a:cubicBezTo>
                    <a:pt x="7613" y="5585"/>
                    <a:pt x="7698" y="5500"/>
                    <a:pt x="7804" y="5500"/>
                  </a:cubicBezTo>
                  <a:cubicBezTo>
                    <a:pt x="7909" y="5500"/>
                    <a:pt x="7994" y="5585"/>
                    <a:pt x="7994" y="5690"/>
                  </a:cubicBezTo>
                  <a:cubicBezTo>
                    <a:pt x="7994" y="6698"/>
                    <a:pt x="6238" y="7487"/>
                    <a:pt x="3997" y="7487"/>
                  </a:cubicBezTo>
                  <a:close/>
                  <a:moveTo>
                    <a:pt x="3997" y="5456"/>
                  </a:moveTo>
                  <a:cubicBezTo>
                    <a:pt x="1756" y="5456"/>
                    <a:pt x="0" y="4667"/>
                    <a:pt x="0" y="3660"/>
                  </a:cubicBezTo>
                  <a:cubicBezTo>
                    <a:pt x="0" y="3555"/>
                    <a:pt x="85" y="3469"/>
                    <a:pt x="190" y="3469"/>
                  </a:cubicBezTo>
                  <a:cubicBezTo>
                    <a:pt x="296" y="3469"/>
                    <a:pt x="381" y="3555"/>
                    <a:pt x="381" y="3660"/>
                  </a:cubicBezTo>
                  <a:cubicBezTo>
                    <a:pt x="381" y="4344"/>
                    <a:pt x="1834" y="5076"/>
                    <a:pt x="3997" y="5076"/>
                  </a:cubicBezTo>
                  <a:cubicBezTo>
                    <a:pt x="6160" y="5076"/>
                    <a:pt x="7613" y="4344"/>
                    <a:pt x="7613" y="3660"/>
                  </a:cubicBezTo>
                  <a:cubicBezTo>
                    <a:pt x="7613" y="3555"/>
                    <a:pt x="7698" y="3469"/>
                    <a:pt x="7804" y="3469"/>
                  </a:cubicBezTo>
                  <a:cubicBezTo>
                    <a:pt x="7909" y="3469"/>
                    <a:pt x="7994" y="3555"/>
                    <a:pt x="7994" y="3660"/>
                  </a:cubicBezTo>
                  <a:cubicBezTo>
                    <a:pt x="7994" y="4667"/>
                    <a:pt x="6238" y="5456"/>
                    <a:pt x="3997" y="5456"/>
                  </a:cubicBezTo>
                  <a:close/>
                  <a:moveTo>
                    <a:pt x="3997" y="3426"/>
                  </a:moveTo>
                  <a:cubicBezTo>
                    <a:pt x="1756" y="3426"/>
                    <a:pt x="0" y="2637"/>
                    <a:pt x="0" y="1629"/>
                  </a:cubicBezTo>
                  <a:cubicBezTo>
                    <a:pt x="0" y="1523"/>
                    <a:pt x="85" y="1438"/>
                    <a:pt x="190" y="1438"/>
                  </a:cubicBezTo>
                  <a:cubicBezTo>
                    <a:pt x="295" y="1438"/>
                    <a:pt x="381" y="1524"/>
                    <a:pt x="381" y="1629"/>
                  </a:cubicBezTo>
                  <a:cubicBezTo>
                    <a:pt x="381" y="2313"/>
                    <a:pt x="1834" y="3046"/>
                    <a:pt x="3997" y="3046"/>
                  </a:cubicBezTo>
                  <a:cubicBezTo>
                    <a:pt x="6160" y="3046"/>
                    <a:pt x="7613" y="2313"/>
                    <a:pt x="7613" y="1629"/>
                  </a:cubicBezTo>
                  <a:cubicBezTo>
                    <a:pt x="7613" y="1523"/>
                    <a:pt x="7698" y="1438"/>
                    <a:pt x="7804" y="1438"/>
                  </a:cubicBezTo>
                  <a:cubicBezTo>
                    <a:pt x="7909" y="1438"/>
                    <a:pt x="7994" y="1524"/>
                    <a:pt x="7994" y="1629"/>
                  </a:cubicBezTo>
                  <a:cubicBezTo>
                    <a:pt x="7994" y="2637"/>
                    <a:pt x="6238" y="3426"/>
                    <a:pt x="3997" y="3426"/>
                  </a:cubicBez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任意多边形: 形状 8">
              <a:extLst>
                <a:ext uri="{FF2B5EF4-FFF2-40B4-BE49-F238E27FC236}">
                  <a16:creationId xmlns:a16="http://schemas.microsoft.com/office/drawing/2014/main" id="{7DC7AEE4-9391-5F2D-00E2-7695A2189F2D}"/>
                </a:ext>
              </a:extLst>
            </p:cNvPr>
            <p:cNvSpPr/>
            <p:nvPr/>
          </p:nvSpPr>
          <p:spPr>
            <a:xfrm>
              <a:off x="7656433" y="2718025"/>
              <a:ext cx="270879" cy="309057"/>
            </a:xfrm>
            <a:custGeom>
              <a:avLst/>
              <a:gdLst>
                <a:gd name="T0" fmla="*/ 8103 w 8408"/>
                <a:gd name="T1" fmla="*/ 1397 h 9620"/>
                <a:gd name="T2" fmla="*/ 4300 w 8408"/>
                <a:gd name="T3" fmla="*/ 40 h 9620"/>
                <a:gd name="T4" fmla="*/ 4071 w 8408"/>
                <a:gd name="T5" fmla="*/ 40 h 9620"/>
                <a:gd name="T6" fmla="*/ 266 w 8408"/>
                <a:gd name="T7" fmla="*/ 1399 h 9620"/>
                <a:gd name="T8" fmla="*/ 0 w 8408"/>
                <a:gd name="T9" fmla="*/ 1797 h 9620"/>
                <a:gd name="T10" fmla="*/ 0 w 8408"/>
                <a:gd name="T11" fmla="*/ 4550 h 9620"/>
                <a:gd name="T12" fmla="*/ 305 w 8408"/>
                <a:gd name="T13" fmla="*/ 6146 h 9620"/>
                <a:gd name="T14" fmla="*/ 3120 w 8408"/>
                <a:gd name="T15" fmla="*/ 8980 h 9620"/>
                <a:gd name="T16" fmla="*/ 3995 w 8408"/>
                <a:gd name="T17" fmla="*/ 9539 h 9620"/>
                <a:gd name="T18" fmla="*/ 4223 w 8408"/>
                <a:gd name="T19" fmla="*/ 9620 h 9620"/>
                <a:gd name="T20" fmla="*/ 4413 w 8408"/>
                <a:gd name="T21" fmla="*/ 9539 h 9620"/>
                <a:gd name="T22" fmla="*/ 5288 w 8408"/>
                <a:gd name="T23" fmla="*/ 8980 h 9620"/>
                <a:gd name="T24" fmla="*/ 8103 w 8408"/>
                <a:gd name="T25" fmla="*/ 6146 h 9620"/>
                <a:gd name="T26" fmla="*/ 8408 w 8408"/>
                <a:gd name="T27" fmla="*/ 4550 h 9620"/>
                <a:gd name="T28" fmla="*/ 8408 w 8408"/>
                <a:gd name="T29" fmla="*/ 1795 h 9620"/>
                <a:gd name="T30" fmla="*/ 8103 w 8408"/>
                <a:gd name="T31" fmla="*/ 1397 h 9620"/>
                <a:gd name="T32" fmla="*/ 7848 w 8408"/>
                <a:gd name="T33" fmla="*/ 4537 h 9620"/>
                <a:gd name="T34" fmla="*/ 7605 w 8408"/>
                <a:gd name="T35" fmla="*/ 5948 h 9620"/>
                <a:gd name="T36" fmla="*/ 4934 w 8408"/>
                <a:gd name="T37" fmla="*/ 8554 h 9620"/>
                <a:gd name="T38" fmla="*/ 4206 w 8408"/>
                <a:gd name="T39" fmla="*/ 9024 h 9620"/>
                <a:gd name="T40" fmla="*/ 3477 w 8408"/>
                <a:gd name="T41" fmla="*/ 8554 h 9620"/>
                <a:gd name="T42" fmla="*/ 806 w 8408"/>
                <a:gd name="T43" fmla="*/ 5948 h 9620"/>
                <a:gd name="T44" fmla="*/ 563 w 8408"/>
                <a:gd name="T45" fmla="*/ 4537 h 9620"/>
                <a:gd name="T46" fmla="*/ 563 w 8408"/>
                <a:gd name="T47" fmla="*/ 1887 h 9620"/>
                <a:gd name="T48" fmla="*/ 4206 w 8408"/>
                <a:gd name="T49" fmla="*/ 607 h 9620"/>
                <a:gd name="T50" fmla="*/ 7848 w 8408"/>
                <a:gd name="T51" fmla="*/ 1887 h 9620"/>
                <a:gd name="T52" fmla="*/ 7848 w 8408"/>
                <a:gd name="T53" fmla="*/ 4537 h 9620"/>
                <a:gd name="T54" fmla="*/ 1123 w 8408"/>
                <a:gd name="T55" fmla="*/ 4573 h 9620"/>
                <a:gd name="T56" fmla="*/ 1329 w 8408"/>
                <a:gd name="T57" fmla="*/ 5781 h 9620"/>
                <a:gd name="T58" fmla="*/ 3589 w 8408"/>
                <a:gd name="T59" fmla="*/ 8013 h 9620"/>
                <a:gd name="T60" fmla="*/ 4205 w 8408"/>
                <a:gd name="T61" fmla="*/ 8415 h 9620"/>
                <a:gd name="T62" fmla="*/ 4205 w 8408"/>
                <a:gd name="T63" fmla="*/ 1208 h 9620"/>
                <a:gd name="T64" fmla="*/ 1123 w 8408"/>
                <a:gd name="T65" fmla="*/ 2304 h 9620"/>
                <a:gd name="T66" fmla="*/ 1123 w 8408"/>
                <a:gd name="T67" fmla="*/ 4573 h 96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8408" h="9620">
                  <a:moveTo>
                    <a:pt x="8103" y="1397"/>
                  </a:moveTo>
                  <a:lnTo>
                    <a:pt x="4300" y="40"/>
                  </a:lnTo>
                  <a:cubicBezTo>
                    <a:pt x="4223" y="0"/>
                    <a:pt x="4148" y="0"/>
                    <a:pt x="4071" y="40"/>
                  </a:cubicBezTo>
                  <a:lnTo>
                    <a:pt x="266" y="1399"/>
                  </a:lnTo>
                  <a:cubicBezTo>
                    <a:pt x="113" y="1477"/>
                    <a:pt x="0" y="1638"/>
                    <a:pt x="0" y="1797"/>
                  </a:cubicBezTo>
                  <a:lnTo>
                    <a:pt x="0" y="4550"/>
                  </a:lnTo>
                  <a:cubicBezTo>
                    <a:pt x="0" y="5108"/>
                    <a:pt x="115" y="5667"/>
                    <a:pt x="305" y="6146"/>
                  </a:cubicBezTo>
                  <a:cubicBezTo>
                    <a:pt x="838" y="7543"/>
                    <a:pt x="2017" y="8261"/>
                    <a:pt x="3120" y="8980"/>
                  </a:cubicBezTo>
                  <a:cubicBezTo>
                    <a:pt x="3425" y="9141"/>
                    <a:pt x="3728" y="9340"/>
                    <a:pt x="3995" y="9539"/>
                  </a:cubicBezTo>
                  <a:cubicBezTo>
                    <a:pt x="4071" y="9580"/>
                    <a:pt x="4147" y="9620"/>
                    <a:pt x="4223" y="9620"/>
                  </a:cubicBezTo>
                  <a:cubicBezTo>
                    <a:pt x="4300" y="9620"/>
                    <a:pt x="4375" y="9580"/>
                    <a:pt x="4413" y="9539"/>
                  </a:cubicBezTo>
                  <a:cubicBezTo>
                    <a:pt x="4718" y="9338"/>
                    <a:pt x="4983" y="9179"/>
                    <a:pt x="5288" y="8980"/>
                  </a:cubicBezTo>
                  <a:cubicBezTo>
                    <a:pt x="6391" y="8261"/>
                    <a:pt x="7570" y="7543"/>
                    <a:pt x="8103" y="6146"/>
                  </a:cubicBezTo>
                  <a:cubicBezTo>
                    <a:pt x="8295" y="5667"/>
                    <a:pt x="8408" y="5150"/>
                    <a:pt x="8408" y="4550"/>
                  </a:cubicBezTo>
                  <a:lnTo>
                    <a:pt x="8408" y="1795"/>
                  </a:lnTo>
                  <a:cubicBezTo>
                    <a:pt x="8408" y="1636"/>
                    <a:pt x="8293" y="1477"/>
                    <a:pt x="8103" y="1397"/>
                  </a:cubicBezTo>
                  <a:close/>
                  <a:moveTo>
                    <a:pt x="7848" y="4537"/>
                  </a:moveTo>
                  <a:cubicBezTo>
                    <a:pt x="7848" y="5049"/>
                    <a:pt x="7766" y="5521"/>
                    <a:pt x="7605" y="5948"/>
                  </a:cubicBezTo>
                  <a:cubicBezTo>
                    <a:pt x="7120" y="7144"/>
                    <a:pt x="6067" y="7827"/>
                    <a:pt x="4934" y="8554"/>
                  </a:cubicBezTo>
                  <a:cubicBezTo>
                    <a:pt x="4691" y="8725"/>
                    <a:pt x="4449" y="8854"/>
                    <a:pt x="4206" y="9024"/>
                  </a:cubicBezTo>
                  <a:cubicBezTo>
                    <a:pt x="3963" y="8854"/>
                    <a:pt x="3720" y="8725"/>
                    <a:pt x="3477" y="8554"/>
                  </a:cubicBezTo>
                  <a:cubicBezTo>
                    <a:pt x="2345" y="7872"/>
                    <a:pt x="1292" y="7187"/>
                    <a:pt x="806" y="5948"/>
                  </a:cubicBezTo>
                  <a:cubicBezTo>
                    <a:pt x="645" y="5519"/>
                    <a:pt x="563" y="5049"/>
                    <a:pt x="563" y="4537"/>
                  </a:cubicBezTo>
                  <a:lnTo>
                    <a:pt x="563" y="1887"/>
                  </a:lnTo>
                  <a:lnTo>
                    <a:pt x="4206" y="607"/>
                  </a:lnTo>
                  <a:lnTo>
                    <a:pt x="7848" y="1887"/>
                  </a:lnTo>
                  <a:lnTo>
                    <a:pt x="7848" y="4537"/>
                  </a:lnTo>
                  <a:close/>
                  <a:moveTo>
                    <a:pt x="1123" y="4573"/>
                  </a:moveTo>
                  <a:cubicBezTo>
                    <a:pt x="1123" y="5012"/>
                    <a:pt x="1192" y="5414"/>
                    <a:pt x="1329" y="5781"/>
                  </a:cubicBezTo>
                  <a:cubicBezTo>
                    <a:pt x="1740" y="6842"/>
                    <a:pt x="2631" y="7428"/>
                    <a:pt x="3589" y="8013"/>
                  </a:cubicBezTo>
                  <a:cubicBezTo>
                    <a:pt x="3795" y="8159"/>
                    <a:pt x="4000" y="8269"/>
                    <a:pt x="4205" y="8415"/>
                  </a:cubicBezTo>
                  <a:lnTo>
                    <a:pt x="4205" y="1208"/>
                  </a:lnTo>
                  <a:lnTo>
                    <a:pt x="1123" y="2304"/>
                  </a:lnTo>
                  <a:lnTo>
                    <a:pt x="1123" y="4573"/>
                  </a:ln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任意多边形: 形状 9">
              <a:extLst>
                <a:ext uri="{FF2B5EF4-FFF2-40B4-BE49-F238E27FC236}">
                  <a16:creationId xmlns:a16="http://schemas.microsoft.com/office/drawing/2014/main" id="{5388904B-8811-FB65-8005-42D44CBCDA13}"/>
                </a:ext>
              </a:extLst>
            </p:cNvPr>
            <p:cNvSpPr/>
            <p:nvPr/>
          </p:nvSpPr>
          <p:spPr>
            <a:xfrm>
              <a:off x="3297899" y="3907158"/>
              <a:ext cx="396888" cy="276988"/>
            </a:xfrm>
            <a:custGeom>
              <a:avLst/>
              <a:gdLst>
                <a:gd name="connsiteX0" fmla="*/ 368116 w 551805"/>
                <a:gd name="connsiteY0" fmla="*/ 320261 h 392412"/>
                <a:gd name="connsiteX1" fmla="*/ 369956 w 551805"/>
                <a:gd name="connsiteY1" fmla="*/ 321733 h 392412"/>
                <a:gd name="connsiteX2" fmla="*/ 371060 w 551805"/>
                <a:gd name="connsiteY2" fmla="*/ 330568 h 392412"/>
                <a:gd name="connsiteX3" fmla="*/ 369588 w 551805"/>
                <a:gd name="connsiteY3" fmla="*/ 332409 h 392412"/>
                <a:gd name="connsiteX4" fmla="*/ 367747 w 551805"/>
                <a:gd name="connsiteY4" fmla="*/ 330936 h 392412"/>
                <a:gd name="connsiteX5" fmla="*/ 366643 w 551805"/>
                <a:gd name="connsiteY5" fmla="*/ 322102 h 392412"/>
                <a:gd name="connsiteX6" fmla="*/ 368116 w 551805"/>
                <a:gd name="connsiteY6" fmla="*/ 320261 h 392412"/>
                <a:gd name="connsiteX7" fmla="*/ 342348 w 551805"/>
                <a:gd name="connsiteY7" fmla="*/ 319893 h 392412"/>
                <a:gd name="connsiteX8" fmla="*/ 343820 w 551805"/>
                <a:gd name="connsiteY8" fmla="*/ 321733 h 392412"/>
                <a:gd name="connsiteX9" fmla="*/ 342716 w 551805"/>
                <a:gd name="connsiteY9" fmla="*/ 330568 h 392412"/>
                <a:gd name="connsiteX10" fmla="*/ 341244 w 551805"/>
                <a:gd name="connsiteY10" fmla="*/ 332409 h 392412"/>
                <a:gd name="connsiteX11" fmla="*/ 339403 w 551805"/>
                <a:gd name="connsiteY11" fmla="*/ 330200 h 392412"/>
                <a:gd name="connsiteX12" fmla="*/ 340507 w 551805"/>
                <a:gd name="connsiteY12" fmla="*/ 321365 h 392412"/>
                <a:gd name="connsiteX13" fmla="*/ 342348 w 551805"/>
                <a:gd name="connsiteY13" fmla="*/ 319893 h 392412"/>
                <a:gd name="connsiteX14" fmla="*/ 381368 w 551805"/>
                <a:gd name="connsiteY14" fmla="*/ 317684 h 392412"/>
                <a:gd name="connsiteX15" fmla="*/ 383577 w 551805"/>
                <a:gd name="connsiteY15" fmla="*/ 319156 h 392412"/>
                <a:gd name="connsiteX16" fmla="*/ 385418 w 551805"/>
                <a:gd name="connsiteY16" fmla="*/ 327991 h 392412"/>
                <a:gd name="connsiteX17" fmla="*/ 383945 w 551805"/>
                <a:gd name="connsiteY17" fmla="*/ 330200 h 392412"/>
                <a:gd name="connsiteX18" fmla="*/ 383577 w 551805"/>
                <a:gd name="connsiteY18" fmla="*/ 330200 h 392412"/>
                <a:gd name="connsiteX19" fmla="*/ 381736 w 551805"/>
                <a:gd name="connsiteY19" fmla="*/ 328727 h 392412"/>
                <a:gd name="connsiteX20" fmla="*/ 379896 w 551805"/>
                <a:gd name="connsiteY20" fmla="*/ 319892 h 392412"/>
                <a:gd name="connsiteX21" fmla="*/ 381368 w 551805"/>
                <a:gd name="connsiteY21" fmla="*/ 317684 h 392412"/>
                <a:gd name="connsiteX22" fmla="*/ 329463 w 551805"/>
                <a:gd name="connsiteY22" fmla="*/ 317684 h 392412"/>
                <a:gd name="connsiteX23" fmla="*/ 330936 w 551805"/>
                <a:gd name="connsiteY23" fmla="*/ 319893 h 392412"/>
                <a:gd name="connsiteX24" fmla="*/ 329095 w 551805"/>
                <a:gd name="connsiteY24" fmla="*/ 328727 h 392412"/>
                <a:gd name="connsiteX25" fmla="*/ 327255 w 551805"/>
                <a:gd name="connsiteY25" fmla="*/ 330200 h 392412"/>
                <a:gd name="connsiteX26" fmla="*/ 326887 w 551805"/>
                <a:gd name="connsiteY26" fmla="*/ 330200 h 392412"/>
                <a:gd name="connsiteX27" fmla="*/ 325414 w 551805"/>
                <a:gd name="connsiteY27" fmla="*/ 327991 h 392412"/>
                <a:gd name="connsiteX28" fmla="*/ 327255 w 551805"/>
                <a:gd name="connsiteY28" fmla="*/ 319157 h 392412"/>
                <a:gd name="connsiteX29" fmla="*/ 329463 w 551805"/>
                <a:gd name="connsiteY29" fmla="*/ 317684 h 392412"/>
                <a:gd name="connsiteX30" fmla="*/ 393884 w 551805"/>
                <a:gd name="connsiteY30" fmla="*/ 314739 h 392412"/>
                <a:gd name="connsiteX31" fmla="*/ 396093 w 551805"/>
                <a:gd name="connsiteY31" fmla="*/ 315843 h 392412"/>
                <a:gd name="connsiteX32" fmla="*/ 399038 w 551805"/>
                <a:gd name="connsiteY32" fmla="*/ 324310 h 392412"/>
                <a:gd name="connsiteX33" fmla="*/ 397933 w 551805"/>
                <a:gd name="connsiteY33" fmla="*/ 326519 h 392412"/>
                <a:gd name="connsiteX34" fmla="*/ 397565 w 551805"/>
                <a:gd name="connsiteY34" fmla="*/ 326519 h 392412"/>
                <a:gd name="connsiteX35" fmla="*/ 395725 w 551805"/>
                <a:gd name="connsiteY35" fmla="*/ 325414 h 392412"/>
                <a:gd name="connsiteX36" fmla="*/ 392780 w 551805"/>
                <a:gd name="connsiteY36" fmla="*/ 316948 h 392412"/>
                <a:gd name="connsiteX37" fmla="*/ 393884 w 551805"/>
                <a:gd name="connsiteY37" fmla="*/ 314739 h 392412"/>
                <a:gd name="connsiteX38" fmla="*/ 316948 w 551805"/>
                <a:gd name="connsiteY38" fmla="*/ 314739 h 392412"/>
                <a:gd name="connsiteX39" fmla="*/ 318052 w 551805"/>
                <a:gd name="connsiteY39" fmla="*/ 316948 h 392412"/>
                <a:gd name="connsiteX40" fmla="*/ 315107 w 551805"/>
                <a:gd name="connsiteY40" fmla="*/ 325414 h 392412"/>
                <a:gd name="connsiteX41" fmla="*/ 313635 w 551805"/>
                <a:gd name="connsiteY41" fmla="*/ 326519 h 392412"/>
                <a:gd name="connsiteX42" fmla="*/ 312898 w 551805"/>
                <a:gd name="connsiteY42" fmla="*/ 326519 h 392412"/>
                <a:gd name="connsiteX43" fmla="*/ 311794 w 551805"/>
                <a:gd name="connsiteY43" fmla="*/ 324310 h 392412"/>
                <a:gd name="connsiteX44" fmla="*/ 314739 w 551805"/>
                <a:gd name="connsiteY44" fmla="*/ 315843 h 392412"/>
                <a:gd name="connsiteX45" fmla="*/ 316948 w 551805"/>
                <a:gd name="connsiteY45" fmla="*/ 314739 h 392412"/>
                <a:gd name="connsiteX46" fmla="*/ 355600 w 551805"/>
                <a:gd name="connsiteY46" fmla="*/ 311426 h 392412"/>
                <a:gd name="connsiteX47" fmla="*/ 357440 w 551805"/>
                <a:gd name="connsiteY47" fmla="*/ 313267 h 392412"/>
                <a:gd name="connsiteX48" fmla="*/ 357440 w 551805"/>
                <a:gd name="connsiteY48" fmla="*/ 322470 h 392412"/>
                <a:gd name="connsiteX49" fmla="*/ 357440 w 551805"/>
                <a:gd name="connsiteY49" fmla="*/ 331304 h 392412"/>
                <a:gd name="connsiteX50" fmla="*/ 355600 w 551805"/>
                <a:gd name="connsiteY50" fmla="*/ 333145 h 392412"/>
                <a:gd name="connsiteX51" fmla="*/ 353759 w 551805"/>
                <a:gd name="connsiteY51" fmla="*/ 331304 h 392412"/>
                <a:gd name="connsiteX52" fmla="*/ 353759 w 551805"/>
                <a:gd name="connsiteY52" fmla="*/ 322470 h 392412"/>
                <a:gd name="connsiteX53" fmla="*/ 353759 w 551805"/>
                <a:gd name="connsiteY53" fmla="*/ 313267 h 392412"/>
                <a:gd name="connsiteX54" fmla="*/ 355600 w 551805"/>
                <a:gd name="connsiteY54" fmla="*/ 311426 h 392412"/>
                <a:gd name="connsiteX55" fmla="*/ 406031 w 551805"/>
                <a:gd name="connsiteY55" fmla="*/ 309586 h 392412"/>
                <a:gd name="connsiteX56" fmla="*/ 408608 w 551805"/>
                <a:gd name="connsiteY56" fmla="*/ 310690 h 392412"/>
                <a:gd name="connsiteX57" fmla="*/ 412289 w 551805"/>
                <a:gd name="connsiteY57" fmla="*/ 318789 h 392412"/>
                <a:gd name="connsiteX58" fmla="*/ 411185 w 551805"/>
                <a:gd name="connsiteY58" fmla="*/ 321366 h 392412"/>
                <a:gd name="connsiteX59" fmla="*/ 410449 w 551805"/>
                <a:gd name="connsiteY59" fmla="*/ 321366 h 392412"/>
                <a:gd name="connsiteX60" fmla="*/ 408608 w 551805"/>
                <a:gd name="connsiteY60" fmla="*/ 320261 h 392412"/>
                <a:gd name="connsiteX61" fmla="*/ 404927 w 551805"/>
                <a:gd name="connsiteY61" fmla="*/ 312163 h 392412"/>
                <a:gd name="connsiteX62" fmla="*/ 406031 w 551805"/>
                <a:gd name="connsiteY62" fmla="*/ 309586 h 392412"/>
                <a:gd name="connsiteX63" fmla="*/ 304800 w 551805"/>
                <a:gd name="connsiteY63" fmla="*/ 309586 h 392412"/>
                <a:gd name="connsiteX64" fmla="*/ 305904 w 551805"/>
                <a:gd name="connsiteY64" fmla="*/ 312163 h 392412"/>
                <a:gd name="connsiteX65" fmla="*/ 302223 w 551805"/>
                <a:gd name="connsiteY65" fmla="*/ 320261 h 392412"/>
                <a:gd name="connsiteX66" fmla="*/ 300383 w 551805"/>
                <a:gd name="connsiteY66" fmla="*/ 321366 h 392412"/>
                <a:gd name="connsiteX67" fmla="*/ 299646 w 551805"/>
                <a:gd name="connsiteY67" fmla="*/ 321366 h 392412"/>
                <a:gd name="connsiteX68" fmla="*/ 298542 w 551805"/>
                <a:gd name="connsiteY68" fmla="*/ 318789 h 392412"/>
                <a:gd name="connsiteX69" fmla="*/ 302223 w 551805"/>
                <a:gd name="connsiteY69" fmla="*/ 310690 h 392412"/>
                <a:gd name="connsiteX70" fmla="*/ 304800 w 551805"/>
                <a:gd name="connsiteY70" fmla="*/ 309586 h 392412"/>
                <a:gd name="connsiteX71" fmla="*/ 191311 w 551805"/>
                <a:gd name="connsiteY71" fmla="*/ 296947 h 392412"/>
                <a:gd name="connsiteX72" fmla="*/ 177800 w 551805"/>
                <a:gd name="connsiteY72" fmla="*/ 326519 h 392412"/>
                <a:gd name="connsiteX73" fmla="*/ 204097 w 551805"/>
                <a:gd name="connsiteY73" fmla="*/ 315899 h 392412"/>
                <a:gd name="connsiteX74" fmla="*/ 428854 w 551805"/>
                <a:gd name="connsiteY74" fmla="*/ 296701 h 392412"/>
                <a:gd name="connsiteX75" fmla="*/ 431431 w 551805"/>
                <a:gd name="connsiteY75" fmla="*/ 297069 h 392412"/>
                <a:gd name="connsiteX76" fmla="*/ 436585 w 551805"/>
                <a:gd name="connsiteY76" fmla="*/ 304432 h 392412"/>
                <a:gd name="connsiteX77" fmla="*/ 436217 w 551805"/>
                <a:gd name="connsiteY77" fmla="*/ 307008 h 392412"/>
                <a:gd name="connsiteX78" fmla="*/ 435112 w 551805"/>
                <a:gd name="connsiteY78" fmla="*/ 307377 h 392412"/>
                <a:gd name="connsiteX79" fmla="*/ 433640 w 551805"/>
                <a:gd name="connsiteY79" fmla="*/ 306640 h 392412"/>
                <a:gd name="connsiteX80" fmla="*/ 428486 w 551805"/>
                <a:gd name="connsiteY80" fmla="*/ 299278 h 392412"/>
                <a:gd name="connsiteX81" fmla="*/ 428854 w 551805"/>
                <a:gd name="connsiteY81" fmla="*/ 296701 h 392412"/>
                <a:gd name="connsiteX82" fmla="*/ 282345 w 551805"/>
                <a:gd name="connsiteY82" fmla="*/ 296701 h 392412"/>
                <a:gd name="connsiteX83" fmla="*/ 282713 w 551805"/>
                <a:gd name="connsiteY83" fmla="*/ 299278 h 392412"/>
                <a:gd name="connsiteX84" fmla="*/ 277559 w 551805"/>
                <a:gd name="connsiteY84" fmla="*/ 306640 h 392412"/>
                <a:gd name="connsiteX85" fmla="*/ 276087 w 551805"/>
                <a:gd name="connsiteY85" fmla="*/ 307377 h 392412"/>
                <a:gd name="connsiteX86" fmla="*/ 274983 w 551805"/>
                <a:gd name="connsiteY86" fmla="*/ 307008 h 392412"/>
                <a:gd name="connsiteX87" fmla="*/ 274614 w 551805"/>
                <a:gd name="connsiteY87" fmla="*/ 304432 h 392412"/>
                <a:gd name="connsiteX88" fmla="*/ 279768 w 551805"/>
                <a:gd name="connsiteY88" fmla="*/ 297069 h 392412"/>
                <a:gd name="connsiteX89" fmla="*/ 282345 w 551805"/>
                <a:gd name="connsiteY89" fmla="*/ 296701 h 392412"/>
                <a:gd name="connsiteX90" fmla="*/ 413762 w 551805"/>
                <a:gd name="connsiteY90" fmla="*/ 295965 h 392412"/>
                <a:gd name="connsiteX91" fmla="*/ 416339 w 551805"/>
                <a:gd name="connsiteY91" fmla="*/ 296702 h 392412"/>
                <a:gd name="connsiteX92" fmla="*/ 425174 w 551805"/>
                <a:gd name="connsiteY92" fmla="*/ 312162 h 392412"/>
                <a:gd name="connsiteX93" fmla="*/ 425174 w 551805"/>
                <a:gd name="connsiteY93" fmla="*/ 312163 h 392412"/>
                <a:gd name="connsiteX94" fmla="*/ 425174 w 551805"/>
                <a:gd name="connsiteY94" fmla="*/ 312163 h 392412"/>
                <a:gd name="connsiteX95" fmla="*/ 424963 w 551805"/>
                <a:gd name="connsiteY95" fmla="*/ 312903 h 392412"/>
                <a:gd name="connsiteX96" fmla="*/ 424438 w 551805"/>
                <a:gd name="connsiteY96" fmla="*/ 314739 h 392412"/>
                <a:gd name="connsiteX97" fmla="*/ 424437 w 551805"/>
                <a:gd name="connsiteY97" fmla="*/ 314740 h 392412"/>
                <a:gd name="connsiteX98" fmla="*/ 424437 w 551805"/>
                <a:gd name="connsiteY98" fmla="*/ 314740 h 392412"/>
                <a:gd name="connsiteX99" fmla="*/ 423333 w 551805"/>
                <a:gd name="connsiteY99" fmla="*/ 315108 h 392412"/>
                <a:gd name="connsiteX100" fmla="*/ 421861 w 551805"/>
                <a:gd name="connsiteY100" fmla="*/ 314003 h 392412"/>
                <a:gd name="connsiteX101" fmla="*/ 417443 w 551805"/>
                <a:gd name="connsiteY101" fmla="*/ 306273 h 392412"/>
                <a:gd name="connsiteX102" fmla="*/ 417444 w 551805"/>
                <a:gd name="connsiteY102" fmla="*/ 306272 h 392412"/>
                <a:gd name="connsiteX103" fmla="*/ 413026 w 551805"/>
                <a:gd name="connsiteY103" fmla="*/ 298542 h 392412"/>
                <a:gd name="connsiteX104" fmla="*/ 413762 w 551805"/>
                <a:gd name="connsiteY104" fmla="*/ 295965 h 392412"/>
                <a:gd name="connsiteX105" fmla="*/ 297437 w 551805"/>
                <a:gd name="connsiteY105" fmla="*/ 295965 h 392412"/>
                <a:gd name="connsiteX106" fmla="*/ 298173 w 551805"/>
                <a:gd name="connsiteY106" fmla="*/ 298542 h 392412"/>
                <a:gd name="connsiteX107" fmla="*/ 293756 w 551805"/>
                <a:gd name="connsiteY107" fmla="*/ 306272 h 392412"/>
                <a:gd name="connsiteX108" fmla="*/ 293756 w 551805"/>
                <a:gd name="connsiteY108" fmla="*/ 306272 h 392412"/>
                <a:gd name="connsiteX109" fmla="*/ 289338 w 551805"/>
                <a:gd name="connsiteY109" fmla="*/ 314003 h 392412"/>
                <a:gd name="connsiteX110" fmla="*/ 287866 w 551805"/>
                <a:gd name="connsiteY110" fmla="*/ 315108 h 392412"/>
                <a:gd name="connsiteX111" fmla="*/ 286762 w 551805"/>
                <a:gd name="connsiteY111" fmla="*/ 314740 h 392412"/>
                <a:gd name="connsiteX112" fmla="*/ 286025 w 551805"/>
                <a:gd name="connsiteY112" fmla="*/ 312163 h 392412"/>
                <a:gd name="connsiteX113" fmla="*/ 286025 w 551805"/>
                <a:gd name="connsiteY113" fmla="*/ 312163 h 392412"/>
                <a:gd name="connsiteX114" fmla="*/ 286025 w 551805"/>
                <a:gd name="connsiteY114" fmla="*/ 312162 h 392412"/>
                <a:gd name="connsiteX115" fmla="*/ 289225 w 551805"/>
                <a:gd name="connsiteY115" fmla="*/ 306564 h 392412"/>
                <a:gd name="connsiteX116" fmla="*/ 294860 w 551805"/>
                <a:gd name="connsiteY116" fmla="*/ 296702 h 392412"/>
                <a:gd name="connsiteX117" fmla="*/ 297437 w 551805"/>
                <a:gd name="connsiteY117" fmla="*/ 295965 h 392412"/>
                <a:gd name="connsiteX118" fmla="*/ 269829 w 551805"/>
                <a:gd name="connsiteY118" fmla="*/ 288971 h 392412"/>
                <a:gd name="connsiteX119" fmla="*/ 272406 w 551805"/>
                <a:gd name="connsiteY119" fmla="*/ 288971 h 392412"/>
                <a:gd name="connsiteX120" fmla="*/ 272406 w 551805"/>
                <a:gd name="connsiteY120" fmla="*/ 291548 h 392412"/>
                <a:gd name="connsiteX121" fmla="*/ 266516 w 551805"/>
                <a:gd name="connsiteY121" fmla="*/ 298174 h 392412"/>
                <a:gd name="connsiteX122" fmla="*/ 265044 w 551805"/>
                <a:gd name="connsiteY122" fmla="*/ 298542 h 392412"/>
                <a:gd name="connsiteX123" fmla="*/ 263939 w 551805"/>
                <a:gd name="connsiteY123" fmla="*/ 298174 h 392412"/>
                <a:gd name="connsiteX124" fmla="*/ 263939 w 551805"/>
                <a:gd name="connsiteY124" fmla="*/ 295597 h 392412"/>
                <a:gd name="connsiteX125" fmla="*/ 438794 w 551805"/>
                <a:gd name="connsiteY125" fmla="*/ 288603 h 392412"/>
                <a:gd name="connsiteX126" fmla="*/ 441371 w 551805"/>
                <a:gd name="connsiteY126" fmla="*/ 288603 h 392412"/>
                <a:gd name="connsiteX127" fmla="*/ 447261 w 551805"/>
                <a:gd name="connsiteY127" fmla="*/ 295229 h 392412"/>
                <a:gd name="connsiteX128" fmla="*/ 447261 w 551805"/>
                <a:gd name="connsiteY128" fmla="*/ 297806 h 392412"/>
                <a:gd name="connsiteX129" fmla="*/ 446157 w 551805"/>
                <a:gd name="connsiteY129" fmla="*/ 298542 h 392412"/>
                <a:gd name="connsiteX130" fmla="*/ 444684 w 551805"/>
                <a:gd name="connsiteY130" fmla="*/ 297806 h 392412"/>
                <a:gd name="connsiteX131" fmla="*/ 438794 w 551805"/>
                <a:gd name="connsiteY131" fmla="*/ 291180 h 392412"/>
                <a:gd name="connsiteX132" fmla="*/ 438794 w 551805"/>
                <a:gd name="connsiteY132" fmla="*/ 288603 h 392412"/>
                <a:gd name="connsiteX133" fmla="*/ 448365 w 551805"/>
                <a:gd name="connsiteY133" fmla="*/ 279400 h 392412"/>
                <a:gd name="connsiteX134" fmla="*/ 450942 w 551805"/>
                <a:gd name="connsiteY134" fmla="*/ 279400 h 392412"/>
                <a:gd name="connsiteX135" fmla="*/ 457568 w 551805"/>
                <a:gd name="connsiteY135" fmla="*/ 285290 h 392412"/>
                <a:gd name="connsiteX136" fmla="*/ 457568 w 551805"/>
                <a:gd name="connsiteY136" fmla="*/ 287867 h 392412"/>
                <a:gd name="connsiteX137" fmla="*/ 456096 w 551805"/>
                <a:gd name="connsiteY137" fmla="*/ 288235 h 392412"/>
                <a:gd name="connsiteX138" fmla="*/ 454991 w 551805"/>
                <a:gd name="connsiteY138" fmla="*/ 287867 h 392412"/>
                <a:gd name="connsiteX139" fmla="*/ 448365 w 551805"/>
                <a:gd name="connsiteY139" fmla="*/ 281977 h 392412"/>
                <a:gd name="connsiteX140" fmla="*/ 448365 w 551805"/>
                <a:gd name="connsiteY140" fmla="*/ 279400 h 392412"/>
                <a:gd name="connsiteX141" fmla="*/ 260257 w 551805"/>
                <a:gd name="connsiteY141" fmla="*/ 279032 h 392412"/>
                <a:gd name="connsiteX142" fmla="*/ 262834 w 551805"/>
                <a:gd name="connsiteY142" fmla="*/ 279032 h 392412"/>
                <a:gd name="connsiteX143" fmla="*/ 262834 w 551805"/>
                <a:gd name="connsiteY143" fmla="*/ 281609 h 392412"/>
                <a:gd name="connsiteX144" fmla="*/ 256208 w 551805"/>
                <a:gd name="connsiteY144" fmla="*/ 287499 h 392412"/>
                <a:gd name="connsiteX145" fmla="*/ 255104 w 551805"/>
                <a:gd name="connsiteY145" fmla="*/ 288235 h 392412"/>
                <a:gd name="connsiteX146" fmla="*/ 253631 w 551805"/>
                <a:gd name="connsiteY146" fmla="*/ 287499 h 392412"/>
                <a:gd name="connsiteX147" fmla="*/ 253631 w 551805"/>
                <a:gd name="connsiteY147" fmla="*/ 284922 h 392412"/>
                <a:gd name="connsiteX148" fmla="*/ 458672 w 551805"/>
                <a:gd name="connsiteY148" fmla="*/ 269093 h 392412"/>
                <a:gd name="connsiteX149" fmla="*/ 466034 w 551805"/>
                <a:gd name="connsiteY149" fmla="*/ 274247 h 392412"/>
                <a:gd name="connsiteX150" fmla="*/ 466403 w 551805"/>
                <a:gd name="connsiteY150" fmla="*/ 276824 h 392412"/>
                <a:gd name="connsiteX151" fmla="*/ 464930 w 551805"/>
                <a:gd name="connsiteY151" fmla="*/ 277560 h 392412"/>
                <a:gd name="connsiteX152" fmla="*/ 463826 w 551805"/>
                <a:gd name="connsiteY152" fmla="*/ 277192 h 392412"/>
                <a:gd name="connsiteX153" fmla="*/ 456463 w 551805"/>
                <a:gd name="connsiteY153" fmla="*/ 272038 h 392412"/>
                <a:gd name="connsiteX154" fmla="*/ 456095 w 551805"/>
                <a:gd name="connsiteY154" fmla="*/ 269461 h 392412"/>
                <a:gd name="connsiteX155" fmla="*/ 458672 w 551805"/>
                <a:gd name="connsiteY155" fmla="*/ 269093 h 392412"/>
                <a:gd name="connsiteX156" fmla="*/ 252159 w 551805"/>
                <a:gd name="connsiteY156" fmla="*/ 269093 h 392412"/>
                <a:gd name="connsiteX157" fmla="*/ 254736 w 551805"/>
                <a:gd name="connsiteY157" fmla="*/ 269461 h 392412"/>
                <a:gd name="connsiteX158" fmla="*/ 254367 w 551805"/>
                <a:gd name="connsiteY158" fmla="*/ 272038 h 392412"/>
                <a:gd name="connsiteX159" fmla="*/ 247005 w 551805"/>
                <a:gd name="connsiteY159" fmla="*/ 277192 h 392412"/>
                <a:gd name="connsiteX160" fmla="*/ 245901 w 551805"/>
                <a:gd name="connsiteY160" fmla="*/ 277560 h 392412"/>
                <a:gd name="connsiteX161" fmla="*/ 244428 w 551805"/>
                <a:gd name="connsiteY161" fmla="*/ 276824 h 392412"/>
                <a:gd name="connsiteX162" fmla="*/ 244796 w 551805"/>
                <a:gd name="connsiteY162" fmla="*/ 274247 h 392412"/>
                <a:gd name="connsiteX163" fmla="*/ 92765 w 551805"/>
                <a:gd name="connsiteY163" fmla="*/ 256209 h 392412"/>
                <a:gd name="connsiteX164" fmla="*/ 36075 w 551805"/>
                <a:gd name="connsiteY164" fmla="*/ 268725 h 392412"/>
                <a:gd name="connsiteX165" fmla="*/ 118533 w 551805"/>
                <a:gd name="connsiteY165" fmla="*/ 326151 h 392412"/>
                <a:gd name="connsiteX166" fmla="*/ 92765 w 551805"/>
                <a:gd name="connsiteY166" fmla="*/ 256209 h 392412"/>
                <a:gd name="connsiteX167" fmla="*/ 147983 w 551805"/>
                <a:gd name="connsiteY167" fmla="*/ 254000 h 392412"/>
                <a:gd name="connsiteX168" fmla="*/ 107122 w 551805"/>
                <a:gd name="connsiteY168" fmla="*/ 255472 h 392412"/>
                <a:gd name="connsiteX169" fmla="*/ 147983 w 551805"/>
                <a:gd name="connsiteY169" fmla="*/ 330200 h 392412"/>
                <a:gd name="connsiteX170" fmla="*/ 179715 w 551805"/>
                <a:gd name="connsiteY170" fmla="*/ 290909 h 392412"/>
                <a:gd name="connsiteX171" fmla="*/ 181881 w 551805"/>
                <a:gd name="connsiteY171" fmla="*/ 282969 h 392412"/>
                <a:gd name="connsiteX172" fmla="*/ 174832 w 551805"/>
                <a:gd name="connsiteY172" fmla="*/ 272521 h 392412"/>
                <a:gd name="connsiteX173" fmla="*/ 171228 w 551805"/>
                <a:gd name="connsiteY173" fmla="*/ 254704 h 392412"/>
                <a:gd name="connsiteX174" fmla="*/ 252895 w 551805"/>
                <a:gd name="connsiteY174" fmla="*/ 252896 h 392412"/>
                <a:gd name="connsiteX175" fmla="*/ 255472 w 551805"/>
                <a:gd name="connsiteY175" fmla="*/ 253632 h 392412"/>
                <a:gd name="connsiteX176" fmla="*/ 254736 w 551805"/>
                <a:gd name="connsiteY176" fmla="*/ 256209 h 392412"/>
                <a:gd name="connsiteX177" fmla="*/ 239275 w 551805"/>
                <a:gd name="connsiteY177" fmla="*/ 265044 h 392412"/>
                <a:gd name="connsiteX178" fmla="*/ 238171 w 551805"/>
                <a:gd name="connsiteY178" fmla="*/ 265412 h 392412"/>
                <a:gd name="connsiteX179" fmla="*/ 236698 w 551805"/>
                <a:gd name="connsiteY179" fmla="*/ 264308 h 392412"/>
                <a:gd name="connsiteX180" fmla="*/ 236698 w 551805"/>
                <a:gd name="connsiteY180" fmla="*/ 264307 h 392412"/>
                <a:gd name="connsiteX181" fmla="*/ 237434 w 551805"/>
                <a:gd name="connsiteY181" fmla="*/ 261731 h 392412"/>
                <a:gd name="connsiteX182" fmla="*/ 245165 w 551805"/>
                <a:gd name="connsiteY182" fmla="*/ 257313 h 392412"/>
                <a:gd name="connsiteX183" fmla="*/ 245166 w 551805"/>
                <a:gd name="connsiteY183" fmla="*/ 257313 h 392412"/>
                <a:gd name="connsiteX184" fmla="*/ 457936 w 551805"/>
                <a:gd name="connsiteY184" fmla="*/ 252895 h 392412"/>
                <a:gd name="connsiteX185" fmla="*/ 473397 w 551805"/>
                <a:gd name="connsiteY185" fmla="*/ 261730 h 392412"/>
                <a:gd name="connsiteX186" fmla="*/ 474133 w 551805"/>
                <a:gd name="connsiteY186" fmla="*/ 264307 h 392412"/>
                <a:gd name="connsiteX187" fmla="*/ 474133 w 551805"/>
                <a:gd name="connsiteY187" fmla="*/ 264308 h 392412"/>
                <a:gd name="connsiteX188" fmla="*/ 472660 w 551805"/>
                <a:gd name="connsiteY188" fmla="*/ 265412 h 392412"/>
                <a:gd name="connsiteX189" fmla="*/ 471556 w 551805"/>
                <a:gd name="connsiteY189" fmla="*/ 265044 h 392412"/>
                <a:gd name="connsiteX190" fmla="*/ 463826 w 551805"/>
                <a:gd name="connsiteY190" fmla="*/ 260627 h 392412"/>
                <a:gd name="connsiteX191" fmla="*/ 463826 w 551805"/>
                <a:gd name="connsiteY191" fmla="*/ 260626 h 392412"/>
                <a:gd name="connsiteX192" fmla="*/ 456096 w 551805"/>
                <a:gd name="connsiteY192" fmla="*/ 256209 h 392412"/>
                <a:gd name="connsiteX193" fmla="*/ 455359 w 551805"/>
                <a:gd name="connsiteY193" fmla="*/ 253631 h 392412"/>
                <a:gd name="connsiteX194" fmla="*/ 457936 w 551805"/>
                <a:gd name="connsiteY194" fmla="*/ 252895 h 392412"/>
                <a:gd name="connsiteX195" fmla="*/ 471924 w 551805"/>
                <a:gd name="connsiteY195" fmla="*/ 245534 h 392412"/>
                <a:gd name="connsiteX196" fmla="*/ 480022 w 551805"/>
                <a:gd name="connsiteY196" fmla="*/ 249215 h 392412"/>
                <a:gd name="connsiteX197" fmla="*/ 481127 w 551805"/>
                <a:gd name="connsiteY197" fmla="*/ 251792 h 392412"/>
                <a:gd name="connsiteX198" fmla="*/ 479286 w 551805"/>
                <a:gd name="connsiteY198" fmla="*/ 252896 h 392412"/>
                <a:gd name="connsiteX199" fmla="*/ 478550 w 551805"/>
                <a:gd name="connsiteY199" fmla="*/ 252896 h 392412"/>
                <a:gd name="connsiteX200" fmla="*/ 470451 w 551805"/>
                <a:gd name="connsiteY200" fmla="*/ 249215 h 392412"/>
                <a:gd name="connsiteX201" fmla="*/ 469347 w 551805"/>
                <a:gd name="connsiteY201" fmla="*/ 246639 h 392412"/>
                <a:gd name="connsiteX202" fmla="*/ 471924 w 551805"/>
                <a:gd name="connsiteY202" fmla="*/ 245534 h 392412"/>
                <a:gd name="connsiteX203" fmla="*/ 239275 w 551805"/>
                <a:gd name="connsiteY203" fmla="*/ 245534 h 392412"/>
                <a:gd name="connsiteX204" fmla="*/ 241852 w 551805"/>
                <a:gd name="connsiteY204" fmla="*/ 246639 h 392412"/>
                <a:gd name="connsiteX205" fmla="*/ 240747 w 551805"/>
                <a:gd name="connsiteY205" fmla="*/ 249215 h 392412"/>
                <a:gd name="connsiteX206" fmla="*/ 232649 w 551805"/>
                <a:gd name="connsiteY206" fmla="*/ 252896 h 392412"/>
                <a:gd name="connsiteX207" fmla="*/ 231913 w 551805"/>
                <a:gd name="connsiteY207" fmla="*/ 252896 h 392412"/>
                <a:gd name="connsiteX208" fmla="*/ 230072 w 551805"/>
                <a:gd name="connsiteY208" fmla="*/ 251792 h 392412"/>
                <a:gd name="connsiteX209" fmla="*/ 231176 w 551805"/>
                <a:gd name="connsiteY209" fmla="*/ 249215 h 392412"/>
                <a:gd name="connsiteX210" fmla="*/ 476342 w 551805"/>
                <a:gd name="connsiteY210" fmla="*/ 233386 h 392412"/>
                <a:gd name="connsiteX211" fmla="*/ 484808 w 551805"/>
                <a:gd name="connsiteY211" fmla="*/ 236331 h 392412"/>
                <a:gd name="connsiteX212" fmla="*/ 485913 w 551805"/>
                <a:gd name="connsiteY212" fmla="*/ 238540 h 392412"/>
                <a:gd name="connsiteX213" fmla="*/ 484440 w 551805"/>
                <a:gd name="connsiteY213" fmla="*/ 239644 h 392412"/>
                <a:gd name="connsiteX214" fmla="*/ 483704 w 551805"/>
                <a:gd name="connsiteY214" fmla="*/ 239644 h 392412"/>
                <a:gd name="connsiteX215" fmla="*/ 475237 w 551805"/>
                <a:gd name="connsiteY215" fmla="*/ 236699 h 392412"/>
                <a:gd name="connsiteX216" fmla="*/ 474133 w 551805"/>
                <a:gd name="connsiteY216" fmla="*/ 234490 h 392412"/>
                <a:gd name="connsiteX217" fmla="*/ 476342 w 551805"/>
                <a:gd name="connsiteY217" fmla="*/ 233386 h 392412"/>
                <a:gd name="connsiteX218" fmla="*/ 234490 w 551805"/>
                <a:gd name="connsiteY218" fmla="*/ 233386 h 392412"/>
                <a:gd name="connsiteX219" fmla="*/ 236699 w 551805"/>
                <a:gd name="connsiteY219" fmla="*/ 234490 h 392412"/>
                <a:gd name="connsiteX220" fmla="*/ 235594 w 551805"/>
                <a:gd name="connsiteY220" fmla="*/ 236699 h 392412"/>
                <a:gd name="connsiteX221" fmla="*/ 227128 w 551805"/>
                <a:gd name="connsiteY221" fmla="*/ 239644 h 392412"/>
                <a:gd name="connsiteX222" fmla="*/ 226759 w 551805"/>
                <a:gd name="connsiteY222" fmla="*/ 239644 h 392412"/>
                <a:gd name="connsiteX223" fmla="*/ 224919 w 551805"/>
                <a:gd name="connsiteY223" fmla="*/ 238540 h 392412"/>
                <a:gd name="connsiteX224" fmla="*/ 226023 w 551805"/>
                <a:gd name="connsiteY224" fmla="*/ 236331 h 392412"/>
                <a:gd name="connsiteX225" fmla="*/ 231545 w 551805"/>
                <a:gd name="connsiteY225" fmla="*/ 220502 h 392412"/>
                <a:gd name="connsiteX226" fmla="*/ 233754 w 551805"/>
                <a:gd name="connsiteY226" fmla="*/ 221974 h 392412"/>
                <a:gd name="connsiteX227" fmla="*/ 232281 w 551805"/>
                <a:gd name="connsiteY227" fmla="*/ 224183 h 392412"/>
                <a:gd name="connsiteX228" fmla="*/ 223447 w 551805"/>
                <a:gd name="connsiteY228" fmla="*/ 226023 h 392412"/>
                <a:gd name="connsiteX229" fmla="*/ 223078 w 551805"/>
                <a:gd name="connsiteY229" fmla="*/ 226023 h 392412"/>
                <a:gd name="connsiteX230" fmla="*/ 221238 w 551805"/>
                <a:gd name="connsiteY230" fmla="*/ 224551 h 392412"/>
                <a:gd name="connsiteX231" fmla="*/ 222710 w 551805"/>
                <a:gd name="connsiteY231" fmla="*/ 222342 h 392412"/>
                <a:gd name="connsiteX232" fmla="*/ 479655 w 551805"/>
                <a:gd name="connsiteY232" fmla="*/ 220501 h 392412"/>
                <a:gd name="connsiteX233" fmla="*/ 488489 w 551805"/>
                <a:gd name="connsiteY233" fmla="*/ 222342 h 392412"/>
                <a:gd name="connsiteX234" fmla="*/ 489962 w 551805"/>
                <a:gd name="connsiteY234" fmla="*/ 224551 h 392412"/>
                <a:gd name="connsiteX235" fmla="*/ 488121 w 551805"/>
                <a:gd name="connsiteY235" fmla="*/ 226023 h 392412"/>
                <a:gd name="connsiteX236" fmla="*/ 487753 w 551805"/>
                <a:gd name="connsiteY236" fmla="*/ 226023 h 392412"/>
                <a:gd name="connsiteX237" fmla="*/ 478918 w 551805"/>
                <a:gd name="connsiteY237" fmla="*/ 224182 h 392412"/>
                <a:gd name="connsiteX238" fmla="*/ 477446 w 551805"/>
                <a:gd name="connsiteY238" fmla="*/ 221974 h 392412"/>
                <a:gd name="connsiteX239" fmla="*/ 479655 w 551805"/>
                <a:gd name="connsiteY239" fmla="*/ 220501 h 392412"/>
                <a:gd name="connsiteX240" fmla="*/ 481495 w 551805"/>
                <a:gd name="connsiteY240" fmla="*/ 207618 h 392412"/>
                <a:gd name="connsiteX241" fmla="*/ 490330 w 551805"/>
                <a:gd name="connsiteY241" fmla="*/ 208722 h 392412"/>
                <a:gd name="connsiteX242" fmla="*/ 491803 w 551805"/>
                <a:gd name="connsiteY242" fmla="*/ 210563 h 392412"/>
                <a:gd name="connsiteX243" fmla="*/ 490330 w 551805"/>
                <a:gd name="connsiteY243" fmla="*/ 212035 h 392412"/>
                <a:gd name="connsiteX244" fmla="*/ 481127 w 551805"/>
                <a:gd name="connsiteY244" fmla="*/ 210931 h 392412"/>
                <a:gd name="connsiteX245" fmla="*/ 479655 w 551805"/>
                <a:gd name="connsiteY245" fmla="*/ 209090 h 392412"/>
                <a:gd name="connsiteX246" fmla="*/ 481495 w 551805"/>
                <a:gd name="connsiteY246" fmla="*/ 207618 h 392412"/>
                <a:gd name="connsiteX247" fmla="*/ 229336 w 551805"/>
                <a:gd name="connsiteY247" fmla="*/ 207617 h 392412"/>
                <a:gd name="connsiteX248" fmla="*/ 231177 w 551805"/>
                <a:gd name="connsiteY248" fmla="*/ 209090 h 392412"/>
                <a:gd name="connsiteX249" fmla="*/ 229704 w 551805"/>
                <a:gd name="connsiteY249" fmla="*/ 210930 h 392412"/>
                <a:gd name="connsiteX250" fmla="*/ 220870 w 551805"/>
                <a:gd name="connsiteY250" fmla="*/ 212035 h 392412"/>
                <a:gd name="connsiteX251" fmla="*/ 219029 w 551805"/>
                <a:gd name="connsiteY251" fmla="*/ 210562 h 392412"/>
                <a:gd name="connsiteX252" fmla="*/ 220501 w 551805"/>
                <a:gd name="connsiteY252" fmla="*/ 208722 h 392412"/>
                <a:gd name="connsiteX253" fmla="*/ 102336 w 551805"/>
                <a:gd name="connsiteY253" fmla="*/ 203568 h 392412"/>
                <a:gd name="connsiteX254" fmla="*/ 104913 w 551805"/>
                <a:gd name="connsiteY254" fmla="*/ 241116 h 392412"/>
                <a:gd name="connsiteX255" fmla="*/ 147983 w 551805"/>
                <a:gd name="connsiteY255" fmla="*/ 239643 h 392412"/>
                <a:gd name="connsiteX256" fmla="*/ 168276 w 551805"/>
                <a:gd name="connsiteY256" fmla="*/ 240110 h 392412"/>
                <a:gd name="connsiteX257" fmla="*/ 160884 w 551805"/>
                <a:gd name="connsiteY257" fmla="*/ 203568 h 392412"/>
                <a:gd name="connsiteX258" fmla="*/ 14356 w 551805"/>
                <a:gd name="connsiteY258" fmla="*/ 203200 h 392412"/>
                <a:gd name="connsiteX259" fmla="*/ 28713 w 551805"/>
                <a:gd name="connsiteY259" fmla="*/ 256577 h 392412"/>
                <a:gd name="connsiteX260" fmla="*/ 90188 w 551805"/>
                <a:gd name="connsiteY260" fmla="*/ 241852 h 392412"/>
                <a:gd name="connsiteX261" fmla="*/ 87612 w 551805"/>
                <a:gd name="connsiteY261" fmla="*/ 203200 h 392412"/>
                <a:gd name="connsiteX262" fmla="*/ 473029 w 551805"/>
                <a:gd name="connsiteY262" fmla="*/ 193997 h 392412"/>
                <a:gd name="connsiteX263" fmla="*/ 482232 w 551805"/>
                <a:gd name="connsiteY263" fmla="*/ 193997 h 392412"/>
                <a:gd name="connsiteX264" fmla="*/ 491066 w 551805"/>
                <a:gd name="connsiteY264" fmla="*/ 193997 h 392412"/>
                <a:gd name="connsiteX265" fmla="*/ 492907 w 551805"/>
                <a:gd name="connsiteY265" fmla="*/ 195838 h 392412"/>
                <a:gd name="connsiteX266" fmla="*/ 491066 w 551805"/>
                <a:gd name="connsiteY266" fmla="*/ 197678 h 392412"/>
                <a:gd name="connsiteX267" fmla="*/ 482232 w 551805"/>
                <a:gd name="connsiteY267" fmla="*/ 197678 h 392412"/>
                <a:gd name="connsiteX268" fmla="*/ 473029 w 551805"/>
                <a:gd name="connsiteY268" fmla="*/ 197678 h 392412"/>
                <a:gd name="connsiteX269" fmla="*/ 471188 w 551805"/>
                <a:gd name="connsiteY269" fmla="*/ 195838 h 392412"/>
                <a:gd name="connsiteX270" fmla="*/ 473029 w 551805"/>
                <a:gd name="connsiteY270" fmla="*/ 193997 h 392412"/>
                <a:gd name="connsiteX271" fmla="*/ 220133 w 551805"/>
                <a:gd name="connsiteY271" fmla="*/ 193997 h 392412"/>
                <a:gd name="connsiteX272" fmla="*/ 228967 w 551805"/>
                <a:gd name="connsiteY272" fmla="*/ 193997 h 392412"/>
                <a:gd name="connsiteX273" fmla="*/ 238170 w 551805"/>
                <a:gd name="connsiteY273" fmla="*/ 193997 h 392412"/>
                <a:gd name="connsiteX274" fmla="*/ 240011 w 551805"/>
                <a:gd name="connsiteY274" fmla="*/ 195838 h 392412"/>
                <a:gd name="connsiteX275" fmla="*/ 238170 w 551805"/>
                <a:gd name="connsiteY275" fmla="*/ 197678 h 392412"/>
                <a:gd name="connsiteX276" fmla="*/ 228967 w 551805"/>
                <a:gd name="connsiteY276" fmla="*/ 197678 h 392412"/>
                <a:gd name="connsiteX277" fmla="*/ 220133 w 551805"/>
                <a:gd name="connsiteY277" fmla="*/ 197678 h 392412"/>
                <a:gd name="connsiteX278" fmla="*/ 218292 w 551805"/>
                <a:gd name="connsiteY278" fmla="*/ 195838 h 392412"/>
                <a:gd name="connsiteX279" fmla="*/ 220133 w 551805"/>
                <a:gd name="connsiteY279" fmla="*/ 193997 h 392412"/>
                <a:gd name="connsiteX280" fmla="*/ 489594 w 551805"/>
                <a:gd name="connsiteY280" fmla="*/ 180009 h 392412"/>
                <a:gd name="connsiteX281" fmla="*/ 491435 w 551805"/>
                <a:gd name="connsiteY281" fmla="*/ 181482 h 392412"/>
                <a:gd name="connsiteX282" fmla="*/ 489962 w 551805"/>
                <a:gd name="connsiteY282" fmla="*/ 183322 h 392412"/>
                <a:gd name="connsiteX283" fmla="*/ 481128 w 551805"/>
                <a:gd name="connsiteY283" fmla="*/ 184427 h 392412"/>
                <a:gd name="connsiteX284" fmla="*/ 479287 w 551805"/>
                <a:gd name="connsiteY284" fmla="*/ 182954 h 392412"/>
                <a:gd name="connsiteX285" fmla="*/ 480759 w 551805"/>
                <a:gd name="connsiteY285" fmla="*/ 181114 h 392412"/>
                <a:gd name="connsiteX286" fmla="*/ 220869 w 551805"/>
                <a:gd name="connsiteY286" fmla="*/ 180009 h 392412"/>
                <a:gd name="connsiteX287" fmla="*/ 229704 w 551805"/>
                <a:gd name="connsiteY287" fmla="*/ 181113 h 392412"/>
                <a:gd name="connsiteX288" fmla="*/ 231177 w 551805"/>
                <a:gd name="connsiteY288" fmla="*/ 182954 h 392412"/>
                <a:gd name="connsiteX289" fmla="*/ 229704 w 551805"/>
                <a:gd name="connsiteY289" fmla="*/ 184426 h 392412"/>
                <a:gd name="connsiteX290" fmla="*/ 220501 w 551805"/>
                <a:gd name="connsiteY290" fmla="*/ 183322 h 392412"/>
                <a:gd name="connsiteX291" fmla="*/ 219029 w 551805"/>
                <a:gd name="connsiteY291" fmla="*/ 181481 h 392412"/>
                <a:gd name="connsiteX292" fmla="*/ 220869 w 551805"/>
                <a:gd name="connsiteY292" fmla="*/ 180009 h 392412"/>
                <a:gd name="connsiteX293" fmla="*/ 487753 w 551805"/>
                <a:gd name="connsiteY293" fmla="*/ 166021 h 392412"/>
                <a:gd name="connsiteX294" fmla="*/ 489962 w 551805"/>
                <a:gd name="connsiteY294" fmla="*/ 167494 h 392412"/>
                <a:gd name="connsiteX295" fmla="*/ 488489 w 551805"/>
                <a:gd name="connsiteY295" fmla="*/ 169702 h 392412"/>
                <a:gd name="connsiteX296" fmla="*/ 479654 w 551805"/>
                <a:gd name="connsiteY296" fmla="*/ 171543 h 392412"/>
                <a:gd name="connsiteX297" fmla="*/ 479286 w 551805"/>
                <a:gd name="connsiteY297" fmla="*/ 171543 h 392412"/>
                <a:gd name="connsiteX298" fmla="*/ 477446 w 551805"/>
                <a:gd name="connsiteY298" fmla="*/ 170070 h 392412"/>
                <a:gd name="connsiteX299" fmla="*/ 478918 w 551805"/>
                <a:gd name="connsiteY299" fmla="*/ 167862 h 392412"/>
                <a:gd name="connsiteX300" fmla="*/ 223446 w 551805"/>
                <a:gd name="connsiteY300" fmla="*/ 166021 h 392412"/>
                <a:gd name="connsiteX301" fmla="*/ 232280 w 551805"/>
                <a:gd name="connsiteY301" fmla="*/ 167862 h 392412"/>
                <a:gd name="connsiteX302" fmla="*/ 233753 w 551805"/>
                <a:gd name="connsiteY302" fmla="*/ 170070 h 392412"/>
                <a:gd name="connsiteX303" fmla="*/ 231912 w 551805"/>
                <a:gd name="connsiteY303" fmla="*/ 171543 h 392412"/>
                <a:gd name="connsiteX304" fmla="*/ 231544 w 551805"/>
                <a:gd name="connsiteY304" fmla="*/ 171543 h 392412"/>
                <a:gd name="connsiteX305" fmla="*/ 222710 w 551805"/>
                <a:gd name="connsiteY305" fmla="*/ 169702 h 392412"/>
                <a:gd name="connsiteX306" fmla="*/ 221237 w 551805"/>
                <a:gd name="connsiteY306" fmla="*/ 167494 h 392412"/>
                <a:gd name="connsiteX307" fmla="*/ 223446 w 551805"/>
                <a:gd name="connsiteY307" fmla="*/ 166021 h 392412"/>
                <a:gd name="connsiteX308" fmla="*/ 483704 w 551805"/>
                <a:gd name="connsiteY308" fmla="*/ 152400 h 392412"/>
                <a:gd name="connsiteX309" fmla="*/ 485913 w 551805"/>
                <a:gd name="connsiteY309" fmla="*/ 153504 h 392412"/>
                <a:gd name="connsiteX310" fmla="*/ 484808 w 551805"/>
                <a:gd name="connsiteY310" fmla="*/ 155713 h 392412"/>
                <a:gd name="connsiteX311" fmla="*/ 476341 w 551805"/>
                <a:gd name="connsiteY311" fmla="*/ 158658 h 392412"/>
                <a:gd name="connsiteX312" fmla="*/ 475973 w 551805"/>
                <a:gd name="connsiteY312" fmla="*/ 158658 h 392412"/>
                <a:gd name="connsiteX313" fmla="*/ 474133 w 551805"/>
                <a:gd name="connsiteY313" fmla="*/ 157554 h 392412"/>
                <a:gd name="connsiteX314" fmla="*/ 475237 w 551805"/>
                <a:gd name="connsiteY314" fmla="*/ 155345 h 392412"/>
                <a:gd name="connsiteX315" fmla="*/ 227127 w 551805"/>
                <a:gd name="connsiteY315" fmla="*/ 152400 h 392412"/>
                <a:gd name="connsiteX316" fmla="*/ 235593 w 551805"/>
                <a:gd name="connsiteY316" fmla="*/ 155345 h 392412"/>
                <a:gd name="connsiteX317" fmla="*/ 236698 w 551805"/>
                <a:gd name="connsiteY317" fmla="*/ 157554 h 392412"/>
                <a:gd name="connsiteX318" fmla="*/ 235225 w 551805"/>
                <a:gd name="connsiteY318" fmla="*/ 158658 h 392412"/>
                <a:gd name="connsiteX319" fmla="*/ 234489 w 551805"/>
                <a:gd name="connsiteY319" fmla="*/ 158658 h 392412"/>
                <a:gd name="connsiteX320" fmla="*/ 226022 w 551805"/>
                <a:gd name="connsiteY320" fmla="*/ 155713 h 392412"/>
                <a:gd name="connsiteX321" fmla="*/ 224918 w 551805"/>
                <a:gd name="connsiteY321" fmla="*/ 153504 h 392412"/>
                <a:gd name="connsiteX322" fmla="*/ 227127 w 551805"/>
                <a:gd name="connsiteY322" fmla="*/ 152400 h 392412"/>
                <a:gd name="connsiteX323" fmla="*/ 105281 w 551805"/>
                <a:gd name="connsiteY323" fmla="*/ 150927 h 392412"/>
                <a:gd name="connsiteX324" fmla="*/ 102336 w 551805"/>
                <a:gd name="connsiteY324" fmla="*/ 188843 h 392412"/>
                <a:gd name="connsiteX325" fmla="*/ 160884 w 551805"/>
                <a:gd name="connsiteY325" fmla="*/ 188843 h 392412"/>
                <a:gd name="connsiteX326" fmla="*/ 168348 w 551805"/>
                <a:gd name="connsiteY326" fmla="*/ 151945 h 392412"/>
                <a:gd name="connsiteX327" fmla="*/ 148351 w 551805"/>
                <a:gd name="connsiteY327" fmla="*/ 152400 h 392412"/>
                <a:gd name="connsiteX328" fmla="*/ 105281 w 551805"/>
                <a:gd name="connsiteY328" fmla="*/ 150927 h 392412"/>
                <a:gd name="connsiteX329" fmla="*/ 478550 w 551805"/>
                <a:gd name="connsiteY329" fmla="*/ 139148 h 392412"/>
                <a:gd name="connsiteX330" fmla="*/ 481127 w 551805"/>
                <a:gd name="connsiteY330" fmla="*/ 140253 h 392412"/>
                <a:gd name="connsiteX331" fmla="*/ 480022 w 551805"/>
                <a:gd name="connsiteY331" fmla="*/ 142829 h 392412"/>
                <a:gd name="connsiteX332" fmla="*/ 471924 w 551805"/>
                <a:gd name="connsiteY332" fmla="*/ 146510 h 392412"/>
                <a:gd name="connsiteX333" fmla="*/ 471188 w 551805"/>
                <a:gd name="connsiteY333" fmla="*/ 146510 h 392412"/>
                <a:gd name="connsiteX334" fmla="*/ 469347 w 551805"/>
                <a:gd name="connsiteY334" fmla="*/ 145406 h 392412"/>
                <a:gd name="connsiteX335" fmla="*/ 470451 w 551805"/>
                <a:gd name="connsiteY335" fmla="*/ 142829 h 392412"/>
                <a:gd name="connsiteX336" fmla="*/ 232649 w 551805"/>
                <a:gd name="connsiteY336" fmla="*/ 139148 h 392412"/>
                <a:gd name="connsiteX337" fmla="*/ 240747 w 551805"/>
                <a:gd name="connsiteY337" fmla="*/ 142829 h 392412"/>
                <a:gd name="connsiteX338" fmla="*/ 241852 w 551805"/>
                <a:gd name="connsiteY338" fmla="*/ 145406 h 392412"/>
                <a:gd name="connsiteX339" fmla="*/ 240011 w 551805"/>
                <a:gd name="connsiteY339" fmla="*/ 146510 h 392412"/>
                <a:gd name="connsiteX340" fmla="*/ 239275 w 551805"/>
                <a:gd name="connsiteY340" fmla="*/ 146510 h 392412"/>
                <a:gd name="connsiteX341" fmla="*/ 231176 w 551805"/>
                <a:gd name="connsiteY341" fmla="*/ 142829 h 392412"/>
                <a:gd name="connsiteX342" fmla="*/ 230072 w 551805"/>
                <a:gd name="connsiteY342" fmla="*/ 140253 h 392412"/>
                <a:gd name="connsiteX343" fmla="*/ 232649 w 551805"/>
                <a:gd name="connsiteY343" fmla="*/ 139148 h 392412"/>
                <a:gd name="connsiteX344" fmla="*/ 29081 w 551805"/>
                <a:gd name="connsiteY344" fmla="*/ 134730 h 392412"/>
                <a:gd name="connsiteX345" fmla="*/ 14725 w 551805"/>
                <a:gd name="connsiteY345" fmla="*/ 188475 h 392412"/>
                <a:gd name="connsiteX346" fmla="*/ 87980 w 551805"/>
                <a:gd name="connsiteY346" fmla="*/ 188475 h 392412"/>
                <a:gd name="connsiteX347" fmla="*/ 90556 w 551805"/>
                <a:gd name="connsiteY347" fmla="*/ 149455 h 392412"/>
                <a:gd name="connsiteX348" fmla="*/ 29081 w 551805"/>
                <a:gd name="connsiteY348" fmla="*/ 134730 h 392412"/>
                <a:gd name="connsiteX349" fmla="*/ 471924 w 551805"/>
                <a:gd name="connsiteY349" fmla="*/ 126632 h 392412"/>
                <a:gd name="connsiteX350" fmla="*/ 474501 w 551805"/>
                <a:gd name="connsiteY350" fmla="*/ 127369 h 392412"/>
                <a:gd name="connsiteX351" fmla="*/ 473765 w 551805"/>
                <a:gd name="connsiteY351" fmla="*/ 129945 h 392412"/>
                <a:gd name="connsiteX352" fmla="*/ 466034 w 551805"/>
                <a:gd name="connsiteY352" fmla="*/ 134363 h 392412"/>
                <a:gd name="connsiteX353" fmla="*/ 466033 w 551805"/>
                <a:gd name="connsiteY353" fmla="*/ 134364 h 392412"/>
                <a:gd name="connsiteX354" fmla="*/ 458304 w 551805"/>
                <a:gd name="connsiteY354" fmla="*/ 138780 h 392412"/>
                <a:gd name="connsiteX355" fmla="*/ 457200 w 551805"/>
                <a:gd name="connsiteY355" fmla="*/ 139148 h 392412"/>
                <a:gd name="connsiteX356" fmla="*/ 455727 w 551805"/>
                <a:gd name="connsiteY356" fmla="*/ 138044 h 392412"/>
                <a:gd name="connsiteX357" fmla="*/ 456463 w 551805"/>
                <a:gd name="connsiteY357" fmla="*/ 135467 h 392412"/>
                <a:gd name="connsiteX358" fmla="*/ 238907 w 551805"/>
                <a:gd name="connsiteY358" fmla="*/ 126632 h 392412"/>
                <a:gd name="connsiteX359" fmla="*/ 254368 w 551805"/>
                <a:gd name="connsiteY359" fmla="*/ 135467 h 392412"/>
                <a:gd name="connsiteX360" fmla="*/ 255104 w 551805"/>
                <a:gd name="connsiteY360" fmla="*/ 138044 h 392412"/>
                <a:gd name="connsiteX361" fmla="*/ 253632 w 551805"/>
                <a:gd name="connsiteY361" fmla="*/ 139148 h 392412"/>
                <a:gd name="connsiteX362" fmla="*/ 252527 w 551805"/>
                <a:gd name="connsiteY362" fmla="*/ 138780 h 392412"/>
                <a:gd name="connsiteX363" fmla="*/ 244797 w 551805"/>
                <a:gd name="connsiteY363" fmla="*/ 134363 h 392412"/>
                <a:gd name="connsiteX364" fmla="*/ 237067 w 551805"/>
                <a:gd name="connsiteY364" fmla="*/ 129946 h 392412"/>
                <a:gd name="connsiteX365" fmla="*/ 236330 w 551805"/>
                <a:gd name="connsiteY365" fmla="*/ 127369 h 392412"/>
                <a:gd name="connsiteX366" fmla="*/ 238907 w 551805"/>
                <a:gd name="connsiteY366" fmla="*/ 126632 h 392412"/>
                <a:gd name="connsiteX367" fmla="*/ 464194 w 551805"/>
                <a:gd name="connsiteY367" fmla="*/ 114852 h 392412"/>
                <a:gd name="connsiteX368" fmla="*/ 466771 w 551805"/>
                <a:gd name="connsiteY368" fmla="*/ 115220 h 392412"/>
                <a:gd name="connsiteX369" fmla="*/ 466403 w 551805"/>
                <a:gd name="connsiteY369" fmla="*/ 117797 h 392412"/>
                <a:gd name="connsiteX370" fmla="*/ 459040 w 551805"/>
                <a:gd name="connsiteY370" fmla="*/ 122951 h 392412"/>
                <a:gd name="connsiteX371" fmla="*/ 457936 w 551805"/>
                <a:gd name="connsiteY371" fmla="*/ 123319 h 392412"/>
                <a:gd name="connsiteX372" fmla="*/ 456463 w 551805"/>
                <a:gd name="connsiteY372" fmla="*/ 122583 h 392412"/>
                <a:gd name="connsiteX373" fmla="*/ 456831 w 551805"/>
                <a:gd name="connsiteY373" fmla="*/ 120006 h 392412"/>
                <a:gd name="connsiteX374" fmla="*/ 247005 w 551805"/>
                <a:gd name="connsiteY374" fmla="*/ 114852 h 392412"/>
                <a:gd name="connsiteX375" fmla="*/ 254367 w 551805"/>
                <a:gd name="connsiteY375" fmla="*/ 120006 h 392412"/>
                <a:gd name="connsiteX376" fmla="*/ 254736 w 551805"/>
                <a:gd name="connsiteY376" fmla="*/ 122583 h 392412"/>
                <a:gd name="connsiteX377" fmla="*/ 253263 w 551805"/>
                <a:gd name="connsiteY377" fmla="*/ 123319 h 392412"/>
                <a:gd name="connsiteX378" fmla="*/ 252159 w 551805"/>
                <a:gd name="connsiteY378" fmla="*/ 122951 h 392412"/>
                <a:gd name="connsiteX379" fmla="*/ 244796 w 551805"/>
                <a:gd name="connsiteY379" fmla="*/ 117797 h 392412"/>
                <a:gd name="connsiteX380" fmla="*/ 244428 w 551805"/>
                <a:gd name="connsiteY380" fmla="*/ 115220 h 392412"/>
                <a:gd name="connsiteX381" fmla="*/ 247005 w 551805"/>
                <a:gd name="connsiteY381" fmla="*/ 114852 h 392412"/>
                <a:gd name="connsiteX382" fmla="*/ 254000 w 551805"/>
                <a:gd name="connsiteY382" fmla="*/ 104177 h 392412"/>
                <a:gd name="connsiteX383" fmla="*/ 256577 w 551805"/>
                <a:gd name="connsiteY383" fmla="*/ 104177 h 392412"/>
                <a:gd name="connsiteX384" fmla="*/ 263203 w 551805"/>
                <a:gd name="connsiteY384" fmla="*/ 110067 h 392412"/>
                <a:gd name="connsiteX385" fmla="*/ 263203 w 551805"/>
                <a:gd name="connsiteY385" fmla="*/ 112644 h 392412"/>
                <a:gd name="connsiteX386" fmla="*/ 261731 w 551805"/>
                <a:gd name="connsiteY386" fmla="*/ 113012 h 392412"/>
                <a:gd name="connsiteX387" fmla="*/ 260626 w 551805"/>
                <a:gd name="connsiteY387" fmla="*/ 112644 h 392412"/>
                <a:gd name="connsiteX388" fmla="*/ 254000 w 551805"/>
                <a:gd name="connsiteY388" fmla="*/ 106754 h 392412"/>
                <a:gd name="connsiteX389" fmla="*/ 254000 w 551805"/>
                <a:gd name="connsiteY389" fmla="*/ 104177 h 392412"/>
                <a:gd name="connsiteX390" fmla="*/ 454623 w 551805"/>
                <a:gd name="connsiteY390" fmla="*/ 103809 h 392412"/>
                <a:gd name="connsiteX391" fmla="*/ 457200 w 551805"/>
                <a:gd name="connsiteY391" fmla="*/ 103809 h 392412"/>
                <a:gd name="connsiteX392" fmla="*/ 457200 w 551805"/>
                <a:gd name="connsiteY392" fmla="*/ 106386 h 392412"/>
                <a:gd name="connsiteX393" fmla="*/ 450574 w 551805"/>
                <a:gd name="connsiteY393" fmla="*/ 112276 h 392412"/>
                <a:gd name="connsiteX394" fmla="*/ 449470 w 551805"/>
                <a:gd name="connsiteY394" fmla="*/ 113012 h 392412"/>
                <a:gd name="connsiteX395" fmla="*/ 447997 w 551805"/>
                <a:gd name="connsiteY395" fmla="*/ 112276 h 392412"/>
                <a:gd name="connsiteX396" fmla="*/ 447997 w 551805"/>
                <a:gd name="connsiteY396" fmla="*/ 109699 h 392412"/>
                <a:gd name="connsiteX397" fmla="*/ 445052 w 551805"/>
                <a:gd name="connsiteY397" fmla="*/ 94238 h 392412"/>
                <a:gd name="connsiteX398" fmla="*/ 447629 w 551805"/>
                <a:gd name="connsiteY398" fmla="*/ 94238 h 392412"/>
                <a:gd name="connsiteX399" fmla="*/ 447629 w 551805"/>
                <a:gd name="connsiteY399" fmla="*/ 96815 h 392412"/>
                <a:gd name="connsiteX400" fmla="*/ 441739 w 551805"/>
                <a:gd name="connsiteY400" fmla="*/ 103441 h 392412"/>
                <a:gd name="connsiteX401" fmla="*/ 440267 w 551805"/>
                <a:gd name="connsiteY401" fmla="*/ 103809 h 392412"/>
                <a:gd name="connsiteX402" fmla="*/ 439162 w 551805"/>
                <a:gd name="connsiteY402" fmla="*/ 103441 h 392412"/>
                <a:gd name="connsiteX403" fmla="*/ 439162 w 551805"/>
                <a:gd name="connsiteY403" fmla="*/ 100864 h 392412"/>
                <a:gd name="connsiteX404" fmla="*/ 355231 w 551805"/>
                <a:gd name="connsiteY404" fmla="*/ 93870 h 392412"/>
                <a:gd name="connsiteX405" fmla="*/ 355967 w 551805"/>
                <a:gd name="connsiteY405" fmla="*/ 94238 h 392412"/>
                <a:gd name="connsiteX406" fmla="*/ 358912 w 551805"/>
                <a:gd name="connsiteY406" fmla="*/ 158658 h 392412"/>
                <a:gd name="connsiteX407" fmla="*/ 360337 w 551805"/>
                <a:gd name="connsiteY407" fmla="*/ 189997 h 392412"/>
                <a:gd name="connsiteX408" fmla="*/ 361122 w 551805"/>
                <a:gd name="connsiteY408" fmla="*/ 190316 h 392412"/>
                <a:gd name="connsiteX409" fmla="*/ 382104 w 551805"/>
                <a:gd name="connsiteY409" fmla="*/ 204305 h 392412"/>
                <a:gd name="connsiteX410" fmla="*/ 423702 w 551805"/>
                <a:gd name="connsiteY410" fmla="*/ 233018 h 392412"/>
                <a:gd name="connsiteX411" fmla="*/ 424070 w 551805"/>
                <a:gd name="connsiteY411" fmla="*/ 234122 h 392412"/>
                <a:gd name="connsiteX412" fmla="*/ 422965 w 551805"/>
                <a:gd name="connsiteY412" fmla="*/ 234858 h 392412"/>
                <a:gd name="connsiteX413" fmla="*/ 376951 w 551805"/>
                <a:gd name="connsiteY413" fmla="*/ 213876 h 392412"/>
                <a:gd name="connsiteX414" fmla="*/ 359264 w 551805"/>
                <a:gd name="connsiteY414" fmla="*/ 205317 h 392412"/>
                <a:gd name="connsiteX415" fmla="*/ 358912 w 551805"/>
                <a:gd name="connsiteY415" fmla="*/ 207249 h 392412"/>
                <a:gd name="connsiteX416" fmla="*/ 355967 w 551805"/>
                <a:gd name="connsiteY416" fmla="*/ 223446 h 392412"/>
                <a:gd name="connsiteX417" fmla="*/ 355231 w 551805"/>
                <a:gd name="connsiteY417" fmla="*/ 223814 h 392412"/>
                <a:gd name="connsiteX418" fmla="*/ 354863 w 551805"/>
                <a:gd name="connsiteY418" fmla="*/ 223446 h 392412"/>
                <a:gd name="connsiteX419" fmla="*/ 351918 w 551805"/>
                <a:gd name="connsiteY419" fmla="*/ 207249 h 392412"/>
                <a:gd name="connsiteX420" fmla="*/ 350619 w 551805"/>
                <a:gd name="connsiteY420" fmla="*/ 200103 h 392412"/>
                <a:gd name="connsiteX421" fmla="*/ 344189 w 551805"/>
                <a:gd name="connsiteY421" fmla="*/ 195102 h 392412"/>
                <a:gd name="connsiteX422" fmla="*/ 335354 w 551805"/>
                <a:gd name="connsiteY422" fmla="*/ 185163 h 392412"/>
                <a:gd name="connsiteX423" fmla="*/ 335722 w 551805"/>
                <a:gd name="connsiteY423" fmla="*/ 183322 h 392412"/>
                <a:gd name="connsiteX424" fmla="*/ 336458 w 551805"/>
                <a:gd name="connsiteY424" fmla="*/ 182954 h 392412"/>
                <a:gd name="connsiteX425" fmla="*/ 349342 w 551805"/>
                <a:gd name="connsiteY425" fmla="*/ 185531 h 392412"/>
                <a:gd name="connsiteX426" fmla="*/ 350673 w 551805"/>
                <a:gd name="connsiteY426" fmla="*/ 186072 h 392412"/>
                <a:gd name="connsiteX427" fmla="*/ 351918 w 551805"/>
                <a:gd name="connsiteY427" fmla="*/ 158658 h 392412"/>
                <a:gd name="connsiteX428" fmla="*/ 354863 w 551805"/>
                <a:gd name="connsiteY428" fmla="*/ 94238 h 392412"/>
                <a:gd name="connsiteX429" fmla="*/ 355231 w 551805"/>
                <a:gd name="connsiteY429" fmla="*/ 93870 h 392412"/>
                <a:gd name="connsiteX430" fmla="*/ 263570 w 551805"/>
                <a:gd name="connsiteY430" fmla="*/ 93870 h 392412"/>
                <a:gd name="connsiteX431" fmla="*/ 266147 w 551805"/>
                <a:gd name="connsiteY431" fmla="*/ 93870 h 392412"/>
                <a:gd name="connsiteX432" fmla="*/ 272037 w 551805"/>
                <a:gd name="connsiteY432" fmla="*/ 100496 h 392412"/>
                <a:gd name="connsiteX433" fmla="*/ 272037 w 551805"/>
                <a:gd name="connsiteY433" fmla="*/ 103073 h 392412"/>
                <a:gd name="connsiteX434" fmla="*/ 270933 w 551805"/>
                <a:gd name="connsiteY434" fmla="*/ 103809 h 392412"/>
                <a:gd name="connsiteX435" fmla="*/ 269460 w 551805"/>
                <a:gd name="connsiteY435" fmla="*/ 103073 h 392412"/>
                <a:gd name="connsiteX436" fmla="*/ 263570 w 551805"/>
                <a:gd name="connsiteY436" fmla="*/ 96447 h 392412"/>
                <a:gd name="connsiteX437" fmla="*/ 263570 w 551805"/>
                <a:gd name="connsiteY437" fmla="*/ 93870 h 392412"/>
                <a:gd name="connsiteX438" fmla="*/ 436217 w 551805"/>
                <a:gd name="connsiteY438" fmla="*/ 84667 h 392412"/>
                <a:gd name="connsiteX439" fmla="*/ 436585 w 551805"/>
                <a:gd name="connsiteY439" fmla="*/ 87243 h 392412"/>
                <a:gd name="connsiteX440" fmla="*/ 431431 w 551805"/>
                <a:gd name="connsiteY440" fmla="*/ 94605 h 392412"/>
                <a:gd name="connsiteX441" fmla="*/ 429959 w 551805"/>
                <a:gd name="connsiteY441" fmla="*/ 95342 h 392412"/>
                <a:gd name="connsiteX442" fmla="*/ 428854 w 551805"/>
                <a:gd name="connsiteY442" fmla="*/ 94974 h 392412"/>
                <a:gd name="connsiteX443" fmla="*/ 428486 w 551805"/>
                <a:gd name="connsiteY443" fmla="*/ 92397 h 392412"/>
                <a:gd name="connsiteX444" fmla="*/ 433640 w 551805"/>
                <a:gd name="connsiteY444" fmla="*/ 85035 h 392412"/>
                <a:gd name="connsiteX445" fmla="*/ 436217 w 551805"/>
                <a:gd name="connsiteY445" fmla="*/ 84667 h 392412"/>
                <a:gd name="connsiteX446" fmla="*/ 274983 w 551805"/>
                <a:gd name="connsiteY446" fmla="*/ 84667 h 392412"/>
                <a:gd name="connsiteX447" fmla="*/ 277559 w 551805"/>
                <a:gd name="connsiteY447" fmla="*/ 85035 h 392412"/>
                <a:gd name="connsiteX448" fmla="*/ 282713 w 551805"/>
                <a:gd name="connsiteY448" fmla="*/ 92397 h 392412"/>
                <a:gd name="connsiteX449" fmla="*/ 282345 w 551805"/>
                <a:gd name="connsiteY449" fmla="*/ 94974 h 392412"/>
                <a:gd name="connsiteX450" fmla="*/ 281240 w 551805"/>
                <a:gd name="connsiteY450" fmla="*/ 95342 h 392412"/>
                <a:gd name="connsiteX451" fmla="*/ 279768 w 551805"/>
                <a:gd name="connsiteY451" fmla="*/ 94605 h 392412"/>
                <a:gd name="connsiteX452" fmla="*/ 274614 w 551805"/>
                <a:gd name="connsiteY452" fmla="*/ 87243 h 392412"/>
                <a:gd name="connsiteX453" fmla="*/ 274983 w 551805"/>
                <a:gd name="connsiteY453" fmla="*/ 84667 h 392412"/>
                <a:gd name="connsiteX454" fmla="*/ 423701 w 551805"/>
                <a:gd name="connsiteY454" fmla="*/ 76936 h 392412"/>
                <a:gd name="connsiteX455" fmla="*/ 423729 w 551805"/>
                <a:gd name="connsiteY455" fmla="*/ 77034 h 392412"/>
                <a:gd name="connsiteX456" fmla="*/ 424070 w 551805"/>
                <a:gd name="connsiteY456" fmla="*/ 76936 h 392412"/>
                <a:gd name="connsiteX457" fmla="*/ 424806 w 551805"/>
                <a:gd name="connsiteY457" fmla="*/ 79513 h 392412"/>
                <a:gd name="connsiteX458" fmla="*/ 420389 w 551805"/>
                <a:gd name="connsiteY458" fmla="*/ 87244 h 392412"/>
                <a:gd name="connsiteX459" fmla="*/ 419742 w 551805"/>
                <a:gd name="connsiteY459" fmla="*/ 87729 h 392412"/>
                <a:gd name="connsiteX460" fmla="*/ 415602 w 551805"/>
                <a:gd name="connsiteY460" fmla="*/ 94974 h 392412"/>
                <a:gd name="connsiteX461" fmla="*/ 414130 w 551805"/>
                <a:gd name="connsiteY461" fmla="*/ 96079 h 392412"/>
                <a:gd name="connsiteX462" fmla="*/ 413026 w 551805"/>
                <a:gd name="connsiteY462" fmla="*/ 95711 h 392412"/>
                <a:gd name="connsiteX463" fmla="*/ 412289 w 551805"/>
                <a:gd name="connsiteY463" fmla="*/ 93134 h 392412"/>
                <a:gd name="connsiteX464" fmla="*/ 421124 w 551805"/>
                <a:gd name="connsiteY464" fmla="*/ 77673 h 392412"/>
                <a:gd name="connsiteX465" fmla="*/ 423701 w 551805"/>
                <a:gd name="connsiteY465" fmla="*/ 76936 h 392412"/>
                <a:gd name="connsiteX466" fmla="*/ 287130 w 551805"/>
                <a:gd name="connsiteY466" fmla="*/ 76936 h 392412"/>
                <a:gd name="connsiteX467" fmla="*/ 289707 w 551805"/>
                <a:gd name="connsiteY467" fmla="*/ 77673 h 392412"/>
                <a:gd name="connsiteX468" fmla="*/ 298542 w 551805"/>
                <a:gd name="connsiteY468" fmla="*/ 93133 h 392412"/>
                <a:gd name="connsiteX469" fmla="*/ 297806 w 551805"/>
                <a:gd name="connsiteY469" fmla="*/ 95710 h 392412"/>
                <a:gd name="connsiteX470" fmla="*/ 296701 w 551805"/>
                <a:gd name="connsiteY470" fmla="*/ 96078 h 392412"/>
                <a:gd name="connsiteX471" fmla="*/ 295229 w 551805"/>
                <a:gd name="connsiteY471" fmla="*/ 94974 h 392412"/>
                <a:gd name="connsiteX472" fmla="*/ 286394 w 551805"/>
                <a:gd name="connsiteY472" fmla="*/ 79513 h 392412"/>
                <a:gd name="connsiteX473" fmla="*/ 287130 w 551805"/>
                <a:gd name="connsiteY473" fmla="*/ 76936 h 392412"/>
                <a:gd name="connsiteX474" fmla="*/ 411553 w 551805"/>
                <a:gd name="connsiteY474" fmla="*/ 70678 h 392412"/>
                <a:gd name="connsiteX475" fmla="*/ 412657 w 551805"/>
                <a:gd name="connsiteY475" fmla="*/ 73255 h 392412"/>
                <a:gd name="connsiteX476" fmla="*/ 408976 w 551805"/>
                <a:gd name="connsiteY476" fmla="*/ 81353 h 392412"/>
                <a:gd name="connsiteX477" fmla="*/ 407136 w 551805"/>
                <a:gd name="connsiteY477" fmla="*/ 82458 h 392412"/>
                <a:gd name="connsiteX478" fmla="*/ 406399 w 551805"/>
                <a:gd name="connsiteY478" fmla="*/ 82458 h 392412"/>
                <a:gd name="connsiteX479" fmla="*/ 405295 w 551805"/>
                <a:gd name="connsiteY479" fmla="*/ 79881 h 392412"/>
                <a:gd name="connsiteX480" fmla="*/ 408976 w 551805"/>
                <a:gd name="connsiteY480" fmla="*/ 71783 h 392412"/>
                <a:gd name="connsiteX481" fmla="*/ 411553 w 551805"/>
                <a:gd name="connsiteY481" fmla="*/ 70678 h 392412"/>
                <a:gd name="connsiteX482" fmla="*/ 299646 w 551805"/>
                <a:gd name="connsiteY482" fmla="*/ 70678 h 392412"/>
                <a:gd name="connsiteX483" fmla="*/ 302223 w 551805"/>
                <a:gd name="connsiteY483" fmla="*/ 71783 h 392412"/>
                <a:gd name="connsiteX484" fmla="*/ 305904 w 551805"/>
                <a:gd name="connsiteY484" fmla="*/ 79881 h 392412"/>
                <a:gd name="connsiteX485" fmla="*/ 304800 w 551805"/>
                <a:gd name="connsiteY485" fmla="*/ 82458 h 392412"/>
                <a:gd name="connsiteX486" fmla="*/ 304064 w 551805"/>
                <a:gd name="connsiteY486" fmla="*/ 82458 h 392412"/>
                <a:gd name="connsiteX487" fmla="*/ 302223 w 551805"/>
                <a:gd name="connsiteY487" fmla="*/ 81353 h 392412"/>
                <a:gd name="connsiteX488" fmla="*/ 298542 w 551805"/>
                <a:gd name="connsiteY488" fmla="*/ 73255 h 392412"/>
                <a:gd name="connsiteX489" fmla="*/ 299646 w 551805"/>
                <a:gd name="connsiteY489" fmla="*/ 70678 h 392412"/>
                <a:gd name="connsiteX490" fmla="*/ 178168 w 551805"/>
                <a:gd name="connsiteY490" fmla="*/ 66261 h 392412"/>
                <a:gd name="connsiteX491" fmla="*/ 191431 w 551805"/>
                <a:gd name="connsiteY491" fmla="*/ 95288 h 392412"/>
                <a:gd name="connsiteX492" fmla="*/ 203981 w 551805"/>
                <a:gd name="connsiteY492" fmla="*/ 76685 h 392412"/>
                <a:gd name="connsiteX493" fmla="*/ 397933 w 551805"/>
                <a:gd name="connsiteY493" fmla="*/ 65893 h 392412"/>
                <a:gd name="connsiteX494" fmla="*/ 399037 w 551805"/>
                <a:gd name="connsiteY494" fmla="*/ 68102 h 392412"/>
                <a:gd name="connsiteX495" fmla="*/ 396092 w 551805"/>
                <a:gd name="connsiteY495" fmla="*/ 76568 h 392412"/>
                <a:gd name="connsiteX496" fmla="*/ 394620 w 551805"/>
                <a:gd name="connsiteY496" fmla="*/ 77673 h 392412"/>
                <a:gd name="connsiteX497" fmla="*/ 393883 w 551805"/>
                <a:gd name="connsiteY497" fmla="*/ 77673 h 392412"/>
                <a:gd name="connsiteX498" fmla="*/ 392779 w 551805"/>
                <a:gd name="connsiteY498" fmla="*/ 75464 h 392412"/>
                <a:gd name="connsiteX499" fmla="*/ 395724 w 551805"/>
                <a:gd name="connsiteY499" fmla="*/ 66998 h 392412"/>
                <a:gd name="connsiteX500" fmla="*/ 397933 w 551805"/>
                <a:gd name="connsiteY500" fmla="*/ 65893 h 392412"/>
                <a:gd name="connsiteX501" fmla="*/ 312898 w 551805"/>
                <a:gd name="connsiteY501" fmla="*/ 65893 h 392412"/>
                <a:gd name="connsiteX502" fmla="*/ 315107 w 551805"/>
                <a:gd name="connsiteY502" fmla="*/ 66997 h 392412"/>
                <a:gd name="connsiteX503" fmla="*/ 318052 w 551805"/>
                <a:gd name="connsiteY503" fmla="*/ 75464 h 392412"/>
                <a:gd name="connsiteX504" fmla="*/ 316947 w 551805"/>
                <a:gd name="connsiteY504" fmla="*/ 77673 h 392412"/>
                <a:gd name="connsiteX505" fmla="*/ 316579 w 551805"/>
                <a:gd name="connsiteY505" fmla="*/ 77673 h 392412"/>
                <a:gd name="connsiteX506" fmla="*/ 314739 w 551805"/>
                <a:gd name="connsiteY506" fmla="*/ 76568 h 392412"/>
                <a:gd name="connsiteX507" fmla="*/ 311794 w 551805"/>
                <a:gd name="connsiteY507" fmla="*/ 68102 h 392412"/>
                <a:gd name="connsiteX508" fmla="*/ 312898 w 551805"/>
                <a:gd name="connsiteY508" fmla="*/ 65893 h 392412"/>
                <a:gd name="connsiteX509" fmla="*/ 118533 w 551805"/>
                <a:gd name="connsiteY509" fmla="*/ 65524 h 392412"/>
                <a:gd name="connsiteX510" fmla="*/ 36443 w 551805"/>
                <a:gd name="connsiteY510" fmla="*/ 122582 h 392412"/>
                <a:gd name="connsiteX511" fmla="*/ 92765 w 551805"/>
                <a:gd name="connsiteY511" fmla="*/ 135098 h 392412"/>
                <a:gd name="connsiteX512" fmla="*/ 118533 w 551805"/>
                <a:gd name="connsiteY512" fmla="*/ 65524 h 392412"/>
                <a:gd name="connsiteX513" fmla="*/ 148351 w 551805"/>
                <a:gd name="connsiteY513" fmla="*/ 62580 h 392412"/>
                <a:gd name="connsiteX514" fmla="*/ 107490 w 551805"/>
                <a:gd name="connsiteY514" fmla="*/ 136571 h 392412"/>
                <a:gd name="connsiteX515" fmla="*/ 148351 w 551805"/>
                <a:gd name="connsiteY515" fmla="*/ 138043 h 392412"/>
                <a:gd name="connsiteX516" fmla="*/ 171299 w 551805"/>
                <a:gd name="connsiteY516" fmla="*/ 137355 h 392412"/>
                <a:gd name="connsiteX517" fmla="*/ 174832 w 551805"/>
                <a:gd name="connsiteY517" fmla="*/ 119891 h 392412"/>
                <a:gd name="connsiteX518" fmla="*/ 182072 w 551805"/>
                <a:gd name="connsiteY518" fmla="*/ 109160 h 392412"/>
                <a:gd name="connsiteX519" fmla="*/ 180084 w 551805"/>
                <a:gd name="connsiteY519" fmla="*/ 101871 h 392412"/>
                <a:gd name="connsiteX520" fmla="*/ 148351 w 551805"/>
                <a:gd name="connsiteY520" fmla="*/ 62580 h 392412"/>
                <a:gd name="connsiteX521" fmla="*/ 383944 w 551805"/>
                <a:gd name="connsiteY521" fmla="*/ 61476 h 392412"/>
                <a:gd name="connsiteX522" fmla="*/ 385417 w 551805"/>
                <a:gd name="connsiteY522" fmla="*/ 63685 h 392412"/>
                <a:gd name="connsiteX523" fmla="*/ 383576 w 551805"/>
                <a:gd name="connsiteY523" fmla="*/ 72519 h 392412"/>
                <a:gd name="connsiteX524" fmla="*/ 381736 w 551805"/>
                <a:gd name="connsiteY524" fmla="*/ 73992 h 392412"/>
                <a:gd name="connsiteX525" fmla="*/ 381367 w 551805"/>
                <a:gd name="connsiteY525" fmla="*/ 73992 h 392412"/>
                <a:gd name="connsiteX526" fmla="*/ 379895 w 551805"/>
                <a:gd name="connsiteY526" fmla="*/ 71783 h 392412"/>
                <a:gd name="connsiteX527" fmla="*/ 381736 w 551805"/>
                <a:gd name="connsiteY527" fmla="*/ 62949 h 392412"/>
                <a:gd name="connsiteX528" fmla="*/ 383944 w 551805"/>
                <a:gd name="connsiteY528" fmla="*/ 61476 h 392412"/>
                <a:gd name="connsiteX529" fmla="*/ 326886 w 551805"/>
                <a:gd name="connsiteY529" fmla="*/ 61476 h 392412"/>
                <a:gd name="connsiteX530" fmla="*/ 329095 w 551805"/>
                <a:gd name="connsiteY530" fmla="*/ 62948 h 392412"/>
                <a:gd name="connsiteX531" fmla="*/ 330935 w 551805"/>
                <a:gd name="connsiteY531" fmla="*/ 71783 h 392412"/>
                <a:gd name="connsiteX532" fmla="*/ 329463 w 551805"/>
                <a:gd name="connsiteY532" fmla="*/ 73992 h 392412"/>
                <a:gd name="connsiteX533" fmla="*/ 329095 w 551805"/>
                <a:gd name="connsiteY533" fmla="*/ 73992 h 392412"/>
                <a:gd name="connsiteX534" fmla="*/ 327254 w 551805"/>
                <a:gd name="connsiteY534" fmla="*/ 72519 h 392412"/>
                <a:gd name="connsiteX535" fmla="*/ 325414 w 551805"/>
                <a:gd name="connsiteY535" fmla="*/ 63684 h 392412"/>
                <a:gd name="connsiteX536" fmla="*/ 326886 w 551805"/>
                <a:gd name="connsiteY536" fmla="*/ 61476 h 392412"/>
                <a:gd name="connsiteX537" fmla="*/ 340875 w 551805"/>
                <a:gd name="connsiteY537" fmla="*/ 60003 h 392412"/>
                <a:gd name="connsiteX538" fmla="*/ 342716 w 551805"/>
                <a:gd name="connsiteY538" fmla="*/ 61476 h 392412"/>
                <a:gd name="connsiteX539" fmla="*/ 343820 w 551805"/>
                <a:gd name="connsiteY539" fmla="*/ 70310 h 392412"/>
                <a:gd name="connsiteX540" fmla="*/ 342348 w 551805"/>
                <a:gd name="connsiteY540" fmla="*/ 72151 h 392412"/>
                <a:gd name="connsiteX541" fmla="*/ 340507 w 551805"/>
                <a:gd name="connsiteY541" fmla="*/ 70678 h 392412"/>
                <a:gd name="connsiteX542" fmla="*/ 339403 w 551805"/>
                <a:gd name="connsiteY542" fmla="*/ 61844 h 392412"/>
                <a:gd name="connsiteX543" fmla="*/ 340875 w 551805"/>
                <a:gd name="connsiteY543" fmla="*/ 60003 h 392412"/>
                <a:gd name="connsiteX544" fmla="*/ 369956 w 551805"/>
                <a:gd name="connsiteY544" fmla="*/ 59635 h 392412"/>
                <a:gd name="connsiteX545" fmla="*/ 371428 w 551805"/>
                <a:gd name="connsiteY545" fmla="*/ 61475 h 392412"/>
                <a:gd name="connsiteX546" fmla="*/ 370324 w 551805"/>
                <a:gd name="connsiteY546" fmla="*/ 70310 h 392412"/>
                <a:gd name="connsiteX547" fmla="*/ 368852 w 551805"/>
                <a:gd name="connsiteY547" fmla="*/ 72151 h 392412"/>
                <a:gd name="connsiteX548" fmla="*/ 367011 w 551805"/>
                <a:gd name="connsiteY548" fmla="*/ 69942 h 392412"/>
                <a:gd name="connsiteX549" fmla="*/ 368115 w 551805"/>
                <a:gd name="connsiteY549" fmla="*/ 61107 h 392412"/>
                <a:gd name="connsiteX550" fmla="*/ 369956 w 551805"/>
                <a:gd name="connsiteY550" fmla="*/ 59635 h 392412"/>
                <a:gd name="connsiteX551" fmla="*/ 355600 w 551805"/>
                <a:gd name="connsiteY551" fmla="*/ 58530 h 392412"/>
                <a:gd name="connsiteX552" fmla="*/ 357440 w 551805"/>
                <a:gd name="connsiteY552" fmla="*/ 60371 h 392412"/>
                <a:gd name="connsiteX553" fmla="*/ 357440 w 551805"/>
                <a:gd name="connsiteY553" fmla="*/ 60740 h 392412"/>
                <a:gd name="connsiteX554" fmla="*/ 357440 w 551805"/>
                <a:gd name="connsiteY554" fmla="*/ 69574 h 392412"/>
                <a:gd name="connsiteX555" fmla="*/ 357440 w 551805"/>
                <a:gd name="connsiteY555" fmla="*/ 78408 h 392412"/>
                <a:gd name="connsiteX556" fmla="*/ 355600 w 551805"/>
                <a:gd name="connsiteY556" fmla="*/ 80249 h 392412"/>
                <a:gd name="connsiteX557" fmla="*/ 353759 w 551805"/>
                <a:gd name="connsiteY557" fmla="*/ 78408 h 392412"/>
                <a:gd name="connsiteX558" fmla="*/ 353759 w 551805"/>
                <a:gd name="connsiteY558" fmla="*/ 69574 h 392412"/>
                <a:gd name="connsiteX559" fmla="*/ 353759 w 551805"/>
                <a:gd name="connsiteY559" fmla="*/ 60740 h 392412"/>
                <a:gd name="connsiteX560" fmla="*/ 353759 w 551805"/>
                <a:gd name="connsiteY560" fmla="*/ 60371 h 392412"/>
                <a:gd name="connsiteX561" fmla="*/ 355600 w 551805"/>
                <a:gd name="connsiteY561" fmla="*/ 58530 h 392412"/>
                <a:gd name="connsiteX562" fmla="*/ 355599 w 551805"/>
                <a:gd name="connsiteY562" fmla="*/ 43806 h 392412"/>
                <a:gd name="connsiteX563" fmla="*/ 203568 w 551805"/>
                <a:gd name="connsiteY563" fmla="*/ 195838 h 392412"/>
                <a:gd name="connsiteX564" fmla="*/ 355599 w 551805"/>
                <a:gd name="connsiteY564" fmla="*/ 347870 h 392412"/>
                <a:gd name="connsiteX565" fmla="*/ 507631 w 551805"/>
                <a:gd name="connsiteY565" fmla="*/ 195838 h 392412"/>
                <a:gd name="connsiteX566" fmla="*/ 355599 w 551805"/>
                <a:gd name="connsiteY566" fmla="*/ 43806 h 392412"/>
                <a:gd name="connsiteX567" fmla="*/ 355599 w 551805"/>
                <a:gd name="connsiteY567" fmla="*/ 41965 h 392412"/>
                <a:gd name="connsiteX568" fmla="*/ 509472 w 551805"/>
                <a:gd name="connsiteY568" fmla="*/ 195838 h 392412"/>
                <a:gd name="connsiteX569" fmla="*/ 355599 w 551805"/>
                <a:gd name="connsiteY569" fmla="*/ 349710 h 392412"/>
                <a:gd name="connsiteX570" fmla="*/ 201727 w 551805"/>
                <a:gd name="connsiteY570" fmla="*/ 195838 h 392412"/>
                <a:gd name="connsiteX571" fmla="*/ 355599 w 551805"/>
                <a:gd name="connsiteY571" fmla="*/ 41965 h 392412"/>
                <a:gd name="connsiteX572" fmla="*/ 355600 w 551805"/>
                <a:gd name="connsiteY572" fmla="*/ 29081 h 392412"/>
                <a:gd name="connsiteX573" fmla="*/ 188843 w 551805"/>
                <a:gd name="connsiteY573" fmla="*/ 195838 h 392412"/>
                <a:gd name="connsiteX574" fmla="*/ 355600 w 551805"/>
                <a:gd name="connsiteY574" fmla="*/ 362594 h 392412"/>
                <a:gd name="connsiteX575" fmla="*/ 522356 w 551805"/>
                <a:gd name="connsiteY575" fmla="*/ 195838 h 392412"/>
                <a:gd name="connsiteX576" fmla="*/ 355600 w 551805"/>
                <a:gd name="connsiteY576" fmla="*/ 29081 h 392412"/>
                <a:gd name="connsiteX577" fmla="*/ 355600 w 551805"/>
                <a:gd name="connsiteY577" fmla="*/ 0 h 392412"/>
                <a:gd name="connsiteX578" fmla="*/ 551805 w 551805"/>
                <a:gd name="connsiteY578" fmla="*/ 196206 h 392412"/>
                <a:gd name="connsiteX579" fmla="*/ 355600 w 551805"/>
                <a:gd name="connsiteY579" fmla="*/ 392412 h 392412"/>
                <a:gd name="connsiteX580" fmla="*/ 216913 w 551805"/>
                <a:gd name="connsiteY580" fmla="*/ 334894 h 392412"/>
                <a:gd name="connsiteX581" fmla="*/ 212711 w 551805"/>
                <a:gd name="connsiteY581" fmla="*/ 328666 h 392412"/>
                <a:gd name="connsiteX582" fmla="*/ 189718 w 551805"/>
                <a:gd name="connsiteY582" fmla="*/ 339081 h 392412"/>
                <a:gd name="connsiteX583" fmla="*/ 148351 w 551805"/>
                <a:gd name="connsiteY583" fmla="*/ 344924 h 392412"/>
                <a:gd name="connsiteX584" fmla="*/ 0 w 551805"/>
                <a:gd name="connsiteY584" fmla="*/ 196573 h 392412"/>
                <a:gd name="connsiteX585" fmla="*/ 148351 w 551805"/>
                <a:gd name="connsiteY585" fmla="*/ 48223 h 392412"/>
                <a:gd name="connsiteX586" fmla="*/ 189580 w 551805"/>
                <a:gd name="connsiteY586" fmla="*/ 54205 h 392412"/>
                <a:gd name="connsiteX587" fmla="*/ 212291 w 551805"/>
                <a:gd name="connsiteY587" fmla="*/ 64368 h 392412"/>
                <a:gd name="connsiteX588" fmla="*/ 216913 w 551805"/>
                <a:gd name="connsiteY588" fmla="*/ 57518 h 392412"/>
                <a:gd name="connsiteX589" fmla="*/ 355600 w 551805"/>
                <a:gd name="connsiteY589" fmla="*/ 0 h 392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Lst>
              <a:rect l="l" t="t" r="r" b="b"/>
              <a:pathLst>
                <a:path w="551805" h="392412">
                  <a:moveTo>
                    <a:pt x="368116" y="320261"/>
                  </a:moveTo>
                  <a:cubicBezTo>
                    <a:pt x="369220" y="320261"/>
                    <a:pt x="369956" y="320997"/>
                    <a:pt x="369956" y="321733"/>
                  </a:cubicBezTo>
                  <a:lnTo>
                    <a:pt x="371060" y="330568"/>
                  </a:lnTo>
                  <a:cubicBezTo>
                    <a:pt x="371797" y="331304"/>
                    <a:pt x="371060" y="332409"/>
                    <a:pt x="369588" y="332409"/>
                  </a:cubicBezTo>
                  <a:cubicBezTo>
                    <a:pt x="368484" y="332409"/>
                    <a:pt x="367747" y="331673"/>
                    <a:pt x="367747" y="330936"/>
                  </a:cubicBezTo>
                  <a:lnTo>
                    <a:pt x="366643" y="322102"/>
                  </a:lnTo>
                  <a:cubicBezTo>
                    <a:pt x="366643" y="320997"/>
                    <a:pt x="367379" y="320261"/>
                    <a:pt x="368116" y="320261"/>
                  </a:cubicBezTo>
                  <a:close/>
                  <a:moveTo>
                    <a:pt x="342348" y="319893"/>
                  </a:moveTo>
                  <a:cubicBezTo>
                    <a:pt x="343452" y="319893"/>
                    <a:pt x="344188" y="320997"/>
                    <a:pt x="343820" y="321733"/>
                  </a:cubicBezTo>
                  <a:lnTo>
                    <a:pt x="342716" y="330568"/>
                  </a:lnTo>
                  <a:cubicBezTo>
                    <a:pt x="343084" y="331673"/>
                    <a:pt x="342348" y="332409"/>
                    <a:pt x="341244" y="332409"/>
                  </a:cubicBezTo>
                  <a:cubicBezTo>
                    <a:pt x="340139" y="332409"/>
                    <a:pt x="339403" y="331305"/>
                    <a:pt x="339403" y="330200"/>
                  </a:cubicBezTo>
                  <a:lnTo>
                    <a:pt x="340507" y="321365"/>
                  </a:lnTo>
                  <a:cubicBezTo>
                    <a:pt x="340507" y="320261"/>
                    <a:pt x="341612" y="319525"/>
                    <a:pt x="342348" y="319893"/>
                  </a:cubicBezTo>
                  <a:close/>
                  <a:moveTo>
                    <a:pt x="381368" y="317684"/>
                  </a:moveTo>
                  <a:cubicBezTo>
                    <a:pt x="382472" y="317316"/>
                    <a:pt x="383209" y="318052"/>
                    <a:pt x="383577" y="319156"/>
                  </a:cubicBezTo>
                  <a:lnTo>
                    <a:pt x="385418" y="327991"/>
                  </a:lnTo>
                  <a:cubicBezTo>
                    <a:pt x="385786" y="329095"/>
                    <a:pt x="385049" y="329832"/>
                    <a:pt x="383945" y="330200"/>
                  </a:cubicBezTo>
                  <a:cubicBezTo>
                    <a:pt x="383945" y="330200"/>
                    <a:pt x="383945" y="330200"/>
                    <a:pt x="383577" y="330200"/>
                  </a:cubicBezTo>
                  <a:cubicBezTo>
                    <a:pt x="382841" y="330200"/>
                    <a:pt x="382104" y="329464"/>
                    <a:pt x="381736" y="328727"/>
                  </a:cubicBezTo>
                  <a:lnTo>
                    <a:pt x="379896" y="319892"/>
                  </a:lnTo>
                  <a:cubicBezTo>
                    <a:pt x="379528" y="318788"/>
                    <a:pt x="380264" y="318052"/>
                    <a:pt x="381368" y="317684"/>
                  </a:cubicBezTo>
                  <a:close/>
                  <a:moveTo>
                    <a:pt x="329463" y="317684"/>
                  </a:moveTo>
                  <a:cubicBezTo>
                    <a:pt x="330568" y="318052"/>
                    <a:pt x="330936" y="318789"/>
                    <a:pt x="330936" y="319893"/>
                  </a:cubicBezTo>
                  <a:lnTo>
                    <a:pt x="329095" y="328727"/>
                  </a:lnTo>
                  <a:cubicBezTo>
                    <a:pt x="329095" y="329464"/>
                    <a:pt x="328359" y="330200"/>
                    <a:pt x="327255" y="330200"/>
                  </a:cubicBezTo>
                  <a:cubicBezTo>
                    <a:pt x="327255" y="330200"/>
                    <a:pt x="326887" y="330200"/>
                    <a:pt x="326887" y="330200"/>
                  </a:cubicBezTo>
                  <a:cubicBezTo>
                    <a:pt x="325782" y="329832"/>
                    <a:pt x="325414" y="329096"/>
                    <a:pt x="325414" y="327991"/>
                  </a:cubicBezTo>
                  <a:lnTo>
                    <a:pt x="327255" y="319157"/>
                  </a:lnTo>
                  <a:cubicBezTo>
                    <a:pt x="327623" y="318052"/>
                    <a:pt x="328359" y="317684"/>
                    <a:pt x="329463" y="317684"/>
                  </a:cubicBezTo>
                  <a:close/>
                  <a:moveTo>
                    <a:pt x="393884" y="314739"/>
                  </a:moveTo>
                  <a:cubicBezTo>
                    <a:pt x="394989" y="314371"/>
                    <a:pt x="395725" y="315107"/>
                    <a:pt x="396093" y="315843"/>
                  </a:cubicBezTo>
                  <a:lnTo>
                    <a:pt x="399038" y="324310"/>
                  </a:lnTo>
                  <a:cubicBezTo>
                    <a:pt x="399406" y="325414"/>
                    <a:pt x="398670" y="326151"/>
                    <a:pt x="397933" y="326519"/>
                  </a:cubicBezTo>
                  <a:cubicBezTo>
                    <a:pt x="397933" y="326519"/>
                    <a:pt x="397565" y="326519"/>
                    <a:pt x="397565" y="326519"/>
                  </a:cubicBezTo>
                  <a:cubicBezTo>
                    <a:pt x="396829" y="326519"/>
                    <a:pt x="396093" y="326151"/>
                    <a:pt x="395725" y="325414"/>
                  </a:cubicBezTo>
                  <a:lnTo>
                    <a:pt x="392780" y="316948"/>
                  </a:lnTo>
                  <a:cubicBezTo>
                    <a:pt x="392412" y="315843"/>
                    <a:pt x="393148" y="315107"/>
                    <a:pt x="393884" y="314739"/>
                  </a:cubicBezTo>
                  <a:close/>
                  <a:moveTo>
                    <a:pt x="316948" y="314739"/>
                  </a:moveTo>
                  <a:cubicBezTo>
                    <a:pt x="318052" y="315107"/>
                    <a:pt x="318420" y="316211"/>
                    <a:pt x="318052" y="316948"/>
                  </a:cubicBezTo>
                  <a:lnTo>
                    <a:pt x="315107" y="325414"/>
                  </a:lnTo>
                  <a:cubicBezTo>
                    <a:pt x="315107" y="326151"/>
                    <a:pt x="314371" y="326519"/>
                    <a:pt x="313635" y="326519"/>
                  </a:cubicBezTo>
                  <a:cubicBezTo>
                    <a:pt x="313266" y="326519"/>
                    <a:pt x="313266" y="326519"/>
                    <a:pt x="312898" y="326519"/>
                  </a:cubicBezTo>
                  <a:cubicBezTo>
                    <a:pt x="311794" y="326151"/>
                    <a:pt x="311426" y="325046"/>
                    <a:pt x="311794" y="324310"/>
                  </a:cubicBezTo>
                  <a:lnTo>
                    <a:pt x="314739" y="315843"/>
                  </a:lnTo>
                  <a:cubicBezTo>
                    <a:pt x="315107" y="314739"/>
                    <a:pt x="316211" y="314371"/>
                    <a:pt x="316948" y="314739"/>
                  </a:cubicBezTo>
                  <a:close/>
                  <a:moveTo>
                    <a:pt x="355600" y="311426"/>
                  </a:moveTo>
                  <a:cubicBezTo>
                    <a:pt x="356704" y="311426"/>
                    <a:pt x="357440" y="312162"/>
                    <a:pt x="357440" y="313267"/>
                  </a:cubicBezTo>
                  <a:lnTo>
                    <a:pt x="357440" y="322470"/>
                  </a:lnTo>
                  <a:lnTo>
                    <a:pt x="357440" y="331304"/>
                  </a:lnTo>
                  <a:cubicBezTo>
                    <a:pt x="357440" y="332408"/>
                    <a:pt x="356704" y="333145"/>
                    <a:pt x="355600" y="333145"/>
                  </a:cubicBezTo>
                  <a:cubicBezTo>
                    <a:pt x="354495" y="333145"/>
                    <a:pt x="353759" y="332408"/>
                    <a:pt x="353759" y="331304"/>
                  </a:cubicBezTo>
                  <a:lnTo>
                    <a:pt x="353759" y="322470"/>
                  </a:lnTo>
                  <a:lnTo>
                    <a:pt x="353759" y="313267"/>
                  </a:lnTo>
                  <a:cubicBezTo>
                    <a:pt x="353759" y="312162"/>
                    <a:pt x="354495" y="311426"/>
                    <a:pt x="355600" y="311426"/>
                  </a:cubicBezTo>
                  <a:close/>
                  <a:moveTo>
                    <a:pt x="406031" y="309586"/>
                  </a:moveTo>
                  <a:cubicBezTo>
                    <a:pt x="406768" y="309218"/>
                    <a:pt x="407872" y="309586"/>
                    <a:pt x="408608" y="310690"/>
                  </a:cubicBezTo>
                  <a:lnTo>
                    <a:pt x="412289" y="318789"/>
                  </a:lnTo>
                  <a:cubicBezTo>
                    <a:pt x="412657" y="319893"/>
                    <a:pt x="412289" y="320629"/>
                    <a:pt x="411185" y="321366"/>
                  </a:cubicBezTo>
                  <a:cubicBezTo>
                    <a:pt x="411185" y="321366"/>
                    <a:pt x="410817" y="321366"/>
                    <a:pt x="410449" y="321366"/>
                  </a:cubicBezTo>
                  <a:cubicBezTo>
                    <a:pt x="409713" y="321366"/>
                    <a:pt x="408976" y="320998"/>
                    <a:pt x="408608" y="320261"/>
                  </a:cubicBezTo>
                  <a:lnTo>
                    <a:pt x="404927" y="312163"/>
                  </a:lnTo>
                  <a:cubicBezTo>
                    <a:pt x="404559" y="311059"/>
                    <a:pt x="404927" y="310322"/>
                    <a:pt x="406031" y="309586"/>
                  </a:cubicBezTo>
                  <a:close/>
                  <a:moveTo>
                    <a:pt x="304800" y="309586"/>
                  </a:moveTo>
                  <a:cubicBezTo>
                    <a:pt x="305904" y="309954"/>
                    <a:pt x="306273" y="311059"/>
                    <a:pt x="305904" y="312163"/>
                  </a:cubicBezTo>
                  <a:lnTo>
                    <a:pt x="302223" y="320261"/>
                  </a:lnTo>
                  <a:cubicBezTo>
                    <a:pt x="301855" y="320998"/>
                    <a:pt x="301119" y="321366"/>
                    <a:pt x="300383" y="321366"/>
                  </a:cubicBezTo>
                  <a:cubicBezTo>
                    <a:pt x="300015" y="321366"/>
                    <a:pt x="300015" y="321366"/>
                    <a:pt x="299646" y="321366"/>
                  </a:cubicBezTo>
                  <a:cubicBezTo>
                    <a:pt x="298542" y="320998"/>
                    <a:pt x="298174" y="319893"/>
                    <a:pt x="298542" y="318789"/>
                  </a:cubicBezTo>
                  <a:lnTo>
                    <a:pt x="302223" y="310690"/>
                  </a:lnTo>
                  <a:cubicBezTo>
                    <a:pt x="302591" y="309586"/>
                    <a:pt x="303696" y="309218"/>
                    <a:pt x="304800" y="309586"/>
                  </a:cubicBezTo>
                  <a:close/>
                  <a:moveTo>
                    <a:pt x="191311" y="296947"/>
                  </a:moveTo>
                  <a:lnTo>
                    <a:pt x="177800" y="326519"/>
                  </a:lnTo>
                  <a:lnTo>
                    <a:pt x="204097" y="315899"/>
                  </a:lnTo>
                  <a:close/>
                  <a:moveTo>
                    <a:pt x="428854" y="296701"/>
                  </a:moveTo>
                  <a:cubicBezTo>
                    <a:pt x="429591" y="295965"/>
                    <a:pt x="430695" y="296333"/>
                    <a:pt x="431431" y="297069"/>
                  </a:cubicBezTo>
                  <a:lnTo>
                    <a:pt x="436585" y="304432"/>
                  </a:lnTo>
                  <a:cubicBezTo>
                    <a:pt x="437321" y="305168"/>
                    <a:pt x="436953" y="306272"/>
                    <a:pt x="436217" y="307008"/>
                  </a:cubicBezTo>
                  <a:cubicBezTo>
                    <a:pt x="435849" y="307377"/>
                    <a:pt x="435480" y="307377"/>
                    <a:pt x="435112" y="307377"/>
                  </a:cubicBezTo>
                  <a:cubicBezTo>
                    <a:pt x="434376" y="307377"/>
                    <a:pt x="434008" y="307008"/>
                    <a:pt x="433640" y="306640"/>
                  </a:cubicBezTo>
                  <a:lnTo>
                    <a:pt x="428486" y="299278"/>
                  </a:lnTo>
                  <a:cubicBezTo>
                    <a:pt x="427750" y="298542"/>
                    <a:pt x="428118" y="297437"/>
                    <a:pt x="428854" y="296701"/>
                  </a:cubicBezTo>
                  <a:close/>
                  <a:moveTo>
                    <a:pt x="282345" y="296701"/>
                  </a:moveTo>
                  <a:cubicBezTo>
                    <a:pt x="283081" y="297437"/>
                    <a:pt x="283449" y="298542"/>
                    <a:pt x="282713" y="299278"/>
                  </a:cubicBezTo>
                  <a:lnTo>
                    <a:pt x="277559" y="306640"/>
                  </a:lnTo>
                  <a:cubicBezTo>
                    <a:pt x="277191" y="307008"/>
                    <a:pt x="276455" y="307377"/>
                    <a:pt x="276087" y="307377"/>
                  </a:cubicBezTo>
                  <a:cubicBezTo>
                    <a:pt x="275719" y="307377"/>
                    <a:pt x="275351" y="307377"/>
                    <a:pt x="274983" y="307008"/>
                  </a:cubicBezTo>
                  <a:cubicBezTo>
                    <a:pt x="274246" y="306272"/>
                    <a:pt x="273878" y="305168"/>
                    <a:pt x="274614" y="304432"/>
                  </a:cubicBezTo>
                  <a:lnTo>
                    <a:pt x="279768" y="297069"/>
                  </a:lnTo>
                  <a:cubicBezTo>
                    <a:pt x="280504" y="296333"/>
                    <a:pt x="281609" y="295965"/>
                    <a:pt x="282345" y="296701"/>
                  </a:cubicBezTo>
                  <a:close/>
                  <a:moveTo>
                    <a:pt x="413762" y="295965"/>
                  </a:moveTo>
                  <a:cubicBezTo>
                    <a:pt x="414499" y="295597"/>
                    <a:pt x="415603" y="295597"/>
                    <a:pt x="416339" y="296702"/>
                  </a:cubicBezTo>
                  <a:lnTo>
                    <a:pt x="425174" y="312162"/>
                  </a:lnTo>
                  <a:lnTo>
                    <a:pt x="425174" y="312163"/>
                  </a:lnTo>
                  <a:lnTo>
                    <a:pt x="425174" y="312163"/>
                  </a:lnTo>
                  <a:lnTo>
                    <a:pt x="424963" y="312903"/>
                  </a:lnTo>
                  <a:lnTo>
                    <a:pt x="424438" y="314739"/>
                  </a:lnTo>
                  <a:lnTo>
                    <a:pt x="424437" y="314740"/>
                  </a:lnTo>
                  <a:lnTo>
                    <a:pt x="424437" y="314740"/>
                  </a:lnTo>
                  <a:cubicBezTo>
                    <a:pt x="424069" y="315108"/>
                    <a:pt x="423701" y="315108"/>
                    <a:pt x="423333" y="315108"/>
                  </a:cubicBezTo>
                  <a:cubicBezTo>
                    <a:pt x="422597" y="315108"/>
                    <a:pt x="422229" y="314740"/>
                    <a:pt x="421861" y="314003"/>
                  </a:cubicBezTo>
                  <a:lnTo>
                    <a:pt x="417443" y="306273"/>
                  </a:lnTo>
                  <a:lnTo>
                    <a:pt x="417444" y="306272"/>
                  </a:lnTo>
                  <a:lnTo>
                    <a:pt x="413026" y="298542"/>
                  </a:lnTo>
                  <a:cubicBezTo>
                    <a:pt x="412658" y="297806"/>
                    <a:pt x="412658" y="296702"/>
                    <a:pt x="413762" y="295965"/>
                  </a:cubicBezTo>
                  <a:close/>
                  <a:moveTo>
                    <a:pt x="297437" y="295965"/>
                  </a:moveTo>
                  <a:cubicBezTo>
                    <a:pt x="298173" y="296334"/>
                    <a:pt x="298541" y="297438"/>
                    <a:pt x="298173" y="298542"/>
                  </a:cubicBezTo>
                  <a:lnTo>
                    <a:pt x="293756" y="306272"/>
                  </a:lnTo>
                  <a:lnTo>
                    <a:pt x="293756" y="306272"/>
                  </a:lnTo>
                  <a:lnTo>
                    <a:pt x="289338" y="314003"/>
                  </a:lnTo>
                  <a:cubicBezTo>
                    <a:pt x="288970" y="314740"/>
                    <a:pt x="288602" y="315108"/>
                    <a:pt x="287866" y="315108"/>
                  </a:cubicBezTo>
                  <a:cubicBezTo>
                    <a:pt x="287498" y="315108"/>
                    <a:pt x="287130" y="315108"/>
                    <a:pt x="286762" y="314740"/>
                  </a:cubicBezTo>
                  <a:cubicBezTo>
                    <a:pt x="286025" y="314371"/>
                    <a:pt x="285657" y="313267"/>
                    <a:pt x="286025" y="312163"/>
                  </a:cubicBezTo>
                  <a:lnTo>
                    <a:pt x="286025" y="312163"/>
                  </a:lnTo>
                  <a:lnTo>
                    <a:pt x="286025" y="312162"/>
                  </a:lnTo>
                  <a:lnTo>
                    <a:pt x="289225" y="306564"/>
                  </a:lnTo>
                  <a:lnTo>
                    <a:pt x="294860" y="296702"/>
                  </a:lnTo>
                  <a:cubicBezTo>
                    <a:pt x="295228" y="295965"/>
                    <a:pt x="296333" y="295597"/>
                    <a:pt x="297437" y="295965"/>
                  </a:cubicBezTo>
                  <a:close/>
                  <a:moveTo>
                    <a:pt x="269829" y="288971"/>
                  </a:moveTo>
                  <a:cubicBezTo>
                    <a:pt x="270565" y="288235"/>
                    <a:pt x="271670" y="288235"/>
                    <a:pt x="272406" y="288971"/>
                  </a:cubicBezTo>
                  <a:cubicBezTo>
                    <a:pt x="273142" y="289707"/>
                    <a:pt x="273142" y="290812"/>
                    <a:pt x="272406" y="291548"/>
                  </a:cubicBezTo>
                  <a:lnTo>
                    <a:pt x="266516" y="298174"/>
                  </a:lnTo>
                  <a:cubicBezTo>
                    <a:pt x="266148" y="298174"/>
                    <a:pt x="265412" y="298542"/>
                    <a:pt x="265044" y="298542"/>
                  </a:cubicBezTo>
                  <a:cubicBezTo>
                    <a:pt x="264675" y="298542"/>
                    <a:pt x="264307" y="298542"/>
                    <a:pt x="263939" y="298174"/>
                  </a:cubicBezTo>
                  <a:cubicBezTo>
                    <a:pt x="263203" y="297438"/>
                    <a:pt x="263203" y="296334"/>
                    <a:pt x="263939" y="295597"/>
                  </a:cubicBezTo>
                  <a:close/>
                  <a:moveTo>
                    <a:pt x="438794" y="288603"/>
                  </a:moveTo>
                  <a:cubicBezTo>
                    <a:pt x="439530" y="287867"/>
                    <a:pt x="440635" y="287867"/>
                    <a:pt x="441371" y="288603"/>
                  </a:cubicBezTo>
                  <a:lnTo>
                    <a:pt x="447261" y="295229"/>
                  </a:lnTo>
                  <a:cubicBezTo>
                    <a:pt x="447997" y="295965"/>
                    <a:pt x="447997" y="297070"/>
                    <a:pt x="447261" y="297806"/>
                  </a:cubicBezTo>
                  <a:cubicBezTo>
                    <a:pt x="446893" y="298174"/>
                    <a:pt x="446525" y="298542"/>
                    <a:pt x="446157" y="298542"/>
                  </a:cubicBezTo>
                  <a:cubicBezTo>
                    <a:pt x="445788" y="298542"/>
                    <a:pt x="445052" y="298174"/>
                    <a:pt x="444684" y="297806"/>
                  </a:cubicBezTo>
                  <a:lnTo>
                    <a:pt x="438794" y="291180"/>
                  </a:lnTo>
                  <a:cubicBezTo>
                    <a:pt x="438058" y="290444"/>
                    <a:pt x="438058" y="289340"/>
                    <a:pt x="438794" y="288603"/>
                  </a:cubicBezTo>
                  <a:close/>
                  <a:moveTo>
                    <a:pt x="448365" y="279400"/>
                  </a:moveTo>
                  <a:cubicBezTo>
                    <a:pt x="449101" y="278664"/>
                    <a:pt x="450206" y="278664"/>
                    <a:pt x="450942" y="279400"/>
                  </a:cubicBezTo>
                  <a:lnTo>
                    <a:pt x="457568" y="285290"/>
                  </a:lnTo>
                  <a:cubicBezTo>
                    <a:pt x="458304" y="286026"/>
                    <a:pt x="458304" y="287131"/>
                    <a:pt x="457568" y="287867"/>
                  </a:cubicBezTo>
                  <a:cubicBezTo>
                    <a:pt x="457200" y="288235"/>
                    <a:pt x="456832" y="288235"/>
                    <a:pt x="456096" y="288235"/>
                  </a:cubicBezTo>
                  <a:cubicBezTo>
                    <a:pt x="455728" y="288235"/>
                    <a:pt x="455359" y="288235"/>
                    <a:pt x="454991" y="287867"/>
                  </a:cubicBezTo>
                  <a:lnTo>
                    <a:pt x="448365" y="281977"/>
                  </a:lnTo>
                  <a:cubicBezTo>
                    <a:pt x="447629" y="281241"/>
                    <a:pt x="447629" y="280137"/>
                    <a:pt x="448365" y="279400"/>
                  </a:cubicBezTo>
                  <a:close/>
                  <a:moveTo>
                    <a:pt x="260257" y="279032"/>
                  </a:moveTo>
                  <a:cubicBezTo>
                    <a:pt x="260993" y="278296"/>
                    <a:pt x="262098" y="278296"/>
                    <a:pt x="262834" y="279032"/>
                  </a:cubicBezTo>
                  <a:cubicBezTo>
                    <a:pt x="263570" y="279769"/>
                    <a:pt x="263570" y="280873"/>
                    <a:pt x="262834" y="281609"/>
                  </a:cubicBezTo>
                  <a:lnTo>
                    <a:pt x="256208" y="287499"/>
                  </a:lnTo>
                  <a:cubicBezTo>
                    <a:pt x="255840" y="288235"/>
                    <a:pt x="255472" y="288235"/>
                    <a:pt x="255104" y="288235"/>
                  </a:cubicBezTo>
                  <a:cubicBezTo>
                    <a:pt x="254736" y="288235"/>
                    <a:pt x="253999" y="287867"/>
                    <a:pt x="253631" y="287499"/>
                  </a:cubicBezTo>
                  <a:cubicBezTo>
                    <a:pt x="252895" y="286762"/>
                    <a:pt x="252895" y="285658"/>
                    <a:pt x="253631" y="284922"/>
                  </a:cubicBezTo>
                  <a:close/>
                  <a:moveTo>
                    <a:pt x="458672" y="269093"/>
                  </a:moveTo>
                  <a:lnTo>
                    <a:pt x="466034" y="274247"/>
                  </a:lnTo>
                  <a:cubicBezTo>
                    <a:pt x="466771" y="274983"/>
                    <a:pt x="467139" y="276088"/>
                    <a:pt x="466403" y="276824"/>
                  </a:cubicBezTo>
                  <a:cubicBezTo>
                    <a:pt x="466403" y="277192"/>
                    <a:pt x="465666" y="277560"/>
                    <a:pt x="464930" y="277560"/>
                  </a:cubicBezTo>
                  <a:cubicBezTo>
                    <a:pt x="464562" y="277560"/>
                    <a:pt x="464194" y="277560"/>
                    <a:pt x="463826" y="277192"/>
                  </a:cubicBezTo>
                  <a:lnTo>
                    <a:pt x="456463" y="272038"/>
                  </a:lnTo>
                  <a:cubicBezTo>
                    <a:pt x="455727" y="271302"/>
                    <a:pt x="455359" y="270197"/>
                    <a:pt x="456095" y="269461"/>
                  </a:cubicBezTo>
                  <a:cubicBezTo>
                    <a:pt x="456831" y="268725"/>
                    <a:pt x="457936" y="268357"/>
                    <a:pt x="458672" y="269093"/>
                  </a:cubicBezTo>
                  <a:close/>
                  <a:moveTo>
                    <a:pt x="252159" y="269093"/>
                  </a:moveTo>
                  <a:cubicBezTo>
                    <a:pt x="252895" y="268357"/>
                    <a:pt x="253999" y="268725"/>
                    <a:pt x="254736" y="269461"/>
                  </a:cubicBezTo>
                  <a:cubicBezTo>
                    <a:pt x="255472" y="270197"/>
                    <a:pt x="255104" y="271302"/>
                    <a:pt x="254367" y="272038"/>
                  </a:cubicBezTo>
                  <a:lnTo>
                    <a:pt x="247005" y="277192"/>
                  </a:lnTo>
                  <a:cubicBezTo>
                    <a:pt x="246637" y="277192"/>
                    <a:pt x="246269" y="277560"/>
                    <a:pt x="245901" y="277560"/>
                  </a:cubicBezTo>
                  <a:cubicBezTo>
                    <a:pt x="245164" y="277560"/>
                    <a:pt x="244796" y="277192"/>
                    <a:pt x="244428" y="276824"/>
                  </a:cubicBezTo>
                  <a:cubicBezTo>
                    <a:pt x="243692" y="276088"/>
                    <a:pt x="244060" y="274983"/>
                    <a:pt x="244796" y="274247"/>
                  </a:cubicBezTo>
                  <a:close/>
                  <a:moveTo>
                    <a:pt x="92765" y="256209"/>
                  </a:moveTo>
                  <a:cubicBezTo>
                    <a:pt x="60739" y="259522"/>
                    <a:pt x="41965" y="264675"/>
                    <a:pt x="36075" y="268725"/>
                  </a:cubicBezTo>
                  <a:cubicBezTo>
                    <a:pt x="54849" y="297437"/>
                    <a:pt x="83930" y="318788"/>
                    <a:pt x="118533" y="326151"/>
                  </a:cubicBezTo>
                  <a:cubicBezTo>
                    <a:pt x="107122" y="311058"/>
                    <a:pt x="97919" y="286394"/>
                    <a:pt x="92765" y="256209"/>
                  </a:cubicBezTo>
                  <a:close/>
                  <a:moveTo>
                    <a:pt x="147983" y="254000"/>
                  </a:moveTo>
                  <a:cubicBezTo>
                    <a:pt x="132890" y="254000"/>
                    <a:pt x="119269" y="254736"/>
                    <a:pt x="107122" y="255472"/>
                  </a:cubicBezTo>
                  <a:cubicBezTo>
                    <a:pt x="115220" y="301487"/>
                    <a:pt x="132153" y="330200"/>
                    <a:pt x="147983" y="330200"/>
                  </a:cubicBezTo>
                  <a:cubicBezTo>
                    <a:pt x="159026" y="330200"/>
                    <a:pt x="170898" y="315706"/>
                    <a:pt x="179715" y="290909"/>
                  </a:cubicBezTo>
                  <a:lnTo>
                    <a:pt x="181881" y="282969"/>
                  </a:lnTo>
                  <a:lnTo>
                    <a:pt x="174832" y="272521"/>
                  </a:lnTo>
                  <a:lnTo>
                    <a:pt x="171228" y="254704"/>
                  </a:lnTo>
                  <a:close/>
                  <a:moveTo>
                    <a:pt x="252895" y="252896"/>
                  </a:moveTo>
                  <a:cubicBezTo>
                    <a:pt x="253631" y="252528"/>
                    <a:pt x="254736" y="252528"/>
                    <a:pt x="255472" y="253632"/>
                  </a:cubicBezTo>
                  <a:cubicBezTo>
                    <a:pt x="255840" y="254369"/>
                    <a:pt x="255840" y="255473"/>
                    <a:pt x="254736" y="256209"/>
                  </a:cubicBezTo>
                  <a:lnTo>
                    <a:pt x="239275" y="265044"/>
                  </a:lnTo>
                  <a:cubicBezTo>
                    <a:pt x="238907" y="265412"/>
                    <a:pt x="238539" y="265412"/>
                    <a:pt x="238171" y="265412"/>
                  </a:cubicBezTo>
                  <a:cubicBezTo>
                    <a:pt x="237434" y="265412"/>
                    <a:pt x="237066" y="265044"/>
                    <a:pt x="236698" y="264308"/>
                  </a:cubicBezTo>
                  <a:lnTo>
                    <a:pt x="236698" y="264307"/>
                  </a:lnTo>
                  <a:cubicBezTo>
                    <a:pt x="236330" y="263571"/>
                    <a:pt x="236330" y="262467"/>
                    <a:pt x="237434" y="261731"/>
                  </a:cubicBezTo>
                  <a:lnTo>
                    <a:pt x="245165" y="257313"/>
                  </a:lnTo>
                  <a:lnTo>
                    <a:pt x="245166" y="257313"/>
                  </a:lnTo>
                  <a:close/>
                  <a:moveTo>
                    <a:pt x="457936" y="252895"/>
                  </a:moveTo>
                  <a:lnTo>
                    <a:pt x="473397" y="261730"/>
                  </a:lnTo>
                  <a:cubicBezTo>
                    <a:pt x="474133" y="262098"/>
                    <a:pt x="474501" y="263203"/>
                    <a:pt x="474133" y="264307"/>
                  </a:cubicBezTo>
                  <a:lnTo>
                    <a:pt x="474133" y="264308"/>
                  </a:lnTo>
                  <a:cubicBezTo>
                    <a:pt x="474133" y="265044"/>
                    <a:pt x="473397" y="265412"/>
                    <a:pt x="472660" y="265412"/>
                  </a:cubicBezTo>
                  <a:cubicBezTo>
                    <a:pt x="472292" y="265412"/>
                    <a:pt x="471924" y="265412"/>
                    <a:pt x="471556" y="265044"/>
                  </a:cubicBezTo>
                  <a:lnTo>
                    <a:pt x="463826" y="260627"/>
                  </a:lnTo>
                  <a:lnTo>
                    <a:pt x="463826" y="260626"/>
                  </a:lnTo>
                  <a:lnTo>
                    <a:pt x="456096" y="256209"/>
                  </a:lnTo>
                  <a:cubicBezTo>
                    <a:pt x="455359" y="255840"/>
                    <a:pt x="454991" y="254736"/>
                    <a:pt x="455359" y="253631"/>
                  </a:cubicBezTo>
                  <a:cubicBezTo>
                    <a:pt x="455728" y="252895"/>
                    <a:pt x="456832" y="252527"/>
                    <a:pt x="457936" y="252895"/>
                  </a:cubicBezTo>
                  <a:close/>
                  <a:moveTo>
                    <a:pt x="471924" y="245534"/>
                  </a:moveTo>
                  <a:lnTo>
                    <a:pt x="480022" y="249215"/>
                  </a:lnTo>
                  <a:cubicBezTo>
                    <a:pt x="481127" y="249583"/>
                    <a:pt x="481495" y="250688"/>
                    <a:pt x="481127" y="251792"/>
                  </a:cubicBezTo>
                  <a:cubicBezTo>
                    <a:pt x="480759" y="252528"/>
                    <a:pt x="480022" y="252896"/>
                    <a:pt x="479286" y="252896"/>
                  </a:cubicBezTo>
                  <a:cubicBezTo>
                    <a:pt x="478918" y="252896"/>
                    <a:pt x="478918" y="252896"/>
                    <a:pt x="478550" y="252896"/>
                  </a:cubicBezTo>
                  <a:lnTo>
                    <a:pt x="470451" y="249215"/>
                  </a:lnTo>
                  <a:cubicBezTo>
                    <a:pt x="469347" y="248847"/>
                    <a:pt x="468979" y="247743"/>
                    <a:pt x="469347" y="246639"/>
                  </a:cubicBezTo>
                  <a:cubicBezTo>
                    <a:pt x="469715" y="245534"/>
                    <a:pt x="470819" y="245166"/>
                    <a:pt x="471924" y="245534"/>
                  </a:cubicBezTo>
                  <a:close/>
                  <a:moveTo>
                    <a:pt x="239275" y="245534"/>
                  </a:moveTo>
                  <a:cubicBezTo>
                    <a:pt x="240011" y="245166"/>
                    <a:pt x="241116" y="245534"/>
                    <a:pt x="241852" y="246639"/>
                  </a:cubicBezTo>
                  <a:cubicBezTo>
                    <a:pt x="242220" y="247743"/>
                    <a:pt x="241852" y="248479"/>
                    <a:pt x="240747" y="249215"/>
                  </a:cubicBezTo>
                  <a:lnTo>
                    <a:pt x="232649" y="252896"/>
                  </a:lnTo>
                  <a:cubicBezTo>
                    <a:pt x="232281" y="252896"/>
                    <a:pt x="232281" y="252896"/>
                    <a:pt x="231913" y="252896"/>
                  </a:cubicBezTo>
                  <a:cubicBezTo>
                    <a:pt x="231176" y="252896"/>
                    <a:pt x="230440" y="252528"/>
                    <a:pt x="230072" y="251792"/>
                  </a:cubicBezTo>
                  <a:cubicBezTo>
                    <a:pt x="229704" y="250688"/>
                    <a:pt x="230072" y="249951"/>
                    <a:pt x="231176" y="249215"/>
                  </a:cubicBezTo>
                  <a:close/>
                  <a:moveTo>
                    <a:pt x="476342" y="233386"/>
                  </a:moveTo>
                  <a:lnTo>
                    <a:pt x="484808" y="236331"/>
                  </a:lnTo>
                  <a:cubicBezTo>
                    <a:pt x="485913" y="236699"/>
                    <a:pt x="486281" y="237804"/>
                    <a:pt x="485913" y="238540"/>
                  </a:cubicBezTo>
                  <a:cubicBezTo>
                    <a:pt x="485913" y="239276"/>
                    <a:pt x="485176" y="239644"/>
                    <a:pt x="484440" y="239644"/>
                  </a:cubicBezTo>
                  <a:cubicBezTo>
                    <a:pt x="484072" y="239644"/>
                    <a:pt x="484072" y="239644"/>
                    <a:pt x="483704" y="239644"/>
                  </a:cubicBezTo>
                  <a:lnTo>
                    <a:pt x="475237" y="236699"/>
                  </a:lnTo>
                  <a:cubicBezTo>
                    <a:pt x="474133" y="236331"/>
                    <a:pt x="473765" y="235226"/>
                    <a:pt x="474133" y="234490"/>
                  </a:cubicBezTo>
                  <a:cubicBezTo>
                    <a:pt x="474501" y="233754"/>
                    <a:pt x="475606" y="233018"/>
                    <a:pt x="476342" y="233386"/>
                  </a:cubicBezTo>
                  <a:close/>
                  <a:moveTo>
                    <a:pt x="234490" y="233386"/>
                  </a:moveTo>
                  <a:cubicBezTo>
                    <a:pt x="235594" y="233018"/>
                    <a:pt x="236331" y="233754"/>
                    <a:pt x="236699" y="234490"/>
                  </a:cubicBezTo>
                  <a:cubicBezTo>
                    <a:pt x="237067" y="235226"/>
                    <a:pt x="236331" y="236331"/>
                    <a:pt x="235594" y="236699"/>
                  </a:cubicBezTo>
                  <a:lnTo>
                    <a:pt x="227128" y="239644"/>
                  </a:lnTo>
                  <a:cubicBezTo>
                    <a:pt x="227128" y="239644"/>
                    <a:pt x="227128" y="239644"/>
                    <a:pt x="226759" y="239644"/>
                  </a:cubicBezTo>
                  <a:cubicBezTo>
                    <a:pt x="226023" y="239644"/>
                    <a:pt x="225287" y="239276"/>
                    <a:pt x="224919" y="238540"/>
                  </a:cubicBezTo>
                  <a:cubicBezTo>
                    <a:pt x="224551" y="237435"/>
                    <a:pt x="225287" y="236699"/>
                    <a:pt x="226023" y="236331"/>
                  </a:cubicBezTo>
                  <a:close/>
                  <a:moveTo>
                    <a:pt x="231545" y="220502"/>
                  </a:moveTo>
                  <a:cubicBezTo>
                    <a:pt x="232649" y="220134"/>
                    <a:pt x="233385" y="220870"/>
                    <a:pt x="233754" y="221974"/>
                  </a:cubicBezTo>
                  <a:cubicBezTo>
                    <a:pt x="234122" y="223079"/>
                    <a:pt x="233385" y="223815"/>
                    <a:pt x="232281" y="224183"/>
                  </a:cubicBezTo>
                  <a:lnTo>
                    <a:pt x="223447" y="226023"/>
                  </a:lnTo>
                  <a:cubicBezTo>
                    <a:pt x="223447" y="226023"/>
                    <a:pt x="223078" y="226023"/>
                    <a:pt x="223078" y="226023"/>
                  </a:cubicBezTo>
                  <a:cubicBezTo>
                    <a:pt x="222342" y="226023"/>
                    <a:pt x="221606" y="225287"/>
                    <a:pt x="221238" y="224551"/>
                  </a:cubicBezTo>
                  <a:cubicBezTo>
                    <a:pt x="220870" y="223447"/>
                    <a:pt x="221606" y="222711"/>
                    <a:pt x="222710" y="222342"/>
                  </a:cubicBezTo>
                  <a:close/>
                  <a:moveTo>
                    <a:pt x="479655" y="220501"/>
                  </a:moveTo>
                  <a:lnTo>
                    <a:pt x="488489" y="222342"/>
                  </a:lnTo>
                  <a:cubicBezTo>
                    <a:pt x="489594" y="222710"/>
                    <a:pt x="489962" y="223446"/>
                    <a:pt x="489962" y="224551"/>
                  </a:cubicBezTo>
                  <a:cubicBezTo>
                    <a:pt x="489594" y="225287"/>
                    <a:pt x="488858" y="226023"/>
                    <a:pt x="488121" y="226023"/>
                  </a:cubicBezTo>
                  <a:cubicBezTo>
                    <a:pt x="488121" y="226023"/>
                    <a:pt x="487753" y="226023"/>
                    <a:pt x="487753" y="226023"/>
                  </a:cubicBezTo>
                  <a:lnTo>
                    <a:pt x="478918" y="224182"/>
                  </a:lnTo>
                  <a:cubicBezTo>
                    <a:pt x="477814" y="223814"/>
                    <a:pt x="477446" y="223078"/>
                    <a:pt x="477446" y="221974"/>
                  </a:cubicBezTo>
                  <a:cubicBezTo>
                    <a:pt x="477814" y="220869"/>
                    <a:pt x="478550" y="220501"/>
                    <a:pt x="479655" y="220501"/>
                  </a:cubicBezTo>
                  <a:close/>
                  <a:moveTo>
                    <a:pt x="481495" y="207618"/>
                  </a:moveTo>
                  <a:lnTo>
                    <a:pt x="490330" y="208722"/>
                  </a:lnTo>
                  <a:cubicBezTo>
                    <a:pt x="491434" y="208722"/>
                    <a:pt x="492171" y="209827"/>
                    <a:pt x="491803" y="210563"/>
                  </a:cubicBezTo>
                  <a:cubicBezTo>
                    <a:pt x="491803" y="211299"/>
                    <a:pt x="491066" y="212035"/>
                    <a:pt x="490330" y="212035"/>
                  </a:cubicBezTo>
                  <a:lnTo>
                    <a:pt x="481127" y="210931"/>
                  </a:lnTo>
                  <a:cubicBezTo>
                    <a:pt x="480023" y="210931"/>
                    <a:pt x="479287" y="209827"/>
                    <a:pt x="479655" y="209090"/>
                  </a:cubicBezTo>
                  <a:cubicBezTo>
                    <a:pt x="479655" y="207986"/>
                    <a:pt x="480759" y="207250"/>
                    <a:pt x="481495" y="207618"/>
                  </a:cubicBezTo>
                  <a:close/>
                  <a:moveTo>
                    <a:pt x="229336" y="207617"/>
                  </a:moveTo>
                  <a:cubicBezTo>
                    <a:pt x="230441" y="207617"/>
                    <a:pt x="231177" y="208354"/>
                    <a:pt x="231177" y="209090"/>
                  </a:cubicBezTo>
                  <a:cubicBezTo>
                    <a:pt x="231177" y="210194"/>
                    <a:pt x="230441" y="210930"/>
                    <a:pt x="229704" y="210930"/>
                  </a:cubicBezTo>
                  <a:lnTo>
                    <a:pt x="220870" y="212035"/>
                  </a:lnTo>
                  <a:cubicBezTo>
                    <a:pt x="219765" y="212035"/>
                    <a:pt x="219029" y="211298"/>
                    <a:pt x="219029" y="210562"/>
                  </a:cubicBezTo>
                  <a:cubicBezTo>
                    <a:pt x="219029" y="209458"/>
                    <a:pt x="219765" y="208722"/>
                    <a:pt x="220501" y="208722"/>
                  </a:cubicBezTo>
                  <a:close/>
                  <a:moveTo>
                    <a:pt x="102336" y="203568"/>
                  </a:moveTo>
                  <a:cubicBezTo>
                    <a:pt x="102336" y="216820"/>
                    <a:pt x="103440" y="229336"/>
                    <a:pt x="104913" y="241116"/>
                  </a:cubicBezTo>
                  <a:cubicBezTo>
                    <a:pt x="124055" y="239643"/>
                    <a:pt x="140988" y="239643"/>
                    <a:pt x="147983" y="239643"/>
                  </a:cubicBezTo>
                  <a:lnTo>
                    <a:pt x="168276" y="240110"/>
                  </a:lnTo>
                  <a:lnTo>
                    <a:pt x="160884" y="203568"/>
                  </a:lnTo>
                  <a:close/>
                  <a:moveTo>
                    <a:pt x="14356" y="203200"/>
                  </a:moveTo>
                  <a:cubicBezTo>
                    <a:pt x="15461" y="222342"/>
                    <a:pt x="20614" y="240379"/>
                    <a:pt x="28713" y="256577"/>
                  </a:cubicBezTo>
                  <a:cubicBezTo>
                    <a:pt x="41229" y="248478"/>
                    <a:pt x="66261" y="244061"/>
                    <a:pt x="90188" y="241852"/>
                  </a:cubicBezTo>
                  <a:cubicBezTo>
                    <a:pt x="88716" y="229704"/>
                    <a:pt x="87980" y="216820"/>
                    <a:pt x="87612" y="203200"/>
                  </a:cubicBezTo>
                  <a:close/>
                  <a:moveTo>
                    <a:pt x="473029" y="193997"/>
                  </a:moveTo>
                  <a:lnTo>
                    <a:pt x="482232" y="193997"/>
                  </a:lnTo>
                  <a:lnTo>
                    <a:pt x="491066" y="193997"/>
                  </a:lnTo>
                  <a:cubicBezTo>
                    <a:pt x="492171" y="193997"/>
                    <a:pt x="492907" y="194733"/>
                    <a:pt x="492907" y="195838"/>
                  </a:cubicBezTo>
                  <a:cubicBezTo>
                    <a:pt x="492907" y="196942"/>
                    <a:pt x="491803" y="197678"/>
                    <a:pt x="491066" y="197678"/>
                  </a:cubicBezTo>
                  <a:lnTo>
                    <a:pt x="482232" y="197678"/>
                  </a:lnTo>
                  <a:lnTo>
                    <a:pt x="473029" y="197678"/>
                  </a:lnTo>
                  <a:cubicBezTo>
                    <a:pt x="471924" y="197678"/>
                    <a:pt x="471188" y="196942"/>
                    <a:pt x="471188" y="195838"/>
                  </a:cubicBezTo>
                  <a:cubicBezTo>
                    <a:pt x="471188" y="194733"/>
                    <a:pt x="471924" y="193997"/>
                    <a:pt x="473029" y="193997"/>
                  </a:cubicBezTo>
                  <a:close/>
                  <a:moveTo>
                    <a:pt x="220133" y="193997"/>
                  </a:moveTo>
                  <a:lnTo>
                    <a:pt x="228967" y="193997"/>
                  </a:lnTo>
                  <a:lnTo>
                    <a:pt x="238170" y="193997"/>
                  </a:lnTo>
                  <a:cubicBezTo>
                    <a:pt x="239275" y="193997"/>
                    <a:pt x="240011" y="194733"/>
                    <a:pt x="240011" y="195838"/>
                  </a:cubicBezTo>
                  <a:cubicBezTo>
                    <a:pt x="240011" y="196942"/>
                    <a:pt x="238906" y="197678"/>
                    <a:pt x="238170" y="197678"/>
                  </a:cubicBezTo>
                  <a:lnTo>
                    <a:pt x="228967" y="197678"/>
                  </a:lnTo>
                  <a:lnTo>
                    <a:pt x="220133" y="197678"/>
                  </a:lnTo>
                  <a:cubicBezTo>
                    <a:pt x="219028" y="197678"/>
                    <a:pt x="218292" y="196942"/>
                    <a:pt x="218292" y="195838"/>
                  </a:cubicBezTo>
                  <a:cubicBezTo>
                    <a:pt x="218292" y="194733"/>
                    <a:pt x="219028" y="193997"/>
                    <a:pt x="220133" y="193997"/>
                  </a:cubicBezTo>
                  <a:close/>
                  <a:moveTo>
                    <a:pt x="489594" y="180009"/>
                  </a:moveTo>
                  <a:cubicBezTo>
                    <a:pt x="490699" y="180009"/>
                    <a:pt x="491435" y="180746"/>
                    <a:pt x="491435" y="181482"/>
                  </a:cubicBezTo>
                  <a:cubicBezTo>
                    <a:pt x="491435" y="182586"/>
                    <a:pt x="490699" y="183322"/>
                    <a:pt x="489962" y="183322"/>
                  </a:cubicBezTo>
                  <a:lnTo>
                    <a:pt x="481128" y="184427"/>
                  </a:lnTo>
                  <a:cubicBezTo>
                    <a:pt x="480023" y="184427"/>
                    <a:pt x="479287" y="183690"/>
                    <a:pt x="479287" y="182954"/>
                  </a:cubicBezTo>
                  <a:cubicBezTo>
                    <a:pt x="479287" y="181850"/>
                    <a:pt x="480023" y="181114"/>
                    <a:pt x="480759" y="181114"/>
                  </a:cubicBezTo>
                  <a:close/>
                  <a:moveTo>
                    <a:pt x="220869" y="180009"/>
                  </a:moveTo>
                  <a:lnTo>
                    <a:pt x="229704" y="181113"/>
                  </a:lnTo>
                  <a:cubicBezTo>
                    <a:pt x="230809" y="181113"/>
                    <a:pt x="231545" y="182218"/>
                    <a:pt x="231177" y="182954"/>
                  </a:cubicBezTo>
                  <a:cubicBezTo>
                    <a:pt x="231545" y="184058"/>
                    <a:pt x="230809" y="184426"/>
                    <a:pt x="229704" y="184426"/>
                  </a:cubicBezTo>
                  <a:lnTo>
                    <a:pt x="220501" y="183322"/>
                  </a:lnTo>
                  <a:cubicBezTo>
                    <a:pt x="219397" y="183322"/>
                    <a:pt x="218661" y="182218"/>
                    <a:pt x="219029" y="181481"/>
                  </a:cubicBezTo>
                  <a:cubicBezTo>
                    <a:pt x="219029" y="180377"/>
                    <a:pt x="220133" y="179641"/>
                    <a:pt x="220869" y="180009"/>
                  </a:cubicBezTo>
                  <a:close/>
                  <a:moveTo>
                    <a:pt x="487753" y="166021"/>
                  </a:moveTo>
                  <a:cubicBezTo>
                    <a:pt x="488857" y="166021"/>
                    <a:pt x="489594" y="166389"/>
                    <a:pt x="489962" y="167494"/>
                  </a:cubicBezTo>
                  <a:cubicBezTo>
                    <a:pt x="490330" y="168598"/>
                    <a:pt x="489594" y="169334"/>
                    <a:pt x="488489" y="169702"/>
                  </a:cubicBezTo>
                  <a:lnTo>
                    <a:pt x="479654" y="171543"/>
                  </a:lnTo>
                  <a:cubicBezTo>
                    <a:pt x="479654" y="171543"/>
                    <a:pt x="479286" y="171543"/>
                    <a:pt x="479286" y="171543"/>
                  </a:cubicBezTo>
                  <a:cubicBezTo>
                    <a:pt x="478550" y="171543"/>
                    <a:pt x="477814" y="170806"/>
                    <a:pt x="477446" y="170070"/>
                  </a:cubicBezTo>
                  <a:cubicBezTo>
                    <a:pt x="477078" y="168966"/>
                    <a:pt x="477814" y="168230"/>
                    <a:pt x="478918" y="167862"/>
                  </a:cubicBezTo>
                  <a:close/>
                  <a:moveTo>
                    <a:pt x="223446" y="166021"/>
                  </a:moveTo>
                  <a:lnTo>
                    <a:pt x="232280" y="167862"/>
                  </a:lnTo>
                  <a:cubicBezTo>
                    <a:pt x="233385" y="168230"/>
                    <a:pt x="233753" y="168966"/>
                    <a:pt x="233753" y="170070"/>
                  </a:cubicBezTo>
                  <a:cubicBezTo>
                    <a:pt x="233385" y="170806"/>
                    <a:pt x="232649" y="171543"/>
                    <a:pt x="231912" y="171543"/>
                  </a:cubicBezTo>
                  <a:cubicBezTo>
                    <a:pt x="231912" y="171543"/>
                    <a:pt x="231544" y="171543"/>
                    <a:pt x="231544" y="171543"/>
                  </a:cubicBezTo>
                  <a:lnTo>
                    <a:pt x="222710" y="169702"/>
                  </a:lnTo>
                  <a:cubicBezTo>
                    <a:pt x="221605" y="169334"/>
                    <a:pt x="221237" y="168598"/>
                    <a:pt x="221237" y="167494"/>
                  </a:cubicBezTo>
                  <a:cubicBezTo>
                    <a:pt x="221605" y="166389"/>
                    <a:pt x="222341" y="166021"/>
                    <a:pt x="223446" y="166021"/>
                  </a:cubicBezTo>
                  <a:close/>
                  <a:moveTo>
                    <a:pt x="483704" y="152400"/>
                  </a:moveTo>
                  <a:cubicBezTo>
                    <a:pt x="484808" y="152032"/>
                    <a:pt x="485544" y="152768"/>
                    <a:pt x="485913" y="153504"/>
                  </a:cubicBezTo>
                  <a:cubicBezTo>
                    <a:pt x="486281" y="154240"/>
                    <a:pt x="485544" y="155345"/>
                    <a:pt x="484808" y="155713"/>
                  </a:cubicBezTo>
                  <a:lnTo>
                    <a:pt x="476341" y="158658"/>
                  </a:lnTo>
                  <a:cubicBezTo>
                    <a:pt x="476341" y="158658"/>
                    <a:pt x="475973" y="158658"/>
                    <a:pt x="475973" y="158658"/>
                  </a:cubicBezTo>
                  <a:cubicBezTo>
                    <a:pt x="475237" y="158658"/>
                    <a:pt x="474501" y="158290"/>
                    <a:pt x="474133" y="157554"/>
                  </a:cubicBezTo>
                  <a:cubicBezTo>
                    <a:pt x="473765" y="156449"/>
                    <a:pt x="474501" y="155713"/>
                    <a:pt x="475237" y="155345"/>
                  </a:cubicBezTo>
                  <a:close/>
                  <a:moveTo>
                    <a:pt x="227127" y="152400"/>
                  </a:moveTo>
                  <a:lnTo>
                    <a:pt x="235593" y="155345"/>
                  </a:lnTo>
                  <a:cubicBezTo>
                    <a:pt x="236698" y="155713"/>
                    <a:pt x="237066" y="156818"/>
                    <a:pt x="236698" y="157554"/>
                  </a:cubicBezTo>
                  <a:cubicBezTo>
                    <a:pt x="236698" y="158290"/>
                    <a:pt x="235961" y="158658"/>
                    <a:pt x="235225" y="158658"/>
                  </a:cubicBezTo>
                  <a:cubicBezTo>
                    <a:pt x="234857" y="158658"/>
                    <a:pt x="234857" y="158658"/>
                    <a:pt x="234489" y="158658"/>
                  </a:cubicBezTo>
                  <a:lnTo>
                    <a:pt x="226022" y="155713"/>
                  </a:lnTo>
                  <a:cubicBezTo>
                    <a:pt x="224918" y="155345"/>
                    <a:pt x="224550" y="154240"/>
                    <a:pt x="224918" y="153504"/>
                  </a:cubicBezTo>
                  <a:cubicBezTo>
                    <a:pt x="225286" y="152768"/>
                    <a:pt x="226391" y="152032"/>
                    <a:pt x="227127" y="152400"/>
                  </a:cubicBezTo>
                  <a:close/>
                  <a:moveTo>
                    <a:pt x="105281" y="150927"/>
                  </a:moveTo>
                  <a:cubicBezTo>
                    <a:pt x="103440" y="162707"/>
                    <a:pt x="102704" y="175223"/>
                    <a:pt x="102336" y="188843"/>
                  </a:cubicBezTo>
                  <a:lnTo>
                    <a:pt x="160884" y="188843"/>
                  </a:lnTo>
                  <a:lnTo>
                    <a:pt x="168348" y="151945"/>
                  </a:lnTo>
                  <a:lnTo>
                    <a:pt x="148351" y="152400"/>
                  </a:lnTo>
                  <a:cubicBezTo>
                    <a:pt x="140988" y="152400"/>
                    <a:pt x="124423" y="152032"/>
                    <a:pt x="105281" y="150927"/>
                  </a:cubicBezTo>
                  <a:close/>
                  <a:moveTo>
                    <a:pt x="478550" y="139148"/>
                  </a:moveTo>
                  <a:cubicBezTo>
                    <a:pt x="479286" y="138780"/>
                    <a:pt x="480391" y="139148"/>
                    <a:pt x="481127" y="140253"/>
                  </a:cubicBezTo>
                  <a:cubicBezTo>
                    <a:pt x="481495" y="141357"/>
                    <a:pt x="481127" y="142093"/>
                    <a:pt x="480022" y="142829"/>
                  </a:cubicBezTo>
                  <a:lnTo>
                    <a:pt x="471924" y="146510"/>
                  </a:lnTo>
                  <a:cubicBezTo>
                    <a:pt x="471556" y="146142"/>
                    <a:pt x="471188" y="146510"/>
                    <a:pt x="471188" y="146510"/>
                  </a:cubicBezTo>
                  <a:cubicBezTo>
                    <a:pt x="470451" y="146510"/>
                    <a:pt x="469715" y="146142"/>
                    <a:pt x="469347" y="145406"/>
                  </a:cubicBezTo>
                  <a:cubicBezTo>
                    <a:pt x="468979" y="144302"/>
                    <a:pt x="469347" y="143566"/>
                    <a:pt x="470451" y="142829"/>
                  </a:cubicBezTo>
                  <a:close/>
                  <a:moveTo>
                    <a:pt x="232649" y="139148"/>
                  </a:moveTo>
                  <a:lnTo>
                    <a:pt x="240747" y="142829"/>
                  </a:lnTo>
                  <a:cubicBezTo>
                    <a:pt x="241852" y="143197"/>
                    <a:pt x="242220" y="144302"/>
                    <a:pt x="241852" y="145406"/>
                  </a:cubicBezTo>
                  <a:cubicBezTo>
                    <a:pt x="241484" y="146142"/>
                    <a:pt x="240747" y="146510"/>
                    <a:pt x="240011" y="146510"/>
                  </a:cubicBezTo>
                  <a:cubicBezTo>
                    <a:pt x="239643" y="146510"/>
                    <a:pt x="239643" y="146510"/>
                    <a:pt x="239275" y="146510"/>
                  </a:cubicBezTo>
                  <a:lnTo>
                    <a:pt x="231176" y="142829"/>
                  </a:lnTo>
                  <a:cubicBezTo>
                    <a:pt x="230072" y="142461"/>
                    <a:pt x="229704" y="141357"/>
                    <a:pt x="230072" y="140253"/>
                  </a:cubicBezTo>
                  <a:cubicBezTo>
                    <a:pt x="230440" y="139148"/>
                    <a:pt x="231544" y="138780"/>
                    <a:pt x="232649" y="139148"/>
                  </a:cubicBezTo>
                  <a:close/>
                  <a:moveTo>
                    <a:pt x="29081" y="134730"/>
                  </a:moveTo>
                  <a:cubicBezTo>
                    <a:pt x="20614" y="151295"/>
                    <a:pt x="15461" y="169333"/>
                    <a:pt x="14725" y="188475"/>
                  </a:cubicBezTo>
                  <a:lnTo>
                    <a:pt x="87980" y="188475"/>
                  </a:lnTo>
                  <a:cubicBezTo>
                    <a:pt x="87980" y="174855"/>
                    <a:pt x="89084" y="161971"/>
                    <a:pt x="90556" y="149455"/>
                  </a:cubicBezTo>
                  <a:cubicBezTo>
                    <a:pt x="66629" y="146878"/>
                    <a:pt x="41965" y="142829"/>
                    <a:pt x="29081" y="134730"/>
                  </a:cubicBezTo>
                  <a:close/>
                  <a:moveTo>
                    <a:pt x="471924" y="126632"/>
                  </a:moveTo>
                  <a:cubicBezTo>
                    <a:pt x="472660" y="126264"/>
                    <a:pt x="473765" y="126264"/>
                    <a:pt x="474501" y="127369"/>
                  </a:cubicBezTo>
                  <a:cubicBezTo>
                    <a:pt x="474869" y="128105"/>
                    <a:pt x="474869" y="129209"/>
                    <a:pt x="473765" y="129945"/>
                  </a:cubicBezTo>
                  <a:lnTo>
                    <a:pt x="466034" y="134363"/>
                  </a:lnTo>
                  <a:lnTo>
                    <a:pt x="466033" y="134364"/>
                  </a:lnTo>
                  <a:lnTo>
                    <a:pt x="458304" y="138780"/>
                  </a:lnTo>
                  <a:cubicBezTo>
                    <a:pt x="457936" y="139148"/>
                    <a:pt x="457568" y="139148"/>
                    <a:pt x="457200" y="139148"/>
                  </a:cubicBezTo>
                  <a:cubicBezTo>
                    <a:pt x="456463" y="139148"/>
                    <a:pt x="456095" y="138780"/>
                    <a:pt x="455727" y="138044"/>
                  </a:cubicBezTo>
                  <a:cubicBezTo>
                    <a:pt x="455359" y="137308"/>
                    <a:pt x="455359" y="136203"/>
                    <a:pt x="456463" y="135467"/>
                  </a:cubicBezTo>
                  <a:close/>
                  <a:moveTo>
                    <a:pt x="238907" y="126632"/>
                  </a:moveTo>
                  <a:lnTo>
                    <a:pt x="254368" y="135467"/>
                  </a:lnTo>
                  <a:cubicBezTo>
                    <a:pt x="255104" y="135835"/>
                    <a:pt x="255472" y="136940"/>
                    <a:pt x="255104" y="138044"/>
                  </a:cubicBezTo>
                  <a:cubicBezTo>
                    <a:pt x="255104" y="138780"/>
                    <a:pt x="254368" y="139148"/>
                    <a:pt x="253632" y="139148"/>
                  </a:cubicBezTo>
                  <a:cubicBezTo>
                    <a:pt x="253264" y="139148"/>
                    <a:pt x="252896" y="139148"/>
                    <a:pt x="252527" y="138780"/>
                  </a:cubicBezTo>
                  <a:lnTo>
                    <a:pt x="244797" y="134363"/>
                  </a:lnTo>
                  <a:lnTo>
                    <a:pt x="237067" y="129946"/>
                  </a:lnTo>
                  <a:cubicBezTo>
                    <a:pt x="236330" y="129577"/>
                    <a:pt x="235962" y="128473"/>
                    <a:pt x="236330" y="127369"/>
                  </a:cubicBezTo>
                  <a:cubicBezTo>
                    <a:pt x="236699" y="126632"/>
                    <a:pt x="237803" y="126264"/>
                    <a:pt x="238907" y="126632"/>
                  </a:cubicBezTo>
                  <a:close/>
                  <a:moveTo>
                    <a:pt x="464194" y="114852"/>
                  </a:moveTo>
                  <a:cubicBezTo>
                    <a:pt x="464930" y="114116"/>
                    <a:pt x="466034" y="114484"/>
                    <a:pt x="466771" y="115220"/>
                  </a:cubicBezTo>
                  <a:cubicBezTo>
                    <a:pt x="467507" y="115957"/>
                    <a:pt x="467139" y="117061"/>
                    <a:pt x="466403" y="117797"/>
                  </a:cubicBezTo>
                  <a:lnTo>
                    <a:pt x="459040" y="122951"/>
                  </a:lnTo>
                  <a:cubicBezTo>
                    <a:pt x="458672" y="123319"/>
                    <a:pt x="458304" y="123319"/>
                    <a:pt x="457936" y="123319"/>
                  </a:cubicBezTo>
                  <a:cubicBezTo>
                    <a:pt x="457200" y="123319"/>
                    <a:pt x="456831" y="122951"/>
                    <a:pt x="456463" y="122583"/>
                  </a:cubicBezTo>
                  <a:cubicBezTo>
                    <a:pt x="455727" y="121847"/>
                    <a:pt x="456095" y="120742"/>
                    <a:pt x="456831" y="120006"/>
                  </a:cubicBezTo>
                  <a:close/>
                  <a:moveTo>
                    <a:pt x="247005" y="114852"/>
                  </a:moveTo>
                  <a:lnTo>
                    <a:pt x="254367" y="120006"/>
                  </a:lnTo>
                  <a:cubicBezTo>
                    <a:pt x="255104" y="120742"/>
                    <a:pt x="255472" y="121847"/>
                    <a:pt x="254736" y="122583"/>
                  </a:cubicBezTo>
                  <a:cubicBezTo>
                    <a:pt x="254367" y="123319"/>
                    <a:pt x="253999" y="123319"/>
                    <a:pt x="253263" y="123319"/>
                  </a:cubicBezTo>
                  <a:cubicBezTo>
                    <a:pt x="252895" y="123319"/>
                    <a:pt x="252527" y="123319"/>
                    <a:pt x="252159" y="122951"/>
                  </a:cubicBezTo>
                  <a:lnTo>
                    <a:pt x="244796" y="117797"/>
                  </a:lnTo>
                  <a:cubicBezTo>
                    <a:pt x="244060" y="117061"/>
                    <a:pt x="243692" y="115957"/>
                    <a:pt x="244428" y="115220"/>
                  </a:cubicBezTo>
                  <a:cubicBezTo>
                    <a:pt x="245164" y="114484"/>
                    <a:pt x="246269" y="114116"/>
                    <a:pt x="247005" y="114852"/>
                  </a:cubicBezTo>
                  <a:close/>
                  <a:moveTo>
                    <a:pt x="254000" y="104177"/>
                  </a:moveTo>
                  <a:cubicBezTo>
                    <a:pt x="254736" y="103441"/>
                    <a:pt x="255841" y="103441"/>
                    <a:pt x="256577" y="104177"/>
                  </a:cubicBezTo>
                  <a:lnTo>
                    <a:pt x="263203" y="110067"/>
                  </a:lnTo>
                  <a:cubicBezTo>
                    <a:pt x="263939" y="110803"/>
                    <a:pt x="263939" y="111907"/>
                    <a:pt x="263203" y="112644"/>
                  </a:cubicBezTo>
                  <a:cubicBezTo>
                    <a:pt x="262467" y="113012"/>
                    <a:pt x="262099" y="113012"/>
                    <a:pt x="261731" y="113012"/>
                  </a:cubicBezTo>
                  <a:cubicBezTo>
                    <a:pt x="261363" y="113012"/>
                    <a:pt x="260994" y="113012"/>
                    <a:pt x="260626" y="112644"/>
                  </a:cubicBezTo>
                  <a:lnTo>
                    <a:pt x="254000" y="106754"/>
                  </a:lnTo>
                  <a:cubicBezTo>
                    <a:pt x="253264" y="106018"/>
                    <a:pt x="253264" y="104914"/>
                    <a:pt x="254000" y="104177"/>
                  </a:cubicBezTo>
                  <a:close/>
                  <a:moveTo>
                    <a:pt x="454623" y="103809"/>
                  </a:moveTo>
                  <a:cubicBezTo>
                    <a:pt x="455360" y="103073"/>
                    <a:pt x="456464" y="103073"/>
                    <a:pt x="457200" y="103809"/>
                  </a:cubicBezTo>
                  <a:cubicBezTo>
                    <a:pt x="457936" y="104545"/>
                    <a:pt x="457936" y="105650"/>
                    <a:pt x="457200" y="106386"/>
                  </a:cubicBezTo>
                  <a:lnTo>
                    <a:pt x="450574" y="112276"/>
                  </a:lnTo>
                  <a:cubicBezTo>
                    <a:pt x="450574" y="113012"/>
                    <a:pt x="449838" y="113012"/>
                    <a:pt x="449470" y="113012"/>
                  </a:cubicBezTo>
                  <a:cubicBezTo>
                    <a:pt x="449102" y="113012"/>
                    <a:pt x="448365" y="112644"/>
                    <a:pt x="447997" y="112276"/>
                  </a:cubicBezTo>
                  <a:cubicBezTo>
                    <a:pt x="447261" y="111539"/>
                    <a:pt x="447261" y="110435"/>
                    <a:pt x="447997" y="109699"/>
                  </a:cubicBezTo>
                  <a:close/>
                  <a:moveTo>
                    <a:pt x="445052" y="94238"/>
                  </a:moveTo>
                  <a:cubicBezTo>
                    <a:pt x="445788" y="93502"/>
                    <a:pt x="446893" y="93502"/>
                    <a:pt x="447629" y="94238"/>
                  </a:cubicBezTo>
                  <a:cubicBezTo>
                    <a:pt x="448365" y="94974"/>
                    <a:pt x="448365" y="96079"/>
                    <a:pt x="447629" y="96815"/>
                  </a:cubicBezTo>
                  <a:lnTo>
                    <a:pt x="441739" y="103441"/>
                  </a:lnTo>
                  <a:cubicBezTo>
                    <a:pt x="441003" y="103809"/>
                    <a:pt x="440635" y="103809"/>
                    <a:pt x="440267" y="103809"/>
                  </a:cubicBezTo>
                  <a:cubicBezTo>
                    <a:pt x="439898" y="103809"/>
                    <a:pt x="439530" y="103809"/>
                    <a:pt x="439162" y="103441"/>
                  </a:cubicBezTo>
                  <a:cubicBezTo>
                    <a:pt x="438426" y="102705"/>
                    <a:pt x="438426" y="101601"/>
                    <a:pt x="439162" y="100864"/>
                  </a:cubicBezTo>
                  <a:close/>
                  <a:moveTo>
                    <a:pt x="355231" y="93870"/>
                  </a:moveTo>
                  <a:cubicBezTo>
                    <a:pt x="355967" y="93501"/>
                    <a:pt x="355967" y="93870"/>
                    <a:pt x="355967" y="94238"/>
                  </a:cubicBezTo>
                  <a:lnTo>
                    <a:pt x="358912" y="158658"/>
                  </a:lnTo>
                  <a:lnTo>
                    <a:pt x="360337" y="189997"/>
                  </a:lnTo>
                  <a:lnTo>
                    <a:pt x="361122" y="190316"/>
                  </a:lnTo>
                  <a:cubicBezTo>
                    <a:pt x="368484" y="194366"/>
                    <a:pt x="375110" y="199519"/>
                    <a:pt x="382104" y="204305"/>
                  </a:cubicBezTo>
                  <a:cubicBezTo>
                    <a:pt x="396093" y="213876"/>
                    <a:pt x="410081" y="223079"/>
                    <a:pt x="423702" y="233018"/>
                  </a:cubicBezTo>
                  <a:cubicBezTo>
                    <a:pt x="424070" y="233386"/>
                    <a:pt x="424070" y="233754"/>
                    <a:pt x="424070" y="234122"/>
                  </a:cubicBezTo>
                  <a:cubicBezTo>
                    <a:pt x="423702" y="234858"/>
                    <a:pt x="423334" y="234858"/>
                    <a:pt x="422965" y="234858"/>
                  </a:cubicBezTo>
                  <a:cubicBezTo>
                    <a:pt x="407505" y="228232"/>
                    <a:pt x="392412" y="220870"/>
                    <a:pt x="376951" y="213876"/>
                  </a:cubicBezTo>
                  <a:lnTo>
                    <a:pt x="359264" y="205317"/>
                  </a:lnTo>
                  <a:lnTo>
                    <a:pt x="358912" y="207249"/>
                  </a:lnTo>
                  <a:cubicBezTo>
                    <a:pt x="357808" y="212771"/>
                    <a:pt x="357072" y="217925"/>
                    <a:pt x="355967" y="223446"/>
                  </a:cubicBezTo>
                  <a:cubicBezTo>
                    <a:pt x="355967" y="223814"/>
                    <a:pt x="355599" y="223814"/>
                    <a:pt x="355231" y="223814"/>
                  </a:cubicBezTo>
                  <a:cubicBezTo>
                    <a:pt x="354863" y="223814"/>
                    <a:pt x="354863" y="223446"/>
                    <a:pt x="354863" y="223446"/>
                  </a:cubicBezTo>
                  <a:cubicBezTo>
                    <a:pt x="353759" y="217925"/>
                    <a:pt x="353022" y="212771"/>
                    <a:pt x="351918" y="207249"/>
                  </a:cubicBezTo>
                  <a:lnTo>
                    <a:pt x="350619" y="200103"/>
                  </a:lnTo>
                  <a:lnTo>
                    <a:pt x="344189" y="195102"/>
                  </a:lnTo>
                  <a:cubicBezTo>
                    <a:pt x="341244" y="191789"/>
                    <a:pt x="337931" y="188844"/>
                    <a:pt x="335354" y="185163"/>
                  </a:cubicBezTo>
                  <a:cubicBezTo>
                    <a:pt x="334986" y="184427"/>
                    <a:pt x="334986" y="183690"/>
                    <a:pt x="335722" y="183322"/>
                  </a:cubicBezTo>
                  <a:cubicBezTo>
                    <a:pt x="336090" y="183322"/>
                    <a:pt x="336090" y="182954"/>
                    <a:pt x="336458" y="182954"/>
                  </a:cubicBezTo>
                  <a:cubicBezTo>
                    <a:pt x="341244" y="183322"/>
                    <a:pt x="345293" y="184427"/>
                    <a:pt x="349342" y="185531"/>
                  </a:cubicBezTo>
                  <a:lnTo>
                    <a:pt x="350673" y="186072"/>
                  </a:lnTo>
                  <a:lnTo>
                    <a:pt x="351918" y="158658"/>
                  </a:lnTo>
                  <a:lnTo>
                    <a:pt x="354863" y="94238"/>
                  </a:lnTo>
                  <a:cubicBezTo>
                    <a:pt x="354863" y="93870"/>
                    <a:pt x="355231" y="93870"/>
                    <a:pt x="355231" y="93870"/>
                  </a:cubicBezTo>
                  <a:close/>
                  <a:moveTo>
                    <a:pt x="263570" y="93870"/>
                  </a:moveTo>
                  <a:cubicBezTo>
                    <a:pt x="264306" y="93134"/>
                    <a:pt x="265411" y="93134"/>
                    <a:pt x="266147" y="93870"/>
                  </a:cubicBezTo>
                  <a:lnTo>
                    <a:pt x="272037" y="100496"/>
                  </a:lnTo>
                  <a:cubicBezTo>
                    <a:pt x="272773" y="101233"/>
                    <a:pt x="272773" y="102337"/>
                    <a:pt x="272037" y="103073"/>
                  </a:cubicBezTo>
                  <a:cubicBezTo>
                    <a:pt x="271669" y="103809"/>
                    <a:pt x="271301" y="103809"/>
                    <a:pt x="270933" y="103809"/>
                  </a:cubicBezTo>
                  <a:cubicBezTo>
                    <a:pt x="270564" y="103809"/>
                    <a:pt x="269828" y="103441"/>
                    <a:pt x="269460" y="103073"/>
                  </a:cubicBezTo>
                  <a:lnTo>
                    <a:pt x="263570" y="96447"/>
                  </a:lnTo>
                  <a:cubicBezTo>
                    <a:pt x="262834" y="95711"/>
                    <a:pt x="262834" y="94606"/>
                    <a:pt x="263570" y="93870"/>
                  </a:cubicBezTo>
                  <a:close/>
                  <a:moveTo>
                    <a:pt x="436217" y="84667"/>
                  </a:moveTo>
                  <a:cubicBezTo>
                    <a:pt x="436953" y="85403"/>
                    <a:pt x="437321" y="86507"/>
                    <a:pt x="436585" y="87243"/>
                  </a:cubicBezTo>
                  <a:lnTo>
                    <a:pt x="431431" y="94605"/>
                  </a:lnTo>
                  <a:cubicBezTo>
                    <a:pt x="431063" y="95342"/>
                    <a:pt x="430327" y="95342"/>
                    <a:pt x="429959" y="95342"/>
                  </a:cubicBezTo>
                  <a:cubicBezTo>
                    <a:pt x="429591" y="95342"/>
                    <a:pt x="429222" y="95342"/>
                    <a:pt x="428854" y="94974"/>
                  </a:cubicBezTo>
                  <a:cubicBezTo>
                    <a:pt x="428118" y="94237"/>
                    <a:pt x="427750" y="93133"/>
                    <a:pt x="428486" y="92397"/>
                  </a:cubicBezTo>
                  <a:lnTo>
                    <a:pt x="433640" y="85035"/>
                  </a:lnTo>
                  <a:cubicBezTo>
                    <a:pt x="434376" y="84298"/>
                    <a:pt x="435480" y="83930"/>
                    <a:pt x="436217" y="84667"/>
                  </a:cubicBezTo>
                  <a:close/>
                  <a:moveTo>
                    <a:pt x="274983" y="84667"/>
                  </a:moveTo>
                  <a:cubicBezTo>
                    <a:pt x="275719" y="83930"/>
                    <a:pt x="276823" y="84298"/>
                    <a:pt x="277559" y="85035"/>
                  </a:cubicBezTo>
                  <a:lnTo>
                    <a:pt x="282713" y="92397"/>
                  </a:lnTo>
                  <a:cubicBezTo>
                    <a:pt x="283449" y="93133"/>
                    <a:pt x="283081" y="94237"/>
                    <a:pt x="282345" y="94974"/>
                  </a:cubicBezTo>
                  <a:cubicBezTo>
                    <a:pt x="281977" y="95342"/>
                    <a:pt x="281609" y="95342"/>
                    <a:pt x="281240" y="95342"/>
                  </a:cubicBezTo>
                  <a:cubicBezTo>
                    <a:pt x="280504" y="95342"/>
                    <a:pt x="280136" y="94974"/>
                    <a:pt x="279768" y="94605"/>
                  </a:cubicBezTo>
                  <a:lnTo>
                    <a:pt x="274614" y="87243"/>
                  </a:lnTo>
                  <a:cubicBezTo>
                    <a:pt x="273878" y="86507"/>
                    <a:pt x="274246" y="85403"/>
                    <a:pt x="274983" y="84667"/>
                  </a:cubicBezTo>
                  <a:close/>
                  <a:moveTo>
                    <a:pt x="423701" y="76936"/>
                  </a:moveTo>
                  <a:lnTo>
                    <a:pt x="423729" y="77034"/>
                  </a:lnTo>
                  <a:lnTo>
                    <a:pt x="424070" y="76936"/>
                  </a:lnTo>
                  <a:cubicBezTo>
                    <a:pt x="424806" y="77305"/>
                    <a:pt x="425174" y="78409"/>
                    <a:pt x="424806" y="79513"/>
                  </a:cubicBezTo>
                  <a:lnTo>
                    <a:pt x="420389" y="87244"/>
                  </a:lnTo>
                  <a:lnTo>
                    <a:pt x="419742" y="87729"/>
                  </a:lnTo>
                  <a:lnTo>
                    <a:pt x="415602" y="94974"/>
                  </a:lnTo>
                  <a:cubicBezTo>
                    <a:pt x="415602" y="95711"/>
                    <a:pt x="414866" y="96079"/>
                    <a:pt x="414130" y="96079"/>
                  </a:cubicBezTo>
                  <a:cubicBezTo>
                    <a:pt x="413762" y="96079"/>
                    <a:pt x="413394" y="96079"/>
                    <a:pt x="413026" y="95711"/>
                  </a:cubicBezTo>
                  <a:cubicBezTo>
                    <a:pt x="412289" y="95342"/>
                    <a:pt x="411921" y="94238"/>
                    <a:pt x="412289" y="93134"/>
                  </a:cubicBezTo>
                  <a:lnTo>
                    <a:pt x="421124" y="77673"/>
                  </a:lnTo>
                  <a:cubicBezTo>
                    <a:pt x="421492" y="76936"/>
                    <a:pt x="422597" y="76568"/>
                    <a:pt x="423701" y="76936"/>
                  </a:cubicBezTo>
                  <a:close/>
                  <a:moveTo>
                    <a:pt x="287130" y="76936"/>
                  </a:moveTo>
                  <a:cubicBezTo>
                    <a:pt x="287867" y="76568"/>
                    <a:pt x="288971" y="76568"/>
                    <a:pt x="289707" y="77673"/>
                  </a:cubicBezTo>
                  <a:lnTo>
                    <a:pt x="298542" y="93133"/>
                  </a:lnTo>
                  <a:cubicBezTo>
                    <a:pt x="298910" y="93870"/>
                    <a:pt x="298910" y="94974"/>
                    <a:pt x="297806" y="95710"/>
                  </a:cubicBezTo>
                  <a:cubicBezTo>
                    <a:pt x="297438" y="96078"/>
                    <a:pt x="297070" y="96078"/>
                    <a:pt x="296701" y="96078"/>
                  </a:cubicBezTo>
                  <a:cubicBezTo>
                    <a:pt x="295965" y="96078"/>
                    <a:pt x="295597" y="95710"/>
                    <a:pt x="295229" y="94974"/>
                  </a:cubicBezTo>
                  <a:lnTo>
                    <a:pt x="286394" y="79513"/>
                  </a:lnTo>
                  <a:cubicBezTo>
                    <a:pt x="286026" y="78777"/>
                    <a:pt x="286026" y="77673"/>
                    <a:pt x="287130" y="76936"/>
                  </a:cubicBezTo>
                  <a:close/>
                  <a:moveTo>
                    <a:pt x="411553" y="70678"/>
                  </a:moveTo>
                  <a:cubicBezTo>
                    <a:pt x="412657" y="71046"/>
                    <a:pt x="413026" y="72151"/>
                    <a:pt x="412657" y="73255"/>
                  </a:cubicBezTo>
                  <a:lnTo>
                    <a:pt x="408976" y="81353"/>
                  </a:lnTo>
                  <a:cubicBezTo>
                    <a:pt x="408240" y="81721"/>
                    <a:pt x="407872" y="82458"/>
                    <a:pt x="407136" y="82458"/>
                  </a:cubicBezTo>
                  <a:cubicBezTo>
                    <a:pt x="406768" y="82458"/>
                    <a:pt x="406768" y="82458"/>
                    <a:pt x="406399" y="82458"/>
                  </a:cubicBezTo>
                  <a:cubicBezTo>
                    <a:pt x="405295" y="82090"/>
                    <a:pt x="404927" y="80985"/>
                    <a:pt x="405295" y="79881"/>
                  </a:cubicBezTo>
                  <a:lnTo>
                    <a:pt x="408976" y="71783"/>
                  </a:lnTo>
                  <a:cubicBezTo>
                    <a:pt x="409344" y="70678"/>
                    <a:pt x="410449" y="70310"/>
                    <a:pt x="411553" y="70678"/>
                  </a:cubicBezTo>
                  <a:close/>
                  <a:moveTo>
                    <a:pt x="299646" y="70678"/>
                  </a:moveTo>
                  <a:cubicBezTo>
                    <a:pt x="300383" y="70310"/>
                    <a:pt x="301487" y="70678"/>
                    <a:pt x="302223" y="71783"/>
                  </a:cubicBezTo>
                  <a:lnTo>
                    <a:pt x="305904" y="79881"/>
                  </a:lnTo>
                  <a:cubicBezTo>
                    <a:pt x="306273" y="80985"/>
                    <a:pt x="305904" y="81721"/>
                    <a:pt x="304800" y="82458"/>
                  </a:cubicBezTo>
                  <a:cubicBezTo>
                    <a:pt x="304800" y="82090"/>
                    <a:pt x="304432" y="82458"/>
                    <a:pt x="304064" y="82458"/>
                  </a:cubicBezTo>
                  <a:cubicBezTo>
                    <a:pt x="303327" y="82458"/>
                    <a:pt x="302591" y="82090"/>
                    <a:pt x="302223" y="81353"/>
                  </a:cubicBezTo>
                  <a:lnTo>
                    <a:pt x="298542" y="73255"/>
                  </a:lnTo>
                  <a:cubicBezTo>
                    <a:pt x="298174" y="72151"/>
                    <a:pt x="298542" y="71414"/>
                    <a:pt x="299646" y="70678"/>
                  </a:cubicBezTo>
                  <a:close/>
                  <a:moveTo>
                    <a:pt x="178168" y="66261"/>
                  </a:moveTo>
                  <a:lnTo>
                    <a:pt x="191431" y="95288"/>
                  </a:lnTo>
                  <a:lnTo>
                    <a:pt x="203981" y="76685"/>
                  </a:lnTo>
                  <a:close/>
                  <a:moveTo>
                    <a:pt x="397933" y="65893"/>
                  </a:moveTo>
                  <a:cubicBezTo>
                    <a:pt x="399037" y="66261"/>
                    <a:pt x="399405" y="67366"/>
                    <a:pt x="399037" y="68102"/>
                  </a:cubicBezTo>
                  <a:lnTo>
                    <a:pt x="396092" y="76568"/>
                  </a:lnTo>
                  <a:cubicBezTo>
                    <a:pt x="396092" y="76936"/>
                    <a:pt x="395356" y="77673"/>
                    <a:pt x="394620" y="77673"/>
                  </a:cubicBezTo>
                  <a:cubicBezTo>
                    <a:pt x="394251" y="77673"/>
                    <a:pt x="394251" y="77673"/>
                    <a:pt x="393883" y="77673"/>
                  </a:cubicBezTo>
                  <a:cubicBezTo>
                    <a:pt x="392779" y="77305"/>
                    <a:pt x="392411" y="76200"/>
                    <a:pt x="392779" y="75464"/>
                  </a:cubicBezTo>
                  <a:lnTo>
                    <a:pt x="395724" y="66998"/>
                  </a:lnTo>
                  <a:cubicBezTo>
                    <a:pt x="396092" y="65893"/>
                    <a:pt x="397196" y="65525"/>
                    <a:pt x="397933" y="65893"/>
                  </a:cubicBezTo>
                  <a:close/>
                  <a:moveTo>
                    <a:pt x="312898" y="65893"/>
                  </a:moveTo>
                  <a:cubicBezTo>
                    <a:pt x="314003" y="65525"/>
                    <a:pt x="314739" y="66261"/>
                    <a:pt x="315107" y="66997"/>
                  </a:cubicBezTo>
                  <a:lnTo>
                    <a:pt x="318052" y="75464"/>
                  </a:lnTo>
                  <a:cubicBezTo>
                    <a:pt x="318420" y="76568"/>
                    <a:pt x="317684" y="77305"/>
                    <a:pt x="316947" y="77673"/>
                  </a:cubicBezTo>
                  <a:cubicBezTo>
                    <a:pt x="316947" y="77673"/>
                    <a:pt x="316579" y="77673"/>
                    <a:pt x="316579" y="77673"/>
                  </a:cubicBezTo>
                  <a:cubicBezTo>
                    <a:pt x="315843" y="77673"/>
                    <a:pt x="315107" y="77305"/>
                    <a:pt x="314739" y="76568"/>
                  </a:cubicBezTo>
                  <a:lnTo>
                    <a:pt x="311794" y="68102"/>
                  </a:lnTo>
                  <a:cubicBezTo>
                    <a:pt x="311426" y="66997"/>
                    <a:pt x="312162" y="66261"/>
                    <a:pt x="312898" y="65893"/>
                  </a:cubicBezTo>
                  <a:close/>
                  <a:moveTo>
                    <a:pt x="118533" y="65524"/>
                  </a:moveTo>
                  <a:cubicBezTo>
                    <a:pt x="84298" y="73255"/>
                    <a:pt x="54849" y="94237"/>
                    <a:pt x="36443" y="122582"/>
                  </a:cubicBezTo>
                  <a:cubicBezTo>
                    <a:pt x="42333" y="126631"/>
                    <a:pt x="61107" y="132153"/>
                    <a:pt x="92765" y="135098"/>
                  </a:cubicBezTo>
                  <a:cubicBezTo>
                    <a:pt x="97919" y="104913"/>
                    <a:pt x="107122" y="80985"/>
                    <a:pt x="118533" y="65524"/>
                  </a:cubicBezTo>
                  <a:close/>
                  <a:moveTo>
                    <a:pt x="148351" y="62580"/>
                  </a:moveTo>
                  <a:cubicBezTo>
                    <a:pt x="132522" y="62580"/>
                    <a:pt x="115588" y="90924"/>
                    <a:pt x="107490" y="136571"/>
                  </a:cubicBezTo>
                  <a:cubicBezTo>
                    <a:pt x="119638" y="137675"/>
                    <a:pt x="133258" y="138043"/>
                    <a:pt x="148351" y="138043"/>
                  </a:cubicBezTo>
                  <a:lnTo>
                    <a:pt x="171299" y="137355"/>
                  </a:lnTo>
                  <a:lnTo>
                    <a:pt x="174832" y="119891"/>
                  </a:lnTo>
                  <a:lnTo>
                    <a:pt x="182072" y="109160"/>
                  </a:lnTo>
                  <a:lnTo>
                    <a:pt x="180084" y="101871"/>
                  </a:lnTo>
                  <a:cubicBezTo>
                    <a:pt x="171266" y="77075"/>
                    <a:pt x="159394" y="62580"/>
                    <a:pt x="148351" y="62580"/>
                  </a:cubicBezTo>
                  <a:close/>
                  <a:moveTo>
                    <a:pt x="383944" y="61476"/>
                  </a:moveTo>
                  <a:cubicBezTo>
                    <a:pt x="385048" y="61844"/>
                    <a:pt x="385417" y="62581"/>
                    <a:pt x="385417" y="63685"/>
                  </a:cubicBezTo>
                  <a:lnTo>
                    <a:pt x="383576" y="72519"/>
                  </a:lnTo>
                  <a:cubicBezTo>
                    <a:pt x="383576" y="73624"/>
                    <a:pt x="382840" y="73992"/>
                    <a:pt x="381736" y="73992"/>
                  </a:cubicBezTo>
                  <a:cubicBezTo>
                    <a:pt x="381736" y="73992"/>
                    <a:pt x="381367" y="73992"/>
                    <a:pt x="381367" y="73992"/>
                  </a:cubicBezTo>
                  <a:cubicBezTo>
                    <a:pt x="380263" y="73624"/>
                    <a:pt x="379895" y="72888"/>
                    <a:pt x="379895" y="71783"/>
                  </a:cubicBezTo>
                  <a:lnTo>
                    <a:pt x="381736" y="62949"/>
                  </a:lnTo>
                  <a:cubicBezTo>
                    <a:pt x="382104" y="61844"/>
                    <a:pt x="382840" y="61476"/>
                    <a:pt x="383944" y="61476"/>
                  </a:cubicBezTo>
                  <a:close/>
                  <a:moveTo>
                    <a:pt x="326886" y="61476"/>
                  </a:moveTo>
                  <a:cubicBezTo>
                    <a:pt x="327991" y="61108"/>
                    <a:pt x="328727" y="61844"/>
                    <a:pt x="329095" y="62948"/>
                  </a:cubicBezTo>
                  <a:lnTo>
                    <a:pt x="330935" y="71783"/>
                  </a:lnTo>
                  <a:cubicBezTo>
                    <a:pt x="331304" y="72887"/>
                    <a:pt x="330567" y="73624"/>
                    <a:pt x="329463" y="73992"/>
                  </a:cubicBezTo>
                  <a:cubicBezTo>
                    <a:pt x="329463" y="73992"/>
                    <a:pt x="329463" y="73992"/>
                    <a:pt x="329095" y="73992"/>
                  </a:cubicBezTo>
                  <a:cubicBezTo>
                    <a:pt x="328359" y="73992"/>
                    <a:pt x="327623" y="73255"/>
                    <a:pt x="327254" y="72519"/>
                  </a:cubicBezTo>
                  <a:lnTo>
                    <a:pt x="325414" y="63684"/>
                  </a:lnTo>
                  <a:cubicBezTo>
                    <a:pt x="325046" y="62580"/>
                    <a:pt x="325782" y="61844"/>
                    <a:pt x="326886" y="61476"/>
                  </a:cubicBezTo>
                  <a:close/>
                  <a:moveTo>
                    <a:pt x="340875" y="60003"/>
                  </a:moveTo>
                  <a:cubicBezTo>
                    <a:pt x="341980" y="60003"/>
                    <a:pt x="342716" y="60740"/>
                    <a:pt x="342716" y="61476"/>
                  </a:cubicBezTo>
                  <a:lnTo>
                    <a:pt x="343820" y="70310"/>
                  </a:lnTo>
                  <a:cubicBezTo>
                    <a:pt x="344188" y="71046"/>
                    <a:pt x="343452" y="71783"/>
                    <a:pt x="342348" y="72151"/>
                  </a:cubicBezTo>
                  <a:cubicBezTo>
                    <a:pt x="341244" y="72151"/>
                    <a:pt x="340507" y="71415"/>
                    <a:pt x="340507" y="70678"/>
                  </a:cubicBezTo>
                  <a:lnTo>
                    <a:pt x="339403" y="61844"/>
                  </a:lnTo>
                  <a:cubicBezTo>
                    <a:pt x="339403" y="60740"/>
                    <a:pt x="340139" y="60003"/>
                    <a:pt x="340875" y="60003"/>
                  </a:cubicBezTo>
                  <a:close/>
                  <a:moveTo>
                    <a:pt x="369956" y="59635"/>
                  </a:moveTo>
                  <a:cubicBezTo>
                    <a:pt x="371060" y="59635"/>
                    <a:pt x="371796" y="60739"/>
                    <a:pt x="371428" y="61475"/>
                  </a:cubicBezTo>
                  <a:lnTo>
                    <a:pt x="370324" y="70310"/>
                  </a:lnTo>
                  <a:cubicBezTo>
                    <a:pt x="370692" y="71414"/>
                    <a:pt x="369588" y="72151"/>
                    <a:pt x="368852" y="72151"/>
                  </a:cubicBezTo>
                  <a:cubicBezTo>
                    <a:pt x="367747" y="72151"/>
                    <a:pt x="367011" y="71046"/>
                    <a:pt x="367011" y="69942"/>
                  </a:cubicBezTo>
                  <a:lnTo>
                    <a:pt x="368115" y="61107"/>
                  </a:lnTo>
                  <a:cubicBezTo>
                    <a:pt x="368115" y="60003"/>
                    <a:pt x="369220" y="59267"/>
                    <a:pt x="369956" y="59635"/>
                  </a:cubicBezTo>
                  <a:close/>
                  <a:moveTo>
                    <a:pt x="355600" y="58530"/>
                  </a:moveTo>
                  <a:cubicBezTo>
                    <a:pt x="356704" y="58530"/>
                    <a:pt x="357440" y="59267"/>
                    <a:pt x="357440" y="60371"/>
                  </a:cubicBezTo>
                  <a:lnTo>
                    <a:pt x="357440" y="60740"/>
                  </a:lnTo>
                  <a:lnTo>
                    <a:pt x="357440" y="69574"/>
                  </a:lnTo>
                  <a:lnTo>
                    <a:pt x="357440" y="78408"/>
                  </a:lnTo>
                  <a:cubicBezTo>
                    <a:pt x="357440" y="79513"/>
                    <a:pt x="356704" y="80249"/>
                    <a:pt x="355600" y="80249"/>
                  </a:cubicBezTo>
                  <a:cubicBezTo>
                    <a:pt x="354495" y="80249"/>
                    <a:pt x="353759" y="79513"/>
                    <a:pt x="353759" y="78408"/>
                  </a:cubicBezTo>
                  <a:lnTo>
                    <a:pt x="353759" y="69574"/>
                  </a:lnTo>
                  <a:lnTo>
                    <a:pt x="353759" y="60740"/>
                  </a:lnTo>
                  <a:lnTo>
                    <a:pt x="353759" y="60371"/>
                  </a:lnTo>
                  <a:cubicBezTo>
                    <a:pt x="353759" y="59267"/>
                    <a:pt x="354495" y="58530"/>
                    <a:pt x="355600" y="58530"/>
                  </a:cubicBezTo>
                  <a:close/>
                  <a:moveTo>
                    <a:pt x="355599" y="43806"/>
                  </a:moveTo>
                  <a:cubicBezTo>
                    <a:pt x="271669" y="43806"/>
                    <a:pt x="203568" y="111907"/>
                    <a:pt x="203568" y="195838"/>
                  </a:cubicBezTo>
                  <a:cubicBezTo>
                    <a:pt x="203568" y="279768"/>
                    <a:pt x="271669" y="347870"/>
                    <a:pt x="355599" y="347870"/>
                  </a:cubicBezTo>
                  <a:cubicBezTo>
                    <a:pt x="439530" y="347870"/>
                    <a:pt x="507631" y="279768"/>
                    <a:pt x="507631" y="195838"/>
                  </a:cubicBezTo>
                  <a:cubicBezTo>
                    <a:pt x="507631" y="111907"/>
                    <a:pt x="439530" y="43806"/>
                    <a:pt x="355599" y="43806"/>
                  </a:cubicBezTo>
                  <a:close/>
                  <a:moveTo>
                    <a:pt x="355599" y="41965"/>
                  </a:moveTo>
                  <a:cubicBezTo>
                    <a:pt x="440634" y="41965"/>
                    <a:pt x="509472" y="110803"/>
                    <a:pt x="509472" y="195838"/>
                  </a:cubicBezTo>
                  <a:cubicBezTo>
                    <a:pt x="509472" y="280872"/>
                    <a:pt x="440266" y="349710"/>
                    <a:pt x="355599" y="349710"/>
                  </a:cubicBezTo>
                  <a:cubicBezTo>
                    <a:pt x="270933" y="349710"/>
                    <a:pt x="201727" y="280872"/>
                    <a:pt x="201727" y="195838"/>
                  </a:cubicBezTo>
                  <a:cubicBezTo>
                    <a:pt x="201727" y="110803"/>
                    <a:pt x="270565" y="41965"/>
                    <a:pt x="355599" y="41965"/>
                  </a:cubicBezTo>
                  <a:close/>
                  <a:moveTo>
                    <a:pt x="355600" y="29081"/>
                  </a:moveTo>
                  <a:cubicBezTo>
                    <a:pt x="263571" y="29081"/>
                    <a:pt x="188843" y="103809"/>
                    <a:pt x="188843" y="195838"/>
                  </a:cubicBezTo>
                  <a:cubicBezTo>
                    <a:pt x="188843" y="287867"/>
                    <a:pt x="263571" y="362594"/>
                    <a:pt x="355600" y="362594"/>
                  </a:cubicBezTo>
                  <a:cubicBezTo>
                    <a:pt x="447629" y="362594"/>
                    <a:pt x="522356" y="287867"/>
                    <a:pt x="522356" y="195838"/>
                  </a:cubicBezTo>
                  <a:cubicBezTo>
                    <a:pt x="522356" y="103809"/>
                    <a:pt x="447629" y="29081"/>
                    <a:pt x="355600" y="29081"/>
                  </a:cubicBezTo>
                  <a:close/>
                  <a:moveTo>
                    <a:pt x="355600" y="0"/>
                  </a:moveTo>
                  <a:cubicBezTo>
                    <a:pt x="463826" y="0"/>
                    <a:pt x="551805" y="87979"/>
                    <a:pt x="551805" y="196206"/>
                  </a:cubicBezTo>
                  <a:cubicBezTo>
                    <a:pt x="551805" y="304432"/>
                    <a:pt x="463826" y="392412"/>
                    <a:pt x="355600" y="392412"/>
                  </a:cubicBezTo>
                  <a:cubicBezTo>
                    <a:pt x="301487" y="392412"/>
                    <a:pt x="252436" y="370417"/>
                    <a:pt x="216913" y="334894"/>
                  </a:cubicBezTo>
                  <a:lnTo>
                    <a:pt x="212711" y="328666"/>
                  </a:lnTo>
                  <a:lnTo>
                    <a:pt x="189718" y="339081"/>
                  </a:lnTo>
                  <a:cubicBezTo>
                    <a:pt x="176604" y="342900"/>
                    <a:pt x="162708" y="344924"/>
                    <a:pt x="148351" y="344924"/>
                  </a:cubicBezTo>
                  <a:cubicBezTo>
                    <a:pt x="66629" y="344924"/>
                    <a:pt x="0" y="278295"/>
                    <a:pt x="0" y="196573"/>
                  </a:cubicBezTo>
                  <a:cubicBezTo>
                    <a:pt x="0" y="114852"/>
                    <a:pt x="66629" y="48223"/>
                    <a:pt x="148351" y="48223"/>
                  </a:cubicBezTo>
                  <a:cubicBezTo>
                    <a:pt x="162708" y="48223"/>
                    <a:pt x="176512" y="50340"/>
                    <a:pt x="189580" y="54205"/>
                  </a:cubicBezTo>
                  <a:lnTo>
                    <a:pt x="212291" y="64368"/>
                  </a:lnTo>
                  <a:lnTo>
                    <a:pt x="216913" y="57518"/>
                  </a:lnTo>
                  <a:cubicBezTo>
                    <a:pt x="252436" y="21995"/>
                    <a:pt x="301487" y="0"/>
                    <a:pt x="355600" y="0"/>
                  </a:cubicBezTo>
                  <a:close/>
                </a:path>
              </a:pathLst>
            </a:custGeom>
            <a:solidFill>
              <a:schemeClr val="bg1"/>
            </a:solidFill>
            <a:ln w="3680" cap="flat">
              <a:solidFill>
                <a:schemeClr val="bg1"/>
              </a:solidFill>
              <a:prstDash val="solid"/>
              <a:miter/>
            </a:ln>
          </p:spPr>
          <p:txBody>
            <a:bodyPr rtlCol="0" anchor="ctr"/>
            <a:lstStyle/>
            <a:p>
              <a:endParaRPr lang="zh-CN" altLang="en-US" dirty="0"/>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F343BE-3983-1BD8-8A54-211C94D93886}"/>
              </a:ext>
            </a:extLst>
          </p:cNvPr>
          <p:cNvSpPr>
            <a:spLocks noGrp="1"/>
          </p:cNvSpPr>
          <p:nvPr>
            <p:ph type="title"/>
          </p:nvPr>
        </p:nvSpPr>
        <p:spPr/>
        <p:txBody>
          <a:bodyPr/>
          <a:lstStyle/>
          <a:p>
            <a:r>
              <a:rPr lang="zh-CN" altLang="en-US" dirty="0"/>
              <a:t>编码规范</a:t>
            </a:r>
          </a:p>
        </p:txBody>
      </p:sp>
      <p:sp>
        <p:nvSpPr>
          <p:cNvPr id="3" name="页脚占位符 2">
            <a:extLst>
              <a:ext uri="{FF2B5EF4-FFF2-40B4-BE49-F238E27FC236}">
                <a16:creationId xmlns:a16="http://schemas.microsoft.com/office/drawing/2014/main" id="{7837CCF1-B25A-383A-F3B7-F2F08C7E28C3}"/>
              </a:ext>
            </a:extLst>
          </p:cNvPr>
          <p:cNvSpPr>
            <a:spLocks noGrp="1"/>
          </p:cNvSpPr>
          <p:nvPr>
            <p:ph type="ftr" sz="quarter" idx="11"/>
          </p:nvPr>
        </p:nvSpPr>
        <p:spPr/>
        <p:txBody>
          <a:bodyPr/>
          <a:lstStyle/>
          <a:p>
            <a:r>
              <a:rPr lang="zh-CN" altLang="en-US" dirty="0"/>
              <a:t>课程管理系统</a:t>
            </a:r>
          </a:p>
        </p:txBody>
      </p:sp>
      <p:sp>
        <p:nvSpPr>
          <p:cNvPr id="4" name="灯片编号占位符 3">
            <a:extLst>
              <a:ext uri="{FF2B5EF4-FFF2-40B4-BE49-F238E27FC236}">
                <a16:creationId xmlns:a16="http://schemas.microsoft.com/office/drawing/2014/main" id="{2523232B-7D9E-D600-AE4B-42E0B3BC9915}"/>
              </a:ext>
            </a:extLst>
          </p:cNvPr>
          <p:cNvSpPr>
            <a:spLocks noGrp="1"/>
          </p:cNvSpPr>
          <p:nvPr>
            <p:ph type="sldNum" sz="quarter" idx="12"/>
          </p:nvPr>
        </p:nvSpPr>
        <p:spPr/>
        <p:txBody>
          <a:bodyPr/>
          <a:lstStyle/>
          <a:p>
            <a:fld id="{5DD3DB80-B894-403A-B48E-6FDC1A72010E}" type="slidenum">
              <a:rPr lang="zh-CN" altLang="en-US" b="1" smtClean="0">
                <a:solidFill>
                  <a:schemeClr val="tx1"/>
                </a:solidFill>
              </a:rPr>
              <a:t>12</a:t>
            </a:fld>
            <a:endParaRPr lang="zh-CN" altLang="en-US" b="1" dirty="0">
              <a:solidFill>
                <a:schemeClr val="tx1"/>
              </a:solidFill>
            </a:endParaRPr>
          </a:p>
        </p:txBody>
      </p:sp>
      <p:pic>
        <p:nvPicPr>
          <p:cNvPr id="7" name="图片 6">
            <a:extLst>
              <a:ext uri="{FF2B5EF4-FFF2-40B4-BE49-F238E27FC236}">
                <a16:creationId xmlns:a16="http://schemas.microsoft.com/office/drawing/2014/main" id="{B22AD7DA-307A-DD12-94DA-2F0E6DD17E0E}"/>
              </a:ext>
            </a:extLst>
          </p:cNvPr>
          <p:cNvPicPr>
            <a:picLocks noChangeAspect="1"/>
          </p:cNvPicPr>
          <p:nvPr/>
        </p:nvPicPr>
        <p:blipFill>
          <a:blip r:embed="rId3"/>
          <a:stretch>
            <a:fillRect/>
          </a:stretch>
        </p:blipFill>
        <p:spPr>
          <a:xfrm>
            <a:off x="1555093" y="1754817"/>
            <a:ext cx="4223658" cy="2210800"/>
          </a:xfrm>
          <a:prstGeom prst="rect">
            <a:avLst/>
          </a:prstGeom>
          <a:ln>
            <a:noFill/>
          </a:ln>
          <a:effectLst>
            <a:outerShdw blurRad="190500" algn="tl" rotWithShape="0">
              <a:srgbClr val="000000">
                <a:alpha val="70000"/>
              </a:srgbClr>
            </a:outerShdw>
          </a:effectLst>
        </p:spPr>
      </p:pic>
      <p:pic>
        <p:nvPicPr>
          <p:cNvPr id="9" name="图片 8">
            <a:extLst>
              <a:ext uri="{FF2B5EF4-FFF2-40B4-BE49-F238E27FC236}">
                <a16:creationId xmlns:a16="http://schemas.microsoft.com/office/drawing/2014/main" id="{508899BD-C519-EF33-1DAD-5CCA6A0D35ED}"/>
              </a:ext>
            </a:extLst>
          </p:cNvPr>
          <p:cNvPicPr>
            <a:picLocks noChangeAspect="1"/>
          </p:cNvPicPr>
          <p:nvPr/>
        </p:nvPicPr>
        <p:blipFill>
          <a:blip r:embed="rId4"/>
          <a:stretch>
            <a:fillRect/>
          </a:stretch>
        </p:blipFill>
        <p:spPr>
          <a:xfrm>
            <a:off x="6413250" y="1746109"/>
            <a:ext cx="4394697" cy="2210800"/>
          </a:xfrm>
          <a:prstGeom prst="rect">
            <a:avLst/>
          </a:prstGeom>
          <a:ln>
            <a:noFill/>
          </a:ln>
          <a:effectLst>
            <a:outerShdw blurRad="190500" algn="tl" rotWithShape="0">
              <a:srgbClr val="000000">
                <a:alpha val="70000"/>
              </a:srgbClr>
            </a:outerShdw>
          </a:effectLst>
        </p:spPr>
      </p:pic>
      <p:grpSp>
        <p:nvGrpSpPr>
          <p:cNvPr id="12" name="组合 11">
            <a:extLst>
              <a:ext uri="{FF2B5EF4-FFF2-40B4-BE49-F238E27FC236}">
                <a16:creationId xmlns:a16="http://schemas.microsoft.com/office/drawing/2014/main" id="{1346A285-B627-A4EE-BC98-C75532D5FB65}"/>
              </a:ext>
            </a:extLst>
          </p:cNvPr>
          <p:cNvGrpSpPr/>
          <p:nvPr/>
        </p:nvGrpSpPr>
        <p:grpSpPr>
          <a:xfrm>
            <a:off x="2010285" y="4164271"/>
            <a:ext cx="5105369" cy="1479078"/>
            <a:chOff x="738834" y="4317999"/>
            <a:chExt cx="5105369" cy="1479078"/>
          </a:xfrm>
        </p:grpSpPr>
        <p:sp>
          <p:nvSpPr>
            <p:cNvPr id="13" name="矩形 12">
              <a:extLst>
                <a:ext uri="{FF2B5EF4-FFF2-40B4-BE49-F238E27FC236}">
                  <a16:creationId xmlns:a16="http://schemas.microsoft.com/office/drawing/2014/main" id="{A0683E23-FF48-A1C0-8552-70EADF847DD7}"/>
                </a:ext>
              </a:extLst>
            </p:cNvPr>
            <p:cNvSpPr/>
            <p:nvPr/>
          </p:nvSpPr>
          <p:spPr>
            <a:xfrm>
              <a:off x="738834" y="5072102"/>
              <a:ext cx="5105369"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p>
              <a:r>
                <a:rPr kumimoji="1" lang="zh-CN" altLang="en-US" b="1" dirty="0">
                  <a:solidFill>
                    <a:schemeClr val="tx1"/>
                  </a:solidFill>
                  <a:latin typeface="Arial" panose="020B0604020202020204" pitchFamily="34" charset="0"/>
                  <a:ea typeface="微软雅黑" panose="020B0503020204020204" pitchFamily="34" charset="-122"/>
                </a:rPr>
                <a:t>前端编码规范</a:t>
              </a:r>
              <a:endParaRPr kumimoji="1" lang="en-US" altLang="zh-CN" b="1" dirty="0">
                <a:solidFill>
                  <a:schemeClr val="tx1"/>
                </a:solidFill>
                <a:latin typeface="Arial" panose="020B0604020202020204" pitchFamily="34" charset="0"/>
                <a:ea typeface="微软雅黑" panose="020B0503020204020204" pitchFamily="34" charset="-122"/>
              </a:endParaRPr>
            </a:p>
          </p:txBody>
        </p:sp>
        <p:sp>
          <p:nvSpPr>
            <p:cNvPr id="14" name="矩形 13">
              <a:extLst>
                <a:ext uri="{FF2B5EF4-FFF2-40B4-BE49-F238E27FC236}">
                  <a16:creationId xmlns:a16="http://schemas.microsoft.com/office/drawing/2014/main" id="{B7853820-5C6B-B41D-7705-9C5A78166F81}"/>
                </a:ext>
              </a:extLst>
            </p:cNvPr>
            <p:cNvSpPr/>
            <p:nvPr/>
          </p:nvSpPr>
          <p:spPr>
            <a:xfrm>
              <a:off x="738836" y="5488403"/>
              <a:ext cx="3145187" cy="3086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p>
              <a:pPr>
                <a:lnSpc>
                  <a:spcPct val="130000"/>
                </a:lnSpc>
              </a:pPr>
              <a:r>
                <a:rPr lang="zh-CN" altLang="en-US" sz="1200" dirty="0">
                  <a:solidFill>
                    <a:schemeClr val="tx1"/>
                  </a:solidFill>
                </a:rPr>
                <a:t>语言规范、命名规范、文件结构规范</a:t>
              </a:r>
              <a:r>
                <a:rPr lang="en-US" altLang="zh-CN" sz="1200" dirty="0">
                  <a:solidFill>
                    <a:schemeClr val="tx1"/>
                  </a:solidFill>
                </a:rPr>
                <a:t>……</a:t>
              </a:r>
              <a:endParaRPr kumimoji="1" lang="zh-CN" altLang="en-US" sz="1200" dirty="0">
                <a:solidFill>
                  <a:schemeClr val="tx1"/>
                </a:solidFill>
                <a:latin typeface="Arial" panose="020B0604020202020204" pitchFamily="34" charset="0"/>
                <a:ea typeface="微软雅黑" panose="020B0503020204020204" pitchFamily="34" charset="-122"/>
              </a:endParaRPr>
            </a:p>
          </p:txBody>
        </p:sp>
        <p:sp>
          <p:nvSpPr>
            <p:cNvPr id="15" name="椭圆 14">
              <a:extLst>
                <a:ext uri="{FF2B5EF4-FFF2-40B4-BE49-F238E27FC236}">
                  <a16:creationId xmlns:a16="http://schemas.microsoft.com/office/drawing/2014/main" id="{11B4B288-8FED-3EE4-7069-B1E2E38D945E}"/>
                </a:ext>
              </a:extLst>
            </p:cNvPr>
            <p:cNvSpPr/>
            <p:nvPr/>
          </p:nvSpPr>
          <p:spPr>
            <a:xfrm>
              <a:off x="738836" y="4317999"/>
              <a:ext cx="540095" cy="540096"/>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zh-CN" sz="2000" b="1" dirty="0">
                  <a:solidFill>
                    <a:srgbClr val="FFFFFF"/>
                  </a:solidFill>
                  <a:latin typeface="Arial" panose="020B0604020202020204" pitchFamily="34" charset="0"/>
                  <a:ea typeface="微软雅黑" panose="020B0503020204020204" pitchFamily="34" charset="-122"/>
                </a:rPr>
                <a:t>01</a:t>
              </a:r>
            </a:p>
          </p:txBody>
        </p:sp>
      </p:grpSp>
      <p:grpSp>
        <p:nvGrpSpPr>
          <p:cNvPr id="16" name="组合 15">
            <a:extLst>
              <a:ext uri="{FF2B5EF4-FFF2-40B4-BE49-F238E27FC236}">
                <a16:creationId xmlns:a16="http://schemas.microsoft.com/office/drawing/2014/main" id="{D570FAA4-2B42-DD0F-BE68-09C328637A79}"/>
              </a:ext>
            </a:extLst>
          </p:cNvPr>
          <p:cNvGrpSpPr/>
          <p:nvPr/>
        </p:nvGrpSpPr>
        <p:grpSpPr>
          <a:xfrm>
            <a:off x="6909919" y="4164272"/>
            <a:ext cx="5105369" cy="1477859"/>
            <a:chOff x="6413531" y="4318000"/>
            <a:chExt cx="5105369" cy="1477859"/>
          </a:xfrm>
        </p:grpSpPr>
        <p:sp>
          <p:nvSpPr>
            <p:cNvPr id="17" name="矩形 16">
              <a:extLst>
                <a:ext uri="{FF2B5EF4-FFF2-40B4-BE49-F238E27FC236}">
                  <a16:creationId xmlns:a16="http://schemas.microsoft.com/office/drawing/2014/main" id="{201AAED4-CBC2-E721-465B-D3D0F3117C00}"/>
                </a:ext>
              </a:extLst>
            </p:cNvPr>
            <p:cNvSpPr/>
            <p:nvPr/>
          </p:nvSpPr>
          <p:spPr>
            <a:xfrm>
              <a:off x="6413531" y="5072102"/>
              <a:ext cx="5105369"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p>
              <a:r>
                <a:rPr kumimoji="1" lang="zh-CN" altLang="en-US" b="1" dirty="0">
                  <a:solidFill>
                    <a:schemeClr val="tx1"/>
                  </a:solidFill>
                  <a:latin typeface="Arial" panose="020B0604020202020204" pitchFamily="34" charset="0"/>
                  <a:ea typeface="微软雅黑" panose="020B0503020204020204" pitchFamily="34" charset="-122"/>
                </a:rPr>
                <a:t>后端编码规范</a:t>
              </a:r>
              <a:endParaRPr kumimoji="1" lang="en-US" altLang="zh-CN" b="1" dirty="0">
                <a:solidFill>
                  <a:schemeClr val="tx1"/>
                </a:solidFill>
                <a:latin typeface="Arial" panose="020B0604020202020204" pitchFamily="34" charset="0"/>
                <a:ea typeface="微软雅黑" panose="020B0503020204020204" pitchFamily="34" charset="-122"/>
              </a:endParaRPr>
            </a:p>
          </p:txBody>
        </p:sp>
        <p:sp>
          <p:nvSpPr>
            <p:cNvPr id="18" name="矩形 17">
              <a:extLst>
                <a:ext uri="{FF2B5EF4-FFF2-40B4-BE49-F238E27FC236}">
                  <a16:creationId xmlns:a16="http://schemas.microsoft.com/office/drawing/2014/main" id="{CA3E7153-1A9F-64E8-AC5A-D874D96344AD}"/>
                </a:ext>
              </a:extLst>
            </p:cNvPr>
            <p:cNvSpPr/>
            <p:nvPr/>
          </p:nvSpPr>
          <p:spPr>
            <a:xfrm>
              <a:off x="6413534" y="5488403"/>
              <a:ext cx="3374901" cy="307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spAutoFit/>
            </a:bodyPr>
            <a:lstStyle/>
            <a:p>
              <a:pPr>
                <a:lnSpc>
                  <a:spcPct val="130000"/>
                </a:lnSpc>
              </a:pPr>
              <a:r>
                <a:rPr kumimoji="1" lang="zh-CN" altLang="en-US" sz="1200" dirty="0">
                  <a:solidFill>
                    <a:schemeClr val="tx1"/>
                  </a:solidFill>
                  <a:latin typeface="Arial" panose="020B0604020202020204" pitchFamily="34" charset="0"/>
                  <a:ea typeface="微软雅黑" panose="020B0503020204020204" pitchFamily="34" charset="-122"/>
                </a:rPr>
                <a:t>命名规范、注释、错误处理、数据库操作</a:t>
              </a:r>
              <a:r>
                <a:rPr kumimoji="1" lang="en-US" altLang="zh-CN" sz="1200" dirty="0">
                  <a:solidFill>
                    <a:schemeClr val="tx1"/>
                  </a:solidFill>
                  <a:latin typeface="Arial" panose="020B0604020202020204" pitchFamily="34" charset="0"/>
                  <a:ea typeface="微软雅黑" panose="020B0503020204020204" pitchFamily="34" charset="-122"/>
                </a:rPr>
                <a:t>……</a:t>
              </a:r>
              <a:endParaRPr kumimoji="1" lang="zh-CN" altLang="en-US" sz="1200" dirty="0">
                <a:solidFill>
                  <a:schemeClr val="tx1"/>
                </a:solidFill>
                <a:latin typeface="Arial" panose="020B0604020202020204" pitchFamily="34" charset="0"/>
                <a:ea typeface="微软雅黑" panose="020B0503020204020204" pitchFamily="34" charset="-122"/>
              </a:endParaRPr>
            </a:p>
          </p:txBody>
        </p:sp>
        <p:sp>
          <p:nvSpPr>
            <p:cNvPr id="19" name="椭圆 18">
              <a:extLst>
                <a:ext uri="{FF2B5EF4-FFF2-40B4-BE49-F238E27FC236}">
                  <a16:creationId xmlns:a16="http://schemas.microsoft.com/office/drawing/2014/main" id="{F86E47DE-B4E1-60AE-1115-00D4A962B97F}"/>
                </a:ext>
              </a:extLst>
            </p:cNvPr>
            <p:cNvSpPr/>
            <p:nvPr/>
          </p:nvSpPr>
          <p:spPr>
            <a:xfrm>
              <a:off x="6413533" y="4318000"/>
              <a:ext cx="540095" cy="540096"/>
            </a:xfrm>
            <a:prstGeom prst="ellipse">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zh-CN" sz="2000" b="1" dirty="0">
                  <a:solidFill>
                    <a:srgbClr val="FFFFFF"/>
                  </a:solidFill>
                  <a:latin typeface="Arial" panose="020B0604020202020204" pitchFamily="34" charset="0"/>
                  <a:ea typeface="微软雅黑" panose="020B0503020204020204" pitchFamily="34" charset="-122"/>
                </a:rPr>
                <a:t>02</a:t>
              </a:r>
            </a:p>
          </p:txBody>
        </p:sp>
      </p:grpSp>
    </p:spTree>
    <p:extLst>
      <p:ext uri="{BB962C8B-B14F-4D97-AF65-F5344CB8AC3E}">
        <p14:creationId xmlns:p14="http://schemas.microsoft.com/office/powerpoint/2010/main" val="22519021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n-lt"/>
                <a:ea typeface="+mn-ea"/>
                <a:cs typeface="+mn-ea"/>
                <a:sym typeface="+mn-lt"/>
              </a:rPr>
              <a:t>项目进度监督</a:t>
            </a:r>
          </a:p>
        </p:txBody>
      </p:sp>
      <p:sp>
        <p:nvSpPr>
          <p:cNvPr id="3" name="页脚占位符 2"/>
          <p:cNvSpPr>
            <a:spLocks noGrp="1"/>
          </p:cNvSpPr>
          <p:nvPr>
            <p:ph type="ftr" sz="quarter" idx="11"/>
          </p:nvPr>
        </p:nvSpPr>
        <p:spPr/>
        <p:txBody>
          <a:bodyPr/>
          <a:lstStyle/>
          <a:p>
            <a:r>
              <a:rPr lang="zh-CN" altLang="en-US" dirty="0">
                <a:cs typeface="+mn-ea"/>
                <a:sym typeface="+mn-lt"/>
              </a:rPr>
              <a:t>课程管理系统</a:t>
            </a:r>
          </a:p>
        </p:txBody>
      </p:sp>
      <p:sp>
        <p:nvSpPr>
          <p:cNvPr id="4" name="灯片编号占位符 3"/>
          <p:cNvSpPr>
            <a:spLocks noGrp="1"/>
          </p:cNvSpPr>
          <p:nvPr>
            <p:ph type="sldNum" sz="quarter" idx="12"/>
          </p:nvPr>
        </p:nvSpPr>
        <p:spPr/>
        <p:txBody>
          <a:bodyPr/>
          <a:lstStyle/>
          <a:p>
            <a:fld id="{5DD3DB80-B894-403A-B48E-6FDC1A72010E}" type="slidenum">
              <a:rPr lang="zh-CN" altLang="en-US" b="1" smtClean="0">
                <a:solidFill>
                  <a:schemeClr val="tx1"/>
                </a:solidFill>
                <a:cs typeface="+mn-ea"/>
                <a:sym typeface="+mn-lt"/>
              </a:rPr>
              <a:t>13</a:t>
            </a:fld>
            <a:endParaRPr lang="zh-CN" altLang="en-US" b="1" dirty="0">
              <a:solidFill>
                <a:schemeClr val="tx1"/>
              </a:solidFill>
              <a:cs typeface="+mn-ea"/>
              <a:sym typeface="+mn-lt"/>
            </a:endParaRPr>
          </a:p>
        </p:txBody>
      </p:sp>
      <p:grpSp>
        <p:nvGrpSpPr>
          <p:cNvPr id="5" name="组合 4"/>
          <p:cNvGrpSpPr/>
          <p:nvPr/>
        </p:nvGrpSpPr>
        <p:grpSpPr>
          <a:xfrm>
            <a:off x="719137" y="1976589"/>
            <a:ext cx="10753723" cy="3518519"/>
            <a:chOff x="719137" y="1976589"/>
            <a:chExt cx="10753723" cy="3518519"/>
          </a:xfrm>
        </p:grpSpPr>
        <p:sp>
          <p:nvSpPr>
            <p:cNvPr id="6" name="矩形 5"/>
            <p:cNvSpPr/>
            <p:nvPr/>
          </p:nvSpPr>
          <p:spPr>
            <a:xfrm>
              <a:off x="719137" y="2787975"/>
              <a:ext cx="2153822" cy="37894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r>
                <a:rPr lang="en-US" sz="1600" dirty="0">
                  <a:cs typeface="+mn-ea"/>
                  <a:sym typeface="+mn-lt"/>
                </a:rPr>
                <a:t>6</a:t>
              </a:r>
              <a:r>
                <a:rPr lang="zh-CN" altLang="en-US" sz="1600" dirty="0">
                  <a:cs typeface="+mn-ea"/>
                  <a:sym typeface="+mn-lt"/>
                </a:rPr>
                <a:t>月</a:t>
              </a:r>
              <a:r>
                <a:rPr lang="en-US" altLang="zh-CN" sz="1600" dirty="0">
                  <a:cs typeface="+mn-ea"/>
                  <a:sym typeface="+mn-lt"/>
                </a:rPr>
                <a:t>26</a:t>
              </a:r>
              <a:r>
                <a:rPr lang="zh-CN" altLang="en-US" sz="1600" dirty="0">
                  <a:cs typeface="+mn-ea"/>
                  <a:sym typeface="+mn-lt"/>
                </a:rPr>
                <a:t>日</a:t>
              </a:r>
              <a:r>
                <a:rPr lang="en-US" altLang="zh-CN" sz="1600" dirty="0">
                  <a:cs typeface="+mn-ea"/>
                  <a:sym typeface="+mn-lt"/>
                </a:rPr>
                <a:t>-6</a:t>
              </a:r>
              <a:r>
                <a:rPr lang="zh-CN" altLang="en-US" sz="1600" dirty="0">
                  <a:cs typeface="+mn-ea"/>
                  <a:sym typeface="+mn-lt"/>
                </a:rPr>
                <a:t>月</a:t>
              </a:r>
              <a:r>
                <a:rPr lang="en-US" altLang="zh-CN" sz="1600" dirty="0">
                  <a:cs typeface="+mn-ea"/>
                  <a:sym typeface="+mn-lt"/>
                </a:rPr>
                <a:t>27</a:t>
              </a:r>
              <a:r>
                <a:rPr lang="zh-CN" altLang="en-US" sz="1600" dirty="0">
                  <a:cs typeface="+mn-ea"/>
                  <a:sym typeface="+mn-lt"/>
                </a:rPr>
                <a:t>日</a:t>
              </a:r>
            </a:p>
          </p:txBody>
        </p:sp>
        <p:sp>
          <p:nvSpPr>
            <p:cNvPr id="7" name="矩形 6"/>
            <p:cNvSpPr/>
            <p:nvPr/>
          </p:nvSpPr>
          <p:spPr>
            <a:xfrm>
              <a:off x="2872958" y="2787975"/>
              <a:ext cx="2153822" cy="378941"/>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r>
                <a:rPr lang="en-US" altLang="zh-CN" sz="1600" dirty="0">
                  <a:cs typeface="+mn-ea"/>
                  <a:sym typeface="+mn-lt"/>
                </a:rPr>
                <a:t>6</a:t>
              </a:r>
              <a:r>
                <a:rPr lang="zh-CN" altLang="en-US" sz="1600" dirty="0">
                  <a:cs typeface="+mn-ea"/>
                  <a:sym typeface="+mn-lt"/>
                </a:rPr>
                <a:t>月</a:t>
              </a:r>
              <a:r>
                <a:rPr lang="en-US" altLang="zh-CN" sz="1600" dirty="0">
                  <a:cs typeface="+mn-ea"/>
                  <a:sym typeface="+mn-lt"/>
                </a:rPr>
                <a:t>28</a:t>
              </a:r>
              <a:r>
                <a:rPr lang="zh-CN" altLang="en-US" sz="1600" dirty="0">
                  <a:cs typeface="+mn-ea"/>
                  <a:sym typeface="+mn-lt"/>
                </a:rPr>
                <a:t>日</a:t>
              </a:r>
              <a:r>
                <a:rPr lang="en-US" altLang="zh-CN" sz="1600" dirty="0">
                  <a:cs typeface="+mn-ea"/>
                  <a:sym typeface="+mn-lt"/>
                </a:rPr>
                <a:t>-6</a:t>
              </a:r>
              <a:r>
                <a:rPr lang="zh-CN" altLang="en-US" sz="1600" dirty="0">
                  <a:cs typeface="+mn-ea"/>
                  <a:sym typeface="+mn-lt"/>
                </a:rPr>
                <a:t>月</a:t>
              </a:r>
              <a:r>
                <a:rPr lang="en-US" altLang="zh-CN" sz="1600" dirty="0">
                  <a:cs typeface="+mn-ea"/>
                  <a:sym typeface="+mn-lt"/>
                </a:rPr>
                <a:t>29</a:t>
              </a:r>
              <a:r>
                <a:rPr lang="zh-CN" altLang="en-US" sz="1600" dirty="0">
                  <a:cs typeface="+mn-ea"/>
                  <a:sym typeface="+mn-lt"/>
                </a:rPr>
                <a:t>日</a:t>
              </a:r>
            </a:p>
          </p:txBody>
        </p:sp>
        <p:sp>
          <p:nvSpPr>
            <p:cNvPr id="8" name="矩形 7"/>
            <p:cNvSpPr/>
            <p:nvPr/>
          </p:nvSpPr>
          <p:spPr>
            <a:xfrm>
              <a:off x="5011395" y="2787975"/>
              <a:ext cx="2153822" cy="37894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r>
                <a:rPr lang="en-US" sz="1600" dirty="0">
                  <a:cs typeface="+mn-ea"/>
                  <a:sym typeface="+mn-lt"/>
                </a:rPr>
                <a:t>6</a:t>
              </a:r>
              <a:r>
                <a:rPr lang="zh-CN" altLang="en-US" sz="1600" dirty="0">
                  <a:cs typeface="+mn-ea"/>
                  <a:sym typeface="+mn-lt"/>
                </a:rPr>
                <a:t>月</a:t>
              </a:r>
              <a:r>
                <a:rPr lang="en-US" altLang="zh-CN" sz="1600" dirty="0">
                  <a:cs typeface="+mn-ea"/>
                  <a:sym typeface="+mn-lt"/>
                </a:rPr>
                <a:t>30</a:t>
              </a:r>
              <a:r>
                <a:rPr lang="zh-CN" altLang="en-US" sz="1600" dirty="0">
                  <a:cs typeface="+mn-ea"/>
                  <a:sym typeface="+mn-lt"/>
                </a:rPr>
                <a:t>日</a:t>
              </a:r>
              <a:r>
                <a:rPr lang="en-US" altLang="zh-CN" sz="1600" dirty="0">
                  <a:cs typeface="+mn-ea"/>
                  <a:sym typeface="+mn-lt"/>
                </a:rPr>
                <a:t>-7</a:t>
              </a:r>
              <a:r>
                <a:rPr lang="zh-CN" altLang="en-US" sz="1600" dirty="0">
                  <a:cs typeface="+mn-ea"/>
                  <a:sym typeface="+mn-lt"/>
                </a:rPr>
                <a:t>月</a:t>
              </a:r>
              <a:r>
                <a:rPr lang="en-US" altLang="zh-CN" sz="1600" dirty="0">
                  <a:cs typeface="+mn-ea"/>
                  <a:sym typeface="+mn-lt"/>
                </a:rPr>
                <a:t>1</a:t>
              </a:r>
              <a:r>
                <a:rPr lang="zh-CN" altLang="en-US" sz="1600" dirty="0">
                  <a:cs typeface="+mn-ea"/>
                  <a:sym typeface="+mn-lt"/>
                </a:rPr>
                <a:t>日</a:t>
              </a:r>
            </a:p>
          </p:txBody>
        </p:sp>
        <p:sp>
          <p:nvSpPr>
            <p:cNvPr id="9" name="矩形 8"/>
            <p:cNvSpPr/>
            <p:nvPr/>
          </p:nvSpPr>
          <p:spPr>
            <a:xfrm>
              <a:off x="7165216" y="2787975"/>
              <a:ext cx="2153822" cy="378941"/>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r>
                <a:rPr lang="en-US" sz="1600" dirty="0">
                  <a:cs typeface="+mn-ea"/>
                  <a:sym typeface="+mn-lt"/>
                </a:rPr>
                <a:t>7-2</a:t>
              </a:r>
              <a:r>
                <a:rPr lang="zh-CN" altLang="en-US" sz="1600" dirty="0">
                  <a:cs typeface="+mn-ea"/>
                  <a:sym typeface="+mn-lt"/>
                </a:rPr>
                <a:t>日</a:t>
              </a:r>
              <a:r>
                <a:rPr lang="en-US" altLang="zh-CN" sz="1600" dirty="0">
                  <a:cs typeface="+mn-ea"/>
                  <a:sym typeface="+mn-lt"/>
                </a:rPr>
                <a:t>-7</a:t>
              </a:r>
              <a:r>
                <a:rPr lang="zh-CN" altLang="en-US" sz="1600" dirty="0">
                  <a:cs typeface="+mn-ea"/>
                  <a:sym typeface="+mn-lt"/>
                </a:rPr>
                <a:t>月</a:t>
              </a:r>
              <a:r>
                <a:rPr lang="en-US" altLang="zh-CN" sz="1600" dirty="0">
                  <a:cs typeface="+mn-ea"/>
                  <a:sym typeface="+mn-lt"/>
                </a:rPr>
                <a:t>7</a:t>
              </a:r>
              <a:r>
                <a:rPr lang="zh-CN" altLang="en-US" sz="1600" dirty="0">
                  <a:cs typeface="+mn-ea"/>
                  <a:sym typeface="+mn-lt"/>
                </a:rPr>
                <a:t>日</a:t>
              </a:r>
            </a:p>
          </p:txBody>
        </p:sp>
        <p:sp>
          <p:nvSpPr>
            <p:cNvPr id="10" name="箭头: 五边形 9"/>
            <p:cNvSpPr/>
            <p:nvPr/>
          </p:nvSpPr>
          <p:spPr>
            <a:xfrm>
              <a:off x="9319038" y="2787975"/>
              <a:ext cx="2153822" cy="378941"/>
            </a:xfrm>
            <a:prstGeom prst="homePlat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r>
                <a:rPr lang="en-US" sz="1600" dirty="0">
                  <a:cs typeface="+mn-ea"/>
                  <a:sym typeface="+mn-lt"/>
                </a:rPr>
                <a:t>7</a:t>
              </a:r>
              <a:r>
                <a:rPr lang="zh-CN" altLang="en-US" sz="1600" dirty="0">
                  <a:cs typeface="+mn-ea"/>
                  <a:sym typeface="+mn-lt"/>
                </a:rPr>
                <a:t>月</a:t>
              </a:r>
              <a:r>
                <a:rPr lang="en-US" altLang="zh-CN" sz="1600" dirty="0">
                  <a:cs typeface="+mn-ea"/>
                  <a:sym typeface="+mn-lt"/>
                </a:rPr>
                <a:t>8</a:t>
              </a:r>
              <a:r>
                <a:rPr lang="zh-CN" altLang="en-US" sz="1600" dirty="0">
                  <a:cs typeface="+mn-ea"/>
                  <a:sym typeface="+mn-lt"/>
                </a:rPr>
                <a:t>日</a:t>
              </a:r>
              <a:r>
                <a:rPr lang="en-US" altLang="zh-CN" sz="1600" dirty="0">
                  <a:cs typeface="+mn-ea"/>
                  <a:sym typeface="+mn-lt"/>
                </a:rPr>
                <a:t>-7</a:t>
              </a:r>
              <a:r>
                <a:rPr lang="zh-CN" altLang="en-US" sz="1600" dirty="0">
                  <a:cs typeface="+mn-ea"/>
                  <a:sym typeface="+mn-lt"/>
                </a:rPr>
                <a:t>月</a:t>
              </a:r>
              <a:r>
                <a:rPr lang="en-US" altLang="zh-CN" sz="1600" dirty="0">
                  <a:cs typeface="+mn-ea"/>
                  <a:sym typeface="+mn-lt"/>
                </a:rPr>
                <a:t>9</a:t>
              </a:r>
              <a:r>
                <a:rPr lang="zh-CN" altLang="en-US" sz="1600" dirty="0">
                  <a:cs typeface="+mn-ea"/>
                  <a:sym typeface="+mn-lt"/>
                </a:rPr>
                <a:t>日</a:t>
              </a:r>
            </a:p>
          </p:txBody>
        </p:sp>
        <p:sp>
          <p:nvSpPr>
            <p:cNvPr id="11" name="椭圆 10"/>
            <p:cNvSpPr/>
            <p:nvPr/>
          </p:nvSpPr>
          <p:spPr bwMode="gray">
            <a:xfrm>
              <a:off x="1176689" y="3107374"/>
              <a:ext cx="107691" cy="105026"/>
            </a:xfrm>
            <a:prstGeom prst="ellipse">
              <a:avLst/>
            </a:prstGeom>
            <a:solidFill>
              <a:schemeClr val="accent1"/>
            </a:solidFill>
            <a:ln w="12700" algn="ctr">
              <a:solidFill>
                <a:schemeClr val="bg1"/>
              </a:solidFill>
              <a:round/>
            </a:ln>
            <a:effectLst/>
          </p:spPr>
          <p:txBody>
            <a:bodyPr anchor="ctr"/>
            <a:lstStyle/>
            <a:p>
              <a:pPr algn="ctr"/>
              <a:endParaRPr>
                <a:cs typeface="+mn-ea"/>
                <a:sym typeface="+mn-lt"/>
              </a:endParaRPr>
            </a:p>
          </p:txBody>
        </p:sp>
        <p:grpSp>
          <p:nvGrpSpPr>
            <p:cNvPr id="12" name="组合 11"/>
            <p:cNvGrpSpPr/>
            <p:nvPr/>
          </p:nvGrpSpPr>
          <p:grpSpPr>
            <a:xfrm>
              <a:off x="7475831" y="3107374"/>
              <a:ext cx="107691" cy="2291939"/>
              <a:chOff x="7475831" y="3107374"/>
              <a:chExt cx="107691" cy="2291939"/>
            </a:xfrm>
          </p:grpSpPr>
          <p:sp>
            <p:nvSpPr>
              <p:cNvPr id="38" name="椭圆 37"/>
              <p:cNvSpPr/>
              <p:nvPr/>
            </p:nvSpPr>
            <p:spPr bwMode="gray">
              <a:xfrm>
                <a:off x="7475831" y="3107374"/>
                <a:ext cx="107691" cy="105026"/>
              </a:xfrm>
              <a:prstGeom prst="ellipse">
                <a:avLst/>
              </a:prstGeom>
              <a:solidFill>
                <a:schemeClr val="accent3"/>
              </a:solidFill>
              <a:ln w="12700" algn="ctr">
                <a:solidFill>
                  <a:schemeClr val="bg1"/>
                </a:solidFill>
                <a:round/>
              </a:ln>
              <a:effectLst/>
            </p:spPr>
            <p:txBody>
              <a:bodyPr anchor="ctr"/>
              <a:lstStyle/>
              <a:p>
                <a:pPr algn="ctr"/>
                <a:endParaRPr>
                  <a:cs typeface="+mn-ea"/>
                  <a:sym typeface="+mn-lt"/>
                </a:endParaRPr>
              </a:p>
            </p:txBody>
          </p:sp>
          <p:sp>
            <p:nvSpPr>
              <p:cNvPr id="39" name="直接连接符 38"/>
              <p:cNvSpPr/>
              <p:nvPr/>
            </p:nvSpPr>
            <p:spPr bwMode="gray">
              <a:xfrm flipV="1">
                <a:off x="7529677" y="3173827"/>
                <a:ext cx="0" cy="2225486"/>
              </a:xfrm>
              <a:prstGeom prst="line">
                <a:avLst/>
              </a:prstGeom>
              <a:noFill/>
              <a:ln w="19050">
                <a:solidFill>
                  <a:schemeClr val="accent3"/>
                </a:solidFill>
                <a:round/>
              </a:ln>
              <a:effectLst/>
            </p:spPr>
            <p:txBody>
              <a:bodyPr anchor="ctr"/>
              <a:lstStyle/>
              <a:p>
                <a:pPr algn="ctr"/>
                <a:endParaRPr>
                  <a:cs typeface="+mn-ea"/>
                  <a:sym typeface="+mn-lt"/>
                </a:endParaRPr>
              </a:p>
            </p:txBody>
          </p:sp>
        </p:grpSp>
        <p:grpSp>
          <p:nvGrpSpPr>
            <p:cNvPr id="13" name="组合 12"/>
            <p:cNvGrpSpPr/>
            <p:nvPr/>
          </p:nvGrpSpPr>
          <p:grpSpPr>
            <a:xfrm>
              <a:off x="3139807" y="3107374"/>
              <a:ext cx="107691" cy="2096363"/>
              <a:chOff x="4436327" y="3107374"/>
              <a:chExt cx="107691" cy="2096363"/>
            </a:xfrm>
          </p:grpSpPr>
          <p:sp>
            <p:nvSpPr>
              <p:cNvPr id="36" name="椭圆 35"/>
              <p:cNvSpPr/>
              <p:nvPr/>
            </p:nvSpPr>
            <p:spPr bwMode="gray">
              <a:xfrm>
                <a:off x="4436327" y="3107374"/>
                <a:ext cx="107691" cy="105026"/>
              </a:xfrm>
              <a:prstGeom prst="ellipse">
                <a:avLst/>
              </a:prstGeom>
              <a:solidFill>
                <a:schemeClr val="accent3"/>
              </a:solidFill>
              <a:ln w="12700" algn="ctr">
                <a:solidFill>
                  <a:schemeClr val="bg1"/>
                </a:solidFill>
                <a:round/>
              </a:ln>
              <a:effectLst/>
            </p:spPr>
            <p:txBody>
              <a:bodyPr anchor="ctr"/>
              <a:lstStyle/>
              <a:p>
                <a:pPr algn="ctr"/>
                <a:endParaRPr>
                  <a:cs typeface="+mn-ea"/>
                  <a:sym typeface="+mn-lt"/>
                </a:endParaRPr>
              </a:p>
            </p:txBody>
          </p:sp>
          <p:sp>
            <p:nvSpPr>
              <p:cNvPr id="37" name="直接连接符 36"/>
              <p:cNvSpPr/>
              <p:nvPr/>
            </p:nvSpPr>
            <p:spPr bwMode="gray">
              <a:xfrm flipV="1">
                <a:off x="4490172" y="3173829"/>
                <a:ext cx="1" cy="2029908"/>
              </a:xfrm>
              <a:prstGeom prst="line">
                <a:avLst/>
              </a:prstGeom>
              <a:noFill/>
              <a:ln w="19050">
                <a:solidFill>
                  <a:schemeClr val="accent3"/>
                </a:solidFill>
                <a:round/>
              </a:ln>
              <a:effectLst/>
            </p:spPr>
            <p:txBody>
              <a:bodyPr anchor="ctr"/>
              <a:lstStyle/>
              <a:p>
                <a:pPr algn="ctr"/>
                <a:endParaRPr>
                  <a:cs typeface="+mn-ea"/>
                  <a:sym typeface="+mn-lt"/>
                </a:endParaRPr>
              </a:p>
            </p:txBody>
          </p:sp>
        </p:grpSp>
        <p:grpSp>
          <p:nvGrpSpPr>
            <p:cNvPr id="14" name="组合 13"/>
            <p:cNvGrpSpPr/>
            <p:nvPr/>
          </p:nvGrpSpPr>
          <p:grpSpPr>
            <a:xfrm>
              <a:off x="5165102" y="3107374"/>
              <a:ext cx="107691" cy="324250"/>
              <a:chOff x="5165102" y="3107374"/>
              <a:chExt cx="107691" cy="324250"/>
            </a:xfrm>
          </p:grpSpPr>
          <p:sp>
            <p:nvSpPr>
              <p:cNvPr id="34" name="椭圆 33"/>
              <p:cNvSpPr/>
              <p:nvPr/>
            </p:nvSpPr>
            <p:spPr bwMode="gray">
              <a:xfrm>
                <a:off x="5165102" y="3107374"/>
                <a:ext cx="107691" cy="105026"/>
              </a:xfrm>
              <a:prstGeom prst="ellipse">
                <a:avLst/>
              </a:prstGeom>
              <a:solidFill>
                <a:schemeClr val="accent1"/>
              </a:solidFill>
              <a:ln w="12700" algn="ctr">
                <a:solidFill>
                  <a:schemeClr val="bg1"/>
                </a:solidFill>
                <a:round/>
              </a:ln>
              <a:effectLst/>
            </p:spPr>
            <p:txBody>
              <a:bodyPr anchor="ctr"/>
              <a:lstStyle/>
              <a:p>
                <a:pPr algn="ctr"/>
                <a:endParaRPr>
                  <a:cs typeface="+mn-ea"/>
                  <a:sym typeface="+mn-lt"/>
                </a:endParaRPr>
              </a:p>
            </p:txBody>
          </p:sp>
          <p:sp>
            <p:nvSpPr>
              <p:cNvPr id="35" name="直接连接符 34"/>
              <p:cNvSpPr/>
              <p:nvPr/>
            </p:nvSpPr>
            <p:spPr bwMode="gray">
              <a:xfrm flipV="1">
                <a:off x="5218948" y="3196922"/>
                <a:ext cx="0" cy="234702"/>
              </a:xfrm>
              <a:prstGeom prst="line">
                <a:avLst/>
              </a:prstGeom>
              <a:noFill/>
              <a:ln w="19050">
                <a:solidFill>
                  <a:schemeClr val="accent1"/>
                </a:solidFill>
                <a:round/>
              </a:ln>
              <a:effectLst/>
            </p:spPr>
            <p:txBody>
              <a:bodyPr anchor="ctr"/>
              <a:lstStyle/>
              <a:p>
                <a:pPr algn="ctr"/>
                <a:endParaRPr>
                  <a:cs typeface="+mn-ea"/>
                  <a:sym typeface="+mn-lt"/>
                </a:endParaRPr>
              </a:p>
            </p:txBody>
          </p:sp>
        </p:grpSp>
        <p:sp>
          <p:nvSpPr>
            <p:cNvPr id="15" name="直接连接符 14"/>
            <p:cNvSpPr/>
            <p:nvPr/>
          </p:nvSpPr>
          <p:spPr bwMode="gray">
            <a:xfrm flipV="1">
              <a:off x="1230534" y="3196922"/>
              <a:ext cx="0" cy="234702"/>
            </a:xfrm>
            <a:prstGeom prst="line">
              <a:avLst/>
            </a:prstGeom>
            <a:noFill/>
            <a:ln w="19050">
              <a:solidFill>
                <a:schemeClr val="accent1"/>
              </a:solidFill>
              <a:round/>
            </a:ln>
            <a:effectLst/>
          </p:spPr>
          <p:txBody>
            <a:bodyPr anchor="ctr"/>
            <a:lstStyle/>
            <a:p>
              <a:pPr algn="ctr"/>
              <a:endParaRPr>
                <a:cs typeface="+mn-ea"/>
                <a:sym typeface="+mn-lt"/>
              </a:endParaRPr>
            </a:p>
          </p:txBody>
        </p:sp>
        <p:sp>
          <p:nvSpPr>
            <p:cNvPr id="16" name="任意多边形: 形状 15"/>
            <p:cNvSpPr/>
            <p:nvPr/>
          </p:nvSpPr>
          <p:spPr>
            <a:xfrm>
              <a:off x="1534110" y="1976589"/>
              <a:ext cx="523875" cy="521355"/>
            </a:xfrm>
            <a:custGeom>
              <a:avLst/>
              <a:gdLst>
                <a:gd name="connsiteX0" fmla="*/ 21907 w 330201"/>
                <a:gd name="connsiteY0" fmla="*/ 269875 h 328613"/>
                <a:gd name="connsiteX1" fmla="*/ 87630 w 330201"/>
                <a:gd name="connsiteY1" fmla="*/ 269875 h 328613"/>
                <a:gd name="connsiteX2" fmla="*/ 96651 w 330201"/>
                <a:gd name="connsiteY2" fmla="*/ 272486 h 328613"/>
                <a:gd name="connsiteX3" fmla="*/ 109538 w 330201"/>
                <a:gd name="connsiteY3" fmla="*/ 286844 h 328613"/>
                <a:gd name="connsiteX4" fmla="*/ 131445 w 330201"/>
                <a:gd name="connsiteY4" fmla="*/ 269875 h 328613"/>
                <a:gd name="connsiteX5" fmla="*/ 197168 w 330201"/>
                <a:gd name="connsiteY5" fmla="*/ 269875 h 328613"/>
                <a:gd name="connsiteX6" fmla="*/ 206188 w 330201"/>
                <a:gd name="connsiteY6" fmla="*/ 272486 h 328613"/>
                <a:gd name="connsiteX7" fmla="*/ 219075 w 330201"/>
                <a:gd name="connsiteY7" fmla="*/ 286844 h 328613"/>
                <a:gd name="connsiteX8" fmla="*/ 240983 w 330201"/>
                <a:gd name="connsiteY8" fmla="*/ 269875 h 328613"/>
                <a:gd name="connsiteX9" fmla="*/ 306706 w 330201"/>
                <a:gd name="connsiteY9" fmla="*/ 269875 h 328613"/>
                <a:gd name="connsiteX10" fmla="*/ 328613 w 330201"/>
                <a:gd name="connsiteY10" fmla="*/ 293370 h 328613"/>
                <a:gd name="connsiteX11" fmla="*/ 328613 w 330201"/>
                <a:gd name="connsiteY11" fmla="*/ 328613 h 328613"/>
                <a:gd name="connsiteX12" fmla="*/ 0 w 330201"/>
                <a:gd name="connsiteY12" fmla="*/ 328613 h 328613"/>
                <a:gd name="connsiteX13" fmla="*/ 0 w 330201"/>
                <a:gd name="connsiteY13" fmla="*/ 293370 h 328613"/>
                <a:gd name="connsiteX14" fmla="*/ 21907 w 330201"/>
                <a:gd name="connsiteY14" fmla="*/ 269875 h 328613"/>
                <a:gd name="connsiteX15" fmla="*/ 209550 w 330201"/>
                <a:gd name="connsiteY15" fmla="*/ 204788 h 328613"/>
                <a:gd name="connsiteX16" fmla="*/ 230188 w 330201"/>
                <a:gd name="connsiteY16" fmla="*/ 204788 h 328613"/>
                <a:gd name="connsiteX17" fmla="*/ 225028 w 330201"/>
                <a:gd name="connsiteY17" fmla="*/ 225706 h 328613"/>
                <a:gd name="connsiteX18" fmla="*/ 225028 w 330201"/>
                <a:gd name="connsiteY18" fmla="*/ 227013 h 328613"/>
                <a:gd name="connsiteX19" fmla="*/ 213420 w 330201"/>
                <a:gd name="connsiteY19" fmla="*/ 227013 h 328613"/>
                <a:gd name="connsiteX20" fmla="*/ 213420 w 330201"/>
                <a:gd name="connsiteY20" fmla="*/ 225706 h 328613"/>
                <a:gd name="connsiteX21" fmla="*/ 209550 w 330201"/>
                <a:gd name="connsiteY21" fmla="*/ 204788 h 328613"/>
                <a:gd name="connsiteX22" fmla="*/ 98425 w 330201"/>
                <a:gd name="connsiteY22" fmla="*/ 204788 h 328613"/>
                <a:gd name="connsiteX23" fmla="*/ 119063 w 330201"/>
                <a:gd name="connsiteY23" fmla="*/ 204788 h 328613"/>
                <a:gd name="connsiteX24" fmla="*/ 115193 w 330201"/>
                <a:gd name="connsiteY24" fmla="*/ 225706 h 328613"/>
                <a:gd name="connsiteX25" fmla="*/ 115193 w 330201"/>
                <a:gd name="connsiteY25" fmla="*/ 227013 h 328613"/>
                <a:gd name="connsiteX26" fmla="*/ 103584 w 330201"/>
                <a:gd name="connsiteY26" fmla="*/ 227013 h 328613"/>
                <a:gd name="connsiteX27" fmla="*/ 103584 w 330201"/>
                <a:gd name="connsiteY27" fmla="*/ 225706 h 328613"/>
                <a:gd name="connsiteX28" fmla="*/ 98425 w 330201"/>
                <a:gd name="connsiteY28" fmla="*/ 204788 h 328613"/>
                <a:gd name="connsiteX29" fmla="*/ 274638 w 330201"/>
                <a:gd name="connsiteY29" fmla="*/ 193675 h 328613"/>
                <a:gd name="connsiteX30" fmla="*/ 306388 w 330201"/>
                <a:gd name="connsiteY30" fmla="*/ 225425 h 328613"/>
                <a:gd name="connsiteX31" fmla="*/ 274638 w 330201"/>
                <a:gd name="connsiteY31" fmla="*/ 257175 h 328613"/>
                <a:gd name="connsiteX32" fmla="*/ 242888 w 330201"/>
                <a:gd name="connsiteY32" fmla="*/ 225425 h 328613"/>
                <a:gd name="connsiteX33" fmla="*/ 274638 w 330201"/>
                <a:gd name="connsiteY33" fmla="*/ 193675 h 328613"/>
                <a:gd name="connsiteX34" fmla="*/ 164307 w 330201"/>
                <a:gd name="connsiteY34" fmla="*/ 193675 h 328613"/>
                <a:gd name="connsiteX35" fmla="*/ 195264 w 330201"/>
                <a:gd name="connsiteY35" fmla="*/ 225425 h 328613"/>
                <a:gd name="connsiteX36" fmla="*/ 164307 w 330201"/>
                <a:gd name="connsiteY36" fmla="*/ 257175 h 328613"/>
                <a:gd name="connsiteX37" fmla="*/ 133350 w 330201"/>
                <a:gd name="connsiteY37" fmla="*/ 225425 h 328613"/>
                <a:gd name="connsiteX38" fmla="*/ 164307 w 330201"/>
                <a:gd name="connsiteY38" fmla="*/ 193675 h 328613"/>
                <a:gd name="connsiteX39" fmla="*/ 53975 w 330201"/>
                <a:gd name="connsiteY39" fmla="*/ 193675 h 328613"/>
                <a:gd name="connsiteX40" fmla="*/ 85725 w 330201"/>
                <a:gd name="connsiteY40" fmla="*/ 225425 h 328613"/>
                <a:gd name="connsiteX41" fmla="*/ 53975 w 330201"/>
                <a:gd name="connsiteY41" fmla="*/ 257175 h 328613"/>
                <a:gd name="connsiteX42" fmla="*/ 22225 w 330201"/>
                <a:gd name="connsiteY42" fmla="*/ 225425 h 328613"/>
                <a:gd name="connsiteX43" fmla="*/ 53975 w 330201"/>
                <a:gd name="connsiteY43" fmla="*/ 193675 h 328613"/>
                <a:gd name="connsiteX44" fmla="*/ 155575 w 330201"/>
                <a:gd name="connsiteY44" fmla="*/ 80963 h 328613"/>
                <a:gd name="connsiteX45" fmla="*/ 168275 w 330201"/>
                <a:gd name="connsiteY45" fmla="*/ 80963 h 328613"/>
                <a:gd name="connsiteX46" fmla="*/ 168275 w 330201"/>
                <a:gd name="connsiteY46" fmla="*/ 107950 h 328613"/>
                <a:gd name="connsiteX47" fmla="*/ 195263 w 330201"/>
                <a:gd name="connsiteY47" fmla="*/ 107950 h 328613"/>
                <a:gd name="connsiteX48" fmla="*/ 195263 w 330201"/>
                <a:gd name="connsiteY48" fmla="*/ 119063 h 328613"/>
                <a:gd name="connsiteX49" fmla="*/ 168275 w 330201"/>
                <a:gd name="connsiteY49" fmla="*/ 119063 h 328613"/>
                <a:gd name="connsiteX50" fmla="*/ 168275 w 330201"/>
                <a:gd name="connsiteY50" fmla="*/ 147638 h 328613"/>
                <a:gd name="connsiteX51" fmla="*/ 155575 w 330201"/>
                <a:gd name="connsiteY51" fmla="*/ 147638 h 328613"/>
                <a:gd name="connsiteX52" fmla="*/ 155575 w 330201"/>
                <a:gd name="connsiteY52" fmla="*/ 119063 h 328613"/>
                <a:gd name="connsiteX53" fmla="*/ 130175 w 330201"/>
                <a:gd name="connsiteY53" fmla="*/ 119063 h 328613"/>
                <a:gd name="connsiteX54" fmla="*/ 130175 w 330201"/>
                <a:gd name="connsiteY54" fmla="*/ 107950 h 328613"/>
                <a:gd name="connsiteX55" fmla="*/ 155575 w 330201"/>
                <a:gd name="connsiteY55" fmla="*/ 107950 h 328613"/>
                <a:gd name="connsiteX56" fmla="*/ 104775 w 330201"/>
                <a:gd name="connsiteY56" fmla="*/ 66675 h 328613"/>
                <a:gd name="connsiteX57" fmla="*/ 119063 w 330201"/>
                <a:gd name="connsiteY57" fmla="*/ 66675 h 328613"/>
                <a:gd name="connsiteX58" fmla="*/ 119063 w 330201"/>
                <a:gd name="connsiteY58" fmla="*/ 147638 h 328613"/>
                <a:gd name="connsiteX59" fmla="*/ 101600 w 330201"/>
                <a:gd name="connsiteY59" fmla="*/ 147638 h 328613"/>
                <a:gd name="connsiteX60" fmla="*/ 101600 w 330201"/>
                <a:gd name="connsiteY60" fmla="*/ 84137 h 328613"/>
                <a:gd name="connsiteX61" fmla="*/ 100013 w 330201"/>
                <a:gd name="connsiteY61" fmla="*/ 84137 h 328613"/>
                <a:gd name="connsiteX62" fmla="*/ 84137 w 330201"/>
                <a:gd name="connsiteY62" fmla="*/ 90487 h 328613"/>
                <a:gd name="connsiteX63" fmla="*/ 84137 w 330201"/>
                <a:gd name="connsiteY63" fmla="*/ 80962 h 328613"/>
                <a:gd name="connsiteX64" fmla="*/ 82550 w 330201"/>
                <a:gd name="connsiteY64" fmla="*/ 76200 h 328613"/>
                <a:gd name="connsiteX65" fmla="*/ 222539 w 330201"/>
                <a:gd name="connsiteY65" fmla="*/ 63500 h 328613"/>
                <a:gd name="connsiteX66" fmla="*/ 251114 w 330201"/>
                <a:gd name="connsiteY66" fmla="*/ 89793 h 328613"/>
                <a:gd name="connsiteX67" fmla="*/ 229033 w 330201"/>
                <a:gd name="connsiteY67" fmla="*/ 125289 h 328613"/>
                <a:gd name="connsiteX68" fmla="*/ 221240 w 330201"/>
                <a:gd name="connsiteY68" fmla="*/ 131862 h 328613"/>
                <a:gd name="connsiteX69" fmla="*/ 252413 w 330201"/>
                <a:gd name="connsiteY69" fmla="*/ 131862 h 328613"/>
                <a:gd name="connsiteX70" fmla="*/ 252413 w 330201"/>
                <a:gd name="connsiteY70" fmla="*/ 147638 h 328613"/>
                <a:gd name="connsiteX71" fmla="*/ 195263 w 330201"/>
                <a:gd name="connsiteY71" fmla="*/ 147638 h 328613"/>
                <a:gd name="connsiteX72" fmla="*/ 195263 w 330201"/>
                <a:gd name="connsiteY72" fmla="*/ 135806 h 328613"/>
                <a:gd name="connsiteX73" fmla="*/ 205654 w 330201"/>
                <a:gd name="connsiteY73" fmla="*/ 126603 h 328613"/>
                <a:gd name="connsiteX74" fmla="*/ 231631 w 330201"/>
                <a:gd name="connsiteY74" fmla="*/ 91108 h 328613"/>
                <a:gd name="connsiteX75" fmla="*/ 218642 w 330201"/>
                <a:gd name="connsiteY75" fmla="*/ 79276 h 328613"/>
                <a:gd name="connsiteX76" fmla="*/ 201757 w 330201"/>
                <a:gd name="connsiteY76" fmla="*/ 85849 h 328613"/>
                <a:gd name="connsiteX77" fmla="*/ 200458 w 330201"/>
                <a:gd name="connsiteY77" fmla="*/ 85849 h 328613"/>
                <a:gd name="connsiteX78" fmla="*/ 195263 w 330201"/>
                <a:gd name="connsiteY78" fmla="*/ 72702 h 328613"/>
                <a:gd name="connsiteX79" fmla="*/ 222539 w 330201"/>
                <a:gd name="connsiteY79" fmla="*/ 63500 h 328613"/>
                <a:gd name="connsiteX80" fmla="*/ 22740 w 330201"/>
                <a:gd name="connsiteY80" fmla="*/ 0 h 328613"/>
                <a:gd name="connsiteX81" fmla="*/ 318574 w 330201"/>
                <a:gd name="connsiteY81" fmla="*/ 0 h 328613"/>
                <a:gd name="connsiteX82" fmla="*/ 330201 w 330201"/>
                <a:gd name="connsiteY82" fmla="*/ 11608 h 328613"/>
                <a:gd name="connsiteX83" fmla="*/ 330201 w 330201"/>
                <a:gd name="connsiteY83" fmla="*/ 215405 h 328613"/>
                <a:gd name="connsiteX84" fmla="*/ 322450 w 330201"/>
                <a:gd name="connsiteY84" fmla="*/ 227013 h 328613"/>
                <a:gd name="connsiteX85" fmla="*/ 322450 w 330201"/>
                <a:gd name="connsiteY85" fmla="*/ 225723 h 328613"/>
                <a:gd name="connsiteX86" fmla="*/ 306948 w 330201"/>
                <a:gd name="connsiteY86" fmla="*/ 188317 h 328613"/>
                <a:gd name="connsiteX87" fmla="*/ 306948 w 330201"/>
                <a:gd name="connsiteY87" fmla="*/ 21927 h 328613"/>
                <a:gd name="connsiteX88" fmla="*/ 34366 w 330201"/>
                <a:gd name="connsiteY88" fmla="*/ 21927 h 328613"/>
                <a:gd name="connsiteX89" fmla="*/ 34366 w 330201"/>
                <a:gd name="connsiteY89" fmla="*/ 180578 h 328613"/>
                <a:gd name="connsiteX90" fmla="*/ 11113 w 330201"/>
                <a:gd name="connsiteY90" fmla="*/ 202506 h 328613"/>
                <a:gd name="connsiteX91" fmla="*/ 11113 w 330201"/>
                <a:gd name="connsiteY91" fmla="*/ 11608 h 328613"/>
                <a:gd name="connsiteX92" fmla="*/ 22740 w 330201"/>
                <a:gd name="connsiteY92" fmla="*/ 0 h 328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330201" h="328613">
                  <a:moveTo>
                    <a:pt x="21907" y="269875"/>
                  </a:moveTo>
                  <a:cubicBezTo>
                    <a:pt x="21907" y="269875"/>
                    <a:pt x="21907" y="269875"/>
                    <a:pt x="87630" y="269875"/>
                  </a:cubicBezTo>
                  <a:cubicBezTo>
                    <a:pt x="91496" y="269875"/>
                    <a:pt x="94073" y="271181"/>
                    <a:pt x="96651" y="272486"/>
                  </a:cubicBezTo>
                  <a:cubicBezTo>
                    <a:pt x="103094" y="275096"/>
                    <a:pt x="108249" y="280318"/>
                    <a:pt x="109538" y="286844"/>
                  </a:cubicBezTo>
                  <a:cubicBezTo>
                    <a:pt x="112115" y="277707"/>
                    <a:pt x="121136" y="269875"/>
                    <a:pt x="131445" y="269875"/>
                  </a:cubicBezTo>
                  <a:cubicBezTo>
                    <a:pt x="131445" y="269875"/>
                    <a:pt x="131445" y="269875"/>
                    <a:pt x="197168" y="269875"/>
                  </a:cubicBezTo>
                  <a:cubicBezTo>
                    <a:pt x="201034" y="269875"/>
                    <a:pt x="203611" y="271181"/>
                    <a:pt x="206188" y="272486"/>
                  </a:cubicBezTo>
                  <a:cubicBezTo>
                    <a:pt x="212632" y="275096"/>
                    <a:pt x="216498" y="280318"/>
                    <a:pt x="219075" y="286844"/>
                  </a:cubicBezTo>
                  <a:cubicBezTo>
                    <a:pt x="221653" y="277707"/>
                    <a:pt x="230673" y="269875"/>
                    <a:pt x="240983" y="269875"/>
                  </a:cubicBezTo>
                  <a:cubicBezTo>
                    <a:pt x="240983" y="269875"/>
                    <a:pt x="240983" y="269875"/>
                    <a:pt x="306706" y="269875"/>
                  </a:cubicBezTo>
                  <a:cubicBezTo>
                    <a:pt x="319592" y="269875"/>
                    <a:pt x="328613" y="280318"/>
                    <a:pt x="328613" y="293370"/>
                  </a:cubicBezTo>
                  <a:cubicBezTo>
                    <a:pt x="328613" y="293370"/>
                    <a:pt x="328613" y="293370"/>
                    <a:pt x="328613" y="328613"/>
                  </a:cubicBezTo>
                  <a:cubicBezTo>
                    <a:pt x="328613" y="328613"/>
                    <a:pt x="328613" y="328613"/>
                    <a:pt x="0" y="328613"/>
                  </a:cubicBezTo>
                  <a:cubicBezTo>
                    <a:pt x="0" y="328613"/>
                    <a:pt x="0" y="328613"/>
                    <a:pt x="0" y="293370"/>
                  </a:cubicBezTo>
                  <a:cubicBezTo>
                    <a:pt x="0" y="280318"/>
                    <a:pt x="9021" y="269875"/>
                    <a:pt x="21907" y="269875"/>
                  </a:cubicBezTo>
                  <a:close/>
                  <a:moveTo>
                    <a:pt x="209550" y="204788"/>
                  </a:moveTo>
                  <a:lnTo>
                    <a:pt x="230188" y="204788"/>
                  </a:lnTo>
                  <a:cubicBezTo>
                    <a:pt x="227608" y="211325"/>
                    <a:pt x="225028" y="217862"/>
                    <a:pt x="225028" y="225706"/>
                  </a:cubicBezTo>
                  <a:cubicBezTo>
                    <a:pt x="225028" y="225706"/>
                    <a:pt x="225028" y="227013"/>
                    <a:pt x="225028" y="227013"/>
                  </a:cubicBezTo>
                  <a:cubicBezTo>
                    <a:pt x="225028" y="227013"/>
                    <a:pt x="225028" y="227013"/>
                    <a:pt x="213420" y="227013"/>
                  </a:cubicBezTo>
                  <a:cubicBezTo>
                    <a:pt x="213420" y="227013"/>
                    <a:pt x="213420" y="225706"/>
                    <a:pt x="213420" y="225706"/>
                  </a:cubicBezTo>
                  <a:cubicBezTo>
                    <a:pt x="213420" y="217862"/>
                    <a:pt x="212130" y="211325"/>
                    <a:pt x="209550" y="204788"/>
                  </a:cubicBezTo>
                  <a:close/>
                  <a:moveTo>
                    <a:pt x="98425" y="204788"/>
                  </a:moveTo>
                  <a:lnTo>
                    <a:pt x="119063" y="204788"/>
                  </a:lnTo>
                  <a:cubicBezTo>
                    <a:pt x="116483" y="211325"/>
                    <a:pt x="115193" y="217862"/>
                    <a:pt x="115193" y="225706"/>
                  </a:cubicBezTo>
                  <a:cubicBezTo>
                    <a:pt x="115193" y="225706"/>
                    <a:pt x="115193" y="227013"/>
                    <a:pt x="115193" y="227013"/>
                  </a:cubicBezTo>
                  <a:cubicBezTo>
                    <a:pt x="115193" y="227013"/>
                    <a:pt x="115193" y="227013"/>
                    <a:pt x="103584" y="227013"/>
                  </a:cubicBezTo>
                  <a:cubicBezTo>
                    <a:pt x="103584" y="227013"/>
                    <a:pt x="103584" y="225706"/>
                    <a:pt x="103584" y="225706"/>
                  </a:cubicBezTo>
                  <a:cubicBezTo>
                    <a:pt x="103584" y="217862"/>
                    <a:pt x="101005" y="211325"/>
                    <a:pt x="98425" y="204788"/>
                  </a:cubicBezTo>
                  <a:close/>
                  <a:moveTo>
                    <a:pt x="274638" y="193675"/>
                  </a:moveTo>
                  <a:cubicBezTo>
                    <a:pt x="292173" y="193675"/>
                    <a:pt x="306388" y="207890"/>
                    <a:pt x="306388" y="225425"/>
                  </a:cubicBezTo>
                  <a:cubicBezTo>
                    <a:pt x="306388" y="242960"/>
                    <a:pt x="292173" y="257175"/>
                    <a:pt x="274638" y="257175"/>
                  </a:cubicBezTo>
                  <a:cubicBezTo>
                    <a:pt x="257103" y="257175"/>
                    <a:pt x="242888" y="242960"/>
                    <a:pt x="242888" y="225425"/>
                  </a:cubicBezTo>
                  <a:cubicBezTo>
                    <a:pt x="242888" y="207890"/>
                    <a:pt x="257103" y="193675"/>
                    <a:pt x="274638" y="193675"/>
                  </a:cubicBezTo>
                  <a:close/>
                  <a:moveTo>
                    <a:pt x="164307" y="193675"/>
                  </a:moveTo>
                  <a:cubicBezTo>
                    <a:pt x="181404" y="193675"/>
                    <a:pt x="195264" y="207890"/>
                    <a:pt x="195264" y="225425"/>
                  </a:cubicBezTo>
                  <a:cubicBezTo>
                    <a:pt x="195264" y="242960"/>
                    <a:pt x="181404" y="257175"/>
                    <a:pt x="164307" y="257175"/>
                  </a:cubicBezTo>
                  <a:cubicBezTo>
                    <a:pt x="147210" y="257175"/>
                    <a:pt x="133350" y="242960"/>
                    <a:pt x="133350" y="225425"/>
                  </a:cubicBezTo>
                  <a:cubicBezTo>
                    <a:pt x="133350" y="207890"/>
                    <a:pt x="147210" y="193675"/>
                    <a:pt x="164307" y="193675"/>
                  </a:cubicBezTo>
                  <a:close/>
                  <a:moveTo>
                    <a:pt x="53975" y="193675"/>
                  </a:moveTo>
                  <a:cubicBezTo>
                    <a:pt x="71510" y="193675"/>
                    <a:pt x="85725" y="207890"/>
                    <a:pt x="85725" y="225425"/>
                  </a:cubicBezTo>
                  <a:cubicBezTo>
                    <a:pt x="85725" y="242960"/>
                    <a:pt x="71510" y="257175"/>
                    <a:pt x="53975" y="257175"/>
                  </a:cubicBezTo>
                  <a:cubicBezTo>
                    <a:pt x="36440" y="257175"/>
                    <a:pt x="22225" y="242960"/>
                    <a:pt x="22225" y="225425"/>
                  </a:cubicBezTo>
                  <a:cubicBezTo>
                    <a:pt x="22225" y="207890"/>
                    <a:pt x="36440" y="193675"/>
                    <a:pt x="53975" y="193675"/>
                  </a:cubicBezTo>
                  <a:close/>
                  <a:moveTo>
                    <a:pt x="155575" y="80963"/>
                  </a:moveTo>
                  <a:lnTo>
                    <a:pt x="168275" y="80963"/>
                  </a:lnTo>
                  <a:lnTo>
                    <a:pt x="168275" y="107950"/>
                  </a:lnTo>
                  <a:lnTo>
                    <a:pt x="195263" y="107950"/>
                  </a:lnTo>
                  <a:lnTo>
                    <a:pt x="195263" y="119063"/>
                  </a:lnTo>
                  <a:lnTo>
                    <a:pt x="168275" y="119063"/>
                  </a:lnTo>
                  <a:lnTo>
                    <a:pt x="168275" y="147638"/>
                  </a:lnTo>
                  <a:lnTo>
                    <a:pt x="155575" y="147638"/>
                  </a:lnTo>
                  <a:lnTo>
                    <a:pt x="155575" y="119063"/>
                  </a:lnTo>
                  <a:lnTo>
                    <a:pt x="130175" y="119063"/>
                  </a:lnTo>
                  <a:lnTo>
                    <a:pt x="130175" y="107950"/>
                  </a:lnTo>
                  <a:lnTo>
                    <a:pt x="155575" y="107950"/>
                  </a:lnTo>
                  <a:close/>
                  <a:moveTo>
                    <a:pt x="104775" y="66675"/>
                  </a:moveTo>
                  <a:lnTo>
                    <a:pt x="119063" y="66675"/>
                  </a:lnTo>
                  <a:lnTo>
                    <a:pt x="119063" y="147638"/>
                  </a:lnTo>
                  <a:lnTo>
                    <a:pt x="101600" y="147638"/>
                  </a:lnTo>
                  <a:lnTo>
                    <a:pt x="101600" y="84137"/>
                  </a:lnTo>
                  <a:lnTo>
                    <a:pt x="100013" y="84137"/>
                  </a:lnTo>
                  <a:lnTo>
                    <a:pt x="84137" y="90487"/>
                  </a:lnTo>
                  <a:lnTo>
                    <a:pt x="84137" y="80962"/>
                  </a:lnTo>
                  <a:lnTo>
                    <a:pt x="82550" y="76200"/>
                  </a:lnTo>
                  <a:close/>
                  <a:moveTo>
                    <a:pt x="222539" y="63500"/>
                  </a:moveTo>
                  <a:cubicBezTo>
                    <a:pt x="240723" y="63500"/>
                    <a:pt x="251114" y="75332"/>
                    <a:pt x="251114" y="89793"/>
                  </a:cubicBezTo>
                  <a:cubicBezTo>
                    <a:pt x="251114" y="102939"/>
                    <a:pt x="240723" y="114771"/>
                    <a:pt x="229033" y="125289"/>
                  </a:cubicBezTo>
                  <a:cubicBezTo>
                    <a:pt x="229033" y="125289"/>
                    <a:pt x="229033" y="125289"/>
                    <a:pt x="221240" y="131862"/>
                  </a:cubicBezTo>
                  <a:cubicBezTo>
                    <a:pt x="221240" y="131862"/>
                    <a:pt x="221240" y="131862"/>
                    <a:pt x="252413" y="131862"/>
                  </a:cubicBezTo>
                  <a:cubicBezTo>
                    <a:pt x="252413" y="131862"/>
                    <a:pt x="252413" y="131862"/>
                    <a:pt x="252413" y="147638"/>
                  </a:cubicBezTo>
                  <a:cubicBezTo>
                    <a:pt x="252413" y="147638"/>
                    <a:pt x="252413" y="147638"/>
                    <a:pt x="195263" y="147638"/>
                  </a:cubicBezTo>
                  <a:cubicBezTo>
                    <a:pt x="195263" y="147638"/>
                    <a:pt x="195263" y="147638"/>
                    <a:pt x="195263" y="135806"/>
                  </a:cubicBezTo>
                  <a:cubicBezTo>
                    <a:pt x="195263" y="135806"/>
                    <a:pt x="195263" y="135806"/>
                    <a:pt x="205654" y="126603"/>
                  </a:cubicBezTo>
                  <a:cubicBezTo>
                    <a:pt x="222539" y="110827"/>
                    <a:pt x="231631" y="101625"/>
                    <a:pt x="231631" y="91108"/>
                  </a:cubicBezTo>
                  <a:cubicBezTo>
                    <a:pt x="231631" y="84534"/>
                    <a:pt x="227735" y="79276"/>
                    <a:pt x="218642" y="79276"/>
                  </a:cubicBezTo>
                  <a:cubicBezTo>
                    <a:pt x="210849" y="79276"/>
                    <a:pt x="205654" y="83220"/>
                    <a:pt x="201757" y="85849"/>
                  </a:cubicBezTo>
                  <a:cubicBezTo>
                    <a:pt x="201757" y="85849"/>
                    <a:pt x="201757" y="85849"/>
                    <a:pt x="200458" y="85849"/>
                  </a:cubicBezTo>
                  <a:cubicBezTo>
                    <a:pt x="200458" y="85849"/>
                    <a:pt x="200458" y="85849"/>
                    <a:pt x="195263" y="72702"/>
                  </a:cubicBezTo>
                  <a:cubicBezTo>
                    <a:pt x="201757" y="67444"/>
                    <a:pt x="210849" y="63500"/>
                    <a:pt x="222539" y="63500"/>
                  </a:cubicBezTo>
                  <a:close/>
                  <a:moveTo>
                    <a:pt x="22740" y="0"/>
                  </a:moveTo>
                  <a:cubicBezTo>
                    <a:pt x="22740" y="0"/>
                    <a:pt x="22740" y="0"/>
                    <a:pt x="318574" y="0"/>
                  </a:cubicBezTo>
                  <a:cubicBezTo>
                    <a:pt x="325034" y="0"/>
                    <a:pt x="330201" y="5159"/>
                    <a:pt x="330201" y="11608"/>
                  </a:cubicBezTo>
                  <a:cubicBezTo>
                    <a:pt x="330201" y="11608"/>
                    <a:pt x="330201" y="11608"/>
                    <a:pt x="330201" y="215405"/>
                  </a:cubicBezTo>
                  <a:cubicBezTo>
                    <a:pt x="330201" y="220564"/>
                    <a:pt x="327617" y="224434"/>
                    <a:pt x="322450" y="227013"/>
                  </a:cubicBezTo>
                  <a:cubicBezTo>
                    <a:pt x="322450" y="225723"/>
                    <a:pt x="322450" y="225723"/>
                    <a:pt x="322450" y="225723"/>
                  </a:cubicBezTo>
                  <a:cubicBezTo>
                    <a:pt x="322450" y="210245"/>
                    <a:pt x="315991" y="197347"/>
                    <a:pt x="306948" y="188317"/>
                  </a:cubicBezTo>
                  <a:cubicBezTo>
                    <a:pt x="306948" y="188317"/>
                    <a:pt x="306948" y="188317"/>
                    <a:pt x="306948" y="21927"/>
                  </a:cubicBezTo>
                  <a:cubicBezTo>
                    <a:pt x="306948" y="21927"/>
                    <a:pt x="306948" y="21927"/>
                    <a:pt x="34366" y="21927"/>
                  </a:cubicBezTo>
                  <a:cubicBezTo>
                    <a:pt x="34366" y="21927"/>
                    <a:pt x="34366" y="21927"/>
                    <a:pt x="34366" y="180578"/>
                  </a:cubicBezTo>
                  <a:cubicBezTo>
                    <a:pt x="24031" y="185738"/>
                    <a:pt x="16280" y="193477"/>
                    <a:pt x="11113" y="202506"/>
                  </a:cubicBezTo>
                  <a:cubicBezTo>
                    <a:pt x="11113" y="202506"/>
                    <a:pt x="11113" y="202506"/>
                    <a:pt x="11113" y="11608"/>
                  </a:cubicBezTo>
                  <a:cubicBezTo>
                    <a:pt x="11113" y="5159"/>
                    <a:pt x="16280" y="0"/>
                    <a:pt x="22740"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17" name="任意多边形: 形状 16"/>
            <p:cNvSpPr/>
            <p:nvPr/>
          </p:nvSpPr>
          <p:spPr>
            <a:xfrm>
              <a:off x="3687931" y="1976589"/>
              <a:ext cx="523875" cy="521355"/>
            </a:xfrm>
            <a:custGeom>
              <a:avLst/>
              <a:gdLst>
                <a:gd name="connsiteX0" fmla="*/ 21907 w 330201"/>
                <a:gd name="connsiteY0" fmla="*/ 269875 h 328613"/>
                <a:gd name="connsiteX1" fmla="*/ 87630 w 330201"/>
                <a:gd name="connsiteY1" fmla="*/ 269875 h 328613"/>
                <a:gd name="connsiteX2" fmla="*/ 96651 w 330201"/>
                <a:gd name="connsiteY2" fmla="*/ 272486 h 328613"/>
                <a:gd name="connsiteX3" fmla="*/ 109538 w 330201"/>
                <a:gd name="connsiteY3" fmla="*/ 286844 h 328613"/>
                <a:gd name="connsiteX4" fmla="*/ 131445 w 330201"/>
                <a:gd name="connsiteY4" fmla="*/ 269875 h 328613"/>
                <a:gd name="connsiteX5" fmla="*/ 197168 w 330201"/>
                <a:gd name="connsiteY5" fmla="*/ 269875 h 328613"/>
                <a:gd name="connsiteX6" fmla="*/ 206188 w 330201"/>
                <a:gd name="connsiteY6" fmla="*/ 272486 h 328613"/>
                <a:gd name="connsiteX7" fmla="*/ 219075 w 330201"/>
                <a:gd name="connsiteY7" fmla="*/ 286844 h 328613"/>
                <a:gd name="connsiteX8" fmla="*/ 240983 w 330201"/>
                <a:gd name="connsiteY8" fmla="*/ 269875 h 328613"/>
                <a:gd name="connsiteX9" fmla="*/ 306706 w 330201"/>
                <a:gd name="connsiteY9" fmla="*/ 269875 h 328613"/>
                <a:gd name="connsiteX10" fmla="*/ 328613 w 330201"/>
                <a:gd name="connsiteY10" fmla="*/ 293370 h 328613"/>
                <a:gd name="connsiteX11" fmla="*/ 328613 w 330201"/>
                <a:gd name="connsiteY11" fmla="*/ 328613 h 328613"/>
                <a:gd name="connsiteX12" fmla="*/ 0 w 330201"/>
                <a:gd name="connsiteY12" fmla="*/ 328613 h 328613"/>
                <a:gd name="connsiteX13" fmla="*/ 0 w 330201"/>
                <a:gd name="connsiteY13" fmla="*/ 293370 h 328613"/>
                <a:gd name="connsiteX14" fmla="*/ 21907 w 330201"/>
                <a:gd name="connsiteY14" fmla="*/ 269875 h 328613"/>
                <a:gd name="connsiteX15" fmla="*/ 209550 w 330201"/>
                <a:gd name="connsiteY15" fmla="*/ 204788 h 328613"/>
                <a:gd name="connsiteX16" fmla="*/ 230188 w 330201"/>
                <a:gd name="connsiteY16" fmla="*/ 204788 h 328613"/>
                <a:gd name="connsiteX17" fmla="*/ 225028 w 330201"/>
                <a:gd name="connsiteY17" fmla="*/ 225706 h 328613"/>
                <a:gd name="connsiteX18" fmla="*/ 225028 w 330201"/>
                <a:gd name="connsiteY18" fmla="*/ 227013 h 328613"/>
                <a:gd name="connsiteX19" fmla="*/ 213420 w 330201"/>
                <a:gd name="connsiteY19" fmla="*/ 227013 h 328613"/>
                <a:gd name="connsiteX20" fmla="*/ 213420 w 330201"/>
                <a:gd name="connsiteY20" fmla="*/ 225706 h 328613"/>
                <a:gd name="connsiteX21" fmla="*/ 209550 w 330201"/>
                <a:gd name="connsiteY21" fmla="*/ 204788 h 328613"/>
                <a:gd name="connsiteX22" fmla="*/ 98425 w 330201"/>
                <a:gd name="connsiteY22" fmla="*/ 204788 h 328613"/>
                <a:gd name="connsiteX23" fmla="*/ 119063 w 330201"/>
                <a:gd name="connsiteY23" fmla="*/ 204788 h 328613"/>
                <a:gd name="connsiteX24" fmla="*/ 115193 w 330201"/>
                <a:gd name="connsiteY24" fmla="*/ 225706 h 328613"/>
                <a:gd name="connsiteX25" fmla="*/ 115193 w 330201"/>
                <a:gd name="connsiteY25" fmla="*/ 227013 h 328613"/>
                <a:gd name="connsiteX26" fmla="*/ 103584 w 330201"/>
                <a:gd name="connsiteY26" fmla="*/ 227013 h 328613"/>
                <a:gd name="connsiteX27" fmla="*/ 103584 w 330201"/>
                <a:gd name="connsiteY27" fmla="*/ 225706 h 328613"/>
                <a:gd name="connsiteX28" fmla="*/ 98425 w 330201"/>
                <a:gd name="connsiteY28" fmla="*/ 204788 h 328613"/>
                <a:gd name="connsiteX29" fmla="*/ 274638 w 330201"/>
                <a:gd name="connsiteY29" fmla="*/ 193675 h 328613"/>
                <a:gd name="connsiteX30" fmla="*/ 306388 w 330201"/>
                <a:gd name="connsiteY30" fmla="*/ 225425 h 328613"/>
                <a:gd name="connsiteX31" fmla="*/ 274638 w 330201"/>
                <a:gd name="connsiteY31" fmla="*/ 257175 h 328613"/>
                <a:gd name="connsiteX32" fmla="*/ 242888 w 330201"/>
                <a:gd name="connsiteY32" fmla="*/ 225425 h 328613"/>
                <a:gd name="connsiteX33" fmla="*/ 274638 w 330201"/>
                <a:gd name="connsiteY33" fmla="*/ 193675 h 328613"/>
                <a:gd name="connsiteX34" fmla="*/ 164307 w 330201"/>
                <a:gd name="connsiteY34" fmla="*/ 193675 h 328613"/>
                <a:gd name="connsiteX35" fmla="*/ 195264 w 330201"/>
                <a:gd name="connsiteY35" fmla="*/ 225425 h 328613"/>
                <a:gd name="connsiteX36" fmla="*/ 164307 w 330201"/>
                <a:gd name="connsiteY36" fmla="*/ 257175 h 328613"/>
                <a:gd name="connsiteX37" fmla="*/ 133350 w 330201"/>
                <a:gd name="connsiteY37" fmla="*/ 225425 h 328613"/>
                <a:gd name="connsiteX38" fmla="*/ 164307 w 330201"/>
                <a:gd name="connsiteY38" fmla="*/ 193675 h 328613"/>
                <a:gd name="connsiteX39" fmla="*/ 53975 w 330201"/>
                <a:gd name="connsiteY39" fmla="*/ 193675 h 328613"/>
                <a:gd name="connsiteX40" fmla="*/ 85725 w 330201"/>
                <a:gd name="connsiteY40" fmla="*/ 225425 h 328613"/>
                <a:gd name="connsiteX41" fmla="*/ 53975 w 330201"/>
                <a:gd name="connsiteY41" fmla="*/ 257175 h 328613"/>
                <a:gd name="connsiteX42" fmla="*/ 22225 w 330201"/>
                <a:gd name="connsiteY42" fmla="*/ 225425 h 328613"/>
                <a:gd name="connsiteX43" fmla="*/ 53975 w 330201"/>
                <a:gd name="connsiteY43" fmla="*/ 193675 h 328613"/>
                <a:gd name="connsiteX44" fmla="*/ 155575 w 330201"/>
                <a:gd name="connsiteY44" fmla="*/ 80963 h 328613"/>
                <a:gd name="connsiteX45" fmla="*/ 168275 w 330201"/>
                <a:gd name="connsiteY45" fmla="*/ 80963 h 328613"/>
                <a:gd name="connsiteX46" fmla="*/ 168275 w 330201"/>
                <a:gd name="connsiteY46" fmla="*/ 107950 h 328613"/>
                <a:gd name="connsiteX47" fmla="*/ 195263 w 330201"/>
                <a:gd name="connsiteY47" fmla="*/ 107950 h 328613"/>
                <a:gd name="connsiteX48" fmla="*/ 195263 w 330201"/>
                <a:gd name="connsiteY48" fmla="*/ 119063 h 328613"/>
                <a:gd name="connsiteX49" fmla="*/ 168275 w 330201"/>
                <a:gd name="connsiteY49" fmla="*/ 119063 h 328613"/>
                <a:gd name="connsiteX50" fmla="*/ 168275 w 330201"/>
                <a:gd name="connsiteY50" fmla="*/ 147638 h 328613"/>
                <a:gd name="connsiteX51" fmla="*/ 155575 w 330201"/>
                <a:gd name="connsiteY51" fmla="*/ 147638 h 328613"/>
                <a:gd name="connsiteX52" fmla="*/ 155575 w 330201"/>
                <a:gd name="connsiteY52" fmla="*/ 119063 h 328613"/>
                <a:gd name="connsiteX53" fmla="*/ 130175 w 330201"/>
                <a:gd name="connsiteY53" fmla="*/ 119063 h 328613"/>
                <a:gd name="connsiteX54" fmla="*/ 130175 w 330201"/>
                <a:gd name="connsiteY54" fmla="*/ 107950 h 328613"/>
                <a:gd name="connsiteX55" fmla="*/ 155575 w 330201"/>
                <a:gd name="connsiteY55" fmla="*/ 107950 h 328613"/>
                <a:gd name="connsiteX56" fmla="*/ 104775 w 330201"/>
                <a:gd name="connsiteY56" fmla="*/ 66675 h 328613"/>
                <a:gd name="connsiteX57" fmla="*/ 119063 w 330201"/>
                <a:gd name="connsiteY57" fmla="*/ 66675 h 328613"/>
                <a:gd name="connsiteX58" fmla="*/ 119063 w 330201"/>
                <a:gd name="connsiteY58" fmla="*/ 147638 h 328613"/>
                <a:gd name="connsiteX59" fmla="*/ 101600 w 330201"/>
                <a:gd name="connsiteY59" fmla="*/ 147638 h 328613"/>
                <a:gd name="connsiteX60" fmla="*/ 101600 w 330201"/>
                <a:gd name="connsiteY60" fmla="*/ 84137 h 328613"/>
                <a:gd name="connsiteX61" fmla="*/ 100013 w 330201"/>
                <a:gd name="connsiteY61" fmla="*/ 84137 h 328613"/>
                <a:gd name="connsiteX62" fmla="*/ 84137 w 330201"/>
                <a:gd name="connsiteY62" fmla="*/ 90487 h 328613"/>
                <a:gd name="connsiteX63" fmla="*/ 84137 w 330201"/>
                <a:gd name="connsiteY63" fmla="*/ 80962 h 328613"/>
                <a:gd name="connsiteX64" fmla="*/ 82550 w 330201"/>
                <a:gd name="connsiteY64" fmla="*/ 76200 h 328613"/>
                <a:gd name="connsiteX65" fmla="*/ 222539 w 330201"/>
                <a:gd name="connsiteY65" fmla="*/ 63500 h 328613"/>
                <a:gd name="connsiteX66" fmla="*/ 251114 w 330201"/>
                <a:gd name="connsiteY66" fmla="*/ 89793 h 328613"/>
                <a:gd name="connsiteX67" fmla="*/ 229033 w 330201"/>
                <a:gd name="connsiteY67" fmla="*/ 125289 h 328613"/>
                <a:gd name="connsiteX68" fmla="*/ 221240 w 330201"/>
                <a:gd name="connsiteY68" fmla="*/ 131862 h 328613"/>
                <a:gd name="connsiteX69" fmla="*/ 252413 w 330201"/>
                <a:gd name="connsiteY69" fmla="*/ 131862 h 328613"/>
                <a:gd name="connsiteX70" fmla="*/ 252413 w 330201"/>
                <a:gd name="connsiteY70" fmla="*/ 147638 h 328613"/>
                <a:gd name="connsiteX71" fmla="*/ 195263 w 330201"/>
                <a:gd name="connsiteY71" fmla="*/ 147638 h 328613"/>
                <a:gd name="connsiteX72" fmla="*/ 195263 w 330201"/>
                <a:gd name="connsiteY72" fmla="*/ 135806 h 328613"/>
                <a:gd name="connsiteX73" fmla="*/ 205654 w 330201"/>
                <a:gd name="connsiteY73" fmla="*/ 126603 h 328613"/>
                <a:gd name="connsiteX74" fmla="*/ 231631 w 330201"/>
                <a:gd name="connsiteY74" fmla="*/ 91108 h 328613"/>
                <a:gd name="connsiteX75" fmla="*/ 218642 w 330201"/>
                <a:gd name="connsiteY75" fmla="*/ 79276 h 328613"/>
                <a:gd name="connsiteX76" fmla="*/ 201757 w 330201"/>
                <a:gd name="connsiteY76" fmla="*/ 85849 h 328613"/>
                <a:gd name="connsiteX77" fmla="*/ 200458 w 330201"/>
                <a:gd name="connsiteY77" fmla="*/ 85849 h 328613"/>
                <a:gd name="connsiteX78" fmla="*/ 195263 w 330201"/>
                <a:gd name="connsiteY78" fmla="*/ 72702 h 328613"/>
                <a:gd name="connsiteX79" fmla="*/ 222539 w 330201"/>
                <a:gd name="connsiteY79" fmla="*/ 63500 h 328613"/>
                <a:gd name="connsiteX80" fmla="*/ 22740 w 330201"/>
                <a:gd name="connsiteY80" fmla="*/ 0 h 328613"/>
                <a:gd name="connsiteX81" fmla="*/ 318574 w 330201"/>
                <a:gd name="connsiteY81" fmla="*/ 0 h 328613"/>
                <a:gd name="connsiteX82" fmla="*/ 330201 w 330201"/>
                <a:gd name="connsiteY82" fmla="*/ 11608 h 328613"/>
                <a:gd name="connsiteX83" fmla="*/ 330201 w 330201"/>
                <a:gd name="connsiteY83" fmla="*/ 215405 h 328613"/>
                <a:gd name="connsiteX84" fmla="*/ 322450 w 330201"/>
                <a:gd name="connsiteY84" fmla="*/ 227013 h 328613"/>
                <a:gd name="connsiteX85" fmla="*/ 322450 w 330201"/>
                <a:gd name="connsiteY85" fmla="*/ 225723 h 328613"/>
                <a:gd name="connsiteX86" fmla="*/ 306948 w 330201"/>
                <a:gd name="connsiteY86" fmla="*/ 188317 h 328613"/>
                <a:gd name="connsiteX87" fmla="*/ 306948 w 330201"/>
                <a:gd name="connsiteY87" fmla="*/ 21927 h 328613"/>
                <a:gd name="connsiteX88" fmla="*/ 34366 w 330201"/>
                <a:gd name="connsiteY88" fmla="*/ 21927 h 328613"/>
                <a:gd name="connsiteX89" fmla="*/ 34366 w 330201"/>
                <a:gd name="connsiteY89" fmla="*/ 180578 h 328613"/>
                <a:gd name="connsiteX90" fmla="*/ 11113 w 330201"/>
                <a:gd name="connsiteY90" fmla="*/ 202506 h 328613"/>
                <a:gd name="connsiteX91" fmla="*/ 11113 w 330201"/>
                <a:gd name="connsiteY91" fmla="*/ 11608 h 328613"/>
                <a:gd name="connsiteX92" fmla="*/ 22740 w 330201"/>
                <a:gd name="connsiteY92" fmla="*/ 0 h 328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330201" h="328613">
                  <a:moveTo>
                    <a:pt x="21907" y="269875"/>
                  </a:moveTo>
                  <a:cubicBezTo>
                    <a:pt x="21907" y="269875"/>
                    <a:pt x="21907" y="269875"/>
                    <a:pt x="87630" y="269875"/>
                  </a:cubicBezTo>
                  <a:cubicBezTo>
                    <a:pt x="91496" y="269875"/>
                    <a:pt x="94073" y="271181"/>
                    <a:pt x="96651" y="272486"/>
                  </a:cubicBezTo>
                  <a:cubicBezTo>
                    <a:pt x="103094" y="275096"/>
                    <a:pt x="108249" y="280318"/>
                    <a:pt x="109538" y="286844"/>
                  </a:cubicBezTo>
                  <a:cubicBezTo>
                    <a:pt x="112115" y="277707"/>
                    <a:pt x="121136" y="269875"/>
                    <a:pt x="131445" y="269875"/>
                  </a:cubicBezTo>
                  <a:cubicBezTo>
                    <a:pt x="131445" y="269875"/>
                    <a:pt x="131445" y="269875"/>
                    <a:pt x="197168" y="269875"/>
                  </a:cubicBezTo>
                  <a:cubicBezTo>
                    <a:pt x="201034" y="269875"/>
                    <a:pt x="203611" y="271181"/>
                    <a:pt x="206188" y="272486"/>
                  </a:cubicBezTo>
                  <a:cubicBezTo>
                    <a:pt x="212632" y="275096"/>
                    <a:pt x="216498" y="280318"/>
                    <a:pt x="219075" y="286844"/>
                  </a:cubicBezTo>
                  <a:cubicBezTo>
                    <a:pt x="221653" y="277707"/>
                    <a:pt x="230673" y="269875"/>
                    <a:pt x="240983" y="269875"/>
                  </a:cubicBezTo>
                  <a:cubicBezTo>
                    <a:pt x="240983" y="269875"/>
                    <a:pt x="240983" y="269875"/>
                    <a:pt x="306706" y="269875"/>
                  </a:cubicBezTo>
                  <a:cubicBezTo>
                    <a:pt x="319592" y="269875"/>
                    <a:pt x="328613" y="280318"/>
                    <a:pt x="328613" y="293370"/>
                  </a:cubicBezTo>
                  <a:cubicBezTo>
                    <a:pt x="328613" y="293370"/>
                    <a:pt x="328613" y="293370"/>
                    <a:pt x="328613" y="328613"/>
                  </a:cubicBezTo>
                  <a:cubicBezTo>
                    <a:pt x="328613" y="328613"/>
                    <a:pt x="328613" y="328613"/>
                    <a:pt x="0" y="328613"/>
                  </a:cubicBezTo>
                  <a:cubicBezTo>
                    <a:pt x="0" y="328613"/>
                    <a:pt x="0" y="328613"/>
                    <a:pt x="0" y="293370"/>
                  </a:cubicBezTo>
                  <a:cubicBezTo>
                    <a:pt x="0" y="280318"/>
                    <a:pt x="9021" y="269875"/>
                    <a:pt x="21907" y="269875"/>
                  </a:cubicBezTo>
                  <a:close/>
                  <a:moveTo>
                    <a:pt x="209550" y="204788"/>
                  </a:moveTo>
                  <a:lnTo>
                    <a:pt x="230188" y="204788"/>
                  </a:lnTo>
                  <a:cubicBezTo>
                    <a:pt x="227608" y="211325"/>
                    <a:pt x="225028" y="217862"/>
                    <a:pt x="225028" y="225706"/>
                  </a:cubicBezTo>
                  <a:cubicBezTo>
                    <a:pt x="225028" y="225706"/>
                    <a:pt x="225028" y="227013"/>
                    <a:pt x="225028" y="227013"/>
                  </a:cubicBezTo>
                  <a:cubicBezTo>
                    <a:pt x="225028" y="227013"/>
                    <a:pt x="225028" y="227013"/>
                    <a:pt x="213420" y="227013"/>
                  </a:cubicBezTo>
                  <a:cubicBezTo>
                    <a:pt x="213420" y="227013"/>
                    <a:pt x="213420" y="225706"/>
                    <a:pt x="213420" y="225706"/>
                  </a:cubicBezTo>
                  <a:cubicBezTo>
                    <a:pt x="213420" y="217862"/>
                    <a:pt x="212130" y="211325"/>
                    <a:pt x="209550" y="204788"/>
                  </a:cubicBezTo>
                  <a:close/>
                  <a:moveTo>
                    <a:pt x="98425" y="204788"/>
                  </a:moveTo>
                  <a:lnTo>
                    <a:pt x="119063" y="204788"/>
                  </a:lnTo>
                  <a:cubicBezTo>
                    <a:pt x="116483" y="211325"/>
                    <a:pt x="115193" y="217862"/>
                    <a:pt x="115193" y="225706"/>
                  </a:cubicBezTo>
                  <a:cubicBezTo>
                    <a:pt x="115193" y="225706"/>
                    <a:pt x="115193" y="227013"/>
                    <a:pt x="115193" y="227013"/>
                  </a:cubicBezTo>
                  <a:cubicBezTo>
                    <a:pt x="115193" y="227013"/>
                    <a:pt x="115193" y="227013"/>
                    <a:pt x="103584" y="227013"/>
                  </a:cubicBezTo>
                  <a:cubicBezTo>
                    <a:pt x="103584" y="227013"/>
                    <a:pt x="103584" y="225706"/>
                    <a:pt x="103584" y="225706"/>
                  </a:cubicBezTo>
                  <a:cubicBezTo>
                    <a:pt x="103584" y="217862"/>
                    <a:pt x="101005" y="211325"/>
                    <a:pt x="98425" y="204788"/>
                  </a:cubicBezTo>
                  <a:close/>
                  <a:moveTo>
                    <a:pt x="274638" y="193675"/>
                  </a:moveTo>
                  <a:cubicBezTo>
                    <a:pt x="292173" y="193675"/>
                    <a:pt x="306388" y="207890"/>
                    <a:pt x="306388" y="225425"/>
                  </a:cubicBezTo>
                  <a:cubicBezTo>
                    <a:pt x="306388" y="242960"/>
                    <a:pt x="292173" y="257175"/>
                    <a:pt x="274638" y="257175"/>
                  </a:cubicBezTo>
                  <a:cubicBezTo>
                    <a:pt x="257103" y="257175"/>
                    <a:pt x="242888" y="242960"/>
                    <a:pt x="242888" y="225425"/>
                  </a:cubicBezTo>
                  <a:cubicBezTo>
                    <a:pt x="242888" y="207890"/>
                    <a:pt x="257103" y="193675"/>
                    <a:pt x="274638" y="193675"/>
                  </a:cubicBezTo>
                  <a:close/>
                  <a:moveTo>
                    <a:pt x="164307" y="193675"/>
                  </a:moveTo>
                  <a:cubicBezTo>
                    <a:pt x="181404" y="193675"/>
                    <a:pt x="195264" y="207890"/>
                    <a:pt x="195264" y="225425"/>
                  </a:cubicBezTo>
                  <a:cubicBezTo>
                    <a:pt x="195264" y="242960"/>
                    <a:pt x="181404" y="257175"/>
                    <a:pt x="164307" y="257175"/>
                  </a:cubicBezTo>
                  <a:cubicBezTo>
                    <a:pt x="147210" y="257175"/>
                    <a:pt x="133350" y="242960"/>
                    <a:pt x="133350" y="225425"/>
                  </a:cubicBezTo>
                  <a:cubicBezTo>
                    <a:pt x="133350" y="207890"/>
                    <a:pt x="147210" y="193675"/>
                    <a:pt x="164307" y="193675"/>
                  </a:cubicBezTo>
                  <a:close/>
                  <a:moveTo>
                    <a:pt x="53975" y="193675"/>
                  </a:moveTo>
                  <a:cubicBezTo>
                    <a:pt x="71510" y="193675"/>
                    <a:pt x="85725" y="207890"/>
                    <a:pt x="85725" y="225425"/>
                  </a:cubicBezTo>
                  <a:cubicBezTo>
                    <a:pt x="85725" y="242960"/>
                    <a:pt x="71510" y="257175"/>
                    <a:pt x="53975" y="257175"/>
                  </a:cubicBezTo>
                  <a:cubicBezTo>
                    <a:pt x="36440" y="257175"/>
                    <a:pt x="22225" y="242960"/>
                    <a:pt x="22225" y="225425"/>
                  </a:cubicBezTo>
                  <a:cubicBezTo>
                    <a:pt x="22225" y="207890"/>
                    <a:pt x="36440" y="193675"/>
                    <a:pt x="53975" y="193675"/>
                  </a:cubicBezTo>
                  <a:close/>
                  <a:moveTo>
                    <a:pt x="155575" y="80963"/>
                  </a:moveTo>
                  <a:lnTo>
                    <a:pt x="168275" y="80963"/>
                  </a:lnTo>
                  <a:lnTo>
                    <a:pt x="168275" y="107950"/>
                  </a:lnTo>
                  <a:lnTo>
                    <a:pt x="195263" y="107950"/>
                  </a:lnTo>
                  <a:lnTo>
                    <a:pt x="195263" y="119063"/>
                  </a:lnTo>
                  <a:lnTo>
                    <a:pt x="168275" y="119063"/>
                  </a:lnTo>
                  <a:lnTo>
                    <a:pt x="168275" y="147638"/>
                  </a:lnTo>
                  <a:lnTo>
                    <a:pt x="155575" y="147638"/>
                  </a:lnTo>
                  <a:lnTo>
                    <a:pt x="155575" y="119063"/>
                  </a:lnTo>
                  <a:lnTo>
                    <a:pt x="130175" y="119063"/>
                  </a:lnTo>
                  <a:lnTo>
                    <a:pt x="130175" y="107950"/>
                  </a:lnTo>
                  <a:lnTo>
                    <a:pt x="155575" y="107950"/>
                  </a:lnTo>
                  <a:close/>
                  <a:moveTo>
                    <a:pt x="104775" y="66675"/>
                  </a:moveTo>
                  <a:lnTo>
                    <a:pt x="119063" y="66675"/>
                  </a:lnTo>
                  <a:lnTo>
                    <a:pt x="119063" y="147638"/>
                  </a:lnTo>
                  <a:lnTo>
                    <a:pt x="101600" y="147638"/>
                  </a:lnTo>
                  <a:lnTo>
                    <a:pt x="101600" y="84137"/>
                  </a:lnTo>
                  <a:lnTo>
                    <a:pt x="100013" y="84137"/>
                  </a:lnTo>
                  <a:lnTo>
                    <a:pt x="84137" y="90487"/>
                  </a:lnTo>
                  <a:lnTo>
                    <a:pt x="84137" y="80962"/>
                  </a:lnTo>
                  <a:lnTo>
                    <a:pt x="82550" y="76200"/>
                  </a:lnTo>
                  <a:close/>
                  <a:moveTo>
                    <a:pt x="222539" y="63500"/>
                  </a:moveTo>
                  <a:cubicBezTo>
                    <a:pt x="240723" y="63500"/>
                    <a:pt x="251114" y="75332"/>
                    <a:pt x="251114" y="89793"/>
                  </a:cubicBezTo>
                  <a:cubicBezTo>
                    <a:pt x="251114" y="102939"/>
                    <a:pt x="240723" y="114771"/>
                    <a:pt x="229033" y="125289"/>
                  </a:cubicBezTo>
                  <a:cubicBezTo>
                    <a:pt x="229033" y="125289"/>
                    <a:pt x="229033" y="125289"/>
                    <a:pt x="221240" y="131862"/>
                  </a:cubicBezTo>
                  <a:cubicBezTo>
                    <a:pt x="221240" y="131862"/>
                    <a:pt x="221240" y="131862"/>
                    <a:pt x="252413" y="131862"/>
                  </a:cubicBezTo>
                  <a:cubicBezTo>
                    <a:pt x="252413" y="131862"/>
                    <a:pt x="252413" y="131862"/>
                    <a:pt x="252413" y="147638"/>
                  </a:cubicBezTo>
                  <a:cubicBezTo>
                    <a:pt x="252413" y="147638"/>
                    <a:pt x="252413" y="147638"/>
                    <a:pt x="195263" y="147638"/>
                  </a:cubicBezTo>
                  <a:cubicBezTo>
                    <a:pt x="195263" y="147638"/>
                    <a:pt x="195263" y="147638"/>
                    <a:pt x="195263" y="135806"/>
                  </a:cubicBezTo>
                  <a:cubicBezTo>
                    <a:pt x="195263" y="135806"/>
                    <a:pt x="195263" y="135806"/>
                    <a:pt x="205654" y="126603"/>
                  </a:cubicBezTo>
                  <a:cubicBezTo>
                    <a:pt x="222539" y="110827"/>
                    <a:pt x="231631" y="101625"/>
                    <a:pt x="231631" y="91108"/>
                  </a:cubicBezTo>
                  <a:cubicBezTo>
                    <a:pt x="231631" y="84534"/>
                    <a:pt x="227735" y="79276"/>
                    <a:pt x="218642" y="79276"/>
                  </a:cubicBezTo>
                  <a:cubicBezTo>
                    <a:pt x="210849" y="79276"/>
                    <a:pt x="205654" y="83220"/>
                    <a:pt x="201757" y="85849"/>
                  </a:cubicBezTo>
                  <a:cubicBezTo>
                    <a:pt x="201757" y="85849"/>
                    <a:pt x="201757" y="85849"/>
                    <a:pt x="200458" y="85849"/>
                  </a:cubicBezTo>
                  <a:cubicBezTo>
                    <a:pt x="200458" y="85849"/>
                    <a:pt x="200458" y="85849"/>
                    <a:pt x="195263" y="72702"/>
                  </a:cubicBezTo>
                  <a:cubicBezTo>
                    <a:pt x="201757" y="67444"/>
                    <a:pt x="210849" y="63500"/>
                    <a:pt x="222539" y="63500"/>
                  </a:cubicBezTo>
                  <a:close/>
                  <a:moveTo>
                    <a:pt x="22740" y="0"/>
                  </a:moveTo>
                  <a:cubicBezTo>
                    <a:pt x="22740" y="0"/>
                    <a:pt x="22740" y="0"/>
                    <a:pt x="318574" y="0"/>
                  </a:cubicBezTo>
                  <a:cubicBezTo>
                    <a:pt x="325034" y="0"/>
                    <a:pt x="330201" y="5159"/>
                    <a:pt x="330201" y="11608"/>
                  </a:cubicBezTo>
                  <a:cubicBezTo>
                    <a:pt x="330201" y="11608"/>
                    <a:pt x="330201" y="11608"/>
                    <a:pt x="330201" y="215405"/>
                  </a:cubicBezTo>
                  <a:cubicBezTo>
                    <a:pt x="330201" y="220564"/>
                    <a:pt x="327617" y="224434"/>
                    <a:pt x="322450" y="227013"/>
                  </a:cubicBezTo>
                  <a:cubicBezTo>
                    <a:pt x="322450" y="225723"/>
                    <a:pt x="322450" y="225723"/>
                    <a:pt x="322450" y="225723"/>
                  </a:cubicBezTo>
                  <a:cubicBezTo>
                    <a:pt x="322450" y="210245"/>
                    <a:pt x="315991" y="197347"/>
                    <a:pt x="306948" y="188317"/>
                  </a:cubicBezTo>
                  <a:cubicBezTo>
                    <a:pt x="306948" y="188317"/>
                    <a:pt x="306948" y="188317"/>
                    <a:pt x="306948" y="21927"/>
                  </a:cubicBezTo>
                  <a:cubicBezTo>
                    <a:pt x="306948" y="21927"/>
                    <a:pt x="306948" y="21927"/>
                    <a:pt x="34366" y="21927"/>
                  </a:cubicBezTo>
                  <a:cubicBezTo>
                    <a:pt x="34366" y="21927"/>
                    <a:pt x="34366" y="21927"/>
                    <a:pt x="34366" y="180578"/>
                  </a:cubicBezTo>
                  <a:cubicBezTo>
                    <a:pt x="24031" y="185738"/>
                    <a:pt x="16280" y="193477"/>
                    <a:pt x="11113" y="202506"/>
                  </a:cubicBezTo>
                  <a:cubicBezTo>
                    <a:pt x="11113" y="202506"/>
                    <a:pt x="11113" y="202506"/>
                    <a:pt x="11113" y="11608"/>
                  </a:cubicBezTo>
                  <a:cubicBezTo>
                    <a:pt x="11113" y="5159"/>
                    <a:pt x="16280" y="0"/>
                    <a:pt x="2274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18" name="任意多边形: 形状 17"/>
            <p:cNvSpPr/>
            <p:nvPr/>
          </p:nvSpPr>
          <p:spPr>
            <a:xfrm>
              <a:off x="5841752" y="1976589"/>
              <a:ext cx="523875" cy="521355"/>
            </a:xfrm>
            <a:custGeom>
              <a:avLst/>
              <a:gdLst>
                <a:gd name="connsiteX0" fmla="*/ 21907 w 330201"/>
                <a:gd name="connsiteY0" fmla="*/ 269875 h 328613"/>
                <a:gd name="connsiteX1" fmla="*/ 87630 w 330201"/>
                <a:gd name="connsiteY1" fmla="*/ 269875 h 328613"/>
                <a:gd name="connsiteX2" fmla="*/ 96651 w 330201"/>
                <a:gd name="connsiteY2" fmla="*/ 272486 h 328613"/>
                <a:gd name="connsiteX3" fmla="*/ 109538 w 330201"/>
                <a:gd name="connsiteY3" fmla="*/ 286844 h 328613"/>
                <a:gd name="connsiteX4" fmla="*/ 131445 w 330201"/>
                <a:gd name="connsiteY4" fmla="*/ 269875 h 328613"/>
                <a:gd name="connsiteX5" fmla="*/ 197168 w 330201"/>
                <a:gd name="connsiteY5" fmla="*/ 269875 h 328613"/>
                <a:gd name="connsiteX6" fmla="*/ 206188 w 330201"/>
                <a:gd name="connsiteY6" fmla="*/ 272486 h 328613"/>
                <a:gd name="connsiteX7" fmla="*/ 219075 w 330201"/>
                <a:gd name="connsiteY7" fmla="*/ 286844 h 328613"/>
                <a:gd name="connsiteX8" fmla="*/ 240983 w 330201"/>
                <a:gd name="connsiteY8" fmla="*/ 269875 h 328613"/>
                <a:gd name="connsiteX9" fmla="*/ 306706 w 330201"/>
                <a:gd name="connsiteY9" fmla="*/ 269875 h 328613"/>
                <a:gd name="connsiteX10" fmla="*/ 328613 w 330201"/>
                <a:gd name="connsiteY10" fmla="*/ 293370 h 328613"/>
                <a:gd name="connsiteX11" fmla="*/ 328613 w 330201"/>
                <a:gd name="connsiteY11" fmla="*/ 328613 h 328613"/>
                <a:gd name="connsiteX12" fmla="*/ 0 w 330201"/>
                <a:gd name="connsiteY12" fmla="*/ 328613 h 328613"/>
                <a:gd name="connsiteX13" fmla="*/ 0 w 330201"/>
                <a:gd name="connsiteY13" fmla="*/ 293370 h 328613"/>
                <a:gd name="connsiteX14" fmla="*/ 21907 w 330201"/>
                <a:gd name="connsiteY14" fmla="*/ 269875 h 328613"/>
                <a:gd name="connsiteX15" fmla="*/ 209550 w 330201"/>
                <a:gd name="connsiteY15" fmla="*/ 204788 h 328613"/>
                <a:gd name="connsiteX16" fmla="*/ 230188 w 330201"/>
                <a:gd name="connsiteY16" fmla="*/ 204788 h 328613"/>
                <a:gd name="connsiteX17" fmla="*/ 225028 w 330201"/>
                <a:gd name="connsiteY17" fmla="*/ 225706 h 328613"/>
                <a:gd name="connsiteX18" fmla="*/ 225028 w 330201"/>
                <a:gd name="connsiteY18" fmla="*/ 227013 h 328613"/>
                <a:gd name="connsiteX19" fmla="*/ 213420 w 330201"/>
                <a:gd name="connsiteY19" fmla="*/ 227013 h 328613"/>
                <a:gd name="connsiteX20" fmla="*/ 213420 w 330201"/>
                <a:gd name="connsiteY20" fmla="*/ 225706 h 328613"/>
                <a:gd name="connsiteX21" fmla="*/ 209550 w 330201"/>
                <a:gd name="connsiteY21" fmla="*/ 204788 h 328613"/>
                <a:gd name="connsiteX22" fmla="*/ 98425 w 330201"/>
                <a:gd name="connsiteY22" fmla="*/ 204788 h 328613"/>
                <a:gd name="connsiteX23" fmla="*/ 119063 w 330201"/>
                <a:gd name="connsiteY23" fmla="*/ 204788 h 328613"/>
                <a:gd name="connsiteX24" fmla="*/ 115193 w 330201"/>
                <a:gd name="connsiteY24" fmla="*/ 225706 h 328613"/>
                <a:gd name="connsiteX25" fmla="*/ 115193 w 330201"/>
                <a:gd name="connsiteY25" fmla="*/ 227013 h 328613"/>
                <a:gd name="connsiteX26" fmla="*/ 103584 w 330201"/>
                <a:gd name="connsiteY26" fmla="*/ 227013 h 328613"/>
                <a:gd name="connsiteX27" fmla="*/ 103584 w 330201"/>
                <a:gd name="connsiteY27" fmla="*/ 225706 h 328613"/>
                <a:gd name="connsiteX28" fmla="*/ 98425 w 330201"/>
                <a:gd name="connsiteY28" fmla="*/ 204788 h 328613"/>
                <a:gd name="connsiteX29" fmla="*/ 274638 w 330201"/>
                <a:gd name="connsiteY29" fmla="*/ 193675 h 328613"/>
                <a:gd name="connsiteX30" fmla="*/ 306388 w 330201"/>
                <a:gd name="connsiteY30" fmla="*/ 225425 h 328613"/>
                <a:gd name="connsiteX31" fmla="*/ 274638 w 330201"/>
                <a:gd name="connsiteY31" fmla="*/ 257175 h 328613"/>
                <a:gd name="connsiteX32" fmla="*/ 242888 w 330201"/>
                <a:gd name="connsiteY32" fmla="*/ 225425 h 328613"/>
                <a:gd name="connsiteX33" fmla="*/ 274638 w 330201"/>
                <a:gd name="connsiteY33" fmla="*/ 193675 h 328613"/>
                <a:gd name="connsiteX34" fmla="*/ 164307 w 330201"/>
                <a:gd name="connsiteY34" fmla="*/ 193675 h 328613"/>
                <a:gd name="connsiteX35" fmla="*/ 195264 w 330201"/>
                <a:gd name="connsiteY35" fmla="*/ 225425 h 328613"/>
                <a:gd name="connsiteX36" fmla="*/ 164307 w 330201"/>
                <a:gd name="connsiteY36" fmla="*/ 257175 h 328613"/>
                <a:gd name="connsiteX37" fmla="*/ 133350 w 330201"/>
                <a:gd name="connsiteY37" fmla="*/ 225425 h 328613"/>
                <a:gd name="connsiteX38" fmla="*/ 164307 w 330201"/>
                <a:gd name="connsiteY38" fmla="*/ 193675 h 328613"/>
                <a:gd name="connsiteX39" fmla="*/ 53975 w 330201"/>
                <a:gd name="connsiteY39" fmla="*/ 193675 h 328613"/>
                <a:gd name="connsiteX40" fmla="*/ 85725 w 330201"/>
                <a:gd name="connsiteY40" fmla="*/ 225425 h 328613"/>
                <a:gd name="connsiteX41" fmla="*/ 53975 w 330201"/>
                <a:gd name="connsiteY41" fmla="*/ 257175 h 328613"/>
                <a:gd name="connsiteX42" fmla="*/ 22225 w 330201"/>
                <a:gd name="connsiteY42" fmla="*/ 225425 h 328613"/>
                <a:gd name="connsiteX43" fmla="*/ 53975 w 330201"/>
                <a:gd name="connsiteY43" fmla="*/ 193675 h 328613"/>
                <a:gd name="connsiteX44" fmla="*/ 155575 w 330201"/>
                <a:gd name="connsiteY44" fmla="*/ 80963 h 328613"/>
                <a:gd name="connsiteX45" fmla="*/ 168275 w 330201"/>
                <a:gd name="connsiteY45" fmla="*/ 80963 h 328613"/>
                <a:gd name="connsiteX46" fmla="*/ 168275 w 330201"/>
                <a:gd name="connsiteY46" fmla="*/ 107950 h 328613"/>
                <a:gd name="connsiteX47" fmla="*/ 195263 w 330201"/>
                <a:gd name="connsiteY47" fmla="*/ 107950 h 328613"/>
                <a:gd name="connsiteX48" fmla="*/ 195263 w 330201"/>
                <a:gd name="connsiteY48" fmla="*/ 119063 h 328613"/>
                <a:gd name="connsiteX49" fmla="*/ 168275 w 330201"/>
                <a:gd name="connsiteY49" fmla="*/ 119063 h 328613"/>
                <a:gd name="connsiteX50" fmla="*/ 168275 w 330201"/>
                <a:gd name="connsiteY50" fmla="*/ 147638 h 328613"/>
                <a:gd name="connsiteX51" fmla="*/ 155575 w 330201"/>
                <a:gd name="connsiteY51" fmla="*/ 147638 h 328613"/>
                <a:gd name="connsiteX52" fmla="*/ 155575 w 330201"/>
                <a:gd name="connsiteY52" fmla="*/ 119063 h 328613"/>
                <a:gd name="connsiteX53" fmla="*/ 130175 w 330201"/>
                <a:gd name="connsiteY53" fmla="*/ 119063 h 328613"/>
                <a:gd name="connsiteX54" fmla="*/ 130175 w 330201"/>
                <a:gd name="connsiteY54" fmla="*/ 107950 h 328613"/>
                <a:gd name="connsiteX55" fmla="*/ 155575 w 330201"/>
                <a:gd name="connsiteY55" fmla="*/ 107950 h 328613"/>
                <a:gd name="connsiteX56" fmla="*/ 104775 w 330201"/>
                <a:gd name="connsiteY56" fmla="*/ 66675 h 328613"/>
                <a:gd name="connsiteX57" fmla="*/ 119063 w 330201"/>
                <a:gd name="connsiteY57" fmla="*/ 66675 h 328613"/>
                <a:gd name="connsiteX58" fmla="*/ 119063 w 330201"/>
                <a:gd name="connsiteY58" fmla="*/ 147638 h 328613"/>
                <a:gd name="connsiteX59" fmla="*/ 101600 w 330201"/>
                <a:gd name="connsiteY59" fmla="*/ 147638 h 328613"/>
                <a:gd name="connsiteX60" fmla="*/ 101600 w 330201"/>
                <a:gd name="connsiteY60" fmla="*/ 84137 h 328613"/>
                <a:gd name="connsiteX61" fmla="*/ 100013 w 330201"/>
                <a:gd name="connsiteY61" fmla="*/ 84137 h 328613"/>
                <a:gd name="connsiteX62" fmla="*/ 84137 w 330201"/>
                <a:gd name="connsiteY62" fmla="*/ 90487 h 328613"/>
                <a:gd name="connsiteX63" fmla="*/ 84137 w 330201"/>
                <a:gd name="connsiteY63" fmla="*/ 80962 h 328613"/>
                <a:gd name="connsiteX64" fmla="*/ 82550 w 330201"/>
                <a:gd name="connsiteY64" fmla="*/ 76200 h 328613"/>
                <a:gd name="connsiteX65" fmla="*/ 222539 w 330201"/>
                <a:gd name="connsiteY65" fmla="*/ 63500 h 328613"/>
                <a:gd name="connsiteX66" fmla="*/ 251114 w 330201"/>
                <a:gd name="connsiteY66" fmla="*/ 89793 h 328613"/>
                <a:gd name="connsiteX67" fmla="*/ 229033 w 330201"/>
                <a:gd name="connsiteY67" fmla="*/ 125289 h 328613"/>
                <a:gd name="connsiteX68" fmla="*/ 221240 w 330201"/>
                <a:gd name="connsiteY68" fmla="*/ 131862 h 328613"/>
                <a:gd name="connsiteX69" fmla="*/ 252413 w 330201"/>
                <a:gd name="connsiteY69" fmla="*/ 131862 h 328613"/>
                <a:gd name="connsiteX70" fmla="*/ 252413 w 330201"/>
                <a:gd name="connsiteY70" fmla="*/ 147638 h 328613"/>
                <a:gd name="connsiteX71" fmla="*/ 195263 w 330201"/>
                <a:gd name="connsiteY71" fmla="*/ 147638 h 328613"/>
                <a:gd name="connsiteX72" fmla="*/ 195263 w 330201"/>
                <a:gd name="connsiteY72" fmla="*/ 135806 h 328613"/>
                <a:gd name="connsiteX73" fmla="*/ 205654 w 330201"/>
                <a:gd name="connsiteY73" fmla="*/ 126603 h 328613"/>
                <a:gd name="connsiteX74" fmla="*/ 231631 w 330201"/>
                <a:gd name="connsiteY74" fmla="*/ 91108 h 328613"/>
                <a:gd name="connsiteX75" fmla="*/ 218642 w 330201"/>
                <a:gd name="connsiteY75" fmla="*/ 79276 h 328613"/>
                <a:gd name="connsiteX76" fmla="*/ 201757 w 330201"/>
                <a:gd name="connsiteY76" fmla="*/ 85849 h 328613"/>
                <a:gd name="connsiteX77" fmla="*/ 200458 w 330201"/>
                <a:gd name="connsiteY77" fmla="*/ 85849 h 328613"/>
                <a:gd name="connsiteX78" fmla="*/ 195263 w 330201"/>
                <a:gd name="connsiteY78" fmla="*/ 72702 h 328613"/>
                <a:gd name="connsiteX79" fmla="*/ 222539 w 330201"/>
                <a:gd name="connsiteY79" fmla="*/ 63500 h 328613"/>
                <a:gd name="connsiteX80" fmla="*/ 22740 w 330201"/>
                <a:gd name="connsiteY80" fmla="*/ 0 h 328613"/>
                <a:gd name="connsiteX81" fmla="*/ 318574 w 330201"/>
                <a:gd name="connsiteY81" fmla="*/ 0 h 328613"/>
                <a:gd name="connsiteX82" fmla="*/ 330201 w 330201"/>
                <a:gd name="connsiteY82" fmla="*/ 11608 h 328613"/>
                <a:gd name="connsiteX83" fmla="*/ 330201 w 330201"/>
                <a:gd name="connsiteY83" fmla="*/ 215405 h 328613"/>
                <a:gd name="connsiteX84" fmla="*/ 322450 w 330201"/>
                <a:gd name="connsiteY84" fmla="*/ 227013 h 328613"/>
                <a:gd name="connsiteX85" fmla="*/ 322450 w 330201"/>
                <a:gd name="connsiteY85" fmla="*/ 225723 h 328613"/>
                <a:gd name="connsiteX86" fmla="*/ 306948 w 330201"/>
                <a:gd name="connsiteY86" fmla="*/ 188317 h 328613"/>
                <a:gd name="connsiteX87" fmla="*/ 306948 w 330201"/>
                <a:gd name="connsiteY87" fmla="*/ 21927 h 328613"/>
                <a:gd name="connsiteX88" fmla="*/ 34366 w 330201"/>
                <a:gd name="connsiteY88" fmla="*/ 21927 h 328613"/>
                <a:gd name="connsiteX89" fmla="*/ 34366 w 330201"/>
                <a:gd name="connsiteY89" fmla="*/ 180578 h 328613"/>
                <a:gd name="connsiteX90" fmla="*/ 11113 w 330201"/>
                <a:gd name="connsiteY90" fmla="*/ 202506 h 328613"/>
                <a:gd name="connsiteX91" fmla="*/ 11113 w 330201"/>
                <a:gd name="connsiteY91" fmla="*/ 11608 h 328613"/>
                <a:gd name="connsiteX92" fmla="*/ 22740 w 330201"/>
                <a:gd name="connsiteY92" fmla="*/ 0 h 328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330201" h="328613">
                  <a:moveTo>
                    <a:pt x="21907" y="269875"/>
                  </a:moveTo>
                  <a:cubicBezTo>
                    <a:pt x="21907" y="269875"/>
                    <a:pt x="21907" y="269875"/>
                    <a:pt x="87630" y="269875"/>
                  </a:cubicBezTo>
                  <a:cubicBezTo>
                    <a:pt x="91496" y="269875"/>
                    <a:pt x="94073" y="271181"/>
                    <a:pt x="96651" y="272486"/>
                  </a:cubicBezTo>
                  <a:cubicBezTo>
                    <a:pt x="103094" y="275096"/>
                    <a:pt x="108249" y="280318"/>
                    <a:pt x="109538" y="286844"/>
                  </a:cubicBezTo>
                  <a:cubicBezTo>
                    <a:pt x="112115" y="277707"/>
                    <a:pt x="121136" y="269875"/>
                    <a:pt x="131445" y="269875"/>
                  </a:cubicBezTo>
                  <a:cubicBezTo>
                    <a:pt x="131445" y="269875"/>
                    <a:pt x="131445" y="269875"/>
                    <a:pt x="197168" y="269875"/>
                  </a:cubicBezTo>
                  <a:cubicBezTo>
                    <a:pt x="201034" y="269875"/>
                    <a:pt x="203611" y="271181"/>
                    <a:pt x="206188" y="272486"/>
                  </a:cubicBezTo>
                  <a:cubicBezTo>
                    <a:pt x="212632" y="275096"/>
                    <a:pt x="216498" y="280318"/>
                    <a:pt x="219075" y="286844"/>
                  </a:cubicBezTo>
                  <a:cubicBezTo>
                    <a:pt x="221653" y="277707"/>
                    <a:pt x="230673" y="269875"/>
                    <a:pt x="240983" y="269875"/>
                  </a:cubicBezTo>
                  <a:cubicBezTo>
                    <a:pt x="240983" y="269875"/>
                    <a:pt x="240983" y="269875"/>
                    <a:pt x="306706" y="269875"/>
                  </a:cubicBezTo>
                  <a:cubicBezTo>
                    <a:pt x="319592" y="269875"/>
                    <a:pt x="328613" y="280318"/>
                    <a:pt x="328613" y="293370"/>
                  </a:cubicBezTo>
                  <a:cubicBezTo>
                    <a:pt x="328613" y="293370"/>
                    <a:pt x="328613" y="293370"/>
                    <a:pt x="328613" y="328613"/>
                  </a:cubicBezTo>
                  <a:cubicBezTo>
                    <a:pt x="328613" y="328613"/>
                    <a:pt x="328613" y="328613"/>
                    <a:pt x="0" y="328613"/>
                  </a:cubicBezTo>
                  <a:cubicBezTo>
                    <a:pt x="0" y="328613"/>
                    <a:pt x="0" y="328613"/>
                    <a:pt x="0" y="293370"/>
                  </a:cubicBezTo>
                  <a:cubicBezTo>
                    <a:pt x="0" y="280318"/>
                    <a:pt x="9021" y="269875"/>
                    <a:pt x="21907" y="269875"/>
                  </a:cubicBezTo>
                  <a:close/>
                  <a:moveTo>
                    <a:pt x="209550" y="204788"/>
                  </a:moveTo>
                  <a:lnTo>
                    <a:pt x="230188" y="204788"/>
                  </a:lnTo>
                  <a:cubicBezTo>
                    <a:pt x="227608" y="211325"/>
                    <a:pt x="225028" y="217862"/>
                    <a:pt x="225028" y="225706"/>
                  </a:cubicBezTo>
                  <a:cubicBezTo>
                    <a:pt x="225028" y="225706"/>
                    <a:pt x="225028" y="227013"/>
                    <a:pt x="225028" y="227013"/>
                  </a:cubicBezTo>
                  <a:cubicBezTo>
                    <a:pt x="225028" y="227013"/>
                    <a:pt x="225028" y="227013"/>
                    <a:pt x="213420" y="227013"/>
                  </a:cubicBezTo>
                  <a:cubicBezTo>
                    <a:pt x="213420" y="227013"/>
                    <a:pt x="213420" y="225706"/>
                    <a:pt x="213420" y="225706"/>
                  </a:cubicBezTo>
                  <a:cubicBezTo>
                    <a:pt x="213420" y="217862"/>
                    <a:pt x="212130" y="211325"/>
                    <a:pt x="209550" y="204788"/>
                  </a:cubicBezTo>
                  <a:close/>
                  <a:moveTo>
                    <a:pt x="98425" y="204788"/>
                  </a:moveTo>
                  <a:lnTo>
                    <a:pt x="119063" y="204788"/>
                  </a:lnTo>
                  <a:cubicBezTo>
                    <a:pt x="116483" y="211325"/>
                    <a:pt x="115193" y="217862"/>
                    <a:pt x="115193" y="225706"/>
                  </a:cubicBezTo>
                  <a:cubicBezTo>
                    <a:pt x="115193" y="225706"/>
                    <a:pt x="115193" y="227013"/>
                    <a:pt x="115193" y="227013"/>
                  </a:cubicBezTo>
                  <a:cubicBezTo>
                    <a:pt x="115193" y="227013"/>
                    <a:pt x="115193" y="227013"/>
                    <a:pt x="103584" y="227013"/>
                  </a:cubicBezTo>
                  <a:cubicBezTo>
                    <a:pt x="103584" y="227013"/>
                    <a:pt x="103584" y="225706"/>
                    <a:pt x="103584" y="225706"/>
                  </a:cubicBezTo>
                  <a:cubicBezTo>
                    <a:pt x="103584" y="217862"/>
                    <a:pt x="101005" y="211325"/>
                    <a:pt x="98425" y="204788"/>
                  </a:cubicBezTo>
                  <a:close/>
                  <a:moveTo>
                    <a:pt x="274638" y="193675"/>
                  </a:moveTo>
                  <a:cubicBezTo>
                    <a:pt x="292173" y="193675"/>
                    <a:pt x="306388" y="207890"/>
                    <a:pt x="306388" y="225425"/>
                  </a:cubicBezTo>
                  <a:cubicBezTo>
                    <a:pt x="306388" y="242960"/>
                    <a:pt x="292173" y="257175"/>
                    <a:pt x="274638" y="257175"/>
                  </a:cubicBezTo>
                  <a:cubicBezTo>
                    <a:pt x="257103" y="257175"/>
                    <a:pt x="242888" y="242960"/>
                    <a:pt x="242888" y="225425"/>
                  </a:cubicBezTo>
                  <a:cubicBezTo>
                    <a:pt x="242888" y="207890"/>
                    <a:pt x="257103" y="193675"/>
                    <a:pt x="274638" y="193675"/>
                  </a:cubicBezTo>
                  <a:close/>
                  <a:moveTo>
                    <a:pt x="164307" y="193675"/>
                  </a:moveTo>
                  <a:cubicBezTo>
                    <a:pt x="181404" y="193675"/>
                    <a:pt x="195264" y="207890"/>
                    <a:pt x="195264" y="225425"/>
                  </a:cubicBezTo>
                  <a:cubicBezTo>
                    <a:pt x="195264" y="242960"/>
                    <a:pt x="181404" y="257175"/>
                    <a:pt x="164307" y="257175"/>
                  </a:cubicBezTo>
                  <a:cubicBezTo>
                    <a:pt x="147210" y="257175"/>
                    <a:pt x="133350" y="242960"/>
                    <a:pt x="133350" y="225425"/>
                  </a:cubicBezTo>
                  <a:cubicBezTo>
                    <a:pt x="133350" y="207890"/>
                    <a:pt x="147210" y="193675"/>
                    <a:pt x="164307" y="193675"/>
                  </a:cubicBezTo>
                  <a:close/>
                  <a:moveTo>
                    <a:pt x="53975" y="193675"/>
                  </a:moveTo>
                  <a:cubicBezTo>
                    <a:pt x="71510" y="193675"/>
                    <a:pt x="85725" y="207890"/>
                    <a:pt x="85725" y="225425"/>
                  </a:cubicBezTo>
                  <a:cubicBezTo>
                    <a:pt x="85725" y="242960"/>
                    <a:pt x="71510" y="257175"/>
                    <a:pt x="53975" y="257175"/>
                  </a:cubicBezTo>
                  <a:cubicBezTo>
                    <a:pt x="36440" y="257175"/>
                    <a:pt x="22225" y="242960"/>
                    <a:pt x="22225" y="225425"/>
                  </a:cubicBezTo>
                  <a:cubicBezTo>
                    <a:pt x="22225" y="207890"/>
                    <a:pt x="36440" y="193675"/>
                    <a:pt x="53975" y="193675"/>
                  </a:cubicBezTo>
                  <a:close/>
                  <a:moveTo>
                    <a:pt x="155575" y="80963"/>
                  </a:moveTo>
                  <a:lnTo>
                    <a:pt x="168275" y="80963"/>
                  </a:lnTo>
                  <a:lnTo>
                    <a:pt x="168275" y="107950"/>
                  </a:lnTo>
                  <a:lnTo>
                    <a:pt x="195263" y="107950"/>
                  </a:lnTo>
                  <a:lnTo>
                    <a:pt x="195263" y="119063"/>
                  </a:lnTo>
                  <a:lnTo>
                    <a:pt x="168275" y="119063"/>
                  </a:lnTo>
                  <a:lnTo>
                    <a:pt x="168275" y="147638"/>
                  </a:lnTo>
                  <a:lnTo>
                    <a:pt x="155575" y="147638"/>
                  </a:lnTo>
                  <a:lnTo>
                    <a:pt x="155575" y="119063"/>
                  </a:lnTo>
                  <a:lnTo>
                    <a:pt x="130175" y="119063"/>
                  </a:lnTo>
                  <a:lnTo>
                    <a:pt x="130175" y="107950"/>
                  </a:lnTo>
                  <a:lnTo>
                    <a:pt x="155575" y="107950"/>
                  </a:lnTo>
                  <a:close/>
                  <a:moveTo>
                    <a:pt x="104775" y="66675"/>
                  </a:moveTo>
                  <a:lnTo>
                    <a:pt x="119063" y="66675"/>
                  </a:lnTo>
                  <a:lnTo>
                    <a:pt x="119063" y="147638"/>
                  </a:lnTo>
                  <a:lnTo>
                    <a:pt x="101600" y="147638"/>
                  </a:lnTo>
                  <a:lnTo>
                    <a:pt x="101600" y="84137"/>
                  </a:lnTo>
                  <a:lnTo>
                    <a:pt x="100013" y="84137"/>
                  </a:lnTo>
                  <a:lnTo>
                    <a:pt x="84137" y="90487"/>
                  </a:lnTo>
                  <a:lnTo>
                    <a:pt x="84137" y="80962"/>
                  </a:lnTo>
                  <a:lnTo>
                    <a:pt x="82550" y="76200"/>
                  </a:lnTo>
                  <a:close/>
                  <a:moveTo>
                    <a:pt x="222539" y="63500"/>
                  </a:moveTo>
                  <a:cubicBezTo>
                    <a:pt x="240723" y="63500"/>
                    <a:pt x="251114" y="75332"/>
                    <a:pt x="251114" y="89793"/>
                  </a:cubicBezTo>
                  <a:cubicBezTo>
                    <a:pt x="251114" y="102939"/>
                    <a:pt x="240723" y="114771"/>
                    <a:pt x="229033" y="125289"/>
                  </a:cubicBezTo>
                  <a:cubicBezTo>
                    <a:pt x="229033" y="125289"/>
                    <a:pt x="229033" y="125289"/>
                    <a:pt x="221240" y="131862"/>
                  </a:cubicBezTo>
                  <a:cubicBezTo>
                    <a:pt x="221240" y="131862"/>
                    <a:pt x="221240" y="131862"/>
                    <a:pt x="252413" y="131862"/>
                  </a:cubicBezTo>
                  <a:cubicBezTo>
                    <a:pt x="252413" y="131862"/>
                    <a:pt x="252413" y="131862"/>
                    <a:pt x="252413" y="147638"/>
                  </a:cubicBezTo>
                  <a:cubicBezTo>
                    <a:pt x="252413" y="147638"/>
                    <a:pt x="252413" y="147638"/>
                    <a:pt x="195263" y="147638"/>
                  </a:cubicBezTo>
                  <a:cubicBezTo>
                    <a:pt x="195263" y="147638"/>
                    <a:pt x="195263" y="147638"/>
                    <a:pt x="195263" y="135806"/>
                  </a:cubicBezTo>
                  <a:cubicBezTo>
                    <a:pt x="195263" y="135806"/>
                    <a:pt x="195263" y="135806"/>
                    <a:pt x="205654" y="126603"/>
                  </a:cubicBezTo>
                  <a:cubicBezTo>
                    <a:pt x="222539" y="110827"/>
                    <a:pt x="231631" y="101625"/>
                    <a:pt x="231631" y="91108"/>
                  </a:cubicBezTo>
                  <a:cubicBezTo>
                    <a:pt x="231631" y="84534"/>
                    <a:pt x="227735" y="79276"/>
                    <a:pt x="218642" y="79276"/>
                  </a:cubicBezTo>
                  <a:cubicBezTo>
                    <a:pt x="210849" y="79276"/>
                    <a:pt x="205654" y="83220"/>
                    <a:pt x="201757" y="85849"/>
                  </a:cubicBezTo>
                  <a:cubicBezTo>
                    <a:pt x="201757" y="85849"/>
                    <a:pt x="201757" y="85849"/>
                    <a:pt x="200458" y="85849"/>
                  </a:cubicBezTo>
                  <a:cubicBezTo>
                    <a:pt x="200458" y="85849"/>
                    <a:pt x="200458" y="85849"/>
                    <a:pt x="195263" y="72702"/>
                  </a:cubicBezTo>
                  <a:cubicBezTo>
                    <a:pt x="201757" y="67444"/>
                    <a:pt x="210849" y="63500"/>
                    <a:pt x="222539" y="63500"/>
                  </a:cubicBezTo>
                  <a:close/>
                  <a:moveTo>
                    <a:pt x="22740" y="0"/>
                  </a:moveTo>
                  <a:cubicBezTo>
                    <a:pt x="22740" y="0"/>
                    <a:pt x="22740" y="0"/>
                    <a:pt x="318574" y="0"/>
                  </a:cubicBezTo>
                  <a:cubicBezTo>
                    <a:pt x="325034" y="0"/>
                    <a:pt x="330201" y="5159"/>
                    <a:pt x="330201" y="11608"/>
                  </a:cubicBezTo>
                  <a:cubicBezTo>
                    <a:pt x="330201" y="11608"/>
                    <a:pt x="330201" y="11608"/>
                    <a:pt x="330201" y="215405"/>
                  </a:cubicBezTo>
                  <a:cubicBezTo>
                    <a:pt x="330201" y="220564"/>
                    <a:pt x="327617" y="224434"/>
                    <a:pt x="322450" y="227013"/>
                  </a:cubicBezTo>
                  <a:cubicBezTo>
                    <a:pt x="322450" y="225723"/>
                    <a:pt x="322450" y="225723"/>
                    <a:pt x="322450" y="225723"/>
                  </a:cubicBezTo>
                  <a:cubicBezTo>
                    <a:pt x="322450" y="210245"/>
                    <a:pt x="315991" y="197347"/>
                    <a:pt x="306948" y="188317"/>
                  </a:cubicBezTo>
                  <a:cubicBezTo>
                    <a:pt x="306948" y="188317"/>
                    <a:pt x="306948" y="188317"/>
                    <a:pt x="306948" y="21927"/>
                  </a:cubicBezTo>
                  <a:cubicBezTo>
                    <a:pt x="306948" y="21927"/>
                    <a:pt x="306948" y="21927"/>
                    <a:pt x="34366" y="21927"/>
                  </a:cubicBezTo>
                  <a:cubicBezTo>
                    <a:pt x="34366" y="21927"/>
                    <a:pt x="34366" y="21927"/>
                    <a:pt x="34366" y="180578"/>
                  </a:cubicBezTo>
                  <a:cubicBezTo>
                    <a:pt x="24031" y="185738"/>
                    <a:pt x="16280" y="193477"/>
                    <a:pt x="11113" y="202506"/>
                  </a:cubicBezTo>
                  <a:cubicBezTo>
                    <a:pt x="11113" y="202506"/>
                    <a:pt x="11113" y="202506"/>
                    <a:pt x="11113" y="11608"/>
                  </a:cubicBezTo>
                  <a:cubicBezTo>
                    <a:pt x="11113" y="5159"/>
                    <a:pt x="16280" y="0"/>
                    <a:pt x="22740"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19" name="任意多边形: 形状 18"/>
            <p:cNvSpPr/>
            <p:nvPr/>
          </p:nvSpPr>
          <p:spPr>
            <a:xfrm>
              <a:off x="7995573" y="1976589"/>
              <a:ext cx="523875" cy="521355"/>
            </a:xfrm>
            <a:custGeom>
              <a:avLst/>
              <a:gdLst>
                <a:gd name="connsiteX0" fmla="*/ 21907 w 330201"/>
                <a:gd name="connsiteY0" fmla="*/ 269875 h 328613"/>
                <a:gd name="connsiteX1" fmla="*/ 87630 w 330201"/>
                <a:gd name="connsiteY1" fmla="*/ 269875 h 328613"/>
                <a:gd name="connsiteX2" fmla="*/ 96651 w 330201"/>
                <a:gd name="connsiteY2" fmla="*/ 272486 h 328613"/>
                <a:gd name="connsiteX3" fmla="*/ 109538 w 330201"/>
                <a:gd name="connsiteY3" fmla="*/ 286844 h 328613"/>
                <a:gd name="connsiteX4" fmla="*/ 131445 w 330201"/>
                <a:gd name="connsiteY4" fmla="*/ 269875 h 328613"/>
                <a:gd name="connsiteX5" fmla="*/ 197168 w 330201"/>
                <a:gd name="connsiteY5" fmla="*/ 269875 h 328613"/>
                <a:gd name="connsiteX6" fmla="*/ 206188 w 330201"/>
                <a:gd name="connsiteY6" fmla="*/ 272486 h 328613"/>
                <a:gd name="connsiteX7" fmla="*/ 219075 w 330201"/>
                <a:gd name="connsiteY7" fmla="*/ 286844 h 328613"/>
                <a:gd name="connsiteX8" fmla="*/ 240983 w 330201"/>
                <a:gd name="connsiteY8" fmla="*/ 269875 h 328613"/>
                <a:gd name="connsiteX9" fmla="*/ 306706 w 330201"/>
                <a:gd name="connsiteY9" fmla="*/ 269875 h 328613"/>
                <a:gd name="connsiteX10" fmla="*/ 328613 w 330201"/>
                <a:gd name="connsiteY10" fmla="*/ 293370 h 328613"/>
                <a:gd name="connsiteX11" fmla="*/ 328613 w 330201"/>
                <a:gd name="connsiteY11" fmla="*/ 328613 h 328613"/>
                <a:gd name="connsiteX12" fmla="*/ 0 w 330201"/>
                <a:gd name="connsiteY12" fmla="*/ 328613 h 328613"/>
                <a:gd name="connsiteX13" fmla="*/ 0 w 330201"/>
                <a:gd name="connsiteY13" fmla="*/ 293370 h 328613"/>
                <a:gd name="connsiteX14" fmla="*/ 21907 w 330201"/>
                <a:gd name="connsiteY14" fmla="*/ 269875 h 328613"/>
                <a:gd name="connsiteX15" fmla="*/ 209550 w 330201"/>
                <a:gd name="connsiteY15" fmla="*/ 204788 h 328613"/>
                <a:gd name="connsiteX16" fmla="*/ 230188 w 330201"/>
                <a:gd name="connsiteY16" fmla="*/ 204788 h 328613"/>
                <a:gd name="connsiteX17" fmla="*/ 225028 w 330201"/>
                <a:gd name="connsiteY17" fmla="*/ 225706 h 328613"/>
                <a:gd name="connsiteX18" fmla="*/ 225028 w 330201"/>
                <a:gd name="connsiteY18" fmla="*/ 227013 h 328613"/>
                <a:gd name="connsiteX19" fmla="*/ 213420 w 330201"/>
                <a:gd name="connsiteY19" fmla="*/ 227013 h 328613"/>
                <a:gd name="connsiteX20" fmla="*/ 213420 w 330201"/>
                <a:gd name="connsiteY20" fmla="*/ 225706 h 328613"/>
                <a:gd name="connsiteX21" fmla="*/ 209550 w 330201"/>
                <a:gd name="connsiteY21" fmla="*/ 204788 h 328613"/>
                <a:gd name="connsiteX22" fmla="*/ 98425 w 330201"/>
                <a:gd name="connsiteY22" fmla="*/ 204788 h 328613"/>
                <a:gd name="connsiteX23" fmla="*/ 119063 w 330201"/>
                <a:gd name="connsiteY23" fmla="*/ 204788 h 328613"/>
                <a:gd name="connsiteX24" fmla="*/ 115193 w 330201"/>
                <a:gd name="connsiteY24" fmla="*/ 225706 h 328613"/>
                <a:gd name="connsiteX25" fmla="*/ 115193 w 330201"/>
                <a:gd name="connsiteY25" fmla="*/ 227013 h 328613"/>
                <a:gd name="connsiteX26" fmla="*/ 103584 w 330201"/>
                <a:gd name="connsiteY26" fmla="*/ 227013 h 328613"/>
                <a:gd name="connsiteX27" fmla="*/ 103584 w 330201"/>
                <a:gd name="connsiteY27" fmla="*/ 225706 h 328613"/>
                <a:gd name="connsiteX28" fmla="*/ 98425 w 330201"/>
                <a:gd name="connsiteY28" fmla="*/ 204788 h 328613"/>
                <a:gd name="connsiteX29" fmla="*/ 274638 w 330201"/>
                <a:gd name="connsiteY29" fmla="*/ 193675 h 328613"/>
                <a:gd name="connsiteX30" fmla="*/ 306388 w 330201"/>
                <a:gd name="connsiteY30" fmla="*/ 225425 h 328613"/>
                <a:gd name="connsiteX31" fmla="*/ 274638 w 330201"/>
                <a:gd name="connsiteY31" fmla="*/ 257175 h 328613"/>
                <a:gd name="connsiteX32" fmla="*/ 242888 w 330201"/>
                <a:gd name="connsiteY32" fmla="*/ 225425 h 328613"/>
                <a:gd name="connsiteX33" fmla="*/ 274638 w 330201"/>
                <a:gd name="connsiteY33" fmla="*/ 193675 h 328613"/>
                <a:gd name="connsiteX34" fmla="*/ 164307 w 330201"/>
                <a:gd name="connsiteY34" fmla="*/ 193675 h 328613"/>
                <a:gd name="connsiteX35" fmla="*/ 195264 w 330201"/>
                <a:gd name="connsiteY35" fmla="*/ 225425 h 328613"/>
                <a:gd name="connsiteX36" fmla="*/ 164307 w 330201"/>
                <a:gd name="connsiteY36" fmla="*/ 257175 h 328613"/>
                <a:gd name="connsiteX37" fmla="*/ 133350 w 330201"/>
                <a:gd name="connsiteY37" fmla="*/ 225425 h 328613"/>
                <a:gd name="connsiteX38" fmla="*/ 164307 w 330201"/>
                <a:gd name="connsiteY38" fmla="*/ 193675 h 328613"/>
                <a:gd name="connsiteX39" fmla="*/ 53975 w 330201"/>
                <a:gd name="connsiteY39" fmla="*/ 193675 h 328613"/>
                <a:gd name="connsiteX40" fmla="*/ 85725 w 330201"/>
                <a:gd name="connsiteY40" fmla="*/ 225425 h 328613"/>
                <a:gd name="connsiteX41" fmla="*/ 53975 w 330201"/>
                <a:gd name="connsiteY41" fmla="*/ 257175 h 328613"/>
                <a:gd name="connsiteX42" fmla="*/ 22225 w 330201"/>
                <a:gd name="connsiteY42" fmla="*/ 225425 h 328613"/>
                <a:gd name="connsiteX43" fmla="*/ 53975 w 330201"/>
                <a:gd name="connsiteY43" fmla="*/ 193675 h 328613"/>
                <a:gd name="connsiteX44" fmla="*/ 155575 w 330201"/>
                <a:gd name="connsiteY44" fmla="*/ 80963 h 328613"/>
                <a:gd name="connsiteX45" fmla="*/ 168275 w 330201"/>
                <a:gd name="connsiteY45" fmla="*/ 80963 h 328613"/>
                <a:gd name="connsiteX46" fmla="*/ 168275 w 330201"/>
                <a:gd name="connsiteY46" fmla="*/ 107950 h 328613"/>
                <a:gd name="connsiteX47" fmla="*/ 195263 w 330201"/>
                <a:gd name="connsiteY47" fmla="*/ 107950 h 328613"/>
                <a:gd name="connsiteX48" fmla="*/ 195263 w 330201"/>
                <a:gd name="connsiteY48" fmla="*/ 119063 h 328613"/>
                <a:gd name="connsiteX49" fmla="*/ 168275 w 330201"/>
                <a:gd name="connsiteY49" fmla="*/ 119063 h 328613"/>
                <a:gd name="connsiteX50" fmla="*/ 168275 w 330201"/>
                <a:gd name="connsiteY50" fmla="*/ 147638 h 328613"/>
                <a:gd name="connsiteX51" fmla="*/ 155575 w 330201"/>
                <a:gd name="connsiteY51" fmla="*/ 147638 h 328613"/>
                <a:gd name="connsiteX52" fmla="*/ 155575 w 330201"/>
                <a:gd name="connsiteY52" fmla="*/ 119063 h 328613"/>
                <a:gd name="connsiteX53" fmla="*/ 130175 w 330201"/>
                <a:gd name="connsiteY53" fmla="*/ 119063 h 328613"/>
                <a:gd name="connsiteX54" fmla="*/ 130175 w 330201"/>
                <a:gd name="connsiteY54" fmla="*/ 107950 h 328613"/>
                <a:gd name="connsiteX55" fmla="*/ 155575 w 330201"/>
                <a:gd name="connsiteY55" fmla="*/ 107950 h 328613"/>
                <a:gd name="connsiteX56" fmla="*/ 104775 w 330201"/>
                <a:gd name="connsiteY56" fmla="*/ 66675 h 328613"/>
                <a:gd name="connsiteX57" fmla="*/ 119063 w 330201"/>
                <a:gd name="connsiteY57" fmla="*/ 66675 h 328613"/>
                <a:gd name="connsiteX58" fmla="*/ 119063 w 330201"/>
                <a:gd name="connsiteY58" fmla="*/ 147638 h 328613"/>
                <a:gd name="connsiteX59" fmla="*/ 101600 w 330201"/>
                <a:gd name="connsiteY59" fmla="*/ 147638 h 328613"/>
                <a:gd name="connsiteX60" fmla="*/ 101600 w 330201"/>
                <a:gd name="connsiteY60" fmla="*/ 84137 h 328613"/>
                <a:gd name="connsiteX61" fmla="*/ 100013 w 330201"/>
                <a:gd name="connsiteY61" fmla="*/ 84137 h 328613"/>
                <a:gd name="connsiteX62" fmla="*/ 84137 w 330201"/>
                <a:gd name="connsiteY62" fmla="*/ 90487 h 328613"/>
                <a:gd name="connsiteX63" fmla="*/ 84137 w 330201"/>
                <a:gd name="connsiteY63" fmla="*/ 80962 h 328613"/>
                <a:gd name="connsiteX64" fmla="*/ 82550 w 330201"/>
                <a:gd name="connsiteY64" fmla="*/ 76200 h 328613"/>
                <a:gd name="connsiteX65" fmla="*/ 222539 w 330201"/>
                <a:gd name="connsiteY65" fmla="*/ 63500 h 328613"/>
                <a:gd name="connsiteX66" fmla="*/ 251114 w 330201"/>
                <a:gd name="connsiteY66" fmla="*/ 89793 h 328613"/>
                <a:gd name="connsiteX67" fmla="*/ 229033 w 330201"/>
                <a:gd name="connsiteY67" fmla="*/ 125289 h 328613"/>
                <a:gd name="connsiteX68" fmla="*/ 221240 w 330201"/>
                <a:gd name="connsiteY68" fmla="*/ 131862 h 328613"/>
                <a:gd name="connsiteX69" fmla="*/ 252413 w 330201"/>
                <a:gd name="connsiteY69" fmla="*/ 131862 h 328613"/>
                <a:gd name="connsiteX70" fmla="*/ 252413 w 330201"/>
                <a:gd name="connsiteY70" fmla="*/ 147638 h 328613"/>
                <a:gd name="connsiteX71" fmla="*/ 195263 w 330201"/>
                <a:gd name="connsiteY71" fmla="*/ 147638 h 328613"/>
                <a:gd name="connsiteX72" fmla="*/ 195263 w 330201"/>
                <a:gd name="connsiteY72" fmla="*/ 135806 h 328613"/>
                <a:gd name="connsiteX73" fmla="*/ 205654 w 330201"/>
                <a:gd name="connsiteY73" fmla="*/ 126603 h 328613"/>
                <a:gd name="connsiteX74" fmla="*/ 231631 w 330201"/>
                <a:gd name="connsiteY74" fmla="*/ 91108 h 328613"/>
                <a:gd name="connsiteX75" fmla="*/ 218642 w 330201"/>
                <a:gd name="connsiteY75" fmla="*/ 79276 h 328613"/>
                <a:gd name="connsiteX76" fmla="*/ 201757 w 330201"/>
                <a:gd name="connsiteY76" fmla="*/ 85849 h 328613"/>
                <a:gd name="connsiteX77" fmla="*/ 200458 w 330201"/>
                <a:gd name="connsiteY77" fmla="*/ 85849 h 328613"/>
                <a:gd name="connsiteX78" fmla="*/ 195263 w 330201"/>
                <a:gd name="connsiteY78" fmla="*/ 72702 h 328613"/>
                <a:gd name="connsiteX79" fmla="*/ 222539 w 330201"/>
                <a:gd name="connsiteY79" fmla="*/ 63500 h 328613"/>
                <a:gd name="connsiteX80" fmla="*/ 22740 w 330201"/>
                <a:gd name="connsiteY80" fmla="*/ 0 h 328613"/>
                <a:gd name="connsiteX81" fmla="*/ 318574 w 330201"/>
                <a:gd name="connsiteY81" fmla="*/ 0 h 328613"/>
                <a:gd name="connsiteX82" fmla="*/ 330201 w 330201"/>
                <a:gd name="connsiteY82" fmla="*/ 11608 h 328613"/>
                <a:gd name="connsiteX83" fmla="*/ 330201 w 330201"/>
                <a:gd name="connsiteY83" fmla="*/ 215405 h 328613"/>
                <a:gd name="connsiteX84" fmla="*/ 322450 w 330201"/>
                <a:gd name="connsiteY84" fmla="*/ 227013 h 328613"/>
                <a:gd name="connsiteX85" fmla="*/ 322450 w 330201"/>
                <a:gd name="connsiteY85" fmla="*/ 225723 h 328613"/>
                <a:gd name="connsiteX86" fmla="*/ 306948 w 330201"/>
                <a:gd name="connsiteY86" fmla="*/ 188317 h 328613"/>
                <a:gd name="connsiteX87" fmla="*/ 306948 w 330201"/>
                <a:gd name="connsiteY87" fmla="*/ 21927 h 328613"/>
                <a:gd name="connsiteX88" fmla="*/ 34366 w 330201"/>
                <a:gd name="connsiteY88" fmla="*/ 21927 h 328613"/>
                <a:gd name="connsiteX89" fmla="*/ 34366 w 330201"/>
                <a:gd name="connsiteY89" fmla="*/ 180578 h 328613"/>
                <a:gd name="connsiteX90" fmla="*/ 11113 w 330201"/>
                <a:gd name="connsiteY90" fmla="*/ 202506 h 328613"/>
                <a:gd name="connsiteX91" fmla="*/ 11113 w 330201"/>
                <a:gd name="connsiteY91" fmla="*/ 11608 h 328613"/>
                <a:gd name="connsiteX92" fmla="*/ 22740 w 330201"/>
                <a:gd name="connsiteY92" fmla="*/ 0 h 328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330201" h="328613">
                  <a:moveTo>
                    <a:pt x="21907" y="269875"/>
                  </a:moveTo>
                  <a:cubicBezTo>
                    <a:pt x="21907" y="269875"/>
                    <a:pt x="21907" y="269875"/>
                    <a:pt x="87630" y="269875"/>
                  </a:cubicBezTo>
                  <a:cubicBezTo>
                    <a:pt x="91496" y="269875"/>
                    <a:pt x="94073" y="271181"/>
                    <a:pt x="96651" y="272486"/>
                  </a:cubicBezTo>
                  <a:cubicBezTo>
                    <a:pt x="103094" y="275096"/>
                    <a:pt x="108249" y="280318"/>
                    <a:pt x="109538" y="286844"/>
                  </a:cubicBezTo>
                  <a:cubicBezTo>
                    <a:pt x="112115" y="277707"/>
                    <a:pt x="121136" y="269875"/>
                    <a:pt x="131445" y="269875"/>
                  </a:cubicBezTo>
                  <a:cubicBezTo>
                    <a:pt x="131445" y="269875"/>
                    <a:pt x="131445" y="269875"/>
                    <a:pt x="197168" y="269875"/>
                  </a:cubicBezTo>
                  <a:cubicBezTo>
                    <a:pt x="201034" y="269875"/>
                    <a:pt x="203611" y="271181"/>
                    <a:pt x="206188" y="272486"/>
                  </a:cubicBezTo>
                  <a:cubicBezTo>
                    <a:pt x="212632" y="275096"/>
                    <a:pt x="216498" y="280318"/>
                    <a:pt x="219075" y="286844"/>
                  </a:cubicBezTo>
                  <a:cubicBezTo>
                    <a:pt x="221653" y="277707"/>
                    <a:pt x="230673" y="269875"/>
                    <a:pt x="240983" y="269875"/>
                  </a:cubicBezTo>
                  <a:cubicBezTo>
                    <a:pt x="240983" y="269875"/>
                    <a:pt x="240983" y="269875"/>
                    <a:pt x="306706" y="269875"/>
                  </a:cubicBezTo>
                  <a:cubicBezTo>
                    <a:pt x="319592" y="269875"/>
                    <a:pt x="328613" y="280318"/>
                    <a:pt x="328613" y="293370"/>
                  </a:cubicBezTo>
                  <a:cubicBezTo>
                    <a:pt x="328613" y="293370"/>
                    <a:pt x="328613" y="293370"/>
                    <a:pt x="328613" y="328613"/>
                  </a:cubicBezTo>
                  <a:cubicBezTo>
                    <a:pt x="328613" y="328613"/>
                    <a:pt x="328613" y="328613"/>
                    <a:pt x="0" y="328613"/>
                  </a:cubicBezTo>
                  <a:cubicBezTo>
                    <a:pt x="0" y="328613"/>
                    <a:pt x="0" y="328613"/>
                    <a:pt x="0" y="293370"/>
                  </a:cubicBezTo>
                  <a:cubicBezTo>
                    <a:pt x="0" y="280318"/>
                    <a:pt x="9021" y="269875"/>
                    <a:pt x="21907" y="269875"/>
                  </a:cubicBezTo>
                  <a:close/>
                  <a:moveTo>
                    <a:pt x="209550" y="204788"/>
                  </a:moveTo>
                  <a:lnTo>
                    <a:pt x="230188" y="204788"/>
                  </a:lnTo>
                  <a:cubicBezTo>
                    <a:pt x="227608" y="211325"/>
                    <a:pt x="225028" y="217862"/>
                    <a:pt x="225028" y="225706"/>
                  </a:cubicBezTo>
                  <a:cubicBezTo>
                    <a:pt x="225028" y="225706"/>
                    <a:pt x="225028" y="227013"/>
                    <a:pt x="225028" y="227013"/>
                  </a:cubicBezTo>
                  <a:cubicBezTo>
                    <a:pt x="225028" y="227013"/>
                    <a:pt x="225028" y="227013"/>
                    <a:pt x="213420" y="227013"/>
                  </a:cubicBezTo>
                  <a:cubicBezTo>
                    <a:pt x="213420" y="227013"/>
                    <a:pt x="213420" y="225706"/>
                    <a:pt x="213420" y="225706"/>
                  </a:cubicBezTo>
                  <a:cubicBezTo>
                    <a:pt x="213420" y="217862"/>
                    <a:pt x="212130" y="211325"/>
                    <a:pt x="209550" y="204788"/>
                  </a:cubicBezTo>
                  <a:close/>
                  <a:moveTo>
                    <a:pt x="98425" y="204788"/>
                  </a:moveTo>
                  <a:lnTo>
                    <a:pt x="119063" y="204788"/>
                  </a:lnTo>
                  <a:cubicBezTo>
                    <a:pt x="116483" y="211325"/>
                    <a:pt x="115193" y="217862"/>
                    <a:pt x="115193" y="225706"/>
                  </a:cubicBezTo>
                  <a:cubicBezTo>
                    <a:pt x="115193" y="225706"/>
                    <a:pt x="115193" y="227013"/>
                    <a:pt x="115193" y="227013"/>
                  </a:cubicBezTo>
                  <a:cubicBezTo>
                    <a:pt x="115193" y="227013"/>
                    <a:pt x="115193" y="227013"/>
                    <a:pt x="103584" y="227013"/>
                  </a:cubicBezTo>
                  <a:cubicBezTo>
                    <a:pt x="103584" y="227013"/>
                    <a:pt x="103584" y="225706"/>
                    <a:pt x="103584" y="225706"/>
                  </a:cubicBezTo>
                  <a:cubicBezTo>
                    <a:pt x="103584" y="217862"/>
                    <a:pt x="101005" y="211325"/>
                    <a:pt x="98425" y="204788"/>
                  </a:cubicBezTo>
                  <a:close/>
                  <a:moveTo>
                    <a:pt x="274638" y="193675"/>
                  </a:moveTo>
                  <a:cubicBezTo>
                    <a:pt x="292173" y="193675"/>
                    <a:pt x="306388" y="207890"/>
                    <a:pt x="306388" y="225425"/>
                  </a:cubicBezTo>
                  <a:cubicBezTo>
                    <a:pt x="306388" y="242960"/>
                    <a:pt x="292173" y="257175"/>
                    <a:pt x="274638" y="257175"/>
                  </a:cubicBezTo>
                  <a:cubicBezTo>
                    <a:pt x="257103" y="257175"/>
                    <a:pt x="242888" y="242960"/>
                    <a:pt x="242888" y="225425"/>
                  </a:cubicBezTo>
                  <a:cubicBezTo>
                    <a:pt x="242888" y="207890"/>
                    <a:pt x="257103" y="193675"/>
                    <a:pt x="274638" y="193675"/>
                  </a:cubicBezTo>
                  <a:close/>
                  <a:moveTo>
                    <a:pt x="164307" y="193675"/>
                  </a:moveTo>
                  <a:cubicBezTo>
                    <a:pt x="181404" y="193675"/>
                    <a:pt x="195264" y="207890"/>
                    <a:pt x="195264" y="225425"/>
                  </a:cubicBezTo>
                  <a:cubicBezTo>
                    <a:pt x="195264" y="242960"/>
                    <a:pt x="181404" y="257175"/>
                    <a:pt x="164307" y="257175"/>
                  </a:cubicBezTo>
                  <a:cubicBezTo>
                    <a:pt x="147210" y="257175"/>
                    <a:pt x="133350" y="242960"/>
                    <a:pt x="133350" y="225425"/>
                  </a:cubicBezTo>
                  <a:cubicBezTo>
                    <a:pt x="133350" y="207890"/>
                    <a:pt x="147210" y="193675"/>
                    <a:pt x="164307" y="193675"/>
                  </a:cubicBezTo>
                  <a:close/>
                  <a:moveTo>
                    <a:pt x="53975" y="193675"/>
                  </a:moveTo>
                  <a:cubicBezTo>
                    <a:pt x="71510" y="193675"/>
                    <a:pt x="85725" y="207890"/>
                    <a:pt x="85725" y="225425"/>
                  </a:cubicBezTo>
                  <a:cubicBezTo>
                    <a:pt x="85725" y="242960"/>
                    <a:pt x="71510" y="257175"/>
                    <a:pt x="53975" y="257175"/>
                  </a:cubicBezTo>
                  <a:cubicBezTo>
                    <a:pt x="36440" y="257175"/>
                    <a:pt x="22225" y="242960"/>
                    <a:pt x="22225" y="225425"/>
                  </a:cubicBezTo>
                  <a:cubicBezTo>
                    <a:pt x="22225" y="207890"/>
                    <a:pt x="36440" y="193675"/>
                    <a:pt x="53975" y="193675"/>
                  </a:cubicBezTo>
                  <a:close/>
                  <a:moveTo>
                    <a:pt x="155575" y="80963"/>
                  </a:moveTo>
                  <a:lnTo>
                    <a:pt x="168275" y="80963"/>
                  </a:lnTo>
                  <a:lnTo>
                    <a:pt x="168275" y="107950"/>
                  </a:lnTo>
                  <a:lnTo>
                    <a:pt x="195263" y="107950"/>
                  </a:lnTo>
                  <a:lnTo>
                    <a:pt x="195263" y="119063"/>
                  </a:lnTo>
                  <a:lnTo>
                    <a:pt x="168275" y="119063"/>
                  </a:lnTo>
                  <a:lnTo>
                    <a:pt x="168275" y="147638"/>
                  </a:lnTo>
                  <a:lnTo>
                    <a:pt x="155575" y="147638"/>
                  </a:lnTo>
                  <a:lnTo>
                    <a:pt x="155575" y="119063"/>
                  </a:lnTo>
                  <a:lnTo>
                    <a:pt x="130175" y="119063"/>
                  </a:lnTo>
                  <a:lnTo>
                    <a:pt x="130175" y="107950"/>
                  </a:lnTo>
                  <a:lnTo>
                    <a:pt x="155575" y="107950"/>
                  </a:lnTo>
                  <a:close/>
                  <a:moveTo>
                    <a:pt x="104775" y="66675"/>
                  </a:moveTo>
                  <a:lnTo>
                    <a:pt x="119063" y="66675"/>
                  </a:lnTo>
                  <a:lnTo>
                    <a:pt x="119063" y="147638"/>
                  </a:lnTo>
                  <a:lnTo>
                    <a:pt x="101600" y="147638"/>
                  </a:lnTo>
                  <a:lnTo>
                    <a:pt x="101600" y="84137"/>
                  </a:lnTo>
                  <a:lnTo>
                    <a:pt x="100013" y="84137"/>
                  </a:lnTo>
                  <a:lnTo>
                    <a:pt x="84137" y="90487"/>
                  </a:lnTo>
                  <a:lnTo>
                    <a:pt x="84137" y="80962"/>
                  </a:lnTo>
                  <a:lnTo>
                    <a:pt x="82550" y="76200"/>
                  </a:lnTo>
                  <a:close/>
                  <a:moveTo>
                    <a:pt x="222539" y="63500"/>
                  </a:moveTo>
                  <a:cubicBezTo>
                    <a:pt x="240723" y="63500"/>
                    <a:pt x="251114" y="75332"/>
                    <a:pt x="251114" y="89793"/>
                  </a:cubicBezTo>
                  <a:cubicBezTo>
                    <a:pt x="251114" y="102939"/>
                    <a:pt x="240723" y="114771"/>
                    <a:pt x="229033" y="125289"/>
                  </a:cubicBezTo>
                  <a:cubicBezTo>
                    <a:pt x="229033" y="125289"/>
                    <a:pt x="229033" y="125289"/>
                    <a:pt x="221240" y="131862"/>
                  </a:cubicBezTo>
                  <a:cubicBezTo>
                    <a:pt x="221240" y="131862"/>
                    <a:pt x="221240" y="131862"/>
                    <a:pt x="252413" y="131862"/>
                  </a:cubicBezTo>
                  <a:cubicBezTo>
                    <a:pt x="252413" y="131862"/>
                    <a:pt x="252413" y="131862"/>
                    <a:pt x="252413" y="147638"/>
                  </a:cubicBezTo>
                  <a:cubicBezTo>
                    <a:pt x="252413" y="147638"/>
                    <a:pt x="252413" y="147638"/>
                    <a:pt x="195263" y="147638"/>
                  </a:cubicBezTo>
                  <a:cubicBezTo>
                    <a:pt x="195263" y="147638"/>
                    <a:pt x="195263" y="147638"/>
                    <a:pt x="195263" y="135806"/>
                  </a:cubicBezTo>
                  <a:cubicBezTo>
                    <a:pt x="195263" y="135806"/>
                    <a:pt x="195263" y="135806"/>
                    <a:pt x="205654" y="126603"/>
                  </a:cubicBezTo>
                  <a:cubicBezTo>
                    <a:pt x="222539" y="110827"/>
                    <a:pt x="231631" y="101625"/>
                    <a:pt x="231631" y="91108"/>
                  </a:cubicBezTo>
                  <a:cubicBezTo>
                    <a:pt x="231631" y="84534"/>
                    <a:pt x="227735" y="79276"/>
                    <a:pt x="218642" y="79276"/>
                  </a:cubicBezTo>
                  <a:cubicBezTo>
                    <a:pt x="210849" y="79276"/>
                    <a:pt x="205654" y="83220"/>
                    <a:pt x="201757" y="85849"/>
                  </a:cubicBezTo>
                  <a:cubicBezTo>
                    <a:pt x="201757" y="85849"/>
                    <a:pt x="201757" y="85849"/>
                    <a:pt x="200458" y="85849"/>
                  </a:cubicBezTo>
                  <a:cubicBezTo>
                    <a:pt x="200458" y="85849"/>
                    <a:pt x="200458" y="85849"/>
                    <a:pt x="195263" y="72702"/>
                  </a:cubicBezTo>
                  <a:cubicBezTo>
                    <a:pt x="201757" y="67444"/>
                    <a:pt x="210849" y="63500"/>
                    <a:pt x="222539" y="63500"/>
                  </a:cubicBezTo>
                  <a:close/>
                  <a:moveTo>
                    <a:pt x="22740" y="0"/>
                  </a:moveTo>
                  <a:cubicBezTo>
                    <a:pt x="22740" y="0"/>
                    <a:pt x="22740" y="0"/>
                    <a:pt x="318574" y="0"/>
                  </a:cubicBezTo>
                  <a:cubicBezTo>
                    <a:pt x="325034" y="0"/>
                    <a:pt x="330201" y="5159"/>
                    <a:pt x="330201" y="11608"/>
                  </a:cubicBezTo>
                  <a:cubicBezTo>
                    <a:pt x="330201" y="11608"/>
                    <a:pt x="330201" y="11608"/>
                    <a:pt x="330201" y="215405"/>
                  </a:cubicBezTo>
                  <a:cubicBezTo>
                    <a:pt x="330201" y="220564"/>
                    <a:pt x="327617" y="224434"/>
                    <a:pt x="322450" y="227013"/>
                  </a:cubicBezTo>
                  <a:cubicBezTo>
                    <a:pt x="322450" y="225723"/>
                    <a:pt x="322450" y="225723"/>
                    <a:pt x="322450" y="225723"/>
                  </a:cubicBezTo>
                  <a:cubicBezTo>
                    <a:pt x="322450" y="210245"/>
                    <a:pt x="315991" y="197347"/>
                    <a:pt x="306948" y="188317"/>
                  </a:cubicBezTo>
                  <a:cubicBezTo>
                    <a:pt x="306948" y="188317"/>
                    <a:pt x="306948" y="188317"/>
                    <a:pt x="306948" y="21927"/>
                  </a:cubicBezTo>
                  <a:cubicBezTo>
                    <a:pt x="306948" y="21927"/>
                    <a:pt x="306948" y="21927"/>
                    <a:pt x="34366" y="21927"/>
                  </a:cubicBezTo>
                  <a:cubicBezTo>
                    <a:pt x="34366" y="21927"/>
                    <a:pt x="34366" y="21927"/>
                    <a:pt x="34366" y="180578"/>
                  </a:cubicBezTo>
                  <a:cubicBezTo>
                    <a:pt x="24031" y="185738"/>
                    <a:pt x="16280" y="193477"/>
                    <a:pt x="11113" y="202506"/>
                  </a:cubicBezTo>
                  <a:cubicBezTo>
                    <a:pt x="11113" y="202506"/>
                    <a:pt x="11113" y="202506"/>
                    <a:pt x="11113" y="11608"/>
                  </a:cubicBezTo>
                  <a:cubicBezTo>
                    <a:pt x="11113" y="5159"/>
                    <a:pt x="16280" y="0"/>
                    <a:pt x="2274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20" name="任意多边形: 形状 19"/>
            <p:cNvSpPr/>
            <p:nvPr/>
          </p:nvSpPr>
          <p:spPr>
            <a:xfrm>
              <a:off x="10149394" y="1976589"/>
              <a:ext cx="523875" cy="521355"/>
            </a:xfrm>
            <a:custGeom>
              <a:avLst/>
              <a:gdLst>
                <a:gd name="connsiteX0" fmla="*/ 21907 w 330201"/>
                <a:gd name="connsiteY0" fmla="*/ 269875 h 328613"/>
                <a:gd name="connsiteX1" fmla="*/ 87630 w 330201"/>
                <a:gd name="connsiteY1" fmla="*/ 269875 h 328613"/>
                <a:gd name="connsiteX2" fmla="*/ 96651 w 330201"/>
                <a:gd name="connsiteY2" fmla="*/ 272486 h 328613"/>
                <a:gd name="connsiteX3" fmla="*/ 109538 w 330201"/>
                <a:gd name="connsiteY3" fmla="*/ 286844 h 328613"/>
                <a:gd name="connsiteX4" fmla="*/ 131445 w 330201"/>
                <a:gd name="connsiteY4" fmla="*/ 269875 h 328613"/>
                <a:gd name="connsiteX5" fmla="*/ 197168 w 330201"/>
                <a:gd name="connsiteY5" fmla="*/ 269875 h 328613"/>
                <a:gd name="connsiteX6" fmla="*/ 206188 w 330201"/>
                <a:gd name="connsiteY6" fmla="*/ 272486 h 328613"/>
                <a:gd name="connsiteX7" fmla="*/ 219075 w 330201"/>
                <a:gd name="connsiteY7" fmla="*/ 286844 h 328613"/>
                <a:gd name="connsiteX8" fmla="*/ 240983 w 330201"/>
                <a:gd name="connsiteY8" fmla="*/ 269875 h 328613"/>
                <a:gd name="connsiteX9" fmla="*/ 306706 w 330201"/>
                <a:gd name="connsiteY9" fmla="*/ 269875 h 328613"/>
                <a:gd name="connsiteX10" fmla="*/ 328613 w 330201"/>
                <a:gd name="connsiteY10" fmla="*/ 293370 h 328613"/>
                <a:gd name="connsiteX11" fmla="*/ 328613 w 330201"/>
                <a:gd name="connsiteY11" fmla="*/ 328613 h 328613"/>
                <a:gd name="connsiteX12" fmla="*/ 0 w 330201"/>
                <a:gd name="connsiteY12" fmla="*/ 328613 h 328613"/>
                <a:gd name="connsiteX13" fmla="*/ 0 w 330201"/>
                <a:gd name="connsiteY13" fmla="*/ 293370 h 328613"/>
                <a:gd name="connsiteX14" fmla="*/ 21907 w 330201"/>
                <a:gd name="connsiteY14" fmla="*/ 269875 h 328613"/>
                <a:gd name="connsiteX15" fmla="*/ 209550 w 330201"/>
                <a:gd name="connsiteY15" fmla="*/ 204788 h 328613"/>
                <a:gd name="connsiteX16" fmla="*/ 230188 w 330201"/>
                <a:gd name="connsiteY16" fmla="*/ 204788 h 328613"/>
                <a:gd name="connsiteX17" fmla="*/ 225028 w 330201"/>
                <a:gd name="connsiteY17" fmla="*/ 225706 h 328613"/>
                <a:gd name="connsiteX18" fmla="*/ 225028 w 330201"/>
                <a:gd name="connsiteY18" fmla="*/ 227013 h 328613"/>
                <a:gd name="connsiteX19" fmla="*/ 213420 w 330201"/>
                <a:gd name="connsiteY19" fmla="*/ 227013 h 328613"/>
                <a:gd name="connsiteX20" fmla="*/ 213420 w 330201"/>
                <a:gd name="connsiteY20" fmla="*/ 225706 h 328613"/>
                <a:gd name="connsiteX21" fmla="*/ 209550 w 330201"/>
                <a:gd name="connsiteY21" fmla="*/ 204788 h 328613"/>
                <a:gd name="connsiteX22" fmla="*/ 98425 w 330201"/>
                <a:gd name="connsiteY22" fmla="*/ 204788 h 328613"/>
                <a:gd name="connsiteX23" fmla="*/ 119063 w 330201"/>
                <a:gd name="connsiteY23" fmla="*/ 204788 h 328613"/>
                <a:gd name="connsiteX24" fmla="*/ 115193 w 330201"/>
                <a:gd name="connsiteY24" fmla="*/ 225706 h 328613"/>
                <a:gd name="connsiteX25" fmla="*/ 115193 w 330201"/>
                <a:gd name="connsiteY25" fmla="*/ 227013 h 328613"/>
                <a:gd name="connsiteX26" fmla="*/ 103584 w 330201"/>
                <a:gd name="connsiteY26" fmla="*/ 227013 h 328613"/>
                <a:gd name="connsiteX27" fmla="*/ 103584 w 330201"/>
                <a:gd name="connsiteY27" fmla="*/ 225706 h 328613"/>
                <a:gd name="connsiteX28" fmla="*/ 98425 w 330201"/>
                <a:gd name="connsiteY28" fmla="*/ 204788 h 328613"/>
                <a:gd name="connsiteX29" fmla="*/ 274638 w 330201"/>
                <a:gd name="connsiteY29" fmla="*/ 193675 h 328613"/>
                <a:gd name="connsiteX30" fmla="*/ 306388 w 330201"/>
                <a:gd name="connsiteY30" fmla="*/ 225425 h 328613"/>
                <a:gd name="connsiteX31" fmla="*/ 274638 w 330201"/>
                <a:gd name="connsiteY31" fmla="*/ 257175 h 328613"/>
                <a:gd name="connsiteX32" fmla="*/ 242888 w 330201"/>
                <a:gd name="connsiteY32" fmla="*/ 225425 h 328613"/>
                <a:gd name="connsiteX33" fmla="*/ 274638 w 330201"/>
                <a:gd name="connsiteY33" fmla="*/ 193675 h 328613"/>
                <a:gd name="connsiteX34" fmla="*/ 164307 w 330201"/>
                <a:gd name="connsiteY34" fmla="*/ 193675 h 328613"/>
                <a:gd name="connsiteX35" fmla="*/ 195264 w 330201"/>
                <a:gd name="connsiteY35" fmla="*/ 225425 h 328613"/>
                <a:gd name="connsiteX36" fmla="*/ 164307 w 330201"/>
                <a:gd name="connsiteY36" fmla="*/ 257175 h 328613"/>
                <a:gd name="connsiteX37" fmla="*/ 133350 w 330201"/>
                <a:gd name="connsiteY37" fmla="*/ 225425 h 328613"/>
                <a:gd name="connsiteX38" fmla="*/ 164307 w 330201"/>
                <a:gd name="connsiteY38" fmla="*/ 193675 h 328613"/>
                <a:gd name="connsiteX39" fmla="*/ 53975 w 330201"/>
                <a:gd name="connsiteY39" fmla="*/ 193675 h 328613"/>
                <a:gd name="connsiteX40" fmla="*/ 85725 w 330201"/>
                <a:gd name="connsiteY40" fmla="*/ 225425 h 328613"/>
                <a:gd name="connsiteX41" fmla="*/ 53975 w 330201"/>
                <a:gd name="connsiteY41" fmla="*/ 257175 h 328613"/>
                <a:gd name="connsiteX42" fmla="*/ 22225 w 330201"/>
                <a:gd name="connsiteY42" fmla="*/ 225425 h 328613"/>
                <a:gd name="connsiteX43" fmla="*/ 53975 w 330201"/>
                <a:gd name="connsiteY43" fmla="*/ 193675 h 328613"/>
                <a:gd name="connsiteX44" fmla="*/ 155575 w 330201"/>
                <a:gd name="connsiteY44" fmla="*/ 80963 h 328613"/>
                <a:gd name="connsiteX45" fmla="*/ 168275 w 330201"/>
                <a:gd name="connsiteY45" fmla="*/ 80963 h 328613"/>
                <a:gd name="connsiteX46" fmla="*/ 168275 w 330201"/>
                <a:gd name="connsiteY46" fmla="*/ 107950 h 328613"/>
                <a:gd name="connsiteX47" fmla="*/ 195263 w 330201"/>
                <a:gd name="connsiteY47" fmla="*/ 107950 h 328613"/>
                <a:gd name="connsiteX48" fmla="*/ 195263 w 330201"/>
                <a:gd name="connsiteY48" fmla="*/ 119063 h 328613"/>
                <a:gd name="connsiteX49" fmla="*/ 168275 w 330201"/>
                <a:gd name="connsiteY49" fmla="*/ 119063 h 328613"/>
                <a:gd name="connsiteX50" fmla="*/ 168275 w 330201"/>
                <a:gd name="connsiteY50" fmla="*/ 147638 h 328613"/>
                <a:gd name="connsiteX51" fmla="*/ 155575 w 330201"/>
                <a:gd name="connsiteY51" fmla="*/ 147638 h 328613"/>
                <a:gd name="connsiteX52" fmla="*/ 155575 w 330201"/>
                <a:gd name="connsiteY52" fmla="*/ 119063 h 328613"/>
                <a:gd name="connsiteX53" fmla="*/ 130175 w 330201"/>
                <a:gd name="connsiteY53" fmla="*/ 119063 h 328613"/>
                <a:gd name="connsiteX54" fmla="*/ 130175 w 330201"/>
                <a:gd name="connsiteY54" fmla="*/ 107950 h 328613"/>
                <a:gd name="connsiteX55" fmla="*/ 155575 w 330201"/>
                <a:gd name="connsiteY55" fmla="*/ 107950 h 328613"/>
                <a:gd name="connsiteX56" fmla="*/ 104775 w 330201"/>
                <a:gd name="connsiteY56" fmla="*/ 66675 h 328613"/>
                <a:gd name="connsiteX57" fmla="*/ 119063 w 330201"/>
                <a:gd name="connsiteY57" fmla="*/ 66675 h 328613"/>
                <a:gd name="connsiteX58" fmla="*/ 119063 w 330201"/>
                <a:gd name="connsiteY58" fmla="*/ 147638 h 328613"/>
                <a:gd name="connsiteX59" fmla="*/ 101600 w 330201"/>
                <a:gd name="connsiteY59" fmla="*/ 147638 h 328613"/>
                <a:gd name="connsiteX60" fmla="*/ 101600 w 330201"/>
                <a:gd name="connsiteY60" fmla="*/ 84137 h 328613"/>
                <a:gd name="connsiteX61" fmla="*/ 100013 w 330201"/>
                <a:gd name="connsiteY61" fmla="*/ 84137 h 328613"/>
                <a:gd name="connsiteX62" fmla="*/ 84137 w 330201"/>
                <a:gd name="connsiteY62" fmla="*/ 90487 h 328613"/>
                <a:gd name="connsiteX63" fmla="*/ 84137 w 330201"/>
                <a:gd name="connsiteY63" fmla="*/ 80962 h 328613"/>
                <a:gd name="connsiteX64" fmla="*/ 82550 w 330201"/>
                <a:gd name="connsiteY64" fmla="*/ 76200 h 328613"/>
                <a:gd name="connsiteX65" fmla="*/ 222539 w 330201"/>
                <a:gd name="connsiteY65" fmla="*/ 63500 h 328613"/>
                <a:gd name="connsiteX66" fmla="*/ 251114 w 330201"/>
                <a:gd name="connsiteY66" fmla="*/ 89793 h 328613"/>
                <a:gd name="connsiteX67" fmla="*/ 229033 w 330201"/>
                <a:gd name="connsiteY67" fmla="*/ 125289 h 328613"/>
                <a:gd name="connsiteX68" fmla="*/ 221240 w 330201"/>
                <a:gd name="connsiteY68" fmla="*/ 131862 h 328613"/>
                <a:gd name="connsiteX69" fmla="*/ 252413 w 330201"/>
                <a:gd name="connsiteY69" fmla="*/ 131862 h 328613"/>
                <a:gd name="connsiteX70" fmla="*/ 252413 w 330201"/>
                <a:gd name="connsiteY70" fmla="*/ 147638 h 328613"/>
                <a:gd name="connsiteX71" fmla="*/ 195263 w 330201"/>
                <a:gd name="connsiteY71" fmla="*/ 147638 h 328613"/>
                <a:gd name="connsiteX72" fmla="*/ 195263 w 330201"/>
                <a:gd name="connsiteY72" fmla="*/ 135806 h 328613"/>
                <a:gd name="connsiteX73" fmla="*/ 205654 w 330201"/>
                <a:gd name="connsiteY73" fmla="*/ 126603 h 328613"/>
                <a:gd name="connsiteX74" fmla="*/ 231631 w 330201"/>
                <a:gd name="connsiteY74" fmla="*/ 91108 h 328613"/>
                <a:gd name="connsiteX75" fmla="*/ 218642 w 330201"/>
                <a:gd name="connsiteY75" fmla="*/ 79276 h 328613"/>
                <a:gd name="connsiteX76" fmla="*/ 201757 w 330201"/>
                <a:gd name="connsiteY76" fmla="*/ 85849 h 328613"/>
                <a:gd name="connsiteX77" fmla="*/ 200458 w 330201"/>
                <a:gd name="connsiteY77" fmla="*/ 85849 h 328613"/>
                <a:gd name="connsiteX78" fmla="*/ 195263 w 330201"/>
                <a:gd name="connsiteY78" fmla="*/ 72702 h 328613"/>
                <a:gd name="connsiteX79" fmla="*/ 222539 w 330201"/>
                <a:gd name="connsiteY79" fmla="*/ 63500 h 328613"/>
                <a:gd name="connsiteX80" fmla="*/ 22740 w 330201"/>
                <a:gd name="connsiteY80" fmla="*/ 0 h 328613"/>
                <a:gd name="connsiteX81" fmla="*/ 318574 w 330201"/>
                <a:gd name="connsiteY81" fmla="*/ 0 h 328613"/>
                <a:gd name="connsiteX82" fmla="*/ 330201 w 330201"/>
                <a:gd name="connsiteY82" fmla="*/ 11608 h 328613"/>
                <a:gd name="connsiteX83" fmla="*/ 330201 w 330201"/>
                <a:gd name="connsiteY83" fmla="*/ 215405 h 328613"/>
                <a:gd name="connsiteX84" fmla="*/ 322450 w 330201"/>
                <a:gd name="connsiteY84" fmla="*/ 227013 h 328613"/>
                <a:gd name="connsiteX85" fmla="*/ 322450 w 330201"/>
                <a:gd name="connsiteY85" fmla="*/ 225723 h 328613"/>
                <a:gd name="connsiteX86" fmla="*/ 306948 w 330201"/>
                <a:gd name="connsiteY86" fmla="*/ 188317 h 328613"/>
                <a:gd name="connsiteX87" fmla="*/ 306948 w 330201"/>
                <a:gd name="connsiteY87" fmla="*/ 21927 h 328613"/>
                <a:gd name="connsiteX88" fmla="*/ 34366 w 330201"/>
                <a:gd name="connsiteY88" fmla="*/ 21927 h 328613"/>
                <a:gd name="connsiteX89" fmla="*/ 34366 w 330201"/>
                <a:gd name="connsiteY89" fmla="*/ 180578 h 328613"/>
                <a:gd name="connsiteX90" fmla="*/ 11113 w 330201"/>
                <a:gd name="connsiteY90" fmla="*/ 202506 h 328613"/>
                <a:gd name="connsiteX91" fmla="*/ 11113 w 330201"/>
                <a:gd name="connsiteY91" fmla="*/ 11608 h 328613"/>
                <a:gd name="connsiteX92" fmla="*/ 22740 w 330201"/>
                <a:gd name="connsiteY92" fmla="*/ 0 h 328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330201" h="328613">
                  <a:moveTo>
                    <a:pt x="21907" y="269875"/>
                  </a:moveTo>
                  <a:cubicBezTo>
                    <a:pt x="21907" y="269875"/>
                    <a:pt x="21907" y="269875"/>
                    <a:pt x="87630" y="269875"/>
                  </a:cubicBezTo>
                  <a:cubicBezTo>
                    <a:pt x="91496" y="269875"/>
                    <a:pt x="94073" y="271181"/>
                    <a:pt x="96651" y="272486"/>
                  </a:cubicBezTo>
                  <a:cubicBezTo>
                    <a:pt x="103094" y="275096"/>
                    <a:pt x="108249" y="280318"/>
                    <a:pt x="109538" y="286844"/>
                  </a:cubicBezTo>
                  <a:cubicBezTo>
                    <a:pt x="112115" y="277707"/>
                    <a:pt x="121136" y="269875"/>
                    <a:pt x="131445" y="269875"/>
                  </a:cubicBezTo>
                  <a:cubicBezTo>
                    <a:pt x="131445" y="269875"/>
                    <a:pt x="131445" y="269875"/>
                    <a:pt x="197168" y="269875"/>
                  </a:cubicBezTo>
                  <a:cubicBezTo>
                    <a:pt x="201034" y="269875"/>
                    <a:pt x="203611" y="271181"/>
                    <a:pt x="206188" y="272486"/>
                  </a:cubicBezTo>
                  <a:cubicBezTo>
                    <a:pt x="212632" y="275096"/>
                    <a:pt x="216498" y="280318"/>
                    <a:pt x="219075" y="286844"/>
                  </a:cubicBezTo>
                  <a:cubicBezTo>
                    <a:pt x="221653" y="277707"/>
                    <a:pt x="230673" y="269875"/>
                    <a:pt x="240983" y="269875"/>
                  </a:cubicBezTo>
                  <a:cubicBezTo>
                    <a:pt x="240983" y="269875"/>
                    <a:pt x="240983" y="269875"/>
                    <a:pt x="306706" y="269875"/>
                  </a:cubicBezTo>
                  <a:cubicBezTo>
                    <a:pt x="319592" y="269875"/>
                    <a:pt x="328613" y="280318"/>
                    <a:pt x="328613" y="293370"/>
                  </a:cubicBezTo>
                  <a:cubicBezTo>
                    <a:pt x="328613" y="293370"/>
                    <a:pt x="328613" y="293370"/>
                    <a:pt x="328613" y="328613"/>
                  </a:cubicBezTo>
                  <a:cubicBezTo>
                    <a:pt x="328613" y="328613"/>
                    <a:pt x="328613" y="328613"/>
                    <a:pt x="0" y="328613"/>
                  </a:cubicBezTo>
                  <a:cubicBezTo>
                    <a:pt x="0" y="328613"/>
                    <a:pt x="0" y="328613"/>
                    <a:pt x="0" y="293370"/>
                  </a:cubicBezTo>
                  <a:cubicBezTo>
                    <a:pt x="0" y="280318"/>
                    <a:pt x="9021" y="269875"/>
                    <a:pt x="21907" y="269875"/>
                  </a:cubicBezTo>
                  <a:close/>
                  <a:moveTo>
                    <a:pt x="209550" y="204788"/>
                  </a:moveTo>
                  <a:lnTo>
                    <a:pt x="230188" y="204788"/>
                  </a:lnTo>
                  <a:cubicBezTo>
                    <a:pt x="227608" y="211325"/>
                    <a:pt x="225028" y="217862"/>
                    <a:pt x="225028" y="225706"/>
                  </a:cubicBezTo>
                  <a:cubicBezTo>
                    <a:pt x="225028" y="225706"/>
                    <a:pt x="225028" y="227013"/>
                    <a:pt x="225028" y="227013"/>
                  </a:cubicBezTo>
                  <a:cubicBezTo>
                    <a:pt x="225028" y="227013"/>
                    <a:pt x="225028" y="227013"/>
                    <a:pt x="213420" y="227013"/>
                  </a:cubicBezTo>
                  <a:cubicBezTo>
                    <a:pt x="213420" y="227013"/>
                    <a:pt x="213420" y="225706"/>
                    <a:pt x="213420" y="225706"/>
                  </a:cubicBezTo>
                  <a:cubicBezTo>
                    <a:pt x="213420" y="217862"/>
                    <a:pt x="212130" y="211325"/>
                    <a:pt x="209550" y="204788"/>
                  </a:cubicBezTo>
                  <a:close/>
                  <a:moveTo>
                    <a:pt x="98425" y="204788"/>
                  </a:moveTo>
                  <a:lnTo>
                    <a:pt x="119063" y="204788"/>
                  </a:lnTo>
                  <a:cubicBezTo>
                    <a:pt x="116483" y="211325"/>
                    <a:pt x="115193" y="217862"/>
                    <a:pt x="115193" y="225706"/>
                  </a:cubicBezTo>
                  <a:cubicBezTo>
                    <a:pt x="115193" y="225706"/>
                    <a:pt x="115193" y="227013"/>
                    <a:pt x="115193" y="227013"/>
                  </a:cubicBezTo>
                  <a:cubicBezTo>
                    <a:pt x="115193" y="227013"/>
                    <a:pt x="115193" y="227013"/>
                    <a:pt x="103584" y="227013"/>
                  </a:cubicBezTo>
                  <a:cubicBezTo>
                    <a:pt x="103584" y="227013"/>
                    <a:pt x="103584" y="225706"/>
                    <a:pt x="103584" y="225706"/>
                  </a:cubicBezTo>
                  <a:cubicBezTo>
                    <a:pt x="103584" y="217862"/>
                    <a:pt x="101005" y="211325"/>
                    <a:pt x="98425" y="204788"/>
                  </a:cubicBezTo>
                  <a:close/>
                  <a:moveTo>
                    <a:pt x="274638" y="193675"/>
                  </a:moveTo>
                  <a:cubicBezTo>
                    <a:pt x="292173" y="193675"/>
                    <a:pt x="306388" y="207890"/>
                    <a:pt x="306388" y="225425"/>
                  </a:cubicBezTo>
                  <a:cubicBezTo>
                    <a:pt x="306388" y="242960"/>
                    <a:pt x="292173" y="257175"/>
                    <a:pt x="274638" y="257175"/>
                  </a:cubicBezTo>
                  <a:cubicBezTo>
                    <a:pt x="257103" y="257175"/>
                    <a:pt x="242888" y="242960"/>
                    <a:pt x="242888" y="225425"/>
                  </a:cubicBezTo>
                  <a:cubicBezTo>
                    <a:pt x="242888" y="207890"/>
                    <a:pt x="257103" y="193675"/>
                    <a:pt x="274638" y="193675"/>
                  </a:cubicBezTo>
                  <a:close/>
                  <a:moveTo>
                    <a:pt x="164307" y="193675"/>
                  </a:moveTo>
                  <a:cubicBezTo>
                    <a:pt x="181404" y="193675"/>
                    <a:pt x="195264" y="207890"/>
                    <a:pt x="195264" y="225425"/>
                  </a:cubicBezTo>
                  <a:cubicBezTo>
                    <a:pt x="195264" y="242960"/>
                    <a:pt x="181404" y="257175"/>
                    <a:pt x="164307" y="257175"/>
                  </a:cubicBezTo>
                  <a:cubicBezTo>
                    <a:pt x="147210" y="257175"/>
                    <a:pt x="133350" y="242960"/>
                    <a:pt x="133350" y="225425"/>
                  </a:cubicBezTo>
                  <a:cubicBezTo>
                    <a:pt x="133350" y="207890"/>
                    <a:pt x="147210" y="193675"/>
                    <a:pt x="164307" y="193675"/>
                  </a:cubicBezTo>
                  <a:close/>
                  <a:moveTo>
                    <a:pt x="53975" y="193675"/>
                  </a:moveTo>
                  <a:cubicBezTo>
                    <a:pt x="71510" y="193675"/>
                    <a:pt x="85725" y="207890"/>
                    <a:pt x="85725" y="225425"/>
                  </a:cubicBezTo>
                  <a:cubicBezTo>
                    <a:pt x="85725" y="242960"/>
                    <a:pt x="71510" y="257175"/>
                    <a:pt x="53975" y="257175"/>
                  </a:cubicBezTo>
                  <a:cubicBezTo>
                    <a:pt x="36440" y="257175"/>
                    <a:pt x="22225" y="242960"/>
                    <a:pt x="22225" y="225425"/>
                  </a:cubicBezTo>
                  <a:cubicBezTo>
                    <a:pt x="22225" y="207890"/>
                    <a:pt x="36440" y="193675"/>
                    <a:pt x="53975" y="193675"/>
                  </a:cubicBezTo>
                  <a:close/>
                  <a:moveTo>
                    <a:pt x="155575" y="80963"/>
                  </a:moveTo>
                  <a:lnTo>
                    <a:pt x="168275" y="80963"/>
                  </a:lnTo>
                  <a:lnTo>
                    <a:pt x="168275" y="107950"/>
                  </a:lnTo>
                  <a:lnTo>
                    <a:pt x="195263" y="107950"/>
                  </a:lnTo>
                  <a:lnTo>
                    <a:pt x="195263" y="119063"/>
                  </a:lnTo>
                  <a:lnTo>
                    <a:pt x="168275" y="119063"/>
                  </a:lnTo>
                  <a:lnTo>
                    <a:pt x="168275" y="147638"/>
                  </a:lnTo>
                  <a:lnTo>
                    <a:pt x="155575" y="147638"/>
                  </a:lnTo>
                  <a:lnTo>
                    <a:pt x="155575" y="119063"/>
                  </a:lnTo>
                  <a:lnTo>
                    <a:pt x="130175" y="119063"/>
                  </a:lnTo>
                  <a:lnTo>
                    <a:pt x="130175" y="107950"/>
                  </a:lnTo>
                  <a:lnTo>
                    <a:pt x="155575" y="107950"/>
                  </a:lnTo>
                  <a:close/>
                  <a:moveTo>
                    <a:pt x="104775" y="66675"/>
                  </a:moveTo>
                  <a:lnTo>
                    <a:pt x="119063" y="66675"/>
                  </a:lnTo>
                  <a:lnTo>
                    <a:pt x="119063" y="147638"/>
                  </a:lnTo>
                  <a:lnTo>
                    <a:pt x="101600" y="147638"/>
                  </a:lnTo>
                  <a:lnTo>
                    <a:pt x="101600" y="84137"/>
                  </a:lnTo>
                  <a:lnTo>
                    <a:pt x="100013" y="84137"/>
                  </a:lnTo>
                  <a:lnTo>
                    <a:pt x="84137" y="90487"/>
                  </a:lnTo>
                  <a:lnTo>
                    <a:pt x="84137" y="80962"/>
                  </a:lnTo>
                  <a:lnTo>
                    <a:pt x="82550" y="76200"/>
                  </a:lnTo>
                  <a:close/>
                  <a:moveTo>
                    <a:pt x="222539" y="63500"/>
                  </a:moveTo>
                  <a:cubicBezTo>
                    <a:pt x="240723" y="63500"/>
                    <a:pt x="251114" y="75332"/>
                    <a:pt x="251114" y="89793"/>
                  </a:cubicBezTo>
                  <a:cubicBezTo>
                    <a:pt x="251114" y="102939"/>
                    <a:pt x="240723" y="114771"/>
                    <a:pt x="229033" y="125289"/>
                  </a:cubicBezTo>
                  <a:cubicBezTo>
                    <a:pt x="229033" y="125289"/>
                    <a:pt x="229033" y="125289"/>
                    <a:pt x="221240" y="131862"/>
                  </a:cubicBezTo>
                  <a:cubicBezTo>
                    <a:pt x="221240" y="131862"/>
                    <a:pt x="221240" y="131862"/>
                    <a:pt x="252413" y="131862"/>
                  </a:cubicBezTo>
                  <a:cubicBezTo>
                    <a:pt x="252413" y="131862"/>
                    <a:pt x="252413" y="131862"/>
                    <a:pt x="252413" y="147638"/>
                  </a:cubicBezTo>
                  <a:cubicBezTo>
                    <a:pt x="252413" y="147638"/>
                    <a:pt x="252413" y="147638"/>
                    <a:pt x="195263" y="147638"/>
                  </a:cubicBezTo>
                  <a:cubicBezTo>
                    <a:pt x="195263" y="147638"/>
                    <a:pt x="195263" y="147638"/>
                    <a:pt x="195263" y="135806"/>
                  </a:cubicBezTo>
                  <a:cubicBezTo>
                    <a:pt x="195263" y="135806"/>
                    <a:pt x="195263" y="135806"/>
                    <a:pt x="205654" y="126603"/>
                  </a:cubicBezTo>
                  <a:cubicBezTo>
                    <a:pt x="222539" y="110827"/>
                    <a:pt x="231631" y="101625"/>
                    <a:pt x="231631" y="91108"/>
                  </a:cubicBezTo>
                  <a:cubicBezTo>
                    <a:pt x="231631" y="84534"/>
                    <a:pt x="227735" y="79276"/>
                    <a:pt x="218642" y="79276"/>
                  </a:cubicBezTo>
                  <a:cubicBezTo>
                    <a:pt x="210849" y="79276"/>
                    <a:pt x="205654" y="83220"/>
                    <a:pt x="201757" y="85849"/>
                  </a:cubicBezTo>
                  <a:cubicBezTo>
                    <a:pt x="201757" y="85849"/>
                    <a:pt x="201757" y="85849"/>
                    <a:pt x="200458" y="85849"/>
                  </a:cubicBezTo>
                  <a:cubicBezTo>
                    <a:pt x="200458" y="85849"/>
                    <a:pt x="200458" y="85849"/>
                    <a:pt x="195263" y="72702"/>
                  </a:cubicBezTo>
                  <a:cubicBezTo>
                    <a:pt x="201757" y="67444"/>
                    <a:pt x="210849" y="63500"/>
                    <a:pt x="222539" y="63500"/>
                  </a:cubicBezTo>
                  <a:close/>
                  <a:moveTo>
                    <a:pt x="22740" y="0"/>
                  </a:moveTo>
                  <a:cubicBezTo>
                    <a:pt x="22740" y="0"/>
                    <a:pt x="22740" y="0"/>
                    <a:pt x="318574" y="0"/>
                  </a:cubicBezTo>
                  <a:cubicBezTo>
                    <a:pt x="325034" y="0"/>
                    <a:pt x="330201" y="5159"/>
                    <a:pt x="330201" y="11608"/>
                  </a:cubicBezTo>
                  <a:cubicBezTo>
                    <a:pt x="330201" y="11608"/>
                    <a:pt x="330201" y="11608"/>
                    <a:pt x="330201" y="215405"/>
                  </a:cubicBezTo>
                  <a:cubicBezTo>
                    <a:pt x="330201" y="220564"/>
                    <a:pt x="327617" y="224434"/>
                    <a:pt x="322450" y="227013"/>
                  </a:cubicBezTo>
                  <a:cubicBezTo>
                    <a:pt x="322450" y="225723"/>
                    <a:pt x="322450" y="225723"/>
                    <a:pt x="322450" y="225723"/>
                  </a:cubicBezTo>
                  <a:cubicBezTo>
                    <a:pt x="322450" y="210245"/>
                    <a:pt x="315991" y="197347"/>
                    <a:pt x="306948" y="188317"/>
                  </a:cubicBezTo>
                  <a:cubicBezTo>
                    <a:pt x="306948" y="188317"/>
                    <a:pt x="306948" y="188317"/>
                    <a:pt x="306948" y="21927"/>
                  </a:cubicBezTo>
                  <a:cubicBezTo>
                    <a:pt x="306948" y="21927"/>
                    <a:pt x="306948" y="21927"/>
                    <a:pt x="34366" y="21927"/>
                  </a:cubicBezTo>
                  <a:cubicBezTo>
                    <a:pt x="34366" y="21927"/>
                    <a:pt x="34366" y="21927"/>
                    <a:pt x="34366" y="180578"/>
                  </a:cubicBezTo>
                  <a:cubicBezTo>
                    <a:pt x="24031" y="185738"/>
                    <a:pt x="16280" y="193477"/>
                    <a:pt x="11113" y="202506"/>
                  </a:cubicBezTo>
                  <a:cubicBezTo>
                    <a:pt x="11113" y="202506"/>
                    <a:pt x="11113" y="202506"/>
                    <a:pt x="11113" y="11608"/>
                  </a:cubicBezTo>
                  <a:cubicBezTo>
                    <a:pt x="11113" y="5159"/>
                    <a:pt x="16280" y="0"/>
                    <a:pt x="22740"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21" name="文本框 20"/>
            <p:cNvSpPr txBox="1"/>
            <p:nvPr/>
          </p:nvSpPr>
          <p:spPr>
            <a:xfrm>
              <a:off x="1044440" y="3418193"/>
              <a:ext cx="1679509" cy="408161"/>
            </a:xfrm>
            <a:prstGeom prst="rect">
              <a:avLst/>
            </a:prstGeom>
            <a:noFill/>
          </p:spPr>
          <p:txBody>
            <a:bodyPr wrap="none" lIns="90000" tIns="46800" rIns="90000" bIns="46800" rtlCol="0" anchor="b" anchorCtr="0">
              <a:normAutofit/>
            </a:bodyPr>
            <a:lstStyle/>
            <a:p>
              <a:r>
                <a:rPr lang="zh-CN" altLang="en-US" sz="1600" b="1" dirty="0">
                  <a:cs typeface="+mn-ea"/>
                  <a:sym typeface="+mn-lt"/>
                </a:rPr>
                <a:t>总体把握</a:t>
              </a:r>
              <a:endParaRPr lang="en-US" altLang="zh-CN" sz="1600" b="1" dirty="0">
                <a:cs typeface="+mn-ea"/>
                <a:sym typeface="+mn-lt"/>
              </a:endParaRPr>
            </a:p>
          </p:txBody>
        </p:sp>
        <p:sp>
          <p:nvSpPr>
            <p:cNvPr id="22" name="文本框 21"/>
            <p:cNvSpPr txBox="1"/>
            <p:nvPr/>
          </p:nvSpPr>
          <p:spPr>
            <a:xfrm>
              <a:off x="1044440" y="3826357"/>
              <a:ext cx="1679509" cy="980774"/>
            </a:xfrm>
            <a:prstGeom prst="rect">
              <a:avLst/>
            </a:prstGeom>
            <a:noFill/>
          </p:spPr>
          <p:txBody>
            <a:bodyPr wrap="square" lIns="90000" tIns="46800" rIns="90000" bIns="46800" rtlCol="0">
              <a:normAutofit lnSpcReduction="10000"/>
            </a:bodyPr>
            <a:lstStyle/>
            <a:p>
              <a:pPr marL="171450" indent="-171450">
                <a:lnSpc>
                  <a:spcPct val="150000"/>
                </a:lnSpc>
                <a:buFont typeface="Arial" panose="020B0604020202020204" pitchFamily="34" charset="0"/>
                <a:buChar char="•"/>
              </a:pPr>
              <a:r>
                <a:rPr lang="zh-CN" altLang="en-US" sz="1000" dirty="0">
                  <a:cs typeface="+mn-ea"/>
                  <a:sym typeface="+mn-lt"/>
                </a:rPr>
                <a:t>课程管理系统布局</a:t>
              </a:r>
              <a:endParaRPr lang="en-US" altLang="zh-CN" sz="1000" dirty="0">
                <a:cs typeface="+mn-ea"/>
                <a:sym typeface="+mn-lt"/>
              </a:endParaRPr>
            </a:p>
            <a:p>
              <a:pPr marL="171450" indent="-171450">
                <a:lnSpc>
                  <a:spcPct val="150000"/>
                </a:lnSpc>
                <a:buFont typeface="Arial" panose="020B0604020202020204" pitchFamily="34" charset="0"/>
                <a:buChar char="•"/>
              </a:pPr>
              <a:r>
                <a:rPr lang="zh-CN" altLang="en-US" sz="1000" dirty="0">
                  <a:cs typeface="+mn-ea"/>
                  <a:sym typeface="+mn-lt"/>
                </a:rPr>
                <a:t>项目安排计划</a:t>
              </a:r>
              <a:endParaRPr lang="en-US" altLang="zh-CN" sz="1000" dirty="0">
                <a:cs typeface="+mn-ea"/>
                <a:sym typeface="+mn-lt"/>
              </a:endParaRPr>
            </a:p>
            <a:p>
              <a:pPr marL="171450" indent="-171450">
                <a:lnSpc>
                  <a:spcPct val="150000"/>
                </a:lnSpc>
                <a:buFont typeface="Arial" panose="020B0604020202020204" pitchFamily="34" charset="0"/>
                <a:buChar char="•"/>
              </a:pPr>
              <a:r>
                <a:rPr lang="zh-CN" altLang="en-US" sz="1000" dirty="0">
                  <a:cs typeface="+mn-ea"/>
                  <a:sym typeface="+mn-lt"/>
                </a:rPr>
                <a:t>提供项目构思</a:t>
              </a:r>
              <a:endParaRPr lang="en-US" altLang="zh-CN" sz="1000" dirty="0">
                <a:cs typeface="+mn-ea"/>
                <a:sym typeface="+mn-lt"/>
              </a:endParaRPr>
            </a:p>
            <a:p>
              <a:pPr marL="171450" indent="-171450">
                <a:lnSpc>
                  <a:spcPct val="150000"/>
                </a:lnSpc>
                <a:buFont typeface="Arial" panose="020B0604020202020204" pitchFamily="34" charset="0"/>
                <a:buChar char="•"/>
              </a:pPr>
              <a:r>
                <a:rPr lang="zh-CN" altLang="en-US" sz="1000" dirty="0">
                  <a:cs typeface="+mn-ea"/>
                  <a:sym typeface="+mn-lt"/>
                </a:rPr>
                <a:t>授课跟进学习</a:t>
              </a:r>
              <a:endParaRPr lang="en-US" altLang="zh-CN" sz="1000" dirty="0">
                <a:cs typeface="+mn-ea"/>
                <a:sym typeface="+mn-lt"/>
              </a:endParaRPr>
            </a:p>
          </p:txBody>
        </p:sp>
        <p:sp>
          <p:nvSpPr>
            <p:cNvPr id="23" name="文本框 22"/>
            <p:cNvSpPr txBox="1"/>
            <p:nvPr/>
          </p:nvSpPr>
          <p:spPr>
            <a:xfrm>
              <a:off x="5023577" y="3446875"/>
              <a:ext cx="1679509" cy="408161"/>
            </a:xfrm>
            <a:prstGeom prst="rect">
              <a:avLst/>
            </a:prstGeom>
            <a:noFill/>
          </p:spPr>
          <p:txBody>
            <a:bodyPr wrap="none" lIns="90000" tIns="46800" rIns="90000" bIns="46800" rtlCol="0" anchor="b" anchorCtr="0">
              <a:normAutofit/>
            </a:bodyPr>
            <a:lstStyle/>
            <a:p>
              <a:r>
                <a:rPr lang="zh-CN" altLang="en-US" sz="1600" b="1" dirty="0">
                  <a:cs typeface="+mn-ea"/>
                  <a:sym typeface="+mn-lt"/>
                </a:rPr>
                <a:t>实现设计</a:t>
              </a:r>
              <a:endParaRPr lang="en-US" altLang="zh-CN" sz="1600" b="1" dirty="0">
                <a:cs typeface="+mn-ea"/>
                <a:sym typeface="+mn-lt"/>
              </a:endParaRPr>
            </a:p>
          </p:txBody>
        </p:sp>
        <p:sp>
          <p:nvSpPr>
            <p:cNvPr id="24" name="文本框 23"/>
            <p:cNvSpPr txBox="1"/>
            <p:nvPr/>
          </p:nvSpPr>
          <p:spPr>
            <a:xfrm>
              <a:off x="5001997" y="3846323"/>
              <a:ext cx="1679509" cy="1552989"/>
            </a:xfrm>
            <a:prstGeom prst="rect">
              <a:avLst/>
            </a:prstGeom>
            <a:noFill/>
          </p:spPr>
          <p:txBody>
            <a:bodyPr wrap="square" lIns="90000" tIns="46800" rIns="90000" bIns="46800" rtlCol="0">
              <a:normAutofit/>
            </a:bodyPr>
            <a:lstStyle/>
            <a:p>
              <a:pPr marL="171450" indent="-171450">
                <a:lnSpc>
                  <a:spcPct val="150000"/>
                </a:lnSpc>
                <a:buFont typeface="Arial" panose="020B0604020202020204" pitchFamily="34" charset="0"/>
                <a:buChar char="•"/>
              </a:pPr>
              <a:r>
                <a:rPr lang="zh-CN" altLang="en-US" sz="1000" dirty="0">
                  <a:cs typeface="+mn-ea"/>
                  <a:sym typeface="+mn-lt"/>
                </a:rPr>
                <a:t>数据库建立及初始化</a:t>
              </a:r>
              <a:endParaRPr lang="en-US" altLang="zh-CN" sz="1000" dirty="0">
                <a:cs typeface="+mn-ea"/>
                <a:sym typeface="+mn-lt"/>
              </a:endParaRPr>
            </a:p>
            <a:p>
              <a:pPr marL="171450" indent="-171450">
                <a:lnSpc>
                  <a:spcPct val="150000"/>
                </a:lnSpc>
                <a:buFont typeface="Arial" panose="020B0604020202020204" pitchFamily="34" charset="0"/>
                <a:buChar char="•"/>
              </a:pPr>
              <a:r>
                <a:rPr lang="zh-CN" altLang="en-US" sz="1000" dirty="0">
                  <a:cs typeface="+mn-ea"/>
                  <a:sym typeface="+mn-lt"/>
                </a:rPr>
                <a:t>完成</a:t>
              </a:r>
              <a:r>
                <a:rPr lang="en-US" altLang="zh-CN" sz="1000" dirty="0">
                  <a:cs typeface="+mn-ea"/>
                  <a:sym typeface="+mn-lt"/>
                </a:rPr>
                <a:t>Web</a:t>
              </a:r>
              <a:r>
                <a:rPr lang="zh-CN" altLang="en-US" sz="1000" dirty="0">
                  <a:cs typeface="+mn-ea"/>
                  <a:sym typeface="+mn-lt"/>
                </a:rPr>
                <a:t>页面原型设计</a:t>
              </a:r>
              <a:endParaRPr lang="en-US" altLang="zh-CN" sz="1000" dirty="0">
                <a:cs typeface="+mn-ea"/>
                <a:sym typeface="+mn-lt"/>
              </a:endParaRPr>
            </a:p>
            <a:p>
              <a:pPr marL="171450" indent="-171450">
                <a:lnSpc>
                  <a:spcPct val="150000"/>
                </a:lnSpc>
                <a:buFont typeface="Arial" panose="020B0604020202020204" pitchFamily="34" charset="0"/>
                <a:buChar char="•"/>
              </a:pPr>
              <a:r>
                <a:rPr lang="zh-CN" altLang="en-US" sz="1000" dirty="0">
                  <a:cs typeface="+mn-ea"/>
                  <a:sym typeface="+mn-lt"/>
                </a:rPr>
                <a:t>完成数据库功能测试</a:t>
              </a:r>
              <a:endParaRPr lang="en-US" altLang="zh-CN" sz="1000" dirty="0">
                <a:cs typeface="+mn-ea"/>
                <a:sym typeface="+mn-lt"/>
              </a:endParaRPr>
            </a:p>
            <a:p>
              <a:pPr marL="171450" indent="-171450">
                <a:lnSpc>
                  <a:spcPct val="150000"/>
                </a:lnSpc>
                <a:buFont typeface="Arial" panose="020B0604020202020204" pitchFamily="34" charset="0"/>
                <a:buChar char="•"/>
              </a:pPr>
              <a:r>
                <a:rPr lang="zh-CN" altLang="en-US" sz="1000" dirty="0">
                  <a:cs typeface="+mn-ea"/>
                  <a:sym typeface="+mn-lt"/>
                </a:rPr>
                <a:t>后端方案设计</a:t>
              </a:r>
              <a:endParaRPr lang="en-US" altLang="zh-CN" sz="1000" dirty="0">
                <a:cs typeface="+mn-ea"/>
                <a:sym typeface="+mn-lt"/>
              </a:endParaRPr>
            </a:p>
            <a:p>
              <a:pPr marL="171450" indent="-171450">
                <a:lnSpc>
                  <a:spcPct val="150000"/>
                </a:lnSpc>
                <a:buFont typeface="Arial" panose="020B0604020202020204" pitchFamily="34" charset="0"/>
                <a:buChar char="•"/>
              </a:pPr>
              <a:r>
                <a:rPr lang="zh-CN" altLang="en-US" sz="1000" dirty="0">
                  <a:cs typeface="+mn-ea"/>
                  <a:sym typeface="+mn-lt"/>
                </a:rPr>
                <a:t>设计合理性和实际可行性分析</a:t>
              </a:r>
              <a:endParaRPr lang="en-US" altLang="zh-CN" sz="1000" dirty="0">
                <a:cs typeface="+mn-ea"/>
                <a:sym typeface="+mn-lt"/>
              </a:endParaRPr>
            </a:p>
          </p:txBody>
        </p:sp>
        <p:sp>
          <p:nvSpPr>
            <p:cNvPr id="25" name="文本框 24"/>
            <p:cNvSpPr txBox="1"/>
            <p:nvPr/>
          </p:nvSpPr>
          <p:spPr>
            <a:xfrm>
              <a:off x="3198934" y="3840965"/>
              <a:ext cx="1679509" cy="408161"/>
            </a:xfrm>
            <a:prstGeom prst="rect">
              <a:avLst/>
            </a:prstGeom>
            <a:noFill/>
          </p:spPr>
          <p:txBody>
            <a:bodyPr wrap="none" lIns="90000" tIns="46800" rIns="90000" bIns="46800" rtlCol="0" anchor="b" anchorCtr="0">
              <a:normAutofit/>
            </a:bodyPr>
            <a:lstStyle/>
            <a:p>
              <a:r>
                <a:rPr lang="zh-CN" altLang="en-US" sz="1600" b="1" dirty="0">
                  <a:cs typeface="+mn-ea"/>
                  <a:sym typeface="+mn-lt"/>
                </a:rPr>
                <a:t>需求分析</a:t>
              </a:r>
              <a:endParaRPr lang="en-US" altLang="zh-CN" sz="1600" b="1" dirty="0">
                <a:cs typeface="+mn-ea"/>
                <a:sym typeface="+mn-lt"/>
              </a:endParaRPr>
            </a:p>
          </p:txBody>
        </p:sp>
        <p:sp>
          <p:nvSpPr>
            <p:cNvPr id="26" name="文本框 25"/>
            <p:cNvSpPr txBox="1"/>
            <p:nvPr/>
          </p:nvSpPr>
          <p:spPr>
            <a:xfrm>
              <a:off x="3198934" y="4249128"/>
              <a:ext cx="1679509" cy="1036723"/>
            </a:xfrm>
            <a:prstGeom prst="rect">
              <a:avLst/>
            </a:prstGeom>
            <a:noFill/>
          </p:spPr>
          <p:txBody>
            <a:bodyPr wrap="square" lIns="90000" tIns="46800" rIns="90000" bIns="46800" rtlCol="0">
              <a:normAutofit/>
            </a:bodyPr>
            <a:lstStyle/>
            <a:p>
              <a:pPr marL="171450" indent="-171450">
                <a:lnSpc>
                  <a:spcPct val="150000"/>
                </a:lnSpc>
                <a:buFont typeface="Arial" panose="020B0604020202020204" pitchFamily="34" charset="0"/>
                <a:buChar char="•"/>
              </a:pPr>
              <a:r>
                <a:rPr lang="zh-CN" altLang="en-US" sz="1000" dirty="0">
                  <a:cs typeface="+mn-ea"/>
                  <a:sym typeface="+mn-lt"/>
                </a:rPr>
                <a:t>需求分析最终方案</a:t>
              </a:r>
              <a:endParaRPr lang="en-US" altLang="zh-CN" sz="1000" dirty="0">
                <a:cs typeface="+mn-ea"/>
                <a:sym typeface="+mn-lt"/>
              </a:endParaRPr>
            </a:p>
            <a:p>
              <a:pPr marL="171450" indent="-171450">
                <a:lnSpc>
                  <a:spcPct val="150000"/>
                </a:lnSpc>
                <a:buFont typeface="Arial" panose="020B0604020202020204" pitchFamily="34" charset="0"/>
                <a:buChar char="•"/>
              </a:pPr>
              <a:r>
                <a:rPr lang="zh-CN" altLang="en-US" sz="1000" dirty="0">
                  <a:cs typeface="+mn-ea"/>
                  <a:sym typeface="+mn-lt"/>
                </a:rPr>
                <a:t>组内商讨交流</a:t>
              </a:r>
              <a:endParaRPr lang="en-US" altLang="zh-CN" sz="1000" dirty="0">
                <a:cs typeface="+mn-ea"/>
                <a:sym typeface="+mn-lt"/>
              </a:endParaRPr>
            </a:p>
            <a:p>
              <a:pPr marL="171450" indent="-171450">
                <a:lnSpc>
                  <a:spcPct val="150000"/>
                </a:lnSpc>
                <a:buFont typeface="Arial" panose="020B0604020202020204" pitchFamily="34" charset="0"/>
                <a:buChar char="•"/>
              </a:pPr>
              <a:r>
                <a:rPr lang="zh-CN" altLang="en-US" sz="1000" dirty="0">
                  <a:cs typeface="+mn-ea"/>
                  <a:sym typeface="+mn-lt"/>
                </a:rPr>
                <a:t>数据库迭代设计</a:t>
              </a:r>
              <a:endParaRPr lang="en-US" altLang="zh-CN" sz="1000" dirty="0">
                <a:cs typeface="+mn-ea"/>
                <a:sym typeface="+mn-lt"/>
              </a:endParaRPr>
            </a:p>
            <a:p>
              <a:pPr marL="171450" indent="-171450">
                <a:lnSpc>
                  <a:spcPct val="150000"/>
                </a:lnSpc>
                <a:buFont typeface="Arial" panose="020B0604020202020204" pitchFamily="34" charset="0"/>
                <a:buChar char="•"/>
              </a:pPr>
              <a:r>
                <a:rPr lang="zh-CN" altLang="en-US" sz="1000" dirty="0">
                  <a:cs typeface="+mn-ea"/>
                  <a:sym typeface="+mn-lt"/>
                </a:rPr>
                <a:t>技术跟进学习</a:t>
              </a:r>
              <a:endParaRPr lang="en-US" altLang="zh-CN" sz="1000" dirty="0">
                <a:cs typeface="+mn-ea"/>
                <a:sym typeface="+mn-lt"/>
              </a:endParaRPr>
            </a:p>
          </p:txBody>
        </p:sp>
        <p:sp>
          <p:nvSpPr>
            <p:cNvPr id="27" name="文本框 26"/>
            <p:cNvSpPr txBox="1"/>
            <p:nvPr/>
          </p:nvSpPr>
          <p:spPr>
            <a:xfrm>
              <a:off x="7534957" y="3840965"/>
              <a:ext cx="1679509" cy="408161"/>
            </a:xfrm>
            <a:prstGeom prst="rect">
              <a:avLst/>
            </a:prstGeom>
            <a:noFill/>
          </p:spPr>
          <p:txBody>
            <a:bodyPr wrap="none" lIns="90000" tIns="46800" rIns="90000" bIns="46800" rtlCol="0" anchor="b" anchorCtr="0">
              <a:normAutofit/>
            </a:bodyPr>
            <a:lstStyle/>
            <a:p>
              <a:r>
                <a:rPr lang="zh-CN" altLang="en-US" sz="1600" b="1" dirty="0">
                  <a:cs typeface="+mn-ea"/>
                  <a:sym typeface="+mn-lt"/>
                </a:rPr>
                <a:t>开发阶段</a:t>
              </a:r>
              <a:endParaRPr lang="en-US" altLang="zh-CN" sz="1600" b="1" dirty="0">
                <a:cs typeface="+mn-ea"/>
                <a:sym typeface="+mn-lt"/>
              </a:endParaRPr>
            </a:p>
          </p:txBody>
        </p:sp>
        <p:sp>
          <p:nvSpPr>
            <p:cNvPr id="28" name="文本框 27"/>
            <p:cNvSpPr txBox="1"/>
            <p:nvPr/>
          </p:nvSpPr>
          <p:spPr>
            <a:xfrm>
              <a:off x="7534957" y="4240420"/>
              <a:ext cx="1679509" cy="1254688"/>
            </a:xfrm>
            <a:prstGeom prst="rect">
              <a:avLst/>
            </a:prstGeom>
            <a:noFill/>
          </p:spPr>
          <p:txBody>
            <a:bodyPr wrap="square" lIns="90000" tIns="46800" rIns="90000" bIns="46800" rtlCol="0">
              <a:normAutofit/>
            </a:bodyPr>
            <a:lstStyle/>
            <a:p>
              <a:pPr marL="171450" indent="-171450">
                <a:lnSpc>
                  <a:spcPct val="150000"/>
                </a:lnSpc>
                <a:buFont typeface="Arial" panose="020B0604020202020204" pitchFamily="34" charset="0"/>
                <a:buChar char="•"/>
              </a:pPr>
              <a:r>
                <a:rPr lang="zh-CN" altLang="en-US" sz="1000" dirty="0">
                  <a:cs typeface="+mn-ea"/>
                  <a:sym typeface="+mn-lt"/>
                </a:rPr>
                <a:t>前端依据原型进行设计</a:t>
              </a:r>
              <a:endParaRPr lang="en-US" altLang="zh-CN" sz="1000" dirty="0">
                <a:cs typeface="+mn-ea"/>
                <a:sym typeface="+mn-lt"/>
              </a:endParaRPr>
            </a:p>
            <a:p>
              <a:pPr marL="171450" indent="-171450">
                <a:lnSpc>
                  <a:spcPct val="150000"/>
                </a:lnSpc>
                <a:buFont typeface="Arial" panose="020B0604020202020204" pitchFamily="34" charset="0"/>
                <a:buChar char="•"/>
              </a:pPr>
              <a:r>
                <a:rPr lang="zh-CN" altLang="en-US" sz="1000" dirty="0">
                  <a:cs typeface="+mn-ea"/>
                  <a:sym typeface="+mn-lt"/>
                </a:rPr>
                <a:t>后端依据需求开发接口</a:t>
              </a:r>
              <a:endParaRPr lang="en-US" altLang="zh-CN" sz="1000" dirty="0">
                <a:cs typeface="+mn-ea"/>
                <a:sym typeface="+mn-lt"/>
              </a:endParaRPr>
            </a:p>
            <a:p>
              <a:pPr marL="171450" indent="-171450">
                <a:lnSpc>
                  <a:spcPct val="150000"/>
                </a:lnSpc>
                <a:buFont typeface="Arial" panose="020B0604020202020204" pitchFamily="34" charset="0"/>
                <a:buChar char="•"/>
              </a:pPr>
              <a:r>
                <a:rPr lang="zh-CN" altLang="en-US" sz="1000" dirty="0">
                  <a:cs typeface="+mn-ea"/>
                  <a:sym typeface="+mn-lt"/>
                </a:rPr>
                <a:t>前后端协调工作</a:t>
              </a:r>
              <a:endParaRPr lang="en-US" altLang="zh-CN" sz="1000" dirty="0">
                <a:cs typeface="+mn-ea"/>
                <a:sym typeface="+mn-lt"/>
              </a:endParaRPr>
            </a:p>
            <a:p>
              <a:pPr marL="171450" indent="-171450">
                <a:lnSpc>
                  <a:spcPct val="150000"/>
                </a:lnSpc>
                <a:buFont typeface="Arial" panose="020B0604020202020204" pitchFamily="34" charset="0"/>
                <a:buChar char="•"/>
              </a:pPr>
              <a:r>
                <a:rPr lang="zh-CN" altLang="en-US" sz="1000" dirty="0">
                  <a:cs typeface="+mn-ea"/>
                  <a:sym typeface="+mn-lt"/>
                </a:rPr>
                <a:t>开会汇报开发进度</a:t>
              </a:r>
              <a:endParaRPr lang="en-US" altLang="zh-CN" sz="1000" dirty="0">
                <a:cs typeface="+mn-ea"/>
                <a:sym typeface="+mn-lt"/>
              </a:endParaRPr>
            </a:p>
            <a:p>
              <a:pPr marL="171450" indent="-171450">
                <a:lnSpc>
                  <a:spcPct val="150000"/>
                </a:lnSpc>
                <a:buFont typeface="Arial" panose="020B0604020202020204" pitchFamily="34" charset="0"/>
                <a:buChar char="•"/>
              </a:pPr>
              <a:r>
                <a:rPr lang="zh-CN" altLang="en-US" sz="1000" dirty="0">
                  <a:cs typeface="+mn-ea"/>
                  <a:sym typeface="+mn-lt"/>
                </a:rPr>
                <a:t>开发版本整合</a:t>
              </a:r>
              <a:endParaRPr lang="en-US" altLang="zh-CN" sz="1000" dirty="0">
                <a:cs typeface="+mn-ea"/>
                <a:sym typeface="+mn-lt"/>
              </a:endParaRPr>
            </a:p>
          </p:txBody>
        </p:sp>
        <p:grpSp>
          <p:nvGrpSpPr>
            <p:cNvPr id="29" name="组合 28"/>
            <p:cNvGrpSpPr/>
            <p:nvPr/>
          </p:nvGrpSpPr>
          <p:grpSpPr>
            <a:xfrm>
              <a:off x="9919495" y="3107374"/>
              <a:ext cx="107691" cy="324250"/>
              <a:chOff x="5165102" y="3107374"/>
              <a:chExt cx="107691" cy="324250"/>
            </a:xfrm>
          </p:grpSpPr>
          <p:sp>
            <p:nvSpPr>
              <p:cNvPr id="32" name="椭圆 31"/>
              <p:cNvSpPr/>
              <p:nvPr/>
            </p:nvSpPr>
            <p:spPr bwMode="gray">
              <a:xfrm>
                <a:off x="5165102" y="3107374"/>
                <a:ext cx="107691" cy="105026"/>
              </a:xfrm>
              <a:prstGeom prst="ellipse">
                <a:avLst/>
              </a:prstGeom>
              <a:solidFill>
                <a:schemeClr val="accent1"/>
              </a:solidFill>
              <a:ln w="12700" algn="ctr">
                <a:solidFill>
                  <a:schemeClr val="bg1"/>
                </a:solidFill>
                <a:round/>
              </a:ln>
              <a:effectLst/>
            </p:spPr>
            <p:txBody>
              <a:bodyPr anchor="ctr"/>
              <a:lstStyle/>
              <a:p>
                <a:pPr algn="ctr"/>
                <a:endParaRPr>
                  <a:cs typeface="+mn-ea"/>
                  <a:sym typeface="+mn-lt"/>
                </a:endParaRPr>
              </a:p>
            </p:txBody>
          </p:sp>
          <p:sp>
            <p:nvSpPr>
              <p:cNvPr id="33" name="直接连接符 32"/>
              <p:cNvSpPr/>
              <p:nvPr/>
            </p:nvSpPr>
            <p:spPr bwMode="gray">
              <a:xfrm flipV="1">
                <a:off x="5218948" y="3196922"/>
                <a:ext cx="0" cy="234702"/>
              </a:xfrm>
              <a:prstGeom prst="line">
                <a:avLst/>
              </a:prstGeom>
              <a:noFill/>
              <a:ln w="19050">
                <a:solidFill>
                  <a:schemeClr val="accent1"/>
                </a:solidFill>
                <a:round/>
              </a:ln>
              <a:effectLst/>
            </p:spPr>
            <p:txBody>
              <a:bodyPr anchor="ctr"/>
              <a:lstStyle/>
              <a:p>
                <a:pPr algn="ctr"/>
                <a:endParaRPr>
                  <a:cs typeface="+mn-ea"/>
                  <a:sym typeface="+mn-lt"/>
                </a:endParaRPr>
              </a:p>
            </p:txBody>
          </p:sp>
        </p:grpSp>
        <p:sp>
          <p:nvSpPr>
            <p:cNvPr id="30" name="文本框 29"/>
            <p:cNvSpPr txBox="1"/>
            <p:nvPr/>
          </p:nvSpPr>
          <p:spPr>
            <a:xfrm>
              <a:off x="9777970" y="3446870"/>
              <a:ext cx="1679509" cy="408161"/>
            </a:xfrm>
            <a:prstGeom prst="rect">
              <a:avLst/>
            </a:prstGeom>
            <a:noFill/>
          </p:spPr>
          <p:txBody>
            <a:bodyPr wrap="none" lIns="90000" tIns="46800" rIns="90000" bIns="46800" rtlCol="0" anchor="b" anchorCtr="0">
              <a:normAutofit/>
            </a:bodyPr>
            <a:lstStyle/>
            <a:p>
              <a:r>
                <a:rPr lang="zh-CN" altLang="en-US" sz="1600" b="1" dirty="0">
                  <a:cs typeface="+mn-ea"/>
                  <a:sym typeface="+mn-lt"/>
                </a:rPr>
                <a:t>测试收尾</a:t>
              </a:r>
              <a:endParaRPr lang="en-US" altLang="zh-CN" sz="1600" b="1" dirty="0">
                <a:cs typeface="+mn-ea"/>
                <a:sym typeface="+mn-lt"/>
              </a:endParaRPr>
            </a:p>
          </p:txBody>
        </p:sp>
        <p:sp>
          <p:nvSpPr>
            <p:cNvPr id="31" name="文本框 30"/>
            <p:cNvSpPr txBox="1"/>
            <p:nvPr/>
          </p:nvSpPr>
          <p:spPr>
            <a:xfrm>
              <a:off x="9777970" y="3846327"/>
              <a:ext cx="1679509" cy="1108852"/>
            </a:xfrm>
            <a:prstGeom prst="rect">
              <a:avLst/>
            </a:prstGeom>
            <a:noFill/>
          </p:spPr>
          <p:txBody>
            <a:bodyPr wrap="square" lIns="90000" tIns="46800" rIns="90000" bIns="46800" rtlCol="0">
              <a:normAutofit/>
            </a:bodyPr>
            <a:lstStyle/>
            <a:p>
              <a:pPr marL="171450" indent="-171450">
                <a:lnSpc>
                  <a:spcPct val="150000"/>
                </a:lnSpc>
                <a:buFont typeface="Arial" panose="020B0604020202020204" pitchFamily="34" charset="0"/>
                <a:buChar char="•"/>
              </a:pPr>
              <a:r>
                <a:rPr lang="zh-CN" altLang="en-US" sz="1000" dirty="0">
                  <a:cs typeface="+mn-ea"/>
                  <a:sym typeface="+mn-lt"/>
                </a:rPr>
                <a:t>测试系统功能</a:t>
              </a:r>
              <a:endParaRPr lang="en-US" altLang="zh-CN" sz="1000" dirty="0">
                <a:cs typeface="+mn-ea"/>
                <a:sym typeface="+mn-lt"/>
              </a:endParaRPr>
            </a:p>
            <a:p>
              <a:pPr marL="171450" indent="-171450">
                <a:lnSpc>
                  <a:spcPct val="150000"/>
                </a:lnSpc>
                <a:buFont typeface="Arial" panose="020B0604020202020204" pitchFamily="34" charset="0"/>
                <a:buChar char="•"/>
              </a:pPr>
              <a:r>
                <a:rPr lang="zh-CN" altLang="en-US" sz="1000" dirty="0">
                  <a:cs typeface="+mn-ea"/>
                  <a:sym typeface="+mn-lt"/>
                </a:rPr>
                <a:t>文档整理</a:t>
              </a:r>
              <a:endParaRPr lang="en-US" altLang="zh-CN" sz="1000" dirty="0">
                <a:cs typeface="+mn-ea"/>
                <a:sym typeface="+mn-lt"/>
              </a:endParaRPr>
            </a:p>
            <a:p>
              <a:pPr marL="171450" indent="-171450">
                <a:lnSpc>
                  <a:spcPct val="150000"/>
                </a:lnSpc>
                <a:buFont typeface="Arial" panose="020B0604020202020204" pitchFamily="34" charset="0"/>
                <a:buChar char="•"/>
              </a:pPr>
              <a:r>
                <a:rPr lang="zh-CN" altLang="en-US" sz="1000" dirty="0">
                  <a:cs typeface="+mn-ea"/>
                  <a:sym typeface="+mn-lt"/>
                </a:rPr>
                <a:t>清库正式测试</a:t>
              </a:r>
              <a:endParaRPr lang="en-US" altLang="zh-CN" sz="1000" dirty="0">
                <a:cs typeface="+mn-ea"/>
                <a:sym typeface="+mn-lt"/>
              </a:endParaRPr>
            </a:p>
            <a:p>
              <a:pPr marL="171450" indent="-171450">
                <a:lnSpc>
                  <a:spcPct val="150000"/>
                </a:lnSpc>
                <a:buFont typeface="Arial" panose="020B0604020202020204" pitchFamily="34" charset="0"/>
                <a:buChar char="•"/>
              </a:pPr>
              <a:r>
                <a:rPr lang="zh-CN" altLang="en-US" sz="1000" dirty="0">
                  <a:cs typeface="+mn-ea"/>
                  <a:sym typeface="+mn-lt"/>
                </a:rPr>
                <a:t>版本发布</a:t>
              </a:r>
              <a:endParaRPr lang="en-US" altLang="zh-CN" sz="1000" dirty="0">
                <a:cs typeface="+mn-ea"/>
                <a:sym typeface="+mn-lt"/>
              </a:endParaRPr>
            </a:p>
            <a:p>
              <a:pPr marL="171450" indent="-171450">
                <a:lnSpc>
                  <a:spcPct val="150000"/>
                </a:lnSpc>
                <a:buFont typeface="Arial" panose="020B0604020202020204" pitchFamily="34" charset="0"/>
                <a:buChar char="•"/>
              </a:pPr>
              <a:endParaRPr lang="en-US" altLang="zh-CN" sz="900" dirty="0">
                <a:cs typeface="+mn-ea"/>
                <a:sym typeface="+mn-lt"/>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A82C24-74DB-810F-1030-5A17200F6C95}"/>
              </a:ext>
            </a:extLst>
          </p:cNvPr>
          <p:cNvSpPr>
            <a:spLocks noGrp="1"/>
          </p:cNvSpPr>
          <p:nvPr>
            <p:ph type="title"/>
          </p:nvPr>
        </p:nvSpPr>
        <p:spPr/>
        <p:txBody>
          <a:bodyPr/>
          <a:lstStyle/>
          <a:p>
            <a:r>
              <a:rPr lang="zh-CN" altLang="en-US" dirty="0"/>
              <a:t>文档跟踪</a:t>
            </a:r>
          </a:p>
        </p:txBody>
      </p:sp>
      <p:sp>
        <p:nvSpPr>
          <p:cNvPr id="3" name="页脚占位符 2">
            <a:extLst>
              <a:ext uri="{FF2B5EF4-FFF2-40B4-BE49-F238E27FC236}">
                <a16:creationId xmlns:a16="http://schemas.microsoft.com/office/drawing/2014/main" id="{1753A23C-F5A0-A7F1-31EC-2B77F7B0C6C6}"/>
              </a:ext>
            </a:extLst>
          </p:cNvPr>
          <p:cNvSpPr>
            <a:spLocks noGrp="1"/>
          </p:cNvSpPr>
          <p:nvPr>
            <p:ph type="ftr" sz="quarter" idx="11"/>
          </p:nvPr>
        </p:nvSpPr>
        <p:spPr/>
        <p:txBody>
          <a:bodyPr/>
          <a:lstStyle/>
          <a:p>
            <a:r>
              <a:rPr lang="zh-CN" altLang="en-US" dirty="0"/>
              <a:t>课程管理系统</a:t>
            </a:r>
          </a:p>
        </p:txBody>
      </p:sp>
      <p:sp>
        <p:nvSpPr>
          <p:cNvPr id="4" name="灯片编号占位符 3">
            <a:extLst>
              <a:ext uri="{FF2B5EF4-FFF2-40B4-BE49-F238E27FC236}">
                <a16:creationId xmlns:a16="http://schemas.microsoft.com/office/drawing/2014/main" id="{BF43F9ED-CD63-8EC3-5BDF-8BF90DBA0716}"/>
              </a:ext>
            </a:extLst>
          </p:cNvPr>
          <p:cNvSpPr>
            <a:spLocks noGrp="1"/>
          </p:cNvSpPr>
          <p:nvPr>
            <p:ph type="sldNum" sz="quarter" idx="12"/>
          </p:nvPr>
        </p:nvSpPr>
        <p:spPr/>
        <p:txBody>
          <a:bodyPr/>
          <a:lstStyle/>
          <a:p>
            <a:fld id="{5DD3DB80-B894-403A-B48E-6FDC1A72010E}" type="slidenum">
              <a:rPr lang="zh-CN" altLang="en-US" b="1" smtClean="0">
                <a:solidFill>
                  <a:schemeClr val="tx1"/>
                </a:solidFill>
              </a:rPr>
              <a:t>14</a:t>
            </a:fld>
            <a:endParaRPr lang="zh-CN" altLang="en-US" b="1" dirty="0">
              <a:solidFill>
                <a:schemeClr val="tx1"/>
              </a:solidFill>
            </a:endParaRPr>
          </a:p>
        </p:txBody>
      </p:sp>
      <p:pic>
        <p:nvPicPr>
          <p:cNvPr id="6" name="图片 5">
            <a:extLst>
              <a:ext uri="{FF2B5EF4-FFF2-40B4-BE49-F238E27FC236}">
                <a16:creationId xmlns:a16="http://schemas.microsoft.com/office/drawing/2014/main" id="{4BF0F9E0-1B19-8BEB-BB8A-0194648732C6}"/>
              </a:ext>
            </a:extLst>
          </p:cNvPr>
          <p:cNvPicPr>
            <a:picLocks noChangeAspect="1"/>
          </p:cNvPicPr>
          <p:nvPr/>
        </p:nvPicPr>
        <p:blipFill>
          <a:blip r:embed="rId3"/>
          <a:stretch>
            <a:fillRect/>
          </a:stretch>
        </p:blipFill>
        <p:spPr>
          <a:xfrm>
            <a:off x="2097971" y="1180556"/>
            <a:ext cx="7994468" cy="4496888"/>
          </a:xfrm>
          <a:prstGeom prst="rect">
            <a:avLst/>
          </a:prstGeom>
          <a:ln>
            <a:noFill/>
          </a:ln>
          <a:effectLst>
            <a:outerShdw blurRad="190500" algn="tl" rotWithShape="0">
              <a:srgbClr val="000000">
                <a:alpha val="70000"/>
              </a:srgbClr>
            </a:outerShdw>
          </a:effectLst>
        </p:spPr>
      </p:pic>
      <p:sp>
        <p:nvSpPr>
          <p:cNvPr id="7" name="文本框 6">
            <a:extLst>
              <a:ext uri="{FF2B5EF4-FFF2-40B4-BE49-F238E27FC236}">
                <a16:creationId xmlns:a16="http://schemas.microsoft.com/office/drawing/2014/main" id="{3B73BB84-F966-B7E2-F37B-1D5AAA70B925}"/>
              </a:ext>
            </a:extLst>
          </p:cNvPr>
          <p:cNvSpPr txBox="1"/>
          <p:nvPr/>
        </p:nvSpPr>
        <p:spPr>
          <a:xfrm>
            <a:off x="2577737" y="5843450"/>
            <a:ext cx="7289074" cy="369332"/>
          </a:xfrm>
          <a:prstGeom prst="rect">
            <a:avLst/>
          </a:prstGeom>
          <a:noFill/>
        </p:spPr>
        <p:txBody>
          <a:bodyPr wrap="square" rtlCol="0">
            <a:spAutoFit/>
          </a:bodyPr>
          <a:lstStyle/>
          <a:p>
            <a:pPr algn="ctr"/>
            <a:r>
              <a:rPr lang="zh-CN" altLang="en-US" b="1" dirty="0"/>
              <a:t>项目文档跟踪，确保项目文档的有效管理和更新的过程。</a:t>
            </a:r>
          </a:p>
        </p:txBody>
      </p:sp>
    </p:spTree>
    <p:extLst>
      <p:ext uri="{BB962C8B-B14F-4D97-AF65-F5344CB8AC3E}">
        <p14:creationId xmlns:p14="http://schemas.microsoft.com/office/powerpoint/2010/main" val="14739801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F343BE-3983-1BD8-8A54-211C94D93886}"/>
              </a:ext>
            </a:extLst>
          </p:cNvPr>
          <p:cNvSpPr>
            <a:spLocks noGrp="1"/>
          </p:cNvSpPr>
          <p:nvPr>
            <p:ph type="title"/>
          </p:nvPr>
        </p:nvSpPr>
        <p:spPr/>
        <p:txBody>
          <a:bodyPr/>
          <a:lstStyle/>
          <a:p>
            <a:r>
              <a:rPr lang="zh-CN" altLang="en-US" dirty="0"/>
              <a:t>工作日报</a:t>
            </a:r>
          </a:p>
        </p:txBody>
      </p:sp>
      <p:sp>
        <p:nvSpPr>
          <p:cNvPr id="3" name="页脚占位符 2">
            <a:extLst>
              <a:ext uri="{FF2B5EF4-FFF2-40B4-BE49-F238E27FC236}">
                <a16:creationId xmlns:a16="http://schemas.microsoft.com/office/drawing/2014/main" id="{7837CCF1-B25A-383A-F3B7-F2F08C7E28C3}"/>
              </a:ext>
            </a:extLst>
          </p:cNvPr>
          <p:cNvSpPr>
            <a:spLocks noGrp="1"/>
          </p:cNvSpPr>
          <p:nvPr>
            <p:ph type="ftr" sz="quarter" idx="11"/>
          </p:nvPr>
        </p:nvSpPr>
        <p:spPr/>
        <p:txBody>
          <a:bodyPr/>
          <a:lstStyle/>
          <a:p>
            <a:r>
              <a:rPr lang="zh-CN" altLang="en-US" dirty="0"/>
              <a:t>课程管理系统</a:t>
            </a:r>
          </a:p>
        </p:txBody>
      </p:sp>
      <p:sp>
        <p:nvSpPr>
          <p:cNvPr id="4" name="灯片编号占位符 3">
            <a:extLst>
              <a:ext uri="{FF2B5EF4-FFF2-40B4-BE49-F238E27FC236}">
                <a16:creationId xmlns:a16="http://schemas.microsoft.com/office/drawing/2014/main" id="{2523232B-7D9E-D600-AE4B-42E0B3BC9915}"/>
              </a:ext>
            </a:extLst>
          </p:cNvPr>
          <p:cNvSpPr>
            <a:spLocks noGrp="1"/>
          </p:cNvSpPr>
          <p:nvPr>
            <p:ph type="sldNum" sz="quarter" idx="12"/>
          </p:nvPr>
        </p:nvSpPr>
        <p:spPr/>
        <p:txBody>
          <a:bodyPr/>
          <a:lstStyle/>
          <a:p>
            <a:fld id="{5DD3DB80-B894-403A-B48E-6FDC1A72010E}" type="slidenum">
              <a:rPr lang="zh-CN" altLang="en-US" b="1" smtClean="0">
                <a:solidFill>
                  <a:schemeClr val="tx1"/>
                </a:solidFill>
              </a:rPr>
              <a:t>15</a:t>
            </a:fld>
            <a:endParaRPr lang="zh-CN" altLang="en-US" b="1" dirty="0">
              <a:solidFill>
                <a:schemeClr val="tx1"/>
              </a:solidFill>
            </a:endParaRPr>
          </a:p>
        </p:txBody>
      </p:sp>
      <p:sp>
        <p:nvSpPr>
          <p:cNvPr id="5" name="文本框 4">
            <a:extLst>
              <a:ext uri="{FF2B5EF4-FFF2-40B4-BE49-F238E27FC236}">
                <a16:creationId xmlns:a16="http://schemas.microsoft.com/office/drawing/2014/main" id="{1F7CCFDA-B7AC-4871-EE1B-13CE5855F3E3}"/>
              </a:ext>
            </a:extLst>
          </p:cNvPr>
          <p:cNvSpPr txBox="1"/>
          <p:nvPr/>
        </p:nvSpPr>
        <p:spPr>
          <a:xfrm>
            <a:off x="1003525" y="5584269"/>
            <a:ext cx="2381250" cy="369332"/>
          </a:xfrm>
          <a:prstGeom prst="rect">
            <a:avLst/>
          </a:prstGeom>
          <a:noFill/>
        </p:spPr>
        <p:txBody>
          <a:bodyPr wrap="square" rtlCol="0">
            <a:spAutoFit/>
          </a:bodyPr>
          <a:lstStyle/>
          <a:p>
            <a:pPr algn="ctr"/>
            <a:r>
              <a:rPr lang="zh-CN" altLang="en-US" b="1" dirty="0"/>
              <a:t>稳定的项目进度</a:t>
            </a:r>
          </a:p>
        </p:txBody>
      </p:sp>
      <p:pic>
        <p:nvPicPr>
          <p:cNvPr id="7" name="图片 6">
            <a:extLst>
              <a:ext uri="{FF2B5EF4-FFF2-40B4-BE49-F238E27FC236}">
                <a16:creationId xmlns:a16="http://schemas.microsoft.com/office/drawing/2014/main" id="{6BFA8B86-62AD-A4A2-1CD9-CCB2F8EC4E4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8675" y="1537771"/>
            <a:ext cx="2917098" cy="3915808"/>
          </a:xfrm>
          <a:prstGeom prst="rect">
            <a:avLst/>
          </a:prstGeom>
          <a:ln>
            <a:noFill/>
          </a:ln>
          <a:effectLst>
            <a:outerShdw blurRad="190500" algn="tl" rotWithShape="0">
              <a:srgbClr val="000000">
                <a:alpha val="70000"/>
              </a:srgbClr>
            </a:outerShdw>
          </a:effectLst>
        </p:spPr>
      </p:pic>
      <p:sp>
        <p:nvSpPr>
          <p:cNvPr id="8" name="文本框 7">
            <a:extLst>
              <a:ext uri="{FF2B5EF4-FFF2-40B4-BE49-F238E27FC236}">
                <a16:creationId xmlns:a16="http://schemas.microsoft.com/office/drawing/2014/main" id="{16C9AEBD-AAC4-C70C-1D28-D4D46262DFFB}"/>
              </a:ext>
            </a:extLst>
          </p:cNvPr>
          <p:cNvSpPr txBox="1"/>
          <p:nvPr/>
        </p:nvSpPr>
        <p:spPr>
          <a:xfrm>
            <a:off x="6166257" y="5579506"/>
            <a:ext cx="3248026" cy="369332"/>
          </a:xfrm>
          <a:prstGeom prst="rect">
            <a:avLst/>
          </a:prstGeom>
          <a:noFill/>
        </p:spPr>
        <p:txBody>
          <a:bodyPr wrap="square" rtlCol="0">
            <a:spAutoFit/>
          </a:bodyPr>
          <a:lstStyle/>
          <a:p>
            <a:pPr algn="ctr"/>
            <a:r>
              <a:rPr lang="zh-CN" altLang="en-US" b="1" dirty="0"/>
              <a:t>个人工作的总结表格汇总</a:t>
            </a:r>
          </a:p>
        </p:txBody>
      </p:sp>
      <p:pic>
        <p:nvPicPr>
          <p:cNvPr id="12" name="图片 11">
            <a:extLst>
              <a:ext uri="{FF2B5EF4-FFF2-40B4-BE49-F238E27FC236}">
                <a16:creationId xmlns:a16="http://schemas.microsoft.com/office/drawing/2014/main" id="{843D459D-5A8B-EFD9-F548-8C020AA104EF}"/>
              </a:ext>
            </a:extLst>
          </p:cNvPr>
          <p:cNvPicPr>
            <a:picLocks noChangeAspect="1"/>
          </p:cNvPicPr>
          <p:nvPr/>
        </p:nvPicPr>
        <p:blipFill rotWithShape="1">
          <a:blip r:embed="rId4"/>
          <a:srcRect r="5484"/>
          <a:stretch/>
        </p:blipFill>
        <p:spPr>
          <a:xfrm>
            <a:off x="4217215" y="1806059"/>
            <a:ext cx="7146110" cy="3481823"/>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8787565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F772F0-E457-E435-7C11-BE0AEB33500D}"/>
              </a:ext>
            </a:extLst>
          </p:cNvPr>
          <p:cNvSpPr>
            <a:spLocks noGrp="1"/>
          </p:cNvSpPr>
          <p:nvPr>
            <p:ph type="title"/>
          </p:nvPr>
        </p:nvSpPr>
        <p:spPr/>
        <p:txBody>
          <a:bodyPr/>
          <a:lstStyle/>
          <a:p>
            <a:r>
              <a:rPr lang="zh-CN" altLang="en-US" dirty="0"/>
              <a:t>成果汇总</a:t>
            </a:r>
          </a:p>
        </p:txBody>
      </p:sp>
      <p:sp>
        <p:nvSpPr>
          <p:cNvPr id="3" name="页脚占位符 2">
            <a:extLst>
              <a:ext uri="{FF2B5EF4-FFF2-40B4-BE49-F238E27FC236}">
                <a16:creationId xmlns:a16="http://schemas.microsoft.com/office/drawing/2014/main" id="{B07BEC1D-00AA-9546-00BF-695FBFD8798E}"/>
              </a:ext>
            </a:extLst>
          </p:cNvPr>
          <p:cNvSpPr>
            <a:spLocks noGrp="1"/>
          </p:cNvSpPr>
          <p:nvPr>
            <p:ph type="ftr" sz="quarter" idx="11"/>
          </p:nvPr>
        </p:nvSpPr>
        <p:spPr/>
        <p:txBody>
          <a:bodyPr/>
          <a:lstStyle/>
          <a:p>
            <a:r>
              <a:rPr lang="zh-CN" altLang="en-US" dirty="0"/>
              <a:t>课程管理系统</a:t>
            </a:r>
          </a:p>
        </p:txBody>
      </p:sp>
      <p:sp>
        <p:nvSpPr>
          <p:cNvPr id="13" name="矩形 12">
            <a:extLst>
              <a:ext uri="{FF2B5EF4-FFF2-40B4-BE49-F238E27FC236}">
                <a16:creationId xmlns:a16="http://schemas.microsoft.com/office/drawing/2014/main" id="{30BFC3AD-B00D-8F6E-2A9E-2557264CE516}"/>
              </a:ext>
            </a:extLst>
          </p:cNvPr>
          <p:cNvSpPr/>
          <p:nvPr/>
        </p:nvSpPr>
        <p:spPr>
          <a:xfrm>
            <a:off x="3660569" y="5840353"/>
            <a:ext cx="4869270" cy="400110"/>
          </a:xfrm>
          <a:prstGeom prst="rect">
            <a:avLst/>
          </a:prstGeom>
          <a:noFill/>
        </p:spPr>
        <p:txBody>
          <a:bodyPr wrap="square" lIns="91440" tIns="45720" rIns="91440" bIns="45720">
            <a:spAutoFit/>
          </a:bodyPr>
          <a:lstStyle/>
          <a:p>
            <a:pPr algn="ctr"/>
            <a:r>
              <a:rPr lang="zh-CN" altLang="en-US" sz="20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前端业务表格</a:t>
            </a:r>
          </a:p>
        </p:txBody>
      </p:sp>
      <p:pic>
        <p:nvPicPr>
          <p:cNvPr id="24" name="图片 23">
            <a:extLst>
              <a:ext uri="{FF2B5EF4-FFF2-40B4-BE49-F238E27FC236}">
                <a16:creationId xmlns:a16="http://schemas.microsoft.com/office/drawing/2014/main" id="{A6B1668F-5DC0-DC8E-D84D-048FA1EA7A69}"/>
              </a:ext>
            </a:extLst>
          </p:cNvPr>
          <p:cNvPicPr>
            <a:picLocks noChangeAspect="1"/>
          </p:cNvPicPr>
          <p:nvPr/>
        </p:nvPicPr>
        <p:blipFill rotWithShape="1">
          <a:blip r:embed="rId3"/>
          <a:srcRect r="7674"/>
          <a:stretch/>
        </p:blipFill>
        <p:spPr>
          <a:xfrm>
            <a:off x="2173682" y="1393285"/>
            <a:ext cx="7843045" cy="4220343"/>
          </a:xfrm>
          <a:prstGeom prst="rect">
            <a:avLst/>
          </a:prstGeom>
          <a:ln>
            <a:noFill/>
          </a:ln>
          <a:effectLst>
            <a:outerShdw blurRad="190500" algn="tl" rotWithShape="0">
              <a:srgbClr val="000000">
                <a:alpha val="70000"/>
              </a:srgbClr>
            </a:outerShdw>
          </a:effectLst>
        </p:spPr>
      </p:pic>
      <p:sp>
        <p:nvSpPr>
          <p:cNvPr id="25" name="灯片编号占位符 3">
            <a:extLst>
              <a:ext uri="{FF2B5EF4-FFF2-40B4-BE49-F238E27FC236}">
                <a16:creationId xmlns:a16="http://schemas.microsoft.com/office/drawing/2014/main" id="{8CAAD0D8-5BA6-ED66-E0C6-59DD3DA26042}"/>
              </a:ext>
            </a:extLst>
          </p:cNvPr>
          <p:cNvSpPr>
            <a:spLocks noGrp="1"/>
          </p:cNvSpPr>
          <p:nvPr>
            <p:ph type="sldNum" sz="quarter" idx="12"/>
          </p:nvPr>
        </p:nvSpPr>
        <p:spPr>
          <a:xfrm>
            <a:off x="8610599" y="6240463"/>
            <a:ext cx="2909888" cy="206381"/>
          </a:xfrm>
        </p:spPr>
        <p:txBody>
          <a:bodyPr/>
          <a:lstStyle/>
          <a:p>
            <a:fld id="{5DD3DB80-B894-403A-B48E-6FDC1A72010E}" type="slidenum">
              <a:rPr lang="zh-CN" altLang="en-US" b="1" smtClean="0">
                <a:solidFill>
                  <a:schemeClr val="tx1"/>
                </a:solidFill>
              </a:rPr>
              <a:t>16</a:t>
            </a:fld>
            <a:endParaRPr lang="zh-CN" altLang="en-US" b="1" dirty="0">
              <a:solidFill>
                <a:schemeClr val="tx1"/>
              </a:solidFill>
            </a:endParaRPr>
          </a:p>
        </p:txBody>
      </p:sp>
    </p:spTree>
    <p:extLst>
      <p:ext uri="{BB962C8B-B14F-4D97-AF65-F5344CB8AC3E}">
        <p14:creationId xmlns:p14="http://schemas.microsoft.com/office/powerpoint/2010/main" val="33899675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F772F0-E457-E435-7C11-BE0AEB33500D}"/>
              </a:ext>
            </a:extLst>
          </p:cNvPr>
          <p:cNvSpPr>
            <a:spLocks noGrp="1"/>
          </p:cNvSpPr>
          <p:nvPr>
            <p:ph type="title"/>
          </p:nvPr>
        </p:nvSpPr>
        <p:spPr/>
        <p:txBody>
          <a:bodyPr/>
          <a:lstStyle/>
          <a:p>
            <a:r>
              <a:rPr lang="zh-CN" altLang="en-US" dirty="0"/>
              <a:t>成果汇总</a:t>
            </a:r>
          </a:p>
        </p:txBody>
      </p:sp>
      <p:sp>
        <p:nvSpPr>
          <p:cNvPr id="3" name="页脚占位符 2">
            <a:extLst>
              <a:ext uri="{FF2B5EF4-FFF2-40B4-BE49-F238E27FC236}">
                <a16:creationId xmlns:a16="http://schemas.microsoft.com/office/drawing/2014/main" id="{B07BEC1D-00AA-9546-00BF-695FBFD8798E}"/>
              </a:ext>
            </a:extLst>
          </p:cNvPr>
          <p:cNvSpPr>
            <a:spLocks noGrp="1"/>
          </p:cNvSpPr>
          <p:nvPr>
            <p:ph type="ftr" sz="quarter" idx="11"/>
          </p:nvPr>
        </p:nvSpPr>
        <p:spPr/>
        <p:txBody>
          <a:bodyPr/>
          <a:lstStyle/>
          <a:p>
            <a:r>
              <a:rPr lang="zh-CN" altLang="en-US" dirty="0"/>
              <a:t>课程管理系统</a:t>
            </a:r>
          </a:p>
        </p:txBody>
      </p:sp>
      <p:sp>
        <p:nvSpPr>
          <p:cNvPr id="4" name="灯片编号占位符 3">
            <a:extLst>
              <a:ext uri="{FF2B5EF4-FFF2-40B4-BE49-F238E27FC236}">
                <a16:creationId xmlns:a16="http://schemas.microsoft.com/office/drawing/2014/main" id="{A7A97845-4AB8-329E-1DBE-9BFAD53B300B}"/>
              </a:ext>
            </a:extLst>
          </p:cNvPr>
          <p:cNvSpPr>
            <a:spLocks noGrp="1"/>
          </p:cNvSpPr>
          <p:nvPr>
            <p:ph type="sldNum" sz="quarter" idx="12"/>
          </p:nvPr>
        </p:nvSpPr>
        <p:spPr/>
        <p:txBody>
          <a:bodyPr/>
          <a:lstStyle/>
          <a:p>
            <a:fld id="{5DD3DB80-B894-403A-B48E-6FDC1A72010E}" type="slidenum">
              <a:rPr lang="zh-CN" altLang="en-US" b="1" smtClean="0">
                <a:solidFill>
                  <a:schemeClr val="tx1"/>
                </a:solidFill>
              </a:rPr>
              <a:t>17</a:t>
            </a:fld>
            <a:endParaRPr lang="zh-CN" altLang="en-US" b="1" dirty="0">
              <a:solidFill>
                <a:schemeClr val="tx1"/>
              </a:solidFill>
            </a:endParaRPr>
          </a:p>
        </p:txBody>
      </p:sp>
      <p:pic>
        <p:nvPicPr>
          <p:cNvPr id="6" name="图片 5">
            <a:extLst>
              <a:ext uri="{FF2B5EF4-FFF2-40B4-BE49-F238E27FC236}">
                <a16:creationId xmlns:a16="http://schemas.microsoft.com/office/drawing/2014/main" id="{7B150736-B6D9-E6A2-9FC4-12A7657A5F4E}"/>
              </a:ext>
            </a:extLst>
          </p:cNvPr>
          <p:cNvPicPr>
            <a:picLocks noChangeAspect="1"/>
          </p:cNvPicPr>
          <p:nvPr/>
        </p:nvPicPr>
        <p:blipFill>
          <a:blip r:embed="rId3"/>
          <a:stretch>
            <a:fillRect/>
          </a:stretch>
        </p:blipFill>
        <p:spPr>
          <a:xfrm>
            <a:off x="2099746" y="1393535"/>
            <a:ext cx="2824679" cy="1704135"/>
          </a:xfrm>
          <a:prstGeom prst="rect">
            <a:avLst/>
          </a:prstGeom>
          <a:ln>
            <a:noFill/>
          </a:ln>
          <a:effectLst>
            <a:outerShdw blurRad="190500" algn="tl" rotWithShape="0">
              <a:srgbClr val="000000">
                <a:alpha val="70000"/>
              </a:srgbClr>
            </a:outerShdw>
          </a:effectLst>
        </p:spPr>
      </p:pic>
      <p:sp>
        <p:nvSpPr>
          <p:cNvPr id="7" name="文本框 6">
            <a:extLst>
              <a:ext uri="{FF2B5EF4-FFF2-40B4-BE49-F238E27FC236}">
                <a16:creationId xmlns:a16="http://schemas.microsoft.com/office/drawing/2014/main" id="{858B198C-DF6C-FA18-CE74-8B4A282256D6}"/>
              </a:ext>
            </a:extLst>
          </p:cNvPr>
          <p:cNvSpPr txBox="1"/>
          <p:nvPr/>
        </p:nvSpPr>
        <p:spPr>
          <a:xfrm>
            <a:off x="1704975" y="3261013"/>
            <a:ext cx="3524250" cy="369332"/>
          </a:xfrm>
          <a:prstGeom prst="rect">
            <a:avLst/>
          </a:prstGeom>
          <a:noFill/>
        </p:spPr>
        <p:txBody>
          <a:bodyPr wrap="square" rtlCol="0">
            <a:spAutoFit/>
          </a:bodyPr>
          <a:lstStyle/>
          <a:p>
            <a:pPr algn="ctr"/>
            <a:r>
              <a:rPr lang="zh-CN" altLang="en-US" b="1" dirty="0"/>
              <a:t>系统功能流程图</a:t>
            </a:r>
          </a:p>
        </p:txBody>
      </p:sp>
      <p:pic>
        <p:nvPicPr>
          <p:cNvPr id="11" name="图片 10">
            <a:extLst>
              <a:ext uri="{FF2B5EF4-FFF2-40B4-BE49-F238E27FC236}">
                <a16:creationId xmlns:a16="http://schemas.microsoft.com/office/drawing/2014/main" id="{A895659D-7DE3-53A9-D55B-926CFDBB50FE}"/>
              </a:ext>
            </a:extLst>
          </p:cNvPr>
          <p:cNvPicPr>
            <a:picLocks noChangeAspect="1"/>
          </p:cNvPicPr>
          <p:nvPr/>
        </p:nvPicPr>
        <p:blipFill rotWithShape="1">
          <a:blip r:embed="rId4"/>
          <a:srcRect l="609"/>
          <a:stretch/>
        </p:blipFill>
        <p:spPr>
          <a:xfrm>
            <a:off x="2099746" y="3793688"/>
            <a:ext cx="2824679" cy="1704135"/>
          </a:xfrm>
          <a:prstGeom prst="rect">
            <a:avLst/>
          </a:prstGeom>
          <a:ln>
            <a:noFill/>
          </a:ln>
          <a:effectLst>
            <a:outerShdw blurRad="190500" algn="tl" rotWithShape="0">
              <a:srgbClr val="000000">
                <a:alpha val="70000"/>
              </a:srgbClr>
            </a:outerShdw>
          </a:effectLst>
        </p:spPr>
      </p:pic>
      <p:sp>
        <p:nvSpPr>
          <p:cNvPr id="12" name="文本框 11">
            <a:extLst>
              <a:ext uri="{FF2B5EF4-FFF2-40B4-BE49-F238E27FC236}">
                <a16:creationId xmlns:a16="http://schemas.microsoft.com/office/drawing/2014/main" id="{A1DDD0F7-E836-1E4E-E7F1-CC3E04CECA27}"/>
              </a:ext>
            </a:extLst>
          </p:cNvPr>
          <p:cNvSpPr txBox="1"/>
          <p:nvPr/>
        </p:nvSpPr>
        <p:spPr>
          <a:xfrm>
            <a:off x="1749960" y="5659267"/>
            <a:ext cx="3524250" cy="369332"/>
          </a:xfrm>
          <a:prstGeom prst="rect">
            <a:avLst/>
          </a:prstGeom>
          <a:noFill/>
        </p:spPr>
        <p:txBody>
          <a:bodyPr wrap="square" rtlCol="0">
            <a:spAutoFit/>
          </a:bodyPr>
          <a:lstStyle/>
          <a:p>
            <a:pPr algn="ctr"/>
            <a:r>
              <a:rPr lang="zh-CN" altLang="en-US" b="1" dirty="0"/>
              <a:t>数据库</a:t>
            </a:r>
            <a:r>
              <a:rPr lang="en-US" altLang="zh-CN" b="1" dirty="0"/>
              <a:t>E-R</a:t>
            </a:r>
            <a:r>
              <a:rPr lang="zh-CN" altLang="en-US" b="1" dirty="0"/>
              <a:t>模型</a:t>
            </a:r>
          </a:p>
        </p:txBody>
      </p:sp>
      <p:sp>
        <p:nvSpPr>
          <p:cNvPr id="13" name="矩形 12">
            <a:extLst>
              <a:ext uri="{FF2B5EF4-FFF2-40B4-BE49-F238E27FC236}">
                <a16:creationId xmlns:a16="http://schemas.microsoft.com/office/drawing/2014/main" id="{30BFC3AD-B00D-8F6E-2A9E-2557264CE516}"/>
              </a:ext>
            </a:extLst>
          </p:cNvPr>
          <p:cNvSpPr/>
          <p:nvPr/>
        </p:nvSpPr>
        <p:spPr>
          <a:xfrm>
            <a:off x="4924425" y="5661228"/>
            <a:ext cx="5807961" cy="400110"/>
          </a:xfrm>
          <a:prstGeom prst="rect">
            <a:avLst/>
          </a:prstGeom>
          <a:noFill/>
        </p:spPr>
        <p:txBody>
          <a:bodyPr wrap="square" lIns="91440" tIns="45720" rIns="91440" bIns="45720">
            <a:spAutoFit/>
          </a:bodyPr>
          <a:lstStyle/>
          <a:p>
            <a:pPr algn="ctr"/>
            <a:r>
              <a:rPr lang="zh-CN" altLang="en-US" sz="20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以及其他项目设计文档、后端接口文档</a:t>
            </a:r>
          </a:p>
        </p:txBody>
      </p:sp>
      <p:grpSp>
        <p:nvGrpSpPr>
          <p:cNvPr id="23" name="组合 22">
            <a:extLst>
              <a:ext uri="{FF2B5EF4-FFF2-40B4-BE49-F238E27FC236}">
                <a16:creationId xmlns:a16="http://schemas.microsoft.com/office/drawing/2014/main" id="{A447EA91-7DD2-CD7E-01F6-A93BE007EAE7}"/>
              </a:ext>
            </a:extLst>
          </p:cNvPr>
          <p:cNvGrpSpPr/>
          <p:nvPr/>
        </p:nvGrpSpPr>
        <p:grpSpPr>
          <a:xfrm>
            <a:off x="5487007" y="1348693"/>
            <a:ext cx="4750302" cy="4149130"/>
            <a:chOff x="5925157" y="1348693"/>
            <a:chExt cx="4750302" cy="4149130"/>
          </a:xfrm>
        </p:grpSpPr>
        <p:pic>
          <p:nvPicPr>
            <p:cNvPr id="16" name="图片 15">
              <a:extLst>
                <a:ext uri="{FF2B5EF4-FFF2-40B4-BE49-F238E27FC236}">
                  <a16:creationId xmlns:a16="http://schemas.microsoft.com/office/drawing/2014/main" id="{35695A27-2FF9-6ABA-DD57-6D4A61361C5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925157" y="1348693"/>
              <a:ext cx="2687700" cy="2080307"/>
            </a:xfrm>
            <a:prstGeom prst="rect">
              <a:avLst/>
            </a:prstGeom>
            <a:ln>
              <a:noFill/>
            </a:ln>
            <a:effectLst>
              <a:outerShdw blurRad="190500" algn="tl" rotWithShape="0">
                <a:srgbClr val="000000">
                  <a:alpha val="70000"/>
                </a:srgbClr>
              </a:outerShdw>
            </a:effectLst>
          </p:spPr>
        </p:pic>
        <p:pic>
          <p:nvPicPr>
            <p:cNvPr id="18" name="图片 17">
              <a:extLst>
                <a:ext uri="{FF2B5EF4-FFF2-40B4-BE49-F238E27FC236}">
                  <a16:creationId xmlns:a16="http://schemas.microsoft.com/office/drawing/2014/main" id="{D7E148E7-6DD9-48E1-4B2F-CD85E68AB96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982075" y="1352502"/>
              <a:ext cx="1693384" cy="2324148"/>
            </a:xfrm>
            <a:prstGeom prst="rect">
              <a:avLst/>
            </a:prstGeom>
            <a:ln>
              <a:noFill/>
            </a:ln>
            <a:effectLst>
              <a:outerShdw blurRad="190500" algn="tl" rotWithShape="0">
                <a:srgbClr val="000000">
                  <a:alpha val="70000"/>
                </a:srgbClr>
              </a:outerShdw>
            </a:effectLst>
          </p:spPr>
        </p:pic>
        <p:pic>
          <p:nvPicPr>
            <p:cNvPr id="20" name="图片 19">
              <a:extLst>
                <a:ext uri="{FF2B5EF4-FFF2-40B4-BE49-F238E27FC236}">
                  <a16:creationId xmlns:a16="http://schemas.microsoft.com/office/drawing/2014/main" id="{460BA224-D810-65E0-F6F4-F52B608348A2}"/>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925157" y="3793688"/>
              <a:ext cx="2684840" cy="1704135"/>
            </a:xfrm>
            <a:prstGeom prst="rect">
              <a:avLst/>
            </a:prstGeom>
            <a:ln>
              <a:noFill/>
            </a:ln>
            <a:effectLst>
              <a:outerShdw blurRad="190500" algn="tl" rotWithShape="0">
                <a:srgbClr val="000000">
                  <a:alpha val="70000"/>
                </a:srgbClr>
              </a:outerShdw>
            </a:effectLst>
          </p:spPr>
        </p:pic>
        <p:pic>
          <p:nvPicPr>
            <p:cNvPr id="22" name="图片 21">
              <a:extLst>
                <a:ext uri="{FF2B5EF4-FFF2-40B4-BE49-F238E27FC236}">
                  <a16:creationId xmlns:a16="http://schemas.microsoft.com/office/drawing/2014/main" id="{F35CCC55-5C72-5A41-1DDA-C5812689082A}"/>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8973396" y="4041338"/>
              <a:ext cx="1702063" cy="1434640"/>
            </a:xfrm>
            <a:prstGeom prst="rect">
              <a:avLst/>
            </a:prstGeom>
            <a:ln>
              <a:noFill/>
            </a:ln>
            <a:effectLst>
              <a:outerShdw blurRad="190500" algn="tl" rotWithShape="0">
                <a:srgbClr val="000000">
                  <a:alpha val="70000"/>
                </a:srgbClr>
              </a:outerShdw>
            </a:effectLst>
          </p:spPr>
        </p:pic>
      </p:grpSp>
    </p:spTree>
    <p:extLst>
      <p:ext uri="{BB962C8B-B14F-4D97-AF65-F5344CB8AC3E}">
        <p14:creationId xmlns:p14="http://schemas.microsoft.com/office/powerpoint/2010/main" val="4024748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n-lt"/>
                <a:ea typeface="+mn-ea"/>
                <a:cs typeface="+mn-ea"/>
                <a:sym typeface="+mn-lt"/>
              </a:rPr>
              <a:t>团队合作</a:t>
            </a:r>
          </a:p>
        </p:txBody>
      </p:sp>
      <p:sp>
        <p:nvSpPr>
          <p:cNvPr id="3" name="页脚占位符 2"/>
          <p:cNvSpPr>
            <a:spLocks noGrp="1"/>
          </p:cNvSpPr>
          <p:nvPr>
            <p:ph type="ftr" sz="quarter" idx="11"/>
          </p:nvPr>
        </p:nvSpPr>
        <p:spPr/>
        <p:txBody>
          <a:bodyPr/>
          <a:lstStyle/>
          <a:p>
            <a:r>
              <a:rPr lang="zh-CN" altLang="en-US" dirty="0">
                <a:cs typeface="+mn-ea"/>
                <a:sym typeface="+mn-lt"/>
              </a:rPr>
              <a:t>课程管理系统</a:t>
            </a:r>
          </a:p>
        </p:txBody>
      </p:sp>
      <p:sp>
        <p:nvSpPr>
          <p:cNvPr id="4" name="灯片编号占位符 3"/>
          <p:cNvSpPr>
            <a:spLocks noGrp="1"/>
          </p:cNvSpPr>
          <p:nvPr>
            <p:ph type="sldNum" sz="quarter" idx="12"/>
          </p:nvPr>
        </p:nvSpPr>
        <p:spPr/>
        <p:txBody>
          <a:bodyPr/>
          <a:lstStyle/>
          <a:p>
            <a:fld id="{5DD3DB80-B894-403A-B48E-6FDC1A72010E}" type="slidenum">
              <a:rPr lang="zh-CN" altLang="en-US" b="1" smtClean="0">
                <a:solidFill>
                  <a:schemeClr val="tx1"/>
                </a:solidFill>
                <a:cs typeface="+mn-ea"/>
                <a:sym typeface="+mn-lt"/>
              </a:rPr>
              <a:t>18</a:t>
            </a:fld>
            <a:endParaRPr lang="zh-CN" altLang="en-US" b="1" dirty="0">
              <a:solidFill>
                <a:schemeClr val="tx1"/>
              </a:solidFill>
              <a:cs typeface="+mn-ea"/>
              <a:sym typeface="+mn-lt"/>
            </a:endParaRPr>
          </a:p>
        </p:txBody>
      </p:sp>
      <p:grpSp>
        <p:nvGrpSpPr>
          <p:cNvPr id="5" name="组合 4"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nvGrpSpPr>
        <p:grpSpPr>
          <a:xfrm>
            <a:off x="673100" y="1554128"/>
            <a:ext cx="10845800" cy="4168845"/>
            <a:chOff x="673100" y="1554128"/>
            <a:chExt cx="10845800" cy="4168845"/>
          </a:xfrm>
        </p:grpSpPr>
        <p:grpSp>
          <p:nvGrpSpPr>
            <p:cNvPr id="6" name="组合 5"/>
            <p:cNvGrpSpPr/>
            <p:nvPr/>
          </p:nvGrpSpPr>
          <p:grpSpPr>
            <a:xfrm>
              <a:off x="673100" y="2199625"/>
              <a:ext cx="3676117" cy="993508"/>
              <a:chOff x="673100" y="2512320"/>
              <a:chExt cx="4109234" cy="993508"/>
            </a:xfrm>
          </p:grpSpPr>
          <p:sp>
            <p:nvSpPr>
              <p:cNvPr id="33" name="矩形 32"/>
              <p:cNvSpPr/>
              <p:nvPr/>
            </p:nvSpPr>
            <p:spPr bwMode="auto">
              <a:xfrm>
                <a:off x="1527164" y="2963636"/>
                <a:ext cx="3255170" cy="542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285750" indent="-285750">
                  <a:lnSpc>
                    <a:spcPct val="150000"/>
                  </a:lnSpc>
                  <a:buFont typeface="Arial" panose="020B0604020202020204" pitchFamily="34" charset="0"/>
                  <a:buChar char="•"/>
                </a:pPr>
                <a:r>
                  <a:rPr lang="zh-CN" altLang="en-US" sz="1100" dirty="0"/>
                  <a:t>明确团队的共同目标和任务</a:t>
                </a:r>
                <a:endParaRPr lang="en-US" altLang="zh-CN" sz="1100" dirty="0"/>
              </a:p>
              <a:p>
                <a:pPr marL="285750" indent="-285750">
                  <a:lnSpc>
                    <a:spcPct val="150000"/>
                  </a:lnSpc>
                  <a:buFont typeface="Arial" panose="020B0604020202020204" pitchFamily="34" charset="0"/>
                  <a:buChar char="•"/>
                </a:pPr>
                <a:r>
                  <a:rPr lang="zh-CN" altLang="en-US" sz="1100" dirty="0"/>
                  <a:t>明确团队成员的角色和职责</a:t>
                </a:r>
                <a:endParaRPr lang="en-US" altLang="zh-CN" sz="1100" dirty="0">
                  <a:cs typeface="+mn-ea"/>
                  <a:sym typeface="+mn-lt"/>
                </a:endParaRPr>
              </a:p>
            </p:txBody>
          </p:sp>
          <p:sp>
            <p:nvSpPr>
              <p:cNvPr id="34" name="文本框 33"/>
              <p:cNvSpPr txBox="1"/>
              <p:nvPr/>
            </p:nvSpPr>
            <p:spPr bwMode="auto">
              <a:xfrm>
                <a:off x="673100" y="2512320"/>
                <a:ext cx="3255170" cy="38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eaLnBrk="1" hangingPunct="1">
                  <a:lnSpc>
                    <a:spcPct val="100000"/>
                  </a:lnSpc>
                  <a:spcBef>
                    <a:spcPct val="0"/>
                  </a:spcBef>
                  <a:buFontTx/>
                  <a:buNone/>
                </a:pPr>
                <a:r>
                  <a:rPr lang="zh-CN" altLang="en-US" sz="2000" b="1" dirty="0">
                    <a:cs typeface="+mn-ea"/>
                    <a:sym typeface="+mn-lt"/>
                  </a:rPr>
                  <a:t>合理分工</a:t>
                </a:r>
                <a:endParaRPr lang="en-US" altLang="zh-CN" sz="2000" b="1" dirty="0">
                  <a:cs typeface="+mn-ea"/>
                  <a:sym typeface="+mn-lt"/>
                </a:endParaRPr>
              </a:p>
            </p:txBody>
          </p:sp>
        </p:grpSp>
        <p:grpSp>
          <p:nvGrpSpPr>
            <p:cNvPr id="7" name="组合 6"/>
            <p:cNvGrpSpPr/>
            <p:nvPr/>
          </p:nvGrpSpPr>
          <p:grpSpPr>
            <a:xfrm>
              <a:off x="1484765" y="3929124"/>
              <a:ext cx="3814656" cy="917526"/>
              <a:chOff x="673100" y="2512320"/>
              <a:chExt cx="4264096" cy="917526"/>
            </a:xfrm>
          </p:grpSpPr>
          <p:sp>
            <p:nvSpPr>
              <p:cNvPr id="31" name="矩形 30"/>
              <p:cNvSpPr/>
              <p:nvPr/>
            </p:nvSpPr>
            <p:spPr bwMode="auto">
              <a:xfrm>
                <a:off x="1682026" y="2887654"/>
                <a:ext cx="3255170" cy="542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285750" indent="-285750">
                  <a:lnSpc>
                    <a:spcPct val="150000"/>
                  </a:lnSpc>
                  <a:buFont typeface="Arial" panose="020B0604020202020204" pitchFamily="34" charset="0"/>
                  <a:buChar char="•"/>
                </a:pPr>
                <a:r>
                  <a:rPr lang="zh-CN" altLang="en-US" sz="1100" dirty="0">
                    <a:cs typeface="+mn-ea"/>
                    <a:sym typeface="+mn-lt"/>
                  </a:rPr>
                  <a:t>定期举行友好交流的协调会议</a:t>
                </a:r>
                <a:endParaRPr lang="en-US" altLang="zh-CN" sz="1100" dirty="0">
                  <a:cs typeface="+mn-ea"/>
                  <a:sym typeface="+mn-lt"/>
                </a:endParaRPr>
              </a:p>
              <a:p>
                <a:pPr marL="285750" indent="-285750">
                  <a:lnSpc>
                    <a:spcPct val="150000"/>
                  </a:lnSpc>
                  <a:buFont typeface="Arial" panose="020B0604020202020204" pitchFamily="34" charset="0"/>
                  <a:buChar char="•"/>
                </a:pPr>
                <a:r>
                  <a:rPr lang="zh-CN" altLang="en-US" sz="1100" dirty="0">
                    <a:cs typeface="+mn-ea"/>
                    <a:sym typeface="+mn-lt"/>
                  </a:rPr>
                  <a:t>定期进行工作内容汇报</a:t>
                </a:r>
                <a:endParaRPr lang="en-US" altLang="zh-CN" sz="1100" dirty="0">
                  <a:cs typeface="+mn-ea"/>
                  <a:sym typeface="+mn-lt"/>
                </a:endParaRPr>
              </a:p>
            </p:txBody>
          </p:sp>
          <p:sp>
            <p:nvSpPr>
              <p:cNvPr id="32" name="文本框 31"/>
              <p:cNvSpPr txBox="1"/>
              <p:nvPr/>
            </p:nvSpPr>
            <p:spPr bwMode="auto">
              <a:xfrm>
                <a:off x="673100" y="2512320"/>
                <a:ext cx="3255170" cy="38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eaLnBrk="1" hangingPunct="1">
                  <a:lnSpc>
                    <a:spcPct val="100000"/>
                  </a:lnSpc>
                  <a:spcBef>
                    <a:spcPct val="0"/>
                  </a:spcBef>
                  <a:buFontTx/>
                  <a:buNone/>
                </a:pPr>
                <a:r>
                  <a:rPr lang="zh-CN" altLang="en-US" sz="2000" b="1" dirty="0">
                    <a:cs typeface="+mn-ea"/>
                    <a:sym typeface="+mn-lt"/>
                  </a:rPr>
                  <a:t>例会开展</a:t>
                </a:r>
                <a:endParaRPr lang="en-US" altLang="zh-CN" sz="2000" b="1" dirty="0">
                  <a:cs typeface="+mn-ea"/>
                  <a:sym typeface="+mn-lt"/>
                </a:endParaRPr>
              </a:p>
            </p:txBody>
          </p:sp>
        </p:grpSp>
        <p:grpSp>
          <p:nvGrpSpPr>
            <p:cNvPr id="8" name="组合 7"/>
            <p:cNvGrpSpPr/>
            <p:nvPr/>
          </p:nvGrpSpPr>
          <p:grpSpPr>
            <a:xfrm>
              <a:off x="7996116" y="2664519"/>
              <a:ext cx="2912072" cy="929789"/>
              <a:chOff x="673100" y="2512320"/>
              <a:chExt cx="3255170" cy="929789"/>
            </a:xfrm>
          </p:grpSpPr>
          <p:sp>
            <p:nvSpPr>
              <p:cNvPr id="29" name="矩形 28"/>
              <p:cNvSpPr/>
              <p:nvPr/>
            </p:nvSpPr>
            <p:spPr bwMode="auto">
              <a:xfrm>
                <a:off x="673100" y="2899917"/>
                <a:ext cx="3255170" cy="542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285750" indent="-285750">
                  <a:lnSpc>
                    <a:spcPct val="150000"/>
                  </a:lnSpc>
                  <a:buFont typeface="Arial" panose="020B0604020202020204" pitchFamily="34" charset="0"/>
                  <a:buChar char="•"/>
                </a:pPr>
                <a:r>
                  <a:rPr lang="zh-CN" altLang="en-US" sz="1100" dirty="0"/>
                  <a:t>团队成员积极分享经验和教训</a:t>
                </a:r>
                <a:endParaRPr lang="en-US" altLang="zh-CN" sz="1100" dirty="0"/>
              </a:p>
              <a:p>
                <a:pPr marL="285750" indent="-285750">
                  <a:lnSpc>
                    <a:spcPct val="150000"/>
                  </a:lnSpc>
                  <a:buFont typeface="Arial" panose="020B0604020202020204" pitchFamily="34" charset="0"/>
                  <a:buChar char="•"/>
                </a:pPr>
                <a:r>
                  <a:rPr lang="zh-CN" altLang="en-US" sz="1100" dirty="0">
                    <a:cs typeface="+mn-ea"/>
                    <a:sym typeface="+mn-lt"/>
                  </a:rPr>
                  <a:t>开发过程中共同解决开发难题</a:t>
                </a:r>
                <a:endParaRPr lang="en-US" altLang="zh-CN" sz="1100" dirty="0">
                  <a:cs typeface="+mn-ea"/>
                  <a:sym typeface="+mn-lt"/>
                </a:endParaRPr>
              </a:p>
            </p:txBody>
          </p:sp>
          <p:sp>
            <p:nvSpPr>
              <p:cNvPr id="30" name="文本框 29"/>
              <p:cNvSpPr txBox="1"/>
              <p:nvPr/>
            </p:nvSpPr>
            <p:spPr bwMode="auto">
              <a:xfrm>
                <a:off x="673100" y="2512320"/>
                <a:ext cx="3255170" cy="38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buFontTx/>
                  <a:buNone/>
                </a:pPr>
                <a:r>
                  <a:rPr lang="zh-CN" altLang="en-US" sz="2000" b="1" dirty="0">
                    <a:cs typeface="+mn-ea"/>
                    <a:sym typeface="+mn-lt"/>
                  </a:rPr>
                  <a:t>团队互助</a:t>
                </a:r>
                <a:endParaRPr lang="en-US" altLang="zh-CN" sz="2000" b="1" dirty="0">
                  <a:cs typeface="+mn-ea"/>
                  <a:sym typeface="+mn-lt"/>
                </a:endParaRPr>
              </a:p>
            </p:txBody>
          </p:sp>
        </p:grpSp>
        <p:grpSp>
          <p:nvGrpSpPr>
            <p:cNvPr id="9" name="组合 8"/>
            <p:cNvGrpSpPr/>
            <p:nvPr/>
          </p:nvGrpSpPr>
          <p:grpSpPr>
            <a:xfrm>
              <a:off x="8606828" y="4156909"/>
              <a:ext cx="2912072" cy="929789"/>
              <a:chOff x="673100" y="2512320"/>
              <a:chExt cx="3255170" cy="929789"/>
            </a:xfrm>
          </p:grpSpPr>
          <p:sp>
            <p:nvSpPr>
              <p:cNvPr id="27" name="矩形 26"/>
              <p:cNvSpPr/>
              <p:nvPr/>
            </p:nvSpPr>
            <p:spPr bwMode="auto">
              <a:xfrm>
                <a:off x="673100" y="2899917"/>
                <a:ext cx="3255170" cy="542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285750" indent="-285750">
                  <a:lnSpc>
                    <a:spcPct val="150000"/>
                  </a:lnSpc>
                  <a:buFont typeface="Arial" panose="020B0604020202020204" pitchFamily="34" charset="0"/>
                  <a:buChar char="•"/>
                </a:pPr>
                <a:r>
                  <a:rPr lang="zh-CN" altLang="en-US" sz="1100" dirty="0">
                    <a:cs typeface="+mn-ea"/>
                    <a:sym typeface="+mn-lt"/>
                  </a:rPr>
                  <a:t>积极融洽的团队氛围</a:t>
                </a:r>
                <a:endParaRPr lang="en-US" altLang="zh-CN" sz="1100" dirty="0">
                  <a:cs typeface="+mn-ea"/>
                  <a:sym typeface="+mn-lt"/>
                </a:endParaRPr>
              </a:p>
              <a:p>
                <a:pPr marL="285750" indent="-285750">
                  <a:lnSpc>
                    <a:spcPct val="150000"/>
                  </a:lnSpc>
                  <a:buFont typeface="Arial" panose="020B0604020202020204" pitchFamily="34" charset="0"/>
                  <a:buChar char="•"/>
                </a:pPr>
                <a:r>
                  <a:rPr lang="zh-CN" altLang="en-US" sz="1100" dirty="0">
                    <a:cs typeface="+mn-ea"/>
                    <a:sym typeface="+mn-lt"/>
                  </a:rPr>
                  <a:t>合理协调工作安排，确保项目进度</a:t>
                </a:r>
                <a:endParaRPr lang="en-US" altLang="zh-CN" sz="1100" dirty="0">
                  <a:cs typeface="+mn-ea"/>
                  <a:sym typeface="+mn-lt"/>
                </a:endParaRPr>
              </a:p>
            </p:txBody>
          </p:sp>
          <p:sp>
            <p:nvSpPr>
              <p:cNvPr id="28" name="文本框 27"/>
              <p:cNvSpPr txBox="1"/>
              <p:nvPr/>
            </p:nvSpPr>
            <p:spPr bwMode="auto">
              <a:xfrm>
                <a:off x="673100" y="2512320"/>
                <a:ext cx="3255170" cy="38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buFontTx/>
                  <a:buNone/>
                </a:pPr>
                <a:r>
                  <a:rPr lang="zh-CN" altLang="en-US" sz="2000" b="1" dirty="0">
                    <a:cs typeface="+mn-ea"/>
                    <a:sym typeface="+mn-lt"/>
                  </a:rPr>
                  <a:t>团队氛围</a:t>
                </a:r>
                <a:endParaRPr lang="en-US" altLang="zh-CN" sz="2000" b="1" dirty="0">
                  <a:cs typeface="+mn-ea"/>
                  <a:sym typeface="+mn-lt"/>
                </a:endParaRPr>
              </a:p>
            </p:txBody>
          </p:sp>
        </p:grpSp>
        <p:cxnSp>
          <p:nvCxnSpPr>
            <p:cNvPr id="10" name="直接连接符 9"/>
            <p:cNvCxnSpPr>
              <a:stCxn id="24" idx="6"/>
            </p:cNvCxnSpPr>
            <p:nvPr/>
          </p:nvCxnSpPr>
          <p:spPr>
            <a:xfrm flipH="1" flipV="1">
              <a:off x="673100" y="3594308"/>
              <a:ext cx="4118161"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11" name="直接连接符 10"/>
            <p:cNvCxnSpPr>
              <a:stCxn id="22" idx="3"/>
            </p:cNvCxnSpPr>
            <p:nvPr/>
          </p:nvCxnSpPr>
          <p:spPr>
            <a:xfrm flipV="1">
              <a:off x="7750490" y="3780035"/>
              <a:ext cx="3768410"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12" name="组合 11"/>
            <p:cNvGrpSpPr/>
            <p:nvPr/>
          </p:nvGrpSpPr>
          <p:grpSpPr>
            <a:xfrm>
              <a:off x="4055430" y="1554128"/>
              <a:ext cx="4282094" cy="4168845"/>
              <a:chOff x="4055430" y="1554128"/>
              <a:chExt cx="4282094" cy="4168845"/>
            </a:xfrm>
          </p:grpSpPr>
          <p:grpSp>
            <p:nvGrpSpPr>
              <p:cNvPr id="13" name="组合 12"/>
              <p:cNvGrpSpPr/>
              <p:nvPr/>
            </p:nvGrpSpPr>
            <p:grpSpPr>
              <a:xfrm>
                <a:off x="4055430" y="1554128"/>
                <a:ext cx="2049234" cy="2247213"/>
                <a:chOff x="4055430" y="1554128"/>
                <a:chExt cx="2049234" cy="2247213"/>
              </a:xfrm>
            </p:grpSpPr>
            <p:sp>
              <p:nvSpPr>
                <p:cNvPr id="25" name="任意多边形: 形状 24"/>
                <p:cNvSpPr/>
                <p:nvPr/>
              </p:nvSpPr>
              <p:spPr>
                <a:xfrm>
                  <a:off x="4055430" y="1554128"/>
                  <a:ext cx="1910851" cy="2247213"/>
                </a:xfrm>
                <a:custGeom>
                  <a:avLst/>
                  <a:gdLst>
                    <a:gd name="connsiteX0" fmla="*/ 791776 w 3331708"/>
                    <a:gd name="connsiteY0" fmla="*/ 0 h 3918181"/>
                    <a:gd name="connsiteX1" fmla="*/ 1657038 w 3331708"/>
                    <a:gd name="connsiteY1" fmla="*/ 347417 h 3918181"/>
                    <a:gd name="connsiteX2" fmla="*/ 2836328 w 3331708"/>
                    <a:gd name="connsiteY2" fmla="*/ 470380 h 3918181"/>
                    <a:gd name="connsiteX3" fmla="*/ 2765076 w 3331708"/>
                    <a:gd name="connsiteY3" fmla="*/ 793937 h 3918181"/>
                    <a:gd name="connsiteX4" fmla="*/ 2748910 w 3331708"/>
                    <a:gd name="connsiteY4" fmla="*/ 796151 h 3918181"/>
                    <a:gd name="connsiteX5" fmla="*/ 2446939 w 3331708"/>
                    <a:gd name="connsiteY5" fmla="*/ 925100 h 3918181"/>
                    <a:gd name="connsiteX6" fmla="*/ 3331708 w 3331708"/>
                    <a:gd name="connsiteY6" fmla="*/ 3010780 h 3918181"/>
                    <a:gd name="connsiteX7" fmla="*/ 1206774 w 3331708"/>
                    <a:gd name="connsiteY7" fmla="*/ 3918181 h 3918181"/>
                    <a:gd name="connsiteX8" fmla="*/ 314437 w 3331708"/>
                    <a:gd name="connsiteY8" fmla="*/ 1837689 h 3918181"/>
                    <a:gd name="connsiteX9" fmla="*/ 0 w 3331708"/>
                    <a:gd name="connsiteY9" fmla="*/ 1971962 h 3918181"/>
                    <a:gd name="connsiteX10" fmla="*/ 14734 w 3331708"/>
                    <a:gd name="connsiteY10" fmla="*/ 1935268 h 3918181"/>
                    <a:gd name="connsiteX11" fmla="*/ 78730 w 3331708"/>
                    <a:gd name="connsiteY11" fmla="*/ 1646908 h 3918181"/>
                    <a:gd name="connsiteX12" fmla="*/ 145006 w 3331708"/>
                    <a:gd name="connsiteY12" fmla="*/ 1610817 h 3918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31708" h="3918181">
                      <a:moveTo>
                        <a:pt x="791776" y="0"/>
                      </a:moveTo>
                      <a:lnTo>
                        <a:pt x="1657038" y="347417"/>
                      </a:lnTo>
                      <a:lnTo>
                        <a:pt x="2836328" y="470380"/>
                      </a:lnTo>
                      <a:cubicBezTo>
                        <a:pt x="2809347" y="575912"/>
                        <a:pt x="2792057" y="688405"/>
                        <a:pt x="2765076" y="793937"/>
                      </a:cubicBezTo>
                      <a:lnTo>
                        <a:pt x="2748910" y="796151"/>
                      </a:lnTo>
                      <a:lnTo>
                        <a:pt x="2446939" y="925100"/>
                      </a:lnTo>
                      <a:lnTo>
                        <a:pt x="3331708" y="3010780"/>
                      </a:lnTo>
                      <a:lnTo>
                        <a:pt x="1206774" y="3918181"/>
                      </a:lnTo>
                      <a:lnTo>
                        <a:pt x="314437" y="1837689"/>
                      </a:lnTo>
                      <a:lnTo>
                        <a:pt x="0" y="1971962"/>
                      </a:lnTo>
                      <a:lnTo>
                        <a:pt x="14734" y="1935268"/>
                      </a:lnTo>
                      <a:lnTo>
                        <a:pt x="78730" y="1646908"/>
                      </a:lnTo>
                      <a:lnTo>
                        <a:pt x="145006" y="161081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id-ID">
                    <a:cs typeface="+mn-ea"/>
                    <a:sym typeface="+mn-lt"/>
                  </a:endParaRPr>
                </a:p>
              </p:txBody>
            </p:sp>
            <p:sp>
              <p:nvSpPr>
                <p:cNvPr id="26" name="任意多边形: 形状 25"/>
                <p:cNvSpPr/>
                <p:nvPr/>
              </p:nvSpPr>
              <p:spPr bwMode="auto">
                <a:xfrm rot="1312577" flipH="1">
                  <a:off x="4109416" y="1669128"/>
                  <a:ext cx="1995248" cy="1996708"/>
                </a:xfrm>
                <a:custGeom>
                  <a:avLst/>
                  <a:gdLst>
                    <a:gd name="T0" fmla="*/ 1367 w 1367"/>
                    <a:gd name="T1" fmla="*/ 0 h 1368"/>
                    <a:gd name="T2" fmla="*/ 533 w 1367"/>
                    <a:gd name="T3" fmla="*/ 0 h 1368"/>
                    <a:gd name="T4" fmla="*/ 628 w 1367"/>
                    <a:gd name="T5" fmla="*/ 95 h 1368"/>
                    <a:gd name="T6" fmla="*/ 0 w 1367"/>
                    <a:gd name="T7" fmla="*/ 726 h 1368"/>
                    <a:gd name="T8" fmla="*/ 642 w 1367"/>
                    <a:gd name="T9" fmla="*/ 1368 h 1368"/>
                    <a:gd name="T10" fmla="*/ 1272 w 1367"/>
                    <a:gd name="T11" fmla="*/ 740 h 1368"/>
                    <a:gd name="T12" fmla="*/ 1367 w 1367"/>
                    <a:gd name="T13" fmla="*/ 835 h 1368"/>
                    <a:gd name="T14" fmla="*/ 1367 w 1367"/>
                    <a:gd name="T15" fmla="*/ 0 h 13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67" h="1368">
                      <a:moveTo>
                        <a:pt x="1367" y="0"/>
                      </a:moveTo>
                      <a:lnTo>
                        <a:pt x="533" y="0"/>
                      </a:lnTo>
                      <a:lnTo>
                        <a:pt x="628" y="95"/>
                      </a:lnTo>
                      <a:lnTo>
                        <a:pt x="0" y="726"/>
                      </a:lnTo>
                      <a:lnTo>
                        <a:pt x="642" y="1368"/>
                      </a:lnTo>
                      <a:lnTo>
                        <a:pt x="1272" y="740"/>
                      </a:lnTo>
                      <a:lnTo>
                        <a:pt x="1367" y="835"/>
                      </a:lnTo>
                      <a:lnTo>
                        <a:pt x="1367" y="0"/>
                      </a:lnTo>
                      <a:close/>
                    </a:path>
                  </a:pathLst>
                </a:custGeom>
                <a:solidFill>
                  <a:schemeClr val="accent2"/>
                </a:solidFill>
                <a:ln>
                  <a:solidFill>
                    <a:schemeClr val="accent2"/>
                  </a:solidFill>
                </a:ln>
                <a:effectLst/>
              </p:spPr>
              <p:txBody>
                <a:bodyPr vert="horz" wrap="square" lIns="91440" tIns="45720" rIns="91440" bIns="45720" numCol="1" anchor="t" anchorCtr="0" compatLnSpc="1">
                  <a:norm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id-ID">
                    <a:cs typeface="+mn-ea"/>
                    <a:sym typeface="+mn-lt"/>
                  </a:endParaRPr>
                </a:p>
              </p:txBody>
            </p:sp>
          </p:grpSp>
          <p:grpSp>
            <p:nvGrpSpPr>
              <p:cNvPr id="14" name="组合 13"/>
              <p:cNvGrpSpPr/>
              <p:nvPr/>
            </p:nvGrpSpPr>
            <p:grpSpPr>
              <a:xfrm>
                <a:off x="4722864" y="3029000"/>
                <a:ext cx="1877022" cy="1995128"/>
                <a:chOff x="4722864" y="3029000"/>
                <a:chExt cx="1877022" cy="1995128"/>
              </a:xfrm>
            </p:grpSpPr>
            <p:sp>
              <p:nvSpPr>
                <p:cNvPr id="23" name="任意多边形: 形状 22"/>
                <p:cNvSpPr/>
                <p:nvPr/>
              </p:nvSpPr>
              <p:spPr>
                <a:xfrm>
                  <a:off x="4747557" y="3280916"/>
                  <a:ext cx="1787361" cy="1743212"/>
                </a:xfrm>
                <a:custGeom>
                  <a:avLst/>
                  <a:gdLst>
                    <a:gd name="connsiteX0" fmla="*/ 2124934 w 3116395"/>
                    <a:gd name="connsiteY0" fmla="*/ 0 h 3039420"/>
                    <a:gd name="connsiteX1" fmla="*/ 2851766 w 3116395"/>
                    <a:gd name="connsiteY1" fmla="*/ 1694779 h 3039420"/>
                    <a:gd name="connsiteX2" fmla="*/ 2916553 w 3116395"/>
                    <a:gd name="connsiteY2" fmla="*/ 1696356 h 3039420"/>
                    <a:gd name="connsiteX3" fmla="*/ 3115669 w 3116395"/>
                    <a:gd name="connsiteY3" fmla="*/ 1806558 h 3039420"/>
                    <a:gd name="connsiteX4" fmla="*/ 3036985 w 3116395"/>
                    <a:gd name="connsiteY4" fmla="*/ 2129577 h 3039420"/>
                    <a:gd name="connsiteX5" fmla="*/ 3035720 w 3116395"/>
                    <a:gd name="connsiteY5" fmla="*/ 2127403 h 3039420"/>
                    <a:gd name="connsiteX6" fmla="*/ 904556 w 3116395"/>
                    <a:gd name="connsiteY6" fmla="*/ 3039420 h 3039420"/>
                    <a:gd name="connsiteX7" fmla="*/ 0 w 3116395"/>
                    <a:gd name="connsiteY7" fmla="*/ 907401 h 3039420"/>
                    <a:gd name="connsiteX8" fmla="*/ 3504 w 3116395"/>
                    <a:gd name="connsiteY8" fmla="*/ 905905 h 3039420"/>
                    <a:gd name="connsiteX9" fmla="*/ 2011 w 3116395"/>
                    <a:gd name="connsiteY9" fmla="*/ 905199 h 3039420"/>
                    <a:gd name="connsiteX10" fmla="*/ 79581 w 3116395"/>
                    <a:gd name="connsiteY10" fmla="*/ 581660 h 3039420"/>
                    <a:gd name="connsiteX11" fmla="*/ 656468 w 3116395"/>
                    <a:gd name="connsiteY11" fmla="*/ 627072 h 3039420"/>
                    <a:gd name="connsiteX12" fmla="*/ 860565 w 3116395"/>
                    <a:gd name="connsiteY12" fmla="*/ 539917 h 3039420"/>
                    <a:gd name="connsiteX13" fmla="*/ 975302 w 3116395"/>
                    <a:gd name="connsiteY13" fmla="*/ 254160 h 3039420"/>
                    <a:gd name="connsiteX14" fmla="*/ 1261059 w 3116395"/>
                    <a:gd name="connsiteY14" fmla="*/ 368896 h 3039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116395" h="3039420">
                      <a:moveTo>
                        <a:pt x="2124934" y="0"/>
                      </a:moveTo>
                      <a:lnTo>
                        <a:pt x="2851766" y="1694779"/>
                      </a:lnTo>
                      <a:lnTo>
                        <a:pt x="2916553" y="1696356"/>
                      </a:lnTo>
                      <a:cubicBezTo>
                        <a:pt x="3035150" y="1703781"/>
                        <a:pt x="3125459" y="1728372"/>
                        <a:pt x="3115669" y="1806558"/>
                      </a:cubicBezTo>
                      <a:lnTo>
                        <a:pt x="3036985" y="2129577"/>
                      </a:lnTo>
                      <a:lnTo>
                        <a:pt x="3035720" y="2127403"/>
                      </a:lnTo>
                      <a:lnTo>
                        <a:pt x="904556" y="3039420"/>
                      </a:lnTo>
                      <a:lnTo>
                        <a:pt x="0" y="907401"/>
                      </a:lnTo>
                      <a:lnTo>
                        <a:pt x="3504" y="905905"/>
                      </a:lnTo>
                      <a:lnTo>
                        <a:pt x="2011" y="905199"/>
                      </a:lnTo>
                      <a:lnTo>
                        <a:pt x="79581" y="581660"/>
                      </a:lnTo>
                      <a:lnTo>
                        <a:pt x="656468" y="627072"/>
                      </a:lnTo>
                      <a:lnTo>
                        <a:pt x="860565" y="539917"/>
                      </a:lnTo>
                      <a:lnTo>
                        <a:pt x="975302" y="254160"/>
                      </a:lnTo>
                      <a:lnTo>
                        <a:pt x="1261059" y="368896"/>
                      </a:lnTo>
                      <a:close/>
                    </a:path>
                  </a:pathLst>
                </a:cu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id-ID">
                    <a:cs typeface="+mn-ea"/>
                    <a:sym typeface="+mn-lt"/>
                  </a:endParaRPr>
                </a:p>
              </p:txBody>
            </p:sp>
            <p:sp>
              <p:nvSpPr>
                <p:cNvPr id="24" name="任意多边形: 形状 23"/>
                <p:cNvSpPr/>
                <p:nvPr/>
              </p:nvSpPr>
              <p:spPr bwMode="auto">
                <a:xfrm rot="1312577" flipH="1">
                  <a:off x="4722864" y="3029000"/>
                  <a:ext cx="1877022" cy="1878483"/>
                </a:xfrm>
                <a:custGeom>
                  <a:avLst/>
                  <a:gdLst>
                    <a:gd name="T0" fmla="*/ 1026 w 1286"/>
                    <a:gd name="T1" fmla="*/ 382 h 1287"/>
                    <a:gd name="T2" fmla="*/ 1026 w 1286"/>
                    <a:gd name="T3" fmla="*/ 261 h 1287"/>
                    <a:gd name="T4" fmla="*/ 905 w 1286"/>
                    <a:gd name="T5" fmla="*/ 261 h 1287"/>
                    <a:gd name="T6" fmla="*/ 644 w 1286"/>
                    <a:gd name="T7" fmla="*/ 0 h 1287"/>
                    <a:gd name="T8" fmla="*/ 0 w 1286"/>
                    <a:gd name="T9" fmla="*/ 642 h 1287"/>
                    <a:gd name="T10" fmla="*/ 644 w 1286"/>
                    <a:gd name="T11" fmla="*/ 1287 h 1287"/>
                    <a:gd name="T12" fmla="*/ 1286 w 1286"/>
                    <a:gd name="T13" fmla="*/ 642 h 1287"/>
                    <a:gd name="T14" fmla="*/ 1026 w 1286"/>
                    <a:gd name="T15" fmla="*/ 382 h 128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86" h="1287">
                      <a:moveTo>
                        <a:pt x="1026" y="382"/>
                      </a:moveTo>
                      <a:lnTo>
                        <a:pt x="1026" y="261"/>
                      </a:lnTo>
                      <a:lnTo>
                        <a:pt x="905" y="261"/>
                      </a:lnTo>
                      <a:lnTo>
                        <a:pt x="644" y="0"/>
                      </a:lnTo>
                      <a:lnTo>
                        <a:pt x="0" y="642"/>
                      </a:lnTo>
                      <a:lnTo>
                        <a:pt x="644" y="1287"/>
                      </a:lnTo>
                      <a:lnTo>
                        <a:pt x="1286" y="642"/>
                      </a:lnTo>
                      <a:lnTo>
                        <a:pt x="1026" y="382"/>
                      </a:lnTo>
                      <a:close/>
                    </a:path>
                  </a:pathLst>
                </a:custGeom>
                <a:solidFill>
                  <a:schemeClr val="accent4"/>
                </a:solidFill>
                <a:ln>
                  <a:solidFill>
                    <a:schemeClr val="accent4"/>
                  </a:solidFill>
                </a:ln>
                <a:effectLst/>
              </p:spPr>
              <p:txBody>
                <a:bodyPr vert="horz" wrap="square" lIns="91440" tIns="45720" rIns="91440" bIns="45720" numCol="1" anchor="t" anchorCtr="0" compatLnSpc="1">
                  <a:normAutofit/>
                </a:bodyPr>
                <a:lstStyle/>
                <a:p>
                  <a:endParaRPr lang="id-ID">
                    <a:cs typeface="+mn-ea"/>
                    <a:sym typeface="+mn-lt"/>
                  </a:endParaRPr>
                </a:p>
              </p:txBody>
            </p:sp>
          </p:grpSp>
          <p:sp>
            <p:nvSpPr>
              <p:cNvPr id="15" name="任意多边形: 形状 14"/>
              <p:cNvSpPr/>
              <p:nvPr/>
            </p:nvSpPr>
            <p:spPr bwMode="auto">
              <a:xfrm rot="1312577" flipH="1">
                <a:off x="5942728" y="2507051"/>
                <a:ext cx="1875562" cy="1875562"/>
              </a:xfrm>
              <a:custGeom>
                <a:avLst/>
                <a:gdLst>
                  <a:gd name="T0" fmla="*/ 1020 w 1285"/>
                  <a:gd name="T1" fmla="*/ 906 h 1285"/>
                  <a:gd name="T2" fmla="*/ 1285 w 1285"/>
                  <a:gd name="T3" fmla="*/ 643 h 1285"/>
                  <a:gd name="T4" fmla="*/ 641 w 1285"/>
                  <a:gd name="T5" fmla="*/ 0 h 1285"/>
                  <a:gd name="T6" fmla="*/ 0 w 1285"/>
                  <a:gd name="T7" fmla="*/ 643 h 1285"/>
                  <a:gd name="T8" fmla="*/ 641 w 1285"/>
                  <a:gd name="T9" fmla="*/ 1285 h 1285"/>
                  <a:gd name="T10" fmla="*/ 906 w 1285"/>
                  <a:gd name="T11" fmla="*/ 1020 h 1285"/>
                  <a:gd name="T12" fmla="*/ 1020 w 1285"/>
                  <a:gd name="T13" fmla="*/ 1020 h 1285"/>
                  <a:gd name="T14" fmla="*/ 1020 w 1285"/>
                  <a:gd name="T15" fmla="*/ 906 h 12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85" h="1285">
                    <a:moveTo>
                      <a:pt x="1020" y="906"/>
                    </a:moveTo>
                    <a:lnTo>
                      <a:pt x="1285" y="643"/>
                    </a:lnTo>
                    <a:lnTo>
                      <a:pt x="641" y="0"/>
                    </a:lnTo>
                    <a:lnTo>
                      <a:pt x="0" y="643"/>
                    </a:lnTo>
                    <a:lnTo>
                      <a:pt x="641" y="1285"/>
                    </a:lnTo>
                    <a:lnTo>
                      <a:pt x="906" y="1020"/>
                    </a:lnTo>
                    <a:lnTo>
                      <a:pt x="1020" y="1020"/>
                    </a:lnTo>
                    <a:lnTo>
                      <a:pt x="1020" y="906"/>
                    </a:lnTo>
                    <a:close/>
                  </a:path>
                </a:pathLst>
              </a:custGeom>
              <a:solidFill>
                <a:schemeClr val="accent1"/>
              </a:solidFill>
              <a:ln>
                <a:solidFill>
                  <a:schemeClr val="accent1"/>
                </a:solidFill>
              </a:ln>
            </p:spPr>
            <p:txBody>
              <a:bodyPr vert="horz" wrap="square" lIns="91440" tIns="45720" rIns="91440" bIns="45720" numCol="1" anchor="t" anchorCtr="0" compatLnSpc="1">
                <a:normAutofit/>
              </a:bodyPr>
              <a:lstStyle/>
              <a:p>
                <a:endParaRPr lang="id-ID">
                  <a:cs typeface="+mn-ea"/>
                  <a:sym typeface="+mn-lt"/>
                </a:endParaRPr>
              </a:p>
            </p:txBody>
          </p:sp>
          <p:grpSp>
            <p:nvGrpSpPr>
              <p:cNvPr id="16" name="组合 15"/>
              <p:cNvGrpSpPr/>
              <p:nvPr/>
            </p:nvGrpSpPr>
            <p:grpSpPr>
              <a:xfrm>
                <a:off x="6464881" y="3727570"/>
                <a:ext cx="1872643" cy="1995403"/>
                <a:chOff x="6464881" y="3727570"/>
                <a:chExt cx="1872643" cy="1995403"/>
              </a:xfrm>
            </p:grpSpPr>
            <p:sp>
              <p:nvSpPr>
                <p:cNvPr id="21" name="任意多边形: 形状 20"/>
                <p:cNvSpPr/>
                <p:nvPr/>
              </p:nvSpPr>
              <p:spPr>
                <a:xfrm>
                  <a:off x="6489415" y="3979760"/>
                  <a:ext cx="1782081" cy="1743213"/>
                </a:xfrm>
                <a:custGeom>
                  <a:avLst/>
                  <a:gdLst>
                    <a:gd name="connsiteX0" fmla="*/ 2122572 w 3029974"/>
                    <a:gd name="connsiteY0" fmla="*/ 0 h 3039420"/>
                    <a:gd name="connsiteX1" fmla="*/ 3029974 w 3029974"/>
                    <a:gd name="connsiteY1" fmla="*/ 2124934 h 3039420"/>
                    <a:gd name="connsiteX2" fmla="*/ 902195 w 3029974"/>
                    <a:gd name="connsiteY2" fmla="*/ 3039420 h 3039420"/>
                    <a:gd name="connsiteX3" fmla="*/ 0 w 3029974"/>
                    <a:gd name="connsiteY3" fmla="*/ 908349 h 3039420"/>
                    <a:gd name="connsiteX4" fmla="*/ 2604 w 3029974"/>
                    <a:gd name="connsiteY4" fmla="*/ 907237 h 3039420"/>
                    <a:gd name="connsiteX5" fmla="*/ 83330 w 3029974"/>
                    <a:gd name="connsiteY5" fmla="*/ 583328 h 3039420"/>
                    <a:gd name="connsiteX6" fmla="*/ 445911 w 3029974"/>
                    <a:gd name="connsiteY6" fmla="*/ 717934 h 3039420"/>
                    <a:gd name="connsiteX7" fmla="*/ 860565 w 3029974"/>
                    <a:gd name="connsiteY7" fmla="*/ 540866 h 3039420"/>
                    <a:gd name="connsiteX8" fmla="*/ 975302 w 3029974"/>
                    <a:gd name="connsiteY8" fmla="*/ 255108 h 3039420"/>
                    <a:gd name="connsiteX9" fmla="*/ 1261059 w 3029974"/>
                    <a:gd name="connsiteY9" fmla="*/ 369845 h 3039420"/>
                    <a:gd name="connsiteX0-1" fmla="*/ 2122572 w 3029974"/>
                    <a:gd name="connsiteY0-2" fmla="*/ 0 h 3039420"/>
                    <a:gd name="connsiteX1-3" fmla="*/ 2922526 w 3029974"/>
                    <a:gd name="connsiteY1-4" fmla="*/ 1878470 h 3039420"/>
                    <a:gd name="connsiteX2-5" fmla="*/ 3029974 w 3029974"/>
                    <a:gd name="connsiteY2-6" fmla="*/ 2124934 h 3039420"/>
                    <a:gd name="connsiteX3-7" fmla="*/ 902195 w 3029974"/>
                    <a:gd name="connsiteY3-8" fmla="*/ 3039420 h 3039420"/>
                    <a:gd name="connsiteX4-9" fmla="*/ 0 w 3029974"/>
                    <a:gd name="connsiteY4-10" fmla="*/ 908349 h 3039420"/>
                    <a:gd name="connsiteX5-11" fmla="*/ 2604 w 3029974"/>
                    <a:gd name="connsiteY5-12" fmla="*/ 907237 h 3039420"/>
                    <a:gd name="connsiteX6-13" fmla="*/ 83330 w 3029974"/>
                    <a:gd name="connsiteY6-14" fmla="*/ 583328 h 3039420"/>
                    <a:gd name="connsiteX7-15" fmla="*/ 445911 w 3029974"/>
                    <a:gd name="connsiteY7-16" fmla="*/ 717934 h 3039420"/>
                    <a:gd name="connsiteX8-17" fmla="*/ 860565 w 3029974"/>
                    <a:gd name="connsiteY8-18" fmla="*/ 540866 h 3039420"/>
                    <a:gd name="connsiteX9-19" fmla="*/ 975302 w 3029974"/>
                    <a:gd name="connsiteY9-20" fmla="*/ 255108 h 3039420"/>
                    <a:gd name="connsiteX10" fmla="*/ 1261059 w 3029974"/>
                    <a:gd name="connsiteY10" fmla="*/ 369845 h 3039420"/>
                    <a:gd name="connsiteX11" fmla="*/ 2122572 w 3029974"/>
                    <a:gd name="connsiteY11" fmla="*/ 0 h 3039420"/>
                    <a:gd name="connsiteX0-21" fmla="*/ 2122572 w 3100709"/>
                    <a:gd name="connsiteY0-22" fmla="*/ 0 h 3039420"/>
                    <a:gd name="connsiteX1-23" fmla="*/ 3100709 w 3100709"/>
                    <a:gd name="connsiteY1-24" fmla="*/ 1797477 h 3039420"/>
                    <a:gd name="connsiteX2-25" fmla="*/ 3029974 w 3100709"/>
                    <a:gd name="connsiteY2-26" fmla="*/ 2124934 h 3039420"/>
                    <a:gd name="connsiteX3-27" fmla="*/ 902195 w 3100709"/>
                    <a:gd name="connsiteY3-28" fmla="*/ 3039420 h 3039420"/>
                    <a:gd name="connsiteX4-29" fmla="*/ 0 w 3100709"/>
                    <a:gd name="connsiteY4-30" fmla="*/ 908349 h 3039420"/>
                    <a:gd name="connsiteX5-31" fmla="*/ 2604 w 3100709"/>
                    <a:gd name="connsiteY5-32" fmla="*/ 907237 h 3039420"/>
                    <a:gd name="connsiteX6-33" fmla="*/ 83330 w 3100709"/>
                    <a:gd name="connsiteY6-34" fmla="*/ 583328 h 3039420"/>
                    <a:gd name="connsiteX7-35" fmla="*/ 445911 w 3100709"/>
                    <a:gd name="connsiteY7-36" fmla="*/ 717934 h 3039420"/>
                    <a:gd name="connsiteX8-37" fmla="*/ 860565 w 3100709"/>
                    <a:gd name="connsiteY8-38" fmla="*/ 540866 h 3039420"/>
                    <a:gd name="connsiteX9-39" fmla="*/ 975302 w 3100709"/>
                    <a:gd name="connsiteY9-40" fmla="*/ 255108 h 3039420"/>
                    <a:gd name="connsiteX10-41" fmla="*/ 1261059 w 3100709"/>
                    <a:gd name="connsiteY10-42" fmla="*/ 369845 h 3039420"/>
                    <a:gd name="connsiteX11-43" fmla="*/ 2122572 w 3100709"/>
                    <a:gd name="connsiteY11-44" fmla="*/ 0 h 3039420"/>
                    <a:gd name="connsiteX0-45" fmla="*/ 2122572 w 3094230"/>
                    <a:gd name="connsiteY0-46" fmla="*/ 0 h 3039420"/>
                    <a:gd name="connsiteX1-47" fmla="*/ 3094230 w 3094230"/>
                    <a:gd name="connsiteY1-48" fmla="*/ 1800716 h 3039420"/>
                    <a:gd name="connsiteX2-49" fmla="*/ 3029974 w 3094230"/>
                    <a:gd name="connsiteY2-50" fmla="*/ 2124934 h 3039420"/>
                    <a:gd name="connsiteX3-51" fmla="*/ 902195 w 3094230"/>
                    <a:gd name="connsiteY3-52" fmla="*/ 3039420 h 3039420"/>
                    <a:gd name="connsiteX4-53" fmla="*/ 0 w 3094230"/>
                    <a:gd name="connsiteY4-54" fmla="*/ 908349 h 3039420"/>
                    <a:gd name="connsiteX5-55" fmla="*/ 2604 w 3094230"/>
                    <a:gd name="connsiteY5-56" fmla="*/ 907237 h 3039420"/>
                    <a:gd name="connsiteX6-57" fmla="*/ 83330 w 3094230"/>
                    <a:gd name="connsiteY6-58" fmla="*/ 583328 h 3039420"/>
                    <a:gd name="connsiteX7-59" fmla="*/ 445911 w 3094230"/>
                    <a:gd name="connsiteY7-60" fmla="*/ 717934 h 3039420"/>
                    <a:gd name="connsiteX8-61" fmla="*/ 860565 w 3094230"/>
                    <a:gd name="connsiteY8-62" fmla="*/ 540866 h 3039420"/>
                    <a:gd name="connsiteX9-63" fmla="*/ 975302 w 3094230"/>
                    <a:gd name="connsiteY9-64" fmla="*/ 255108 h 3039420"/>
                    <a:gd name="connsiteX10-65" fmla="*/ 1261059 w 3094230"/>
                    <a:gd name="connsiteY10-66" fmla="*/ 369845 h 3039420"/>
                    <a:gd name="connsiteX11-67" fmla="*/ 2122572 w 3094230"/>
                    <a:gd name="connsiteY11-68" fmla="*/ 0 h 3039420"/>
                    <a:gd name="connsiteX0-69" fmla="*/ 2122572 w 3107189"/>
                    <a:gd name="connsiteY0-70" fmla="*/ 0 h 3039420"/>
                    <a:gd name="connsiteX1-71" fmla="*/ 3107189 w 3107189"/>
                    <a:gd name="connsiteY1-72" fmla="*/ 1803956 h 3039420"/>
                    <a:gd name="connsiteX2-73" fmla="*/ 3029974 w 3107189"/>
                    <a:gd name="connsiteY2-74" fmla="*/ 2124934 h 3039420"/>
                    <a:gd name="connsiteX3-75" fmla="*/ 902195 w 3107189"/>
                    <a:gd name="connsiteY3-76" fmla="*/ 3039420 h 3039420"/>
                    <a:gd name="connsiteX4-77" fmla="*/ 0 w 3107189"/>
                    <a:gd name="connsiteY4-78" fmla="*/ 908349 h 3039420"/>
                    <a:gd name="connsiteX5-79" fmla="*/ 2604 w 3107189"/>
                    <a:gd name="connsiteY5-80" fmla="*/ 907237 h 3039420"/>
                    <a:gd name="connsiteX6-81" fmla="*/ 83330 w 3107189"/>
                    <a:gd name="connsiteY6-82" fmla="*/ 583328 h 3039420"/>
                    <a:gd name="connsiteX7-83" fmla="*/ 445911 w 3107189"/>
                    <a:gd name="connsiteY7-84" fmla="*/ 717934 h 3039420"/>
                    <a:gd name="connsiteX8-85" fmla="*/ 860565 w 3107189"/>
                    <a:gd name="connsiteY8-86" fmla="*/ 540866 h 3039420"/>
                    <a:gd name="connsiteX9-87" fmla="*/ 975302 w 3107189"/>
                    <a:gd name="connsiteY9-88" fmla="*/ 255108 h 3039420"/>
                    <a:gd name="connsiteX10-89" fmla="*/ 1261059 w 3107189"/>
                    <a:gd name="connsiteY10-90" fmla="*/ 369845 h 3039420"/>
                    <a:gd name="connsiteX11-91" fmla="*/ 2122572 w 3107189"/>
                    <a:gd name="connsiteY11-92" fmla="*/ 0 h 30394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41" y="connsiteY10-42"/>
                    </a:cxn>
                    <a:cxn ang="0">
                      <a:pos x="connsiteX11-43" y="connsiteY11-44"/>
                    </a:cxn>
                  </a:cxnLst>
                  <a:rect l="l" t="t" r="r" b="b"/>
                  <a:pathLst>
                    <a:path w="3107189" h="3039420">
                      <a:moveTo>
                        <a:pt x="2122572" y="0"/>
                      </a:moveTo>
                      <a:lnTo>
                        <a:pt x="3107189" y="1803956"/>
                      </a:lnTo>
                      <a:lnTo>
                        <a:pt x="3029974" y="2124934"/>
                      </a:lnTo>
                      <a:lnTo>
                        <a:pt x="902195" y="3039420"/>
                      </a:lnTo>
                      <a:lnTo>
                        <a:pt x="0" y="908349"/>
                      </a:lnTo>
                      <a:lnTo>
                        <a:pt x="2604" y="907237"/>
                      </a:lnTo>
                      <a:lnTo>
                        <a:pt x="83330" y="583328"/>
                      </a:lnTo>
                      <a:lnTo>
                        <a:pt x="445911" y="717934"/>
                      </a:lnTo>
                      <a:lnTo>
                        <a:pt x="860565" y="540866"/>
                      </a:lnTo>
                      <a:lnTo>
                        <a:pt x="975302" y="255108"/>
                      </a:lnTo>
                      <a:lnTo>
                        <a:pt x="1261059" y="369845"/>
                      </a:lnTo>
                      <a:lnTo>
                        <a:pt x="2122572" y="0"/>
                      </a:lnTo>
                      <a:close/>
                    </a:path>
                  </a:pathLst>
                </a:cu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en-US"/>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id-ID">
                    <a:cs typeface="+mn-ea"/>
                    <a:sym typeface="+mn-lt"/>
                  </a:endParaRPr>
                </a:p>
              </p:txBody>
            </p:sp>
            <p:sp>
              <p:nvSpPr>
                <p:cNvPr id="22" name="任意多边形: 形状 21"/>
                <p:cNvSpPr/>
                <p:nvPr/>
              </p:nvSpPr>
              <p:spPr bwMode="auto">
                <a:xfrm rot="1312577" flipH="1">
                  <a:off x="6464881" y="3727570"/>
                  <a:ext cx="1872643" cy="1878483"/>
                </a:xfrm>
                <a:custGeom>
                  <a:avLst/>
                  <a:gdLst>
                    <a:gd name="T0" fmla="*/ 1023 w 1283"/>
                    <a:gd name="T1" fmla="*/ 382 h 1287"/>
                    <a:gd name="T2" fmla="*/ 1023 w 1283"/>
                    <a:gd name="T3" fmla="*/ 261 h 1287"/>
                    <a:gd name="T4" fmla="*/ 902 w 1283"/>
                    <a:gd name="T5" fmla="*/ 261 h 1287"/>
                    <a:gd name="T6" fmla="*/ 642 w 1283"/>
                    <a:gd name="T7" fmla="*/ 0 h 1287"/>
                    <a:gd name="T8" fmla="*/ 0 w 1283"/>
                    <a:gd name="T9" fmla="*/ 642 h 1287"/>
                    <a:gd name="T10" fmla="*/ 642 w 1283"/>
                    <a:gd name="T11" fmla="*/ 1287 h 1287"/>
                    <a:gd name="T12" fmla="*/ 1283 w 1283"/>
                    <a:gd name="T13" fmla="*/ 642 h 1287"/>
                    <a:gd name="T14" fmla="*/ 1023 w 1283"/>
                    <a:gd name="T15" fmla="*/ 382 h 128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83" h="1287">
                      <a:moveTo>
                        <a:pt x="1023" y="382"/>
                      </a:moveTo>
                      <a:lnTo>
                        <a:pt x="1023" y="261"/>
                      </a:lnTo>
                      <a:lnTo>
                        <a:pt x="902" y="261"/>
                      </a:lnTo>
                      <a:lnTo>
                        <a:pt x="642" y="0"/>
                      </a:lnTo>
                      <a:lnTo>
                        <a:pt x="0" y="642"/>
                      </a:lnTo>
                      <a:lnTo>
                        <a:pt x="642" y="1287"/>
                      </a:lnTo>
                      <a:lnTo>
                        <a:pt x="1283" y="642"/>
                      </a:lnTo>
                      <a:lnTo>
                        <a:pt x="1023" y="382"/>
                      </a:lnTo>
                      <a:close/>
                    </a:path>
                  </a:pathLst>
                </a:custGeom>
                <a:solidFill>
                  <a:schemeClr val="accent5"/>
                </a:solidFill>
                <a:ln>
                  <a:solidFill>
                    <a:schemeClr val="accent5"/>
                  </a:solidFill>
                </a:ln>
              </p:spPr>
              <p:txBody>
                <a:bodyPr vert="horz" wrap="square" lIns="91440" tIns="45720" rIns="91440" bIns="45720" numCol="1" anchor="t" anchorCtr="0" compatLnSpc="1">
                  <a:normAutofit/>
                </a:bodyPr>
                <a:lstStyle>
                  <a:defPPr>
                    <a:defRPr lang="en-US"/>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id-ID">
                    <a:cs typeface="+mn-ea"/>
                    <a:sym typeface="+mn-lt"/>
                  </a:endParaRPr>
                </a:p>
              </p:txBody>
            </p:sp>
          </p:grpSp>
          <p:sp>
            <p:nvSpPr>
              <p:cNvPr id="17" name="任意多边形: 形状 16"/>
              <p:cNvSpPr/>
              <p:nvPr/>
            </p:nvSpPr>
            <p:spPr>
              <a:xfrm>
                <a:off x="4894278" y="2455041"/>
                <a:ext cx="425524" cy="424884"/>
              </a:xfrm>
              <a:custGeom>
                <a:avLst/>
                <a:gdLst>
                  <a:gd name="T0" fmla="*/ 5847 w 6130"/>
                  <a:gd name="T1" fmla="*/ 4531 h 6130"/>
                  <a:gd name="T2" fmla="*/ 5530 w 6130"/>
                  <a:gd name="T3" fmla="*/ 4531 h 6130"/>
                  <a:gd name="T4" fmla="*/ 5530 w 6130"/>
                  <a:gd name="T5" fmla="*/ 4463 h 6130"/>
                  <a:gd name="T6" fmla="*/ 4132 w 6130"/>
                  <a:gd name="T7" fmla="*/ 3065 h 6130"/>
                  <a:gd name="T8" fmla="*/ 3265 w 6130"/>
                  <a:gd name="T9" fmla="*/ 3065 h 6130"/>
                  <a:gd name="T10" fmla="*/ 3265 w 6130"/>
                  <a:gd name="T11" fmla="*/ 1599 h 6130"/>
                  <a:gd name="T12" fmla="*/ 3581 w 6130"/>
                  <a:gd name="T13" fmla="*/ 1599 h 6130"/>
                  <a:gd name="T14" fmla="*/ 3864 w 6130"/>
                  <a:gd name="T15" fmla="*/ 1316 h 6130"/>
                  <a:gd name="T16" fmla="*/ 3864 w 6130"/>
                  <a:gd name="T17" fmla="*/ 283 h 6130"/>
                  <a:gd name="T18" fmla="*/ 3581 w 6130"/>
                  <a:gd name="T19" fmla="*/ 0 h 6130"/>
                  <a:gd name="T20" fmla="*/ 2549 w 6130"/>
                  <a:gd name="T21" fmla="*/ 0 h 6130"/>
                  <a:gd name="T22" fmla="*/ 2265 w 6130"/>
                  <a:gd name="T23" fmla="*/ 283 h 6130"/>
                  <a:gd name="T24" fmla="*/ 2265 w 6130"/>
                  <a:gd name="T25" fmla="*/ 1316 h 6130"/>
                  <a:gd name="T26" fmla="*/ 2549 w 6130"/>
                  <a:gd name="T27" fmla="*/ 1599 h 6130"/>
                  <a:gd name="T28" fmla="*/ 2865 w 6130"/>
                  <a:gd name="T29" fmla="*/ 1599 h 6130"/>
                  <a:gd name="T30" fmla="*/ 2865 w 6130"/>
                  <a:gd name="T31" fmla="*/ 3065 h 6130"/>
                  <a:gd name="T32" fmla="*/ 1998 w 6130"/>
                  <a:gd name="T33" fmla="*/ 3065 h 6130"/>
                  <a:gd name="T34" fmla="*/ 600 w 6130"/>
                  <a:gd name="T35" fmla="*/ 4463 h 6130"/>
                  <a:gd name="T36" fmla="*/ 600 w 6130"/>
                  <a:gd name="T37" fmla="*/ 4531 h 6130"/>
                  <a:gd name="T38" fmla="*/ 283 w 6130"/>
                  <a:gd name="T39" fmla="*/ 4531 h 6130"/>
                  <a:gd name="T40" fmla="*/ 0 w 6130"/>
                  <a:gd name="T41" fmla="*/ 4814 h 6130"/>
                  <a:gd name="T42" fmla="*/ 0 w 6130"/>
                  <a:gd name="T43" fmla="*/ 5847 h 6130"/>
                  <a:gd name="T44" fmla="*/ 283 w 6130"/>
                  <a:gd name="T45" fmla="*/ 6130 h 6130"/>
                  <a:gd name="T46" fmla="*/ 1316 w 6130"/>
                  <a:gd name="T47" fmla="*/ 6130 h 6130"/>
                  <a:gd name="T48" fmla="*/ 1599 w 6130"/>
                  <a:gd name="T49" fmla="*/ 5847 h 6130"/>
                  <a:gd name="T50" fmla="*/ 1599 w 6130"/>
                  <a:gd name="T51" fmla="*/ 4814 h 6130"/>
                  <a:gd name="T52" fmla="*/ 1316 w 6130"/>
                  <a:gd name="T53" fmla="*/ 4531 h 6130"/>
                  <a:gd name="T54" fmla="*/ 999 w 6130"/>
                  <a:gd name="T55" fmla="*/ 4531 h 6130"/>
                  <a:gd name="T56" fmla="*/ 999 w 6130"/>
                  <a:gd name="T57" fmla="*/ 4463 h 6130"/>
                  <a:gd name="T58" fmla="*/ 1998 w 6130"/>
                  <a:gd name="T59" fmla="*/ 3465 h 6130"/>
                  <a:gd name="T60" fmla="*/ 2865 w 6130"/>
                  <a:gd name="T61" fmla="*/ 3465 h 6130"/>
                  <a:gd name="T62" fmla="*/ 2865 w 6130"/>
                  <a:gd name="T63" fmla="*/ 4531 h 6130"/>
                  <a:gd name="T64" fmla="*/ 2549 w 6130"/>
                  <a:gd name="T65" fmla="*/ 4531 h 6130"/>
                  <a:gd name="T66" fmla="*/ 2265 w 6130"/>
                  <a:gd name="T67" fmla="*/ 4814 h 6130"/>
                  <a:gd name="T68" fmla="*/ 2265 w 6130"/>
                  <a:gd name="T69" fmla="*/ 5847 h 6130"/>
                  <a:gd name="T70" fmla="*/ 2549 w 6130"/>
                  <a:gd name="T71" fmla="*/ 6130 h 6130"/>
                  <a:gd name="T72" fmla="*/ 3581 w 6130"/>
                  <a:gd name="T73" fmla="*/ 6130 h 6130"/>
                  <a:gd name="T74" fmla="*/ 3864 w 6130"/>
                  <a:gd name="T75" fmla="*/ 5847 h 6130"/>
                  <a:gd name="T76" fmla="*/ 3864 w 6130"/>
                  <a:gd name="T77" fmla="*/ 4814 h 6130"/>
                  <a:gd name="T78" fmla="*/ 3581 w 6130"/>
                  <a:gd name="T79" fmla="*/ 4531 h 6130"/>
                  <a:gd name="T80" fmla="*/ 3265 w 6130"/>
                  <a:gd name="T81" fmla="*/ 4531 h 6130"/>
                  <a:gd name="T82" fmla="*/ 3265 w 6130"/>
                  <a:gd name="T83" fmla="*/ 3465 h 6130"/>
                  <a:gd name="T84" fmla="*/ 4132 w 6130"/>
                  <a:gd name="T85" fmla="*/ 3465 h 6130"/>
                  <a:gd name="T86" fmla="*/ 5130 w 6130"/>
                  <a:gd name="T87" fmla="*/ 4463 h 6130"/>
                  <a:gd name="T88" fmla="*/ 5130 w 6130"/>
                  <a:gd name="T89" fmla="*/ 4531 h 6130"/>
                  <a:gd name="T90" fmla="*/ 4814 w 6130"/>
                  <a:gd name="T91" fmla="*/ 4531 h 6130"/>
                  <a:gd name="T92" fmla="*/ 4531 w 6130"/>
                  <a:gd name="T93" fmla="*/ 4814 h 6130"/>
                  <a:gd name="T94" fmla="*/ 4531 w 6130"/>
                  <a:gd name="T95" fmla="*/ 5847 h 6130"/>
                  <a:gd name="T96" fmla="*/ 4814 w 6130"/>
                  <a:gd name="T97" fmla="*/ 6130 h 6130"/>
                  <a:gd name="T98" fmla="*/ 5847 w 6130"/>
                  <a:gd name="T99" fmla="*/ 6130 h 6130"/>
                  <a:gd name="T100" fmla="*/ 6130 w 6130"/>
                  <a:gd name="T101" fmla="*/ 5847 h 6130"/>
                  <a:gd name="T102" fmla="*/ 6130 w 6130"/>
                  <a:gd name="T103" fmla="*/ 4814 h 6130"/>
                  <a:gd name="T104" fmla="*/ 5847 w 6130"/>
                  <a:gd name="T105" fmla="*/ 4531 h 6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130" h="6130">
                    <a:moveTo>
                      <a:pt x="5847" y="4531"/>
                    </a:moveTo>
                    <a:lnTo>
                      <a:pt x="5530" y="4531"/>
                    </a:lnTo>
                    <a:lnTo>
                      <a:pt x="5530" y="4463"/>
                    </a:lnTo>
                    <a:cubicBezTo>
                      <a:pt x="5530" y="3692"/>
                      <a:pt x="4903" y="3065"/>
                      <a:pt x="4132" y="3065"/>
                    </a:cubicBezTo>
                    <a:lnTo>
                      <a:pt x="3265" y="3065"/>
                    </a:lnTo>
                    <a:lnTo>
                      <a:pt x="3265" y="1599"/>
                    </a:lnTo>
                    <a:lnTo>
                      <a:pt x="3581" y="1599"/>
                    </a:lnTo>
                    <a:cubicBezTo>
                      <a:pt x="3738" y="1599"/>
                      <a:pt x="3864" y="1472"/>
                      <a:pt x="3864" y="1316"/>
                    </a:cubicBezTo>
                    <a:lnTo>
                      <a:pt x="3864" y="283"/>
                    </a:lnTo>
                    <a:cubicBezTo>
                      <a:pt x="3864" y="127"/>
                      <a:pt x="3738" y="0"/>
                      <a:pt x="3581" y="0"/>
                    </a:cubicBezTo>
                    <a:lnTo>
                      <a:pt x="2549" y="0"/>
                    </a:lnTo>
                    <a:cubicBezTo>
                      <a:pt x="2392" y="0"/>
                      <a:pt x="2265" y="127"/>
                      <a:pt x="2265" y="283"/>
                    </a:cubicBezTo>
                    <a:lnTo>
                      <a:pt x="2265" y="1316"/>
                    </a:lnTo>
                    <a:cubicBezTo>
                      <a:pt x="2265" y="1472"/>
                      <a:pt x="2392" y="1599"/>
                      <a:pt x="2549" y="1599"/>
                    </a:cubicBezTo>
                    <a:lnTo>
                      <a:pt x="2865" y="1599"/>
                    </a:lnTo>
                    <a:lnTo>
                      <a:pt x="2865" y="3065"/>
                    </a:lnTo>
                    <a:lnTo>
                      <a:pt x="1998" y="3065"/>
                    </a:lnTo>
                    <a:cubicBezTo>
                      <a:pt x="1227" y="3065"/>
                      <a:pt x="600" y="3692"/>
                      <a:pt x="600" y="4463"/>
                    </a:cubicBezTo>
                    <a:lnTo>
                      <a:pt x="600" y="4531"/>
                    </a:lnTo>
                    <a:lnTo>
                      <a:pt x="283" y="4531"/>
                    </a:lnTo>
                    <a:cubicBezTo>
                      <a:pt x="127" y="4531"/>
                      <a:pt x="0" y="4658"/>
                      <a:pt x="0" y="4814"/>
                    </a:cubicBezTo>
                    <a:lnTo>
                      <a:pt x="0" y="5847"/>
                    </a:lnTo>
                    <a:cubicBezTo>
                      <a:pt x="0" y="6003"/>
                      <a:pt x="127" y="6130"/>
                      <a:pt x="283" y="6130"/>
                    </a:cubicBezTo>
                    <a:lnTo>
                      <a:pt x="1316" y="6130"/>
                    </a:lnTo>
                    <a:cubicBezTo>
                      <a:pt x="1472" y="6130"/>
                      <a:pt x="1599" y="6003"/>
                      <a:pt x="1599" y="5847"/>
                    </a:cubicBezTo>
                    <a:lnTo>
                      <a:pt x="1599" y="4814"/>
                    </a:lnTo>
                    <a:cubicBezTo>
                      <a:pt x="1599" y="4658"/>
                      <a:pt x="1472" y="4531"/>
                      <a:pt x="1316" y="4531"/>
                    </a:cubicBezTo>
                    <a:lnTo>
                      <a:pt x="999" y="4531"/>
                    </a:lnTo>
                    <a:lnTo>
                      <a:pt x="999" y="4463"/>
                    </a:lnTo>
                    <a:cubicBezTo>
                      <a:pt x="999" y="3913"/>
                      <a:pt x="1447" y="3465"/>
                      <a:pt x="1998" y="3465"/>
                    </a:cubicBezTo>
                    <a:lnTo>
                      <a:pt x="2865" y="3465"/>
                    </a:lnTo>
                    <a:lnTo>
                      <a:pt x="2865" y="4531"/>
                    </a:lnTo>
                    <a:lnTo>
                      <a:pt x="2549" y="4531"/>
                    </a:lnTo>
                    <a:cubicBezTo>
                      <a:pt x="2392" y="4531"/>
                      <a:pt x="2265" y="4658"/>
                      <a:pt x="2265" y="4814"/>
                    </a:cubicBezTo>
                    <a:lnTo>
                      <a:pt x="2265" y="5847"/>
                    </a:lnTo>
                    <a:cubicBezTo>
                      <a:pt x="2265" y="6003"/>
                      <a:pt x="2392" y="6130"/>
                      <a:pt x="2549" y="6130"/>
                    </a:cubicBezTo>
                    <a:lnTo>
                      <a:pt x="3581" y="6130"/>
                    </a:lnTo>
                    <a:cubicBezTo>
                      <a:pt x="3738" y="6130"/>
                      <a:pt x="3864" y="6003"/>
                      <a:pt x="3864" y="5847"/>
                    </a:cubicBezTo>
                    <a:lnTo>
                      <a:pt x="3864" y="4814"/>
                    </a:lnTo>
                    <a:cubicBezTo>
                      <a:pt x="3864" y="4658"/>
                      <a:pt x="3738" y="4531"/>
                      <a:pt x="3581" y="4531"/>
                    </a:cubicBezTo>
                    <a:lnTo>
                      <a:pt x="3265" y="4531"/>
                    </a:lnTo>
                    <a:lnTo>
                      <a:pt x="3265" y="3465"/>
                    </a:lnTo>
                    <a:lnTo>
                      <a:pt x="4132" y="3465"/>
                    </a:lnTo>
                    <a:cubicBezTo>
                      <a:pt x="4683" y="3465"/>
                      <a:pt x="5130" y="3913"/>
                      <a:pt x="5130" y="4463"/>
                    </a:cubicBezTo>
                    <a:lnTo>
                      <a:pt x="5130" y="4531"/>
                    </a:lnTo>
                    <a:lnTo>
                      <a:pt x="4814" y="4531"/>
                    </a:lnTo>
                    <a:cubicBezTo>
                      <a:pt x="4657" y="4531"/>
                      <a:pt x="4531" y="4658"/>
                      <a:pt x="4531" y="4814"/>
                    </a:cubicBezTo>
                    <a:lnTo>
                      <a:pt x="4531" y="5847"/>
                    </a:lnTo>
                    <a:cubicBezTo>
                      <a:pt x="4531" y="6003"/>
                      <a:pt x="4657" y="6130"/>
                      <a:pt x="4814" y="6130"/>
                    </a:cubicBezTo>
                    <a:lnTo>
                      <a:pt x="5847" y="6130"/>
                    </a:lnTo>
                    <a:cubicBezTo>
                      <a:pt x="6003" y="6130"/>
                      <a:pt x="6130" y="6003"/>
                      <a:pt x="6130" y="5847"/>
                    </a:cubicBezTo>
                    <a:lnTo>
                      <a:pt x="6130" y="4814"/>
                    </a:lnTo>
                    <a:cubicBezTo>
                      <a:pt x="6130" y="4658"/>
                      <a:pt x="6003" y="4531"/>
                      <a:pt x="5847" y="4531"/>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endParaRPr lang="zh-CN" altLang="en-US">
                  <a:cs typeface="+mn-ea"/>
                  <a:sym typeface="+mn-lt"/>
                </a:endParaRPr>
              </a:p>
            </p:txBody>
          </p:sp>
        </p:grpSp>
      </p:grpSp>
      <p:sp>
        <p:nvSpPr>
          <p:cNvPr id="35" name="任意多边形: 形状 34">
            <a:extLst>
              <a:ext uri="{FF2B5EF4-FFF2-40B4-BE49-F238E27FC236}">
                <a16:creationId xmlns:a16="http://schemas.microsoft.com/office/drawing/2014/main" id="{C2079660-5233-472C-CD34-CAA00C26D72E}"/>
              </a:ext>
            </a:extLst>
          </p:cNvPr>
          <p:cNvSpPr/>
          <p:nvPr/>
        </p:nvSpPr>
        <p:spPr>
          <a:xfrm>
            <a:off x="5397876" y="3790814"/>
            <a:ext cx="517098" cy="349151"/>
          </a:xfrm>
          <a:custGeom>
            <a:avLst/>
            <a:gdLst>
              <a:gd name="T0" fmla="*/ 4640 w 12073"/>
              <a:gd name="T1" fmla="*/ 4488 h 8384"/>
              <a:gd name="T2" fmla="*/ 3807 w 12073"/>
              <a:gd name="T3" fmla="*/ 2735 h 8384"/>
              <a:gd name="T4" fmla="*/ 6041 w 12073"/>
              <a:gd name="T5" fmla="*/ 484 h 8384"/>
              <a:gd name="T6" fmla="*/ 8275 w 12073"/>
              <a:gd name="T7" fmla="*/ 2735 h 8384"/>
              <a:gd name="T8" fmla="*/ 7442 w 12073"/>
              <a:gd name="T9" fmla="*/ 4488 h 8384"/>
              <a:gd name="T10" fmla="*/ 9741 w 12073"/>
              <a:gd name="T11" fmla="*/ 7939 h 8384"/>
              <a:gd name="T12" fmla="*/ 9715 w 12073"/>
              <a:gd name="T13" fmla="*/ 8384 h 8384"/>
              <a:gd name="T14" fmla="*/ 8911 w 12073"/>
              <a:gd name="T15" fmla="*/ 8384 h 8384"/>
              <a:gd name="T16" fmla="*/ 8944 w 12073"/>
              <a:gd name="T17" fmla="*/ 7939 h 8384"/>
              <a:gd name="T18" fmla="*/ 6041 w 12073"/>
              <a:gd name="T19" fmla="*/ 5014 h 8384"/>
              <a:gd name="T20" fmla="*/ 3138 w 12073"/>
              <a:gd name="T21" fmla="*/ 7939 h 8384"/>
              <a:gd name="T22" fmla="*/ 3171 w 12073"/>
              <a:gd name="T23" fmla="*/ 8384 h 8384"/>
              <a:gd name="T24" fmla="*/ 2367 w 12073"/>
              <a:gd name="T25" fmla="*/ 8384 h 8384"/>
              <a:gd name="T26" fmla="*/ 2341 w 12073"/>
              <a:gd name="T27" fmla="*/ 7939 h 8384"/>
              <a:gd name="T28" fmla="*/ 4640 w 12073"/>
              <a:gd name="T29" fmla="*/ 4488 h 8384"/>
              <a:gd name="T30" fmla="*/ 6041 w 12073"/>
              <a:gd name="T31" fmla="*/ 4183 h 8384"/>
              <a:gd name="T32" fmla="*/ 7478 w 12073"/>
              <a:gd name="T33" fmla="*/ 2735 h 8384"/>
              <a:gd name="T34" fmla="*/ 6041 w 12073"/>
              <a:gd name="T35" fmla="*/ 1287 h 8384"/>
              <a:gd name="T36" fmla="*/ 4604 w 12073"/>
              <a:gd name="T37" fmla="*/ 2735 h 8384"/>
              <a:gd name="T38" fmla="*/ 6041 w 12073"/>
              <a:gd name="T39" fmla="*/ 4183 h 8384"/>
              <a:gd name="T40" fmla="*/ 8376 w 12073"/>
              <a:gd name="T41" fmla="*/ 0 h 8384"/>
              <a:gd name="T42" fmla="*/ 10608 w 12073"/>
              <a:gd name="T43" fmla="*/ 2251 h 8384"/>
              <a:gd name="T44" fmla="*/ 9776 w 12073"/>
              <a:gd name="T45" fmla="*/ 4005 h 8384"/>
              <a:gd name="T46" fmla="*/ 12073 w 12073"/>
              <a:gd name="T47" fmla="*/ 7457 h 8384"/>
              <a:gd name="T48" fmla="*/ 12047 w 12073"/>
              <a:gd name="T49" fmla="*/ 7901 h 8384"/>
              <a:gd name="T50" fmla="*/ 11244 w 12073"/>
              <a:gd name="T51" fmla="*/ 7901 h 8384"/>
              <a:gd name="T52" fmla="*/ 11277 w 12073"/>
              <a:gd name="T53" fmla="*/ 7457 h 8384"/>
              <a:gd name="T54" fmla="*/ 8501 w 12073"/>
              <a:gd name="T55" fmla="*/ 4531 h 8384"/>
              <a:gd name="T56" fmla="*/ 8094 w 12073"/>
              <a:gd name="T57" fmla="*/ 4115 h 8384"/>
              <a:gd name="T58" fmla="*/ 8501 w 12073"/>
              <a:gd name="T59" fmla="*/ 3699 h 8384"/>
              <a:gd name="T60" fmla="*/ 9812 w 12073"/>
              <a:gd name="T61" fmla="*/ 2251 h 8384"/>
              <a:gd name="T62" fmla="*/ 8376 w 12073"/>
              <a:gd name="T63" fmla="*/ 803 h 8384"/>
              <a:gd name="T64" fmla="*/ 8181 w 12073"/>
              <a:gd name="T65" fmla="*/ 823 h 8384"/>
              <a:gd name="T66" fmla="*/ 7768 w 12073"/>
              <a:gd name="T67" fmla="*/ 536 h 8384"/>
              <a:gd name="T68" fmla="*/ 7764 w 12073"/>
              <a:gd name="T69" fmla="*/ 509 h 8384"/>
              <a:gd name="T70" fmla="*/ 8154 w 12073"/>
              <a:gd name="T71" fmla="*/ 16 h 8384"/>
              <a:gd name="T72" fmla="*/ 8376 w 12073"/>
              <a:gd name="T73" fmla="*/ 0 h 8384"/>
              <a:gd name="T74" fmla="*/ 3697 w 12073"/>
              <a:gd name="T75" fmla="*/ 0 h 8384"/>
              <a:gd name="T76" fmla="*/ 1464 w 12073"/>
              <a:gd name="T77" fmla="*/ 2251 h 8384"/>
              <a:gd name="T78" fmla="*/ 2297 w 12073"/>
              <a:gd name="T79" fmla="*/ 4005 h 8384"/>
              <a:gd name="T80" fmla="*/ 0 w 12073"/>
              <a:gd name="T81" fmla="*/ 7457 h 8384"/>
              <a:gd name="T82" fmla="*/ 26 w 12073"/>
              <a:gd name="T83" fmla="*/ 7901 h 8384"/>
              <a:gd name="T84" fmla="*/ 829 w 12073"/>
              <a:gd name="T85" fmla="*/ 7901 h 8384"/>
              <a:gd name="T86" fmla="*/ 796 w 12073"/>
              <a:gd name="T87" fmla="*/ 7457 h 8384"/>
              <a:gd name="T88" fmla="*/ 3572 w 12073"/>
              <a:gd name="T89" fmla="*/ 4531 h 8384"/>
              <a:gd name="T90" fmla="*/ 3979 w 12073"/>
              <a:gd name="T91" fmla="*/ 4115 h 8384"/>
              <a:gd name="T92" fmla="*/ 3572 w 12073"/>
              <a:gd name="T93" fmla="*/ 3699 h 8384"/>
              <a:gd name="T94" fmla="*/ 2261 w 12073"/>
              <a:gd name="T95" fmla="*/ 2251 h 8384"/>
              <a:gd name="T96" fmla="*/ 3697 w 12073"/>
              <a:gd name="T97" fmla="*/ 803 h 8384"/>
              <a:gd name="T98" fmla="*/ 3892 w 12073"/>
              <a:gd name="T99" fmla="*/ 823 h 8384"/>
              <a:gd name="T100" fmla="*/ 4305 w 12073"/>
              <a:gd name="T101" fmla="*/ 536 h 8384"/>
              <a:gd name="T102" fmla="*/ 4308 w 12073"/>
              <a:gd name="T103" fmla="*/ 509 h 8384"/>
              <a:gd name="T104" fmla="*/ 3919 w 12073"/>
              <a:gd name="T105" fmla="*/ 16 h 8384"/>
              <a:gd name="T106" fmla="*/ 3697 w 12073"/>
              <a:gd name="T107" fmla="*/ 0 h 8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073" h="8384">
                <a:moveTo>
                  <a:pt x="4640" y="4488"/>
                </a:moveTo>
                <a:cubicBezTo>
                  <a:pt x="4132" y="4076"/>
                  <a:pt x="3807" y="3443"/>
                  <a:pt x="3807" y="2735"/>
                </a:cubicBezTo>
                <a:cubicBezTo>
                  <a:pt x="3807" y="1492"/>
                  <a:pt x="4807" y="484"/>
                  <a:pt x="6041" y="484"/>
                </a:cubicBezTo>
                <a:cubicBezTo>
                  <a:pt x="7275" y="484"/>
                  <a:pt x="8275" y="1492"/>
                  <a:pt x="8275" y="2735"/>
                </a:cubicBezTo>
                <a:cubicBezTo>
                  <a:pt x="8275" y="3443"/>
                  <a:pt x="7950" y="4076"/>
                  <a:pt x="7442" y="4488"/>
                </a:cubicBezTo>
                <a:cubicBezTo>
                  <a:pt x="8791" y="5045"/>
                  <a:pt x="9741" y="6380"/>
                  <a:pt x="9741" y="7939"/>
                </a:cubicBezTo>
                <a:cubicBezTo>
                  <a:pt x="9741" y="8090"/>
                  <a:pt x="9732" y="8238"/>
                  <a:pt x="9715" y="8384"/>
                </a:cubicBezTo>
                <a:lnTo>
                  <a:pt x="8911" y="8384"/>
                </a:lnTo>
                <a:cubicBezTo>
                  <a:pt x="8933" y="8237"/>
                  <a:pt x="8944" y="8088"/>
                  <a:pt x="8944" y="7939"/>
                </a:cubicBezTo>
                <a:cubicBezTo>
                  <a:pt x="8944" y="6324"/>
                  <a:pt x="7644" y="5014"/>
                  <a:pt x="6041" y="5014"/>
                </a:cubicBezTo>
                <a:cubicBezTo>
                  <a:pt x="4438" y="5014"/>
                  <a:pt x="3138" y="6324"/>
                  <a:pt x="3138" y="7939"/>
                </a:cubicBezTo>
                <a:cubicBezTo>
                  <a:pt x="3138" y="8090"/>
                  <a:pt x="3149" y="8239"/>
                  <a:pt x="3171" y="8384"/>
                </a:cubicBezTo>
                <a:lnTo>
                  <a:pt x="2367" y="8384"/>
                </a:lnTo>
                <a:cubicBezTo>
                  <a:pt x="2350" y="8236"/>
                  <a:pt x="2341" y="8088"/>
                  <a:pt x="2341" y="7939"/>
                </a:cubicBezTo>
                <a:cubicBezTo>
                  <a:pt x="2341" y="6380"/>
                  <a:pt x="3291" y="5045"/>
                  <a:pt x="4640" y="4488"/>
                </a:cubicBezTo>
                <a:close/>
                <a:moveTo>
                  <a:pt x="6041" y="4183"/>
                </a:moveTo>
                <a:cubicBezTo>
                  <a:pt x="6835" y="4183"/>
                  <a:pt x="7478" y="3535"/>
                  <a:pt x="7478" y="2735"/>
                </a:cubicBezTo>
                <a:cubicBezTo>
                  <a:pt x="7478" y="1935"/>
                  <a:pt x="6835" y="1287"/>
                  <a:pt x="6041" y="1287"/>
                </a:cubicBezTo>
                <a:cubicBezTo>
                  <a:pt x="5247" y="1287"/>
                  <a:pt x="4604" y="1935"/>
                  <a:pt x="4604" y="2735"/>
                </a:cubicBezTo>
                <a:cubicBezTo>
                  <a:pt x="4604" y="3535"/>
                  <a:pt x="5247" y="4183"/>
                  <a:pt x="6041" y="4183"/>
                </a:cubicBezTo>
                <a:close/>
                <a:moveTo>
                  <a:pt x="8376" y="0"/>
                </a:moveTo>
                <a:cubicBezTo>
                  <a:pt x="9609" y="0"/>
                  <a:pt x="10608" y="1008"/>
                  <a:pt x="10608" y="2251"/>
                </a:cubicBezTo>
                <a:cubicBezTo>
                  <a:pt x="10608" y="2960"/>
                  <a:pt x="10284" y="3592"/>
                  <a:pt x="9776" y="4005"/>
                </a:cubicBezTo>
                <a:cubicBezTo>
                  <a:pt x="11124" y="4561"/>
                  <a:pt x="12073" y="5897"/>
                  <a:pt x="12073" y="7457"/>
                </a:cubicBezTo>
                <a:cubicBezTo>
                  <a:pt x="12073" y="7607"/>
                  <a:pt x="12064" y="7755"/>
                  <a:pt x="12047" y="7901"/>
                </a:cubicBezTo>
                <a:lnTo>
                  <a:pt x="11244" y="7901"/>
                </a:lnTo>
                <a:cubicBezTo>
                  <a:pt x="11266" y="7754"/>
                  <a:pt x="11277" y="7605"/>
                  <a:pt x="11277" y="7457"/>
                </a:cubicBezTo>
                <a:cubicBezTo>
                  <a:pt x="11277" y="5841"/>
                  <a:pt x="10103" y="4531"/>
                  <a:pt x="8501" y="4531"/>
                </a:cubicBezTo>
                <a:cubicBezTo>
                  <a:pt x="8262" y="4525"/>
                  <a:pt x="8094" y="4345"/>
                  <a:pt x="8094" y="4115"/>
                </a:cubicBezTo>
                <a:cubicBezTo>
                  <a:pt x="8094" y="3886"/>
                  <a:pt x="8249" y="3712"/>
                  <a:pt x="8501" y="3699"/>
                </a:cubicBezTo>
                <a:cubicBezTo>
                  <a:pt x="9294" y="3699"/>
                  <a:pt x="9812" y="3051"/>
                  <a:pt x="9812" y="2251"/>
                </a:cubicBezTo>
                <a:cubicBezTo>
                  <a:pt x="9812" y="1451"/>
                  <a:pt x="9169" y="803"/>
                  <a:pt x="8376" y="803"/>
                </a:cubicBezTo>
                <a:cubicBezTo>
                  <a:pt x="8320" y="803"/>
                  <a:pt x="8255" y="809"/>
                  <a:pt x="8181" y="823"/>
                </a:cubicBezTo>
                <a:cubicBezTo>
                  <a:pt x="7988" y="857"/>
                  <a:pt x="7803" y="729"/>
                  <a:pt x="7768" y="536"/>
                </a:cubicBezTo>
                <a:cubicBezTo>
                  <a:pt x="7767" y="527"/>
                  <a:pt x="7765" y="518"/>
                  <a:pt x="7764" y="509"/>
                </a:cubicBezTo>
                <a:cubicBezTo>
                  <a:pt x="7739" y="266"/>
                  <a:pt x="7912" y="48"/>
                  <a:pt x="8154" y="16"/>
                </a:cubicBezTo>
                <a:cubicBezTo>
                  <a:pt x="8239" y="5"/>
                  <a:pt x="8313" y="0"/>
                  <a:pt x="8376" y="0"/>
                </a:cubicBezTo>
                <a:close/>
                <a:moveTo>
                  <a:pt x="3697" y="0"/>
                </a:moveTo>
                <a:cubicBezTo>
                  <a:pt x="2464" y="0"/>
                  <a:pt x="1464" y="1008"/>
                  <a:pt x="1464" y="2251"/>
                </a:cubicBezTo>
                <a:cubicBezTo>
                  <a:pt x="1464" y="2960"/>
                  <a:pt x="1789" y="3592"/>
                  <a:pt x="2297" y="4005"/>
                </a:cubicBezTo>
                <a:cubicBezTo>
                  <a:pt x="949" y="4561"/>
                  <a:pt x="0" y="5897"/>
                  <a:pt x="0" y="7457"/>
                </a:cubicBezTo>
                <a:cubicBezTo>
                  <a:pt x="0" y="7607"/>
                  <a:pt x="8" y="7755"/>
                  <a:pt x="26" y="7901"/>
                </a:cubicBezTo>
                <a:lnTo>
                  <a:pt x="829" y="7901"/>
                </a:lnTo>
                <a:cubicBezTo>
                  <a:pt x="807" y="7754"/>
                  <a:pt x="796" y="7605"/>
                  <a:pt x="796" y="7457"/>
                </a:cubicBezTo>
                <a:cubicBezTo>
                  <a:pt x="796" y="5841"/>
                  <a:pt x="1970" y="4531"/>
                  <a:pt x="3572" y="4531"/>
                </a:cubicBezTo>
                <a:cubicBezTo>
                  <a:pt x="3762" y="4550"/>
                  <a:pt x="3979" y="4345"/>
                  <a:pt x="3979" y="4115"/>
                </a:cubicBezTo>
                <a:cubicBezTo>
                  <a:pt x="3979" y="3886"/>
                  <a:pt x="3762" y="3700"/>
                  <a:pt x="3572" y="3699"/>
                </a:cubicBezTo>
                <a:cubicBezTo>
                  <a:pt x="2779" y="3699"/>
                  <a:pt x="2261" y="3051"/>
                  <a:pt x="2261" y="2251"/>
                </a:cubicBezTo>
                <a:cubicBezTo>
                  <a:pt x="2261" y="1451"/>
                  <a:pt x="2904" y="803"/>
                  <a:pt x="3697" y="803"/>
                </a:cubicBezTo>
                <a:cubicBezTo>
                  <a:pt x="3753" y="803"/>
                  <a:pt x="3817" y="809"/>
                  <a:pt x="3892" y="823"/>
                </a:cubicBezTo>
                <a:cubicBezTo>
                  <a:pt x="4085" y="857"/>
                  <a:pt x="4270" y="729"/>
                  <a:pt x="4305" y="536"/>
                </a:cubicBezTo>
                <a:cubicBezTo>
                  <a:pt x="4306" y="527"/>
                  <a:pt x="4307" y="518"/>
                  <a:pt x="4308" y="509"/>
                </a:cubicBezTo>
                <a:cubicBezTo>
                  <a:pt x="4333" y="266"/>
                  <a:pt x="4160" y="48"/>
                  <a:pt x="3919" y="16"/>
                </a:cubicBezTo>
                <a:cubicBezTo>
                  <a:pt x="3833" y="5"/>
                  <a:pt x="3760" y="0"/>
                  <a:pt x="3697" y="0"/>
                </a:cubicBez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任意多边形: 形状 35">
            <a:extLst>
              <a:ext uri="{FF2B5EF4-FFF2-40B4-BE49-F238E27FC236}">
                <a16:creationId xmlns:a16="http://schemas.microsoft.com/office/drawing/2014/main" id="{8D7345FC-0228-50D1-59C8-859D347E552E}"/>
              </a:ext>
            </a:extLst>
          </p:cNvPr>
          <p:cNvSpPr/>
          <p:nvPr/>
        </p:nvSpPr>
        <p:spPr>
          <a:xfrm>
            <a:off x="6627350" y="3193133"/>
            <a:ext cx="495289" cy="465639"/>
          </a:xfrm>
          <a:custGeom>
            <a:avLst/>
            <a:gdLst>
              <a:gd name="connsiteX0" fmla="*/ 373273 h 605239"/>
              <a:gd name="connsiteY0" fmla="*/ 373273 h 605239"/>
              <a:gd name="connsiteX1" fmla="*/ 373273 h 605239"/>
              <a:gd name="connsiteY1" fmla="*/ 373273 h 605239"/>
              <a:gd name="connsiteX2" fmla="*/ 373273 h 605239"/>
              <a:gd name="connsiteY2" fmla="*/ 373273 h 605239"/>
              <a:gd name="connsiteX3" fmla="*/ 373273 h 605239"/>
              <a:gd name="connsiteY3" fmla="*/ 373273 h 605239"/>
              <a:gd name="connsiteX4" fmla="*/ 373273 h 605239"/>
              <a:gd name="connsiteY4" fmla="*/ 373273 h 605239"/>
              <a:gd name="connsiteX5" fmla="*/ 373273 h 605239"/>
              <a:gd name="connsiteY5" fmla="*/ 373273 h 605239"/>
              <a:gd name="connsiteX6" fmla="*/ 373273 h 605239"/>
              <a:gd name="connsiteY6" fmla="*/ 373273 h 605239"/>
              <a:gd name="connsiteX7" fmla="*/ 373273 h 605239"/>
              <a:gd name="connsiteY7" fmla="*/ 373273 h 605239"/>
              <a:gd name="connsiteX8" fmla="*/ 373273 h 605239"/>
              <a:gd name="connsiteY8" fmla="*/ 373273 h 605239"/>
              <a:gd name="connsiteX9" fmla="*/ 373273 h 605239"/>
              <a:gd name="connsiteY9" fmla="*/ 373273 h 605239"/>
              <a:gd name="connsiteX10" fmla="*/ 373273 h 605239"/>
              <a:gd name="connsiteY10" fmla="*/ 373273 h 605239"/>
              <a:gd name="connsiteX11" fmla="*/ 373273 h 605239"/>
              <a:gd name="connsiteY11" fmla="*/ 373273 h 605239"/>
              <a:gd name="connsiteX12" fmla="*/ 373273 h 605239"/>
              <a:gd name="connsiteY12" fmla="*/ 373273 h 605239"/>
              <a:gd name="connsiteX13" fmla="*/ 373273 h 605239"/>
              <a:gd name="connsiteY13" fmla="*/ 373273 h 605239"/>
              <a:gd name="connsiteX14" fmla="*/ 373273 h 605239"/>
              <a:gd name="connsiteY14" fmla="*/ 373273 h 605239"/>
              <a:gd name="connsiteX15" fmla="*/ 373273 h 605239"/>
              <a:gd name="connsiteY15" fmla="*/ 373273 h 605239"/>
              <a:gd name="connsiteX16" fmla="*/ 373273 h 605239"/>
              <a:gd name="connsiteY16" fmla="*/ 373273 h 605239"/>
              <a:gd name="connsiteX17" fmla="*/ 373273 h 605239"/>
              <a:gd name="connsiteY17" fmla="*/ 373273 h 605239"/>
              <a:gd name="connsiteX18" fmla="*/ 373273 h 605239"/>
              <a:gd name="connsiteY18" fmla="*/ 373273 h 605239"/>
              <a:gd name="connsiteX19" fmla="*/ 373273 h 605239"/>
              <a:gd name="connsiteY19" fmla="*/ 373273 h 605239"/>
              <a:gd name="connsiteX20" fmla="*/ 373273 h 605239"/>
              <a:gd name="connsiteY20" fmla="*/ 373273 h 605239"/>
              <a:gd name="connsiteX21" fmla="*/ 373273 h 605239"/>
              <a:gd name="connsiteY21" fmla="*/ 373273 h 605239"/>
              <a:gd name="connsiteX22" fmla="*/ 373273 h 605239"/>
              <a:gd name="connsiteY22" fmla="*/ 373273 h 605239"/>
              <a:gd name="connsiteX23" fmla="*/ 373273 h 605239"/>
              <a:gd name="connsiteY23" fmla="*/ 373273 h 605239"/>
              <a:gd name="connsiteX24" fmla="*/ 373273 h 605239"/>
              <a:gd name="connsiteY24" fmla="*/ 373273 h 605239"/>
              <a:gd name="connsiteX25" fmla="*/ 373273 h 605239"/>
              <a:gd name="connsiteY25" fmla="*/ 373273 h 605239"/>
              <a:gd name="connsiteX26" fmla="*/ 373273 h 605239"/>
              <a:gd name="connsiteY26" fmla="*/ 373273 h 605239"/>
              <a:gd name="connsiteX27" fmla="*/ 373273 h 605239"/>
              <a:gd name="connsiteY27" fmla="*/ 373273 h 605239"/>
              <a:gd name="connsiteX28" fmla="*/ 373273 h 605239"/>
              <a:gd name="connsiteY28" fmla="*/ 373273 h 605239"/>
              <a:gd name="connsiteX29" fmla="*/ 373273 h 605239"/>
              <a:gd name="connsiteY29" fmla="*/ 373273 h 605239"/>
              <a:gd name="connsiteX30" fmla="*/ 373273 h 605239"/>
              <a:gd name="connsiteY30" fmla="*/ 373273 h 605239"/>
              <a:gd name="connsiteX31" fmla="*/ 373273 h 605239"/>
              <a:gd name="connsiteY31" fmla="*/ 373273 h 605239"/>
              <a:gd name="connsiteX32" fmla="*/ 373273 h 605239"/>
              <a:gd name="connsiteY32" fmla="*/ 373273 h 605239"/>
              <a:gd name="connsiteX33" fmla="*/ 373273 h 605239"/>
              <a:gd name="connsiteY33" fmla="*/ 373273 h 605239"/>
              <a:gd name="connsiteX34" fmla="*/ 373273 h 605239"/>
              <a:gd name="connsiteY34" fmla="*/ 373273 h 605239"/>
              <a:gd name="connsiteX35" fmla="*/ 373273 h 605239"/>
              <a:gd name="connsiteY35" fmla="*/ 373273 h 605239"/>
              <a:gd name="connsiteX36" fmla="*/ 373273 h 605239"/>
              <a:gd name="connsiteY36" fmla="*/ 373273 h 605239"/>
              <a:gd name="connsiteX37" fmla="*/ 373273 h 605239"/>
              <a:gd name="connsiteY37" fmla="*/ 373273 h 605239"/>
              <a:gd name="connsiteX38" fmla="*/ 373273 h 605239"/>
              <a:gd name="connsiteY38" fmla="*/ 373273 h 605239"/>
              <a:gd name="connsiteX39" fmla="*/ 373273 h 605239"/>
              <a:gd name="connsiteY39" fmla="*/ 373273 h 605239"/>
              <a:gd name="connsiteX40" fmla="*/ 373273 h 605239"/>
              <a:gd name="connsiteY40" fmla="*/ 373273 h 605239"/>
              <a:gd name="connsiteX41" fmla="*/ 373273 h 605239"/>
              <a:gd name="connsiteY41" fmla="*/ 373273 h 605239"/>
              <a:gd name="connsiteX42" fmla="*/ 373273 h 605239"/>
              <a:gd name="connsiteY42" fmla="*/ 373273 h 605239"/>
              <a:gd name="connsiteX43" fmla="*/ 373273 h 605239"/>
              <a:gd name="connsiteY43" fmla="*/ 373273 h 605239"/>
              <a:gd name="connsiteX44" fmla="*/ 373273 h 605239"/>
              <a:gd name="connsiteY44" fmla="*/ 373273 h 605239"/>
              <a:gd name="connsiteX45" fmla="*/ 373273 h 605239"/>
              <a:gd name="connsiteY45" fmla="*/ 373273 h 605239"/>
              <a:gd name="connsiteX46" fmla="*/ 373273 h 605239"/>
              <a:gd name="connsiteY46" fmla="*/ 373273 h 605239"/>
              <a:gd name="connsiteX47" fmla="*/ 373273 h 605239"/>
              <a:gd name="connsiteY47" fmla="*/ 373273 h 605239"/>
              <a:gd name="connsiteX48" fmla="*/ 373273 h 605239"/>
              <a:gd name="connsiteY48" fmla="*/ 373273 h 605239"/>
              <a:gd name="connsiteX49" fmla="*/ 373273 h 605239"/>
              <a:gd name="connsiteY49" fmla="*/ 373273 h 605239"/>
              <a:gd name="connsiteX50" fmla="*/ 373273 h 605239"/>
              <a:gd name="connsiteY50" fmla="*/ 373273 h 605239"/>
              <a:gd name="connsiteX51" fmla="*/ 373273 h 605239"/>
              <a:gd name="connsiteY51" fmla="*/ 373273 h 605239"/>
              <a:gd name="connsiteX52" fmla="*/ 373273 h 605239"/>
              <a:gd name="connsiteY52" fmla="*/ 373273 h 605239"/>
              <a:gd name="connsiteX53" fmla="*/ 373273 h 605239"/>
              <a:gd name="connsiteY53" fmla="*/ 373273 h 605239"/>
              <a:gd name="connsiteX54" fmla="*/ 373273 h 605239"/>
              <a:gd name="connsiteY54" fmla="*/ 373273 h 605239"/>
              <a:gd name="connsiteX55" fmla="*/ 373273 h 605239"/>
              <a:gd name="connsiteY55" fmla="*/ 373273 h 605239"/>
              <a:gd name="connsiteX56" fmla="*/ 373273 h 605239"/>
              <a:gd name="connsiteY56" fmla="*/ 373273 h 605239"/>
              <a:gd name="connsiteX57" fmla="*/ 373273 h 605239"/>
              <a:gd name="connsiteY57" fmla="*/ 373273 h 605239"/>
              <a:gd name="connsiteX58" fmla="*/ 373273 h 605239"/>
              <a:gd name="connsiteY58" fmla="*/ 373273 h 605239"/>
              <a:gd name="connsiteX59" fmla="*/ 373273 h 605239"/>
              <a:gd name="connsiteY59" fmla="*/ 373273 h 605239"/>
              <a:gd name="connsiteX60" fmla="*/ 373273 h 605239"/>
              <a:gd name="connsiteY60" fmla="*/ 373273 h 605239"/>
              <a:gd name="connsiteX61" fmla="*/ 373273 h 605239"/>
              <a:gd name="connsiteY61" fmla="*/ 373273 h 605239"/>
              <a:gd name="connsiteX62" fmla="*/ 373273 h 605239"/>
              <a:gd name="connsiteY62" fmla="*/ 373273 h 605239"/>
              <a:gd name="connsiteX63" fmla="*/ 373273 h 605239"/>
              <a:gd name="connsiteY63" fmla="*/ 373273 h 605239"/>
              <a:gd name="connsiteX64" fmla="*/ 373273 h 605239"/>
              <a:gd name="connsiteY64" fmla="*/ 373273 h 605239"/>
              <a:gd name="connsiteX65" fmla="*/ 373273 h 605239"/>
              <a:gd name="connsiteY65" fmla="*/ 373273 h 605239"/>
              <a:gd name="connsiteX66" fmla="*/ 373273 h 605239"/>
              <a:gd name="connsiteY66" fmla="*/ 373273 h 605239"/>
              <a:gd name="connsiteX67" fmla="*/ 373273 h 605239"/>
              <a:gd name="connsiteY67" fmla="*/ 373273 h 605239"/>
              <a:gd name="connsiteX68" fmla="*/ 373273 h 605239"/>
              <a:gd name="connsiteY68" fmla="*/ 373273 h 605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606862" h="600653">
                <a:moveTo>
                  <a:pt x="442059" y="420923"/>
                </a:moveTo>
                <a:cubicBezTo>
                  <a:pt x="533327" y="420923"/>
                  <a:pt x="606583" y="490164"/>
                  <a:pt x="606862" y="574977"/>
                </a:cubicBezTo>
                <a:cubicBezTo>
                  <a:pt x="606862" y="589159"/>
                  <a:pt x="595256" y="600653"/>
                  <a:pt x="581143" y="600653"/>
                </a:cubicBezTo>
                <a:cubicBezTo>
                  <a:pt x="566845" y="600653"/>
                  <a:pt x="555332" y="589067"/>
                  <a:pt x="555332" y="574977"/>
                </a:cubicBezTo>
                <a:cubicBezTo>
                  <a:pt x="555332" y="518435"/>
                  <a:pt x="503988" y="472274"/>
                  <a:pt x="442244" y="472274"/>
                </a:cubicBezTo>
                <a:cubicBezTo>
                  <a:pt x="380408" y="472274"/>
                  <a:pt x="329064" y="518435"/>
                  <a:pt x="329064" y="574977"/>
                </a:cubicBezTo>
                <a:cubicBezTo>
                  <a:pt x="329064" y="589159"/>
                  <a:pt x="317458" y="600653"/>
                  <a:pt x="303345" y="600653"/>
                </a:cubicBezTo>
                <a:cubicBezTo>
                  <a:pt x="289047" y="600653"/>
                  <a:pt x="277534" y="589067"/>
                  <a:pt x="277534" y="574977"/>
                </a:cubicBezTo>
                <a:cubicBezTo>
                  <a:pt x="277534" y="490257"/>
                  <a:pt x="352090" y="420923"/>
                  <a:pt x="442059" y="420923"/>
                </a:cubicBezTo>
                <a:close/>
                <a:moveTo>
                  <a:pt x="46632" y="369788"/>
                </a:moveTo>
                <a:cubicBezTo>
                  <a:pt x="52365" y="367772"/>
                  <a:pt x="58865" y="367934"/>
                  <a:pt x="64714" y="370762"/>
                </a:cubicBezTo>
                <a:lnTo>
                  <a:pt x="122654" y="398298"/>
                </a:lnTo>
                <a:cubicBezTo>
                  <a:pt x="134446" y="403860"/>
                  <a:pt x="139553" y="418138"/>
                  <a:pt x="133796" y="429820"/>
                </a:cubicBezTo>
                <a:cubicBezTo>
                  <a:pt x="128225" y="441595"/>
                  <a:pt x="114019" y="446694"/>
                  <a:pt x="102226" y="440946"/>
                </a:cubicBezTo>
                <a:lnTo>
                  <a:pt x="94427" y="437237"/>
                </a:lnTo>
                <a:cubicBezTo>
                  <a:pt x="110954" y="466442"/>
                  <a:pt x="151809" y="513077"/>
                  <a:pt x="242990" y="513077"/>
                </a:cubicBezTo>
                <a:cubicBezTo>
                  <a:pt x="256175" y="513077"/>
                  <a:pt x="266667" y="523832"/>
                  <a:pt x="266667" y="536812"/>
                </a:cubicBezTo>
                <a:cubicBezTo>
                  <a:pt x="266667" y="549792"/>
                  <a:pt x="256175" y="560361"/>
                  <a:pt x="242990" y="560361"/>
                </a:cubicBezTo>
                <a:cubicBezTo>
                  <a:pt x="156359" y="560361"/>
                  <a:pt x="105476" y="524666"/>
                  <a:pt x="78085" y="494720"/>
                </a:cubicBezTo>
                <a:cubicBezTo>
                  <a:pt x="65457" y="480905"/>
                  <a:pt x="56543" y="466906"/>
                  <a:pt x="50415" y="455316"/>
                </a:cubicBezTo>
                <a:lnTo>
                  <a:pt x="48187" y="460045"/>
                </a:lnTo>
                <a:cubicBezTo>
                  <a:pt x="44101" y="468575"/>
                  <a:pt x="29802" y="477660"/>
                  <a:pt x="16617" y="471171"/>
                </a:cubicBezTo>
                <a:cubicBezTo>
                  <a:pt x="4825" y="465330"/>
                  <a:pt x="-282" y="451330"/>
                  <a:pt x="5475" y="439648"/>
                </a:cubicBezTo>
                <a:lnTo>
                  <a:pt x="33145" y="381887"/>
                </a:lnTo>
                <a:cubicBezTo>
                  <a:pt x="35931" y="376000"/>
                  <a:pt x="40898" y="371805"/>
                  <a:pt x="46632" y="369788"/>
                </a:cubicBezTo>
                <a:close/>
                <a:moveTo>
                  <a:pt x="442045" y="295108"/>
                </a:moveTo>
                <a:cubicBezTo>
                  <a:pt x="425334" y="295108"/>
                  <a:pt x="411223" y="307993"/>
                  <a:pt x="411223" y="324679"/>
                </a:cubicBezTo>
                <a:cubicBezTo>
                  <a:pt x="411223" y="341364"/>
                  <a:pt x="425334" y="354157"/>
                  <a:pt x="442045" y="354157"/>
                </a:cubicBezTo>
                <a:cubicBezTo>
                  <a:pt x="458756" y="354157"/>
                  <a:pt x="472867" y="341364"/>
                  <a:pt x="472867" y="324679"/>
                </a:cubicBezTo>
                <a:cubicBezTo>
                  <a:pt x="472867" y="307993"/>
                  <a:pt x="458756" y="295108"/>
                  <a:pt x="442045" y="295108"/>
                </a:cubicBezTo>
                <a:close/>
                <a:moveTo>
                  <a:pt x="442045" y="245144"/>
                </a:moveTo>
                <a:cubicBezTo>
                  <a:pt x="486979" y="245144"/>
                  <a:pt x="524300" y="281111"/>
                  <a:pt x="524300" y="325977"/>
                </a:cubicBezTo>
                <a:cubicBezTo>
                  <a:pt x="524300" y="369637"/>
                  <a:pt x="486979" y="406809"/>
                  <a:pt x="442045" y="406809"/>
                </a:cubicBezTo>
                <a:cubicBezTo>
                  <a:pt x="397111" y="406809"/>
                  <a:pt x="359883" y="370842"/>
                  <a:pt x="359883" y="325977"/>
                </a:cubicBezTo>
                <a:cubicBezTo>
                  <a:pt x="359883" y="281018"/>
                  <a:pt x="397111" y="245144"/>
                  <a:pt x="442045" y="245144"/>
                </a:cubicBezTo>
                <a:close/>
                <a:moveTo>
                  <a:pt x="164523" y="169357"/>
                </a:moveTo>
                <a:cubicBezTo>
                  <a:pt x="255791" y="169357"/>
                  <a:pt x="329046" y="238700"/>
                  <a:pt x="329046" y="323338"/>
                </a:cubicBezTo>
                <a:cubicBezTo>
                  <a:pt x="329046" y="337522"/>
                  <a:pt x="317440" y="349017"/>
                  <a:pt x="303328" y="349017"/>
                </a:cubicBezTo>
                <a:cubicBezTo>
                  <a:pt x="289215" y="349017"/>
                  <a:pt x="277516" y="337522"/>
                  <a:pt x="277795" y="323338"/>
                </a:cubicBezTo>
                <a:cubicBezTo>
                  <a:pt x="277795" y="266881"/>
                  <a:pt x="226451" y="220622"/>
                  <a:pt x="164616" y="220622"/>
                </a:cubicBezTo>
                <a:cubicBezTo>
                  <a:pt x="102873" y="220622"/>
                  <a:pt x="51529" y="266881"/>
                  <a:pt x="51529" y="323338"/>
                </a:cubicBezTo>
                <a:cubicBezTo>
                  <a:pt x="51529" y="337522"/>
                  <a:pt x="40017" y="349017"/>
                  <a:pt x="25718" y="349017"/>
                </a:cubicBezTo>
                <a:cubicBezTo>
                  <a:pt x="11513" y="349017"/>
                  <a:pt x="0" y="337429"/>
                  <a:pt x="0" y="323338"/>
                </a:cubicBezTo>
                <a:cubicBezTo>
                  <a:pt x="0" y="238700"/>
                  <a:pt x="74555" y="169357"/>
                  <a:pt x="164523" y="169357"/>
                </a:cubicBezTo>
                <a:close/>
                <a:moveTo>
                  <a:pt x="164510" y="51435"/>
                </a:moveTo>
                <a:cubicBezTo>
                  <a:pt x="147794" y="51435"/>
                  <a:pt x="133678" y="64225"/>
                  <a:pt x="133678" y="79609"/>
                </a:cubicBezTo>
                <a:cubicBezTo>
                  <a:pt x="133678" y="94900"/>
                  <a:pt x="147794" y="107782"/>
                  <a:pt x="164510" y="107782"/>
                </a:cubicBezTo>
                <a:cubicBezTo>
                  <a:pt x="181226" y="107782"/>
                  <a:pt x="195341" y="94900"/>
                  <a:pt x="195341" y="79609"/>
                </a:cubicBezTo>
                <a:cubicBezTo>
                  <a:pt x="195341" y="64225"/>
                  <a:pt x="181226" y="51435"/>
                  <a:pt x="164510" y="51435"/>
                </a:cubicBezTo>
                <a:close/>
                <a:moveTo>
                  <a:pt x="348706" y="28226"/>
                </a:moveTo>
                <a:cubicBezTo>
                  <a:pt x="440818" y="28226"/>
                  <a:pt x="494767" y="66238"/>
                  <a:pt x="523924" y="98131"/>
                </a:cubicBezTo>
                <a:cubicBezTo>
                  <a:pt x="537388" y="112686"/>
                  <a:pt x="546766" y="127520"/>
                  <a:pt x="553359" y="139851"/>
                </a:cubicBezTo>
                <a:lnTo>
                  <a:pt x="555680" y="134937"/>
                </a:lnTo>
                <a:cubicBezTo>
                  <a:pt x="560044" y="125944"/>
                  <a:pt x="575180" y="116024"/>
                  <a:pt x="589294" y="123070"/>
                </a:cubicBezTo>
                <a:cubicBezTo>
                  <a:pt x="601737" y="129282"/>
                  <a:pt x="607215" y="144116"/>
                  <a:pt x="601179" y="156539"/>
                </a:cubicBezTo>
                <a:lnTo>
                  <a:pt x="571651" y="218007"/>
                </a:lnTo>
                <a:cubicBezTo>
                  <a:pt x="565709" y="230616"/>
                  <a:pt x="550666" y="235900"/>
                  <a:pt x="538131" y="229874"/>
                </a:cubicBezTo>
                <a:lnTo>
                  <a:pt x="476568" y="200484"/>
                </a:lnTo>
                <a:cubicBezTo>
                  <a:pt x="463939" y="194551"/>
                  <a:pt x="458646" y="179439"/>
                  <a:pt x="464682" y="166923"/>
                </a:cubicBezTo>
                <a:cubicBezTo>
                  <a:pt x="470625" y="154314"/>
                  <a:pt x="485760" y="149029"/>
                  <a:pt x="498296" y="155056"/>
                </a:cubicBezTo>
                <a:lnTo>
                  <a:pt x="506560" y="159042"/>
                </a:lnTo>
                <a:cubicBezTo>
                  <a:pt x="488824" y="128169"/>
                  <a:pt x="445554" y="78568"/>
                  <a:pt x="348613" y="78568"/>
                </a:cubicBezTo>
                <a:cubicBezTo>
                  <a:pt x="334592" y="78568"/>
                  <a:pt x="323542" y="67165"/>
                  <a:pt x="323542" y="53351"/>
                </a:cubicBezTo>
                <a:cubicBezTo>
                  <a:pt x="323542" y="39537"/>
                  <a:pt x="334870" y="28226"/>
                  <a:pt x="348706" y="28226"/>
                </a:cubicBezTo>
                <a:close/>
                <a:moveTo>
                  <a:pt x="164510" y="0"/>
                </a:moveTo>
                <a:cubicBezTo>
                  <a:pt x="209457" y="0"/>
                  <a:pt x="246696" y="35958"/>
                  <a:pt x="246696" y="79609"/>
                </a:cubicBezTo>
                <a:cubicBezTo>
                  <a:pt x="246696" y="123167"/>
                  <a:pt x="209457" y="159125"/>
                  <a:pt x="164510" y="159125"/>
                </a:cubicBezTo>
                <a:cubicBezTo>
                  <a:pt x="119470" y="159125"/>
                  <a:pt x="82138" y="123167"/>
                  <a:pt x="82324" y="79609"/>
                </a:cubicBezTo>
                <a:cubicBezTo>
                  <a:pt x="82324" y="35958"/>
                  <a:pt x="119563" y="0"/>
                  <a:pt x="164510" y="0"/>
                </a:cubicBez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任意多边形: 形状 36">
            <a:extLst>
              <a:ext uri="{FF2B5EF4-FFF2-40B4-BE49-F238E27FC236}">
                <a16:creationId xmlns:a16="http://schemas.microsoft.com/office/drawing/2014/main" id="{5D91D3E0-318C-9BD0-CD77-B3AD1DCF56AE}"/>
              </a:ext>
            </a:extLst>
          </p:cNvPr>
          <p:cNvSpPr/>
          <p:nvPr/>
        </p:nvSpPr>
        <p:spPr>
          <a:xfrm>
            <a:off x="7098329" y="4507692"/>
            <a:ext cx="609685" cy="376697"/>
          </a:xfrm>
          <a:custGeom>
            <a:avLst/>
            <a:gdLst>
              <a:gd name="connsiteX0" fmla="*/ 403795 w 606227"/>
              <a:gd name="connsiteY0" fmla="*/ 230255 h 374561"/>
              <a:gd name="connsiteX1" fmla="*/ 414078 w 606227"/>
              <a:gd name="connsiteY1" fmla="*/ 318348 h 374561"/>
              <a:gd name="connsiteX2" fmla="*/ 402690 w 606227"/>
              <a:gd name="connsiteY2" fmla="*/ 319450 h 374561"/>
              <a:gd name="connsiteX3" fmla="*/ 394531 w 606227"/>
              <a:gd name="connsiteY3" fmla="*/ 246958 h 374561"/>
              <a:gd name="connsiteX4" fmla="*/ 399460 w 606227"/>
              <a:gd name="connsiteY4" fmla="*/ 246958 h 374561"/>
              <a:gd name="connsiteX5" fmla="*/ 401585 w 606227"/>
              <a:gd name="connsiteY5" fmla="*/ 237292 h 374561"/>
              <a:gd name="connsiteX6" fmla="*/ 195376 w 606227"/>
              <a:gd name="connsiteY6" fmla="*/ 230255 h 374561"/>
              <a:gd name="connsiteX7" fmla="*/ 197076 w 606227"/>
              <a:gd name="connsiteY7" fmla="*/ 237292 h 374561"/>
              <a:gd name="connsiteX8" fmla="*/ 199711 w 606227"/>
              <a:gd name="connsiteY8" fmla="*/ 246958 h 374561"/>
              <a:gd name="connsiteX9" fmla="*/ 204640 w 606227"/>
              <a:gd name="connsiteY9" fmla="*/ 246958 h 374561"/>
              <a:gd name="connsiteX10" fmla="*/ 196481 w 606227"/>
              <a:gd name="connsiteY10" fmla="*/ 319450 h 374561"/>
              <a:gd name="connsiteX11" fmla="*/ 185093 w 606227"/>
              <a:gd name="connsiteY11" fmla="*/ 318348 h 374561"/>
              <a:gd name="connsiteX12" fmla="*/ 374490 w 606227"/>
              <a:gd name="connsiteY12" fmla="*/ 202099 h 374561"/>
              <a:gd name="connsiteX13" fmla="*/ 404339 w 606227"/>
              <a:gd name="connsiteY13" fmla="*/ 202099 h 374561"/>
              <a:gd name="connsiteX14" fmla="*/ 400002 w 606227"/>
              <a:gd name="connsiteY14" fmla="*/ 215077 h 374561"/>
              <a:gd name="connsiteX15" fmla="*/ 393539 w 606227"/>
              <a:gd name="connsiteY15" fmla="*/ 235688 h 374561"/>
              <a:gd name="connsiteX16" fmla="*/ 390818 w 606227"/>
              <a:gd name="connsiteY16" fmla="*/ 235688 h 374561"/>
              <a:gd name="connsiteX17" fmla="*/ 377211 w 606227"/>
              <a:gd name="connsiteY17" fmla="*/ 235688 h 374561"/>
              <a:gd name="connsiteX18" fmla="*/ 264136 w 606227"/>
              <a:gd name="connsiteY18" fmla="*/ 202099 h 374561"/>
              <a:gd name="connsiteX19" fmla="*/ 340444 w 606227"/>
              <a:gd name="connsiteY19" fmla="*/ 202099 h 374561"/>
              <a:gd name="connsiteX20" fmla="*/ 343160 w 606227"/>
              <a:gd name="connsiteY20" fmla="*/ 235688 h 374561"/>
              <a:gd name="connsiteX21" fmla="*/ 260316 w 606227"/>
              <a:gd name="connsiteY21" fmla="*/ 235688 h 374561"/>
              <a:gd name="connsiteX22" fmla="*/ 197583 w 606227"/>
              <a:gd name="connsiteY22" fmla="*/ 202099 h 374561"/>
              <a:gd name="connsiteX23" fmla="*/ 229972 w 606227"/>
              <a:gd name="connsiteY23" fmla="*/ 202099 h 374561"/>
              <a:gd name="connsiteX24" fmla="*/ 226241 w 606227"/>
              <a:gd name="connsiteY24" fmla="*/ 235688 h 374561"/>
              <a:gd name="connsiteX25" fmla="*/ 207842 w 606227"/>
              <a:gd name="connsiteY25" fmla="*/ 235688 h 374561"/>
              <a:gd name="connsiteX26" fmla="*/ 206231 w 606227"/>
              <a:gd name="connsiteY26" fmla="*/ 230768 h 374561"/>
              <a:gd name="connsiteX27" fmla="*/ 198092 w 606227"/>
              <a:gd name="connsiteY27" fmla="*/ 204304 h 374561"/>
              <a:gd name="connsiteX28" fmla="*/ 273307 w 606227"/>
              <a:gd name="connsiteY28" fmla="*/ 112411 h 374561"/>
              <a:gd name="connsiteX29" fmla="*/ 332342 w 606227"/>
              <a:gd name="connsiteY29" fmla="*/ 112411 h 374561"/>
              <a:gd name="connsiteX30" fmla="*/ 334551 w 606227"/>
              <a:gd name="connsiteY30" fmla="*/ 134569 h 374561"/>
              <a:gd name="connsiteX31" fmla="*/ 271183 w 606227"/>
              <a:gd name="connsiteY31" fmla="*/ 134569 h 374561"/>
              <a:gd name="connsiteX32" fmla="*/ 258189 w 606227"/>
              <a:gd name="connsiteY32" fmla="*/ 89689 h 374561"/>
              <a:gd name="connsiteX33" fmla="*/ 347499 w 606227"/>
              <a:gd name="connsiteY33" fmla="*/ 89689 h 374561"/>
              <a:gd name="connsiteX34" fmla="*/ 353442 w 606227"/>
              <a:gd name="connsiteY34" fmla="*/ 92996 h 374561"/>
              <a:gd name="connsiteX35" fmla="*/ 357177 w 606227"/>
              <a:gd name="connsiteY35" fmla="*/ 134539 h 374561"/>
              <a:gd name="connsiteX36" fmla="*/ 358281 w 606227"/>
              <a:gd name="connsiteY36" fmla="*/ 145900 h 374561"/>
              <a:gd name="connsiteX37" fmla="*/ 362101 w 606227"/>
              <a:gd name="connsiteY37" fmla="*/ 190751 h 374561"/>
              <a:gd name="connsiteX38" fmla="*/ 363205 w 606227"/>
              <a:gd name="connsiteY38" fmla="*/ 202112 h 374561"/>
              <a:gd name="connsiteX39" fmla="*/ 365922 w 606227"/>
              <a:gd name="connsiteY39" fmla="*/ 235686 h 374561"/>
              <a:gd name="connsiteX40" fmla="*/ 366940 w 606227"/>
              <a:gd name="connsiteY40" fmla="*/ 246962 h 374561"/>
              <a:gd name="connsiteX41" fmla="*/ 377807 w 606227"/>
              <a:gd name="connsiteY41" fmla="*/ 374052 h 374561"/>
              <a:gd name="connsiteX42" fmla="*/ 366431 w 606227"/>
              <a:gd name="connsiteY42" fmla="*/ 374561 h 374561"/>
              <a:gd name="connsiteX43" fmla="*/ 355055 w 606227"/>
              <a:gd name="connsiteY43" fmla="*/ 246962 h 374561"/>
              <a:gd name="connsiteX44" fmla="*/ 353951 w 606227"/>
              <a:gd name="connsiteY44" fmla="*/ 235686 h 374561"/>
              <a:gd name="connsiteX45" fmla="*/ 351235 w 606227"/>
              <a:gd name="connsiteY45" fmla="*/ 202112 h 374561"/>
              <a:gd name="connsiteX46" fmla="*/ 350216 w 606227"/>
              <a:gd name="connsiteY46" fmla="*/ 190751 h 374561"/>
              <a:gd name="connsiteX47" fmla="*/ 346395 w 606227"/>
              <a:gd name="connsiteY47" fmla="*/ 145900 h 374561"/>
              <a:gd name="connsiteX48" fmla="*/ 345292 w 606227"/>
              <a:gd name="connsiteY48" fmla="*/ 134539 h 374561"/>
              <a:gd name="connsiteX49" fmla="*/ 342575 w 606227"/>
              <a:gd name="connsiteY49" fmla="*/ 101050 h 374561"/>
              <a:gd name="connsiteX50" fmla="*/ 337736 w 606227"/>
              <a:gd name="connsiteY50" fmla="*/ 101050 h 374561"/>
              <a:gd name="connsiteX51" fmla="*/ 268461 w 606227"/>
              <a:gd name="connsiteY51" fmla="*/ 101050 h 374561"/>
              <a:gd name="connsiteX52" fmla="*/ 263622 w 606227"/>
              <a:gd name="connsiteY52" fmla="*/ 101050 h 374561"/>
              <a:gd name="connsiteX53" fmla="*/ 259802 w 606227"/>
              <a:gd name="connsiteY53" fmla="*/ 134539 h 374561"/>
              <a:gd name="connsiteX54" fmla="*/ 258698 w 606227"/>
              <a:gd name="connsiteY54" fmla="*/ 145900 h 374561"/>
              <a:gd name="connsiteX55" fmla="*/ 253859 w 606227"/>
              <a:gd name="connsiteY55" fmla="*/ 190751 h 374561"/>
              <a:gd name="connsiteX56" fmla="*/ 252755 w 606227"/>
              <a:gd name="connsiteY56" fmla="*/ 202112 h 374561"/>
              <a:gd name="connsiteX57" fmla="*/ 248935 w 606227"/>
              <a:gd name="connsiteY57" fmla="*/ 235686 h 374561"/>
              <a:gd name="connsiteX58" fmla="*/ 247916 w 606227"/>
              <a:gd name="connsiteY58" fmla="*/ 246962 h 374561"/>
              <a:gd name="connsiteX59" fmla="*/ 234927 w 606227"/>
              <a:gd name="connsiteY59" fmla="*/ 372950 h 374561"/>
              <a:gd name="connsiteX60" fmla="*/ 223551 w 606227"/>
              <a:gd name="connsiteY60" fmla="*/ 372357 h 374561"/>
              <a:gd name="connsiteX61" fmla="*/ 236540 w 606227"/>
              <a:gd name="connsiteY61" fmla="*/ 246962 h 374561"/>
              <a:gd name="connsiteX62" fmla="*/ 237644 w 606227"/>
              <a:gd name="connsiteY62" fmla="*/ 235686 h 374561"/>
              <a:gd name="connsiteX63" fmla="*/ 240870 w 606227"/>
              <a:gd name="connsiteY63" fmla="*/ 202112 h 374561"/>
              <a:gd name="connsiteX64" fmla="*/ 241973 w 606227"/>
              <a:gd name="connsiteY64" fmla="*/ 190751 h 374561"/>
              <a:gd name="connsiteX65" fmla="*/ 246813 w 606227"/>
              <a:gd name="connsiteY65" fmla="*/ 145900 h 374561"/>
              <a:gd name="connsiteX66" fmla="*/ 247916 w 606227"/>
              <a:gd name="connsiteY66" fmla="*/ 134539 h 374561"/>
              <a:gd name="connsiteX67" fmla="*/ 252246 w 606227"/>
              <a:gd name="connsiteY67" fmla="*/ 92996 h 374561"/>
              <a:gd name="connsiteX68" fmla="*/ 258189 w 606227"/>
              <a:gd name="connsiteY68" fmla="*/ 89689 h 374561"/>
              <a:gd name="connsiteX69" fmla="*/ 584069 w 606227"/>
              <a:gd name="connsiteY69" fmla="*/ 56241 h 374561"/>
              <a:gd name="connsiteX70" fmla="*/ 606227 w 606227"/>
              <a:gd name="connsiteY70" fmla="*/ 56241 h 374561"/>
              <a:gd name="connsiteX71" fmla="*/ 606227 w 606227"/>
              <a:gd name="connsiteY71" fmla="*/ 314016 h 374561"/>
              <a:gd name="connsiteX72" fmla="*/ 584069 w 606227"/>
              <a:gd name="connsiteY72" fmla="*/ 314016 h 374561"/>
              <a:gd name="connsiteX73" fmla="*/ 494169 w 606227"/>
              <a:gd name="connsiteY73" fmla="*/ 56241 h 374561"/>
              <a:gd name="connsiteX74" fmla="*/ 516397 w 606227"/>
              <a:gd name="connsiteY74" fmla="*/ 56241 h 374561"/>
              <a:gd name="connsiteX75" fmla="*/ 516397 w 606227"/>
              <a:gd name="connsiteY75" fmla="*/ 246979 h 374561"/>
              <a:gd name="connsiteX76" fmla="*/ 494169 w 606227"/>
              <a:gd name="connsiteY76" fmla="*/ 246979 h 374561"/>
              <a:gd name="connsiteX77" fmla="*/ 101191 w 606227"/>
              <a:gd name="connsiteY77" fmla="*/ 56241 h 374561"/>
              <a:gd name="connsiteX78" fmla="*/ 123419 w 606227"/>
              <a:gd name="connsiteY78" fmla="*/ 56241 h 374561"/>
              <a:gd name="connsiteX79" fmla="*/ 123419 w 606227"/>
              <a:gd name="connsiteY79" fmla="*/ 246979 h 374561"/>
              <a:gd name="connsiteX80" fmla="*/ 101191 w 606227"/>
              <a:gd name="connsiteY80" fmla="*/ 246979 h 374561"/>
              <a:gd name="connsiteX81" fmla="*/ 0 w 606227"/>
              <a:gd name="connsiteY81" fmla="*/ 56241 h 374561"/>
              <a:gd name="connsiteX82" fmla="*/ 22158 w 606227"/>
              <a:gd name="connsiteY82" fmla="*/ 56241 h 374561"/>
              <a:gd name="connsiteX83" fmla="*/ 22158 w 606227"/>
              <a:gd name="connsiteY83" fmla="*/ 314016 h 374561"/>
              <a:gd name="connsiteX84" fmla="*/ 0 w 606227"/>
              <a:gd name="connsiteY84" fmla="*/ 314016 h 374561"/>
              <a:gd name="connsiteX85" fmla="*/ 224651 w 606227"/>
              <a:gd name="connsiteY85" fmla="*/ 33519 h 374561"/>
              <a:gd name="connsiteX86" fmla="*/ 383754 w 606227"/>
              <a:gd name="connsiteY86" fmla="*/ 33519 h 374561"/>
              <a:gd name="connsiteX87" fmla="*/ 385367 w 606227"/>
              <a:gd name="connsiteY87" fmla="*/ 44879 h 374561"/>
              <a:gd name="connsiteX88" fmla="*/ 397847 w 606227"/>
              <a:gd name="connsiteY88" fmla="*/ 134569 h 374561"/>
              <a:gd name="connsiteX89" fmla="*/ 369151 w 606227"/>
              <a:gd name="connsiteY89" fmla="*/ 134569 h 374561"/>
              <a:gd name="connsiteX90" fmla="*/ 365330 w 606227"/>
              <a:gd name="connsiteY90" fmla="*/ 92437 h 374561"/>
              <a:gd name="connsiteX91" fmla="*/ 348011 w 606227"/>
              <a:gd name="connsiteY91" fmla="*/ 78364 h 374561"/>
              <a:gd name="connsiteX92" fmla="*/ 258186 w 606227"/>
              <a:gd name="connsiteY92" fmla="*/ 78364 h 374561"/>
              <a:gd name="connsiteX93" fmla="*/ 241376 w 606227"/>
              <a:gd name="connsiteY93" fmla="*/ 91335 h 374561"/>
              <a:gd name="connsiteX94" fmla="*/ 237046 w 606227"/>
              <a:gd name="connsiteY94" fmla="*/ 134569 h 374561"/>
              <a:gd name="connsiteX95" fmla="*/ 208944 w 606227"/>
              <a:gd name="connsiteY95" fmla="*/ 134569 h 374561"/>
              <a:gd name="connsiteX96" fmla="*/ 222953 w 606227"/>
              <a:gd name="connsiteY96" fmla="*/ 44879 h 374561"/>
              <a:gd name="connsiteX97" fmla="*/ 112076 w 606227"/>
              <a:gd name="connsiteY97" fmla="*/ 0 h 374561"/>
              <a:gd name="connsiteX98" fmla="*/ 516397 w 606227"/>
              <a:gd name="connsiteY98" fmla="*/ 0 h 374561"/>
              <a:gd name="connsiteX99" fmla="*/ 606227 w 606227"/>
              <a:gd name="connsiteY99" fmla="*/ 22737 h 374561"/>
              <a:gd name="connsiteX100" fmla="*/ 606227 w 606227"/>
              <a:gd name="connsiteY100" fmla="*/ 44880 h 374561"/>
              <a:gd name="connsiteX101" fmla="*/ 396170 w 606227"/>
              <a:gd name="connsiteY101" fmla="*/ 44880 h 374561"/>
              <a:gd name="connsiteX102" fmla="*/ 392944 w 606227"/>
              <a:gd name="connsiteY102" fmla="*/ 22737 h 374561"/>
              <a:gd name="connsiteX103" fmla="*/ 214896 w 606227"/>
              <a:gd name="connsiteY103" fmla="*/ 22737 h 374561"/>
              <a:gd name="connsiteX104" fmla="*/ 211670 w 606227"/>
              <a:gd name="connsiteY104" fmla="*/ 44880 h 374561"/>
              <a:gd name="connsiteX105" fmla="*/ 0 w 606227"/>
              <a:gd name="connsiteY105" fmla="*/ 44880 h 374561"/>
              <a:gd name="connsiteX106" fmla="*/ 0 w 606227"/>
              <a:gd name="connsiteY106" fmla="*/ 22737 h 374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Lst>
            <a:rect l="l" t="t" r="r" b="b"/>
            <a:pathLst>
              <a:path w="606227" h="374561">
                <a:moveTo>
                  <a:pt x="403795" y="230255"/>
                </a:moveTo>
                <a:lnTo>
                  <a:pt x="414078" y="318348"/>
                </a:lnTo>
                <a:lnTo>
                  <a:pt x="402690" y="319450"/>
                </a:lnTo>
                <a:lnTo>
                  <a:pt x="394531" y="246958"/>
                </a:lnTo>
                <a:lnTo>
                  <a:pt x="399460" y="246958"/>
                </a:lnTo>
                <a:lnTo>
                  <a:pt x="401585" y="237292"/>
                </a:lnTo>
                <a:close/>
                <a:moveTo>
                  <a:pt x="195376" y="230255"/>
                </a:moveTo>
                <a:lnTo>
                  <a:pt x="197076" y="237292"/>
                </a:lnTo>
                <a:lnTo>
                  <a:pt x="199711" y="246958"/>
                </a:lnTo>
                <a:lnTo>
                  <a:pt x="204640" y="246958"/>
                </a:lnTo>
                <a:lnTo>
                  <a:pt x="196481" y="319450"/>
                </a:lnTo>
                <a:lnTo>
                  <a:pt x="185093" y="318348"/>
                </a:lnTo>
                <a:close/>
                <a:moveTo>
                  <a:pt x="374490" y="202099"/>
                </a:moveTo>
                <a:lnTo>
                  <a:pt x="404339" y="202099"/>
                </a:lnTo>
                <a:lnTo>
                  <a:pt x="400002" y="215077"/>
                </a:lnTo>
                <a:lnTo>
                  <a:pt x="393539" y="235688"/>
                </a:lnTo>
                <a:lnTo>
                  <a:pt x="390818" y="235688"/>
                </a:lnTo>
                <a:lnTo>
                  <a:pt x="377211" y="235688"/>
                </a:lnTo>
                <a:close/>
                <a:moveTo>
                  <a:pt x="264136" y="202099"/>
                </a:moveTo>
                <a:lnTo>
                  <a:pt x="340444" y="202099"/>
                </a:lnTo>
                <a:lnTo>
                  <a:pt x="343160" y="235688"/>
                </a:lnTo>
                <a:lnTo>
                  <a:pt x="260316" y="235688"/>
                </a:lnTo>
                <a:close/>
                <a:moveTo>
                  <a:pt x="197583" y="202099"/>
                </a:moveTo>
                <a:lnTo>
                  <a:pt x="229972" y="202099"/>
                </a:lnTo>
                <a:lnTo>
                  <a:pt x="226241" y="235688"/>
                </a:lnTo>
                <a:lnTo>
                  <a:pt x="207842" y="235688"/>
                </a:lnTo>
                <a:lnTo>
                  <a:pt x="206231" y="230768"/>
                </a:lnTo>
                <a:lnTo>
                  <a:pt x="198092" y="204304"/>
                </a:lnTo>
                <a:close/>
                <a:moveTo>
                  <a:pt x="273307" y="112411"/>
                </a:moveTo>
                <a:lnTo>
                  <a:pt x="332342" y="112411"/>
                </a:lnTo>
                <a:lnTo>
                  <a:pt x="334551" y="134569"/>
                </a:lnTo>
                <a:lnTo>
                  <a:pt x="271183" y="134569"/>
                </a:lnTo>
                <a:close/>
                <a:moveTo>
                  <a:pt x="258189" y="89689"/>
                </a:moveTo>
                <a:lnTo>
                  <a:pt x="347499" y="89689"/>
                </a:lnTo>
                <a:cubicBezTo>
                  <a:pt x="350216" y="89689"/>
                  <a:pt x="353442" y="90282"/>
                  <a:pt x="353442" y="92996"/>
                </a:cubicBezTo>
                <a:lnTo>
                  <a:pt x="357177" y="134539"/>
                </a:lnTo>
                <a:lnTo>
                  <a:pt x="358281" y="145900"/>
                </a:lnTo>
                <a:lnTo>
                  <a:pt x="362101" y="190751"/>
                </a:lnTo>
                <a:lnTo>
                  <a:pt x="363205" y="202112"/>
                </a:lnTo>
                <a:lnTo>
                  <a:pt x="365922" y="235686"/>
                </a:lnTo>
                <a:lnTo>
                  <a:pt x="366940" y="246962"/>
                </a:lnTo>
                <a:lnTo>
                  <a:pt x="377807" y="374052"/>
                </a:lnTo>
                <a:lnTo>
                  <a:pt x="366431" y="374561"/>
                </a:lnTo>
                <a:lnTo>
                  <a:pt x="355055" y="246962"/>
                </a:lnTo>
                <a:lnTo>
                  <a:pt x="353951" y="235686"/>
                </a:lnTo>
                <a:lnTo>
                  <a:pt x="351235" y="202112"/>
                </a:lnTo>
                <a:lnTo>
                  <a:pt x="350216" y="190751"/>
                </a:lnTo>
                <a:lnTo>
                  <a:pt x="346395" y="145900"/>
                </a:lnTo>
                <a:lnTo>
                  <a:pt x="345292" y="134539"/>
                </a:lnTo>
                <a:lnTo>
                  <a:pt x="342575" y="101050"/>
                </a:lnTo>
                <a:lnTo>
                  <a:pt x="337736" y="101050"/>
                </a:lnTo>
                <a:lnTo>
                  <a:pt x="268461" y="101050"/>
                </a:lnTo>
                <a:lnTo>
                  <a:pt x="263622" y="101050"/>
                </a:lnTo>
                <a:lnTo>
                  <a:pt x="259802" y="134539"/>
                </a:lnTo>
                <a:lnTo>
                  <a:pt x="258698" y="145900"/>
                </a:lnTo>
                <a:lnTo>
                  <a:pt x="253859" y="190751"/>
                </a:lnTo>
                <a:lnTo>
                  <a:pt x="252755" y="202112"/>
                </a:lnTo>
                <a:lnTo>
                  <a:pt x="248935" y="235686"/>
                </a:lnTo>
                <a:lnTo>
                  <a:pt x="247916" y="246962"/>
                </a:lnTo>
                <a:lnTo>
                  <a:pt x="234927" y="372950"/>
                </a:lnTo>
                <a:lnTo>
                  <a:pt x="223551" y="372357"/>
                </a:lnTo>
                <a:lnTo>
                  <a:pt x="236540" y="246962"/>
                </a:lnTo>
                <a:lnTo>
                  <a:pt x="237644" y="235686"/>
                </a:lnTo>
                <a:lnTo>
                  <a:pt x="240870" y="202112"/>
                </a:lnTo>
                <a:lnTo>
                  <a:pt x="241973" y="190751"/>
                </a:lnTo>
                <a:lnTo>
                  <a:pt x="246813" y="145900"/>
                </a:lnTo>
                <a:lnTo>
                  <a:pt x="247916" y="134539"/>
                </a:lnTo>
                <a:lnTo>
                  <a:pt x="252246" y="92996"/>
                </a:lnTo>
                <a:cubicBezTo>
                  <a:pt x="252755" y="90282"/>
                  <a:pt x="255472" y="89689"/>
                  <a:pt x="258189" y="89689"/>
                </a:cubicBezTo>
                <a:close/>
                <a:moveTo>
                  <a:pt x="584069" y="56241"/>
                </a:moveTo>
                <a:lnTo>
                  <a:pt x="606227" y="56241"/>
                </a:lnTo>
                <a:lnTo>
                  <a:pt x="606227" y="314016"/>
                </a:lnTo>
                <a:lnTo>
                  <a:pt x="584069" y="314016"/>
                </a:lnTo>
                <a:close/>
                <a:moveTo>
                  <a:pt x="494169" y="56241"/>
                </a:moveTo>
                <a:lnTo>
                  <a:pt x="516397" y="56241"/>
                </a:lnTo>
                <a:lnTo>
                  <a:pt x="516397" y="246979"/>
                </a:lnTo>
                <a:lnTo>
                  <a:pt x="494169" y="246979"/>
                </a:lnTo>
                <a:close/>
                <a:moveTo>
                  <a:pt x="101191" y="56241"/>
                </a:moveTo>
                <a:lnTo>
                  <a:pt x="123419" y="56241"/>
                </a:lnTo>
                <a:lnTo>
                  <a:pt x="123419" y="246979"/>
                </a:lnTo>
                <a:lnTo>
                  <a:pt x="101191" y="246979"/>
                </a:lnTo>
                <a:close/>
                <a:moveTo>
                  <a:pt x="0" y="56241"/>
                </a:moveTo>
                <a:lnTo>
                  <a:pt x="22158" y="56241"/>
                </a:lnTo>
                <a:lnTo>
                  <a:pt x="22158" y="314016"/>
                </a:lnTo>
                <a:lnTo>
                  <a:pt x="0" y="314016"/>
                </a:lnTo>
                <a:close/>
                <a:moveTo>
                  <a:pt x="224651" y="33519"/>
                </a:moveTo>
                <a:lnTo>
                  <a:pt x="383754" y="33519"/>
                </a:lnTo>
                <a:lnTo>
                  <a:pt x="385367" y="44879"/>
                </a:lnTo>
                <a:lnTo>
                  <a:pt x="397847" y="134569"/>
                </a:lnTo>
                <a:lnTo>
                  <a:pt x="369151" y="134569"/>
                </a:lnTo>
                <a:lnTo>
                  <a:pt x="365330" y="92437"/>
                </a:lnTo>
                <a:cubicBezTo>
                  <a:pt x="364227" y="84383"/>
                  <a:pt x="357265" y="78364"/>
                  <a:pt x="348011" y="78364"/>
                </a:cubicBezTo>
                <a:lnTo>
                  <a:pt x="258186" y="78364"/>
                </a:lnTo>
                <a:cubicBezTo>
                  <a:pt x="250036" y="78364"/>
                  <a:pt x="242480" y="82688"/>
                  <a:pt x="241376" y="91335"/>
                </a:cubicBezTo>
                <a:lnTo>
                  <a:pt x="237046" y="134569"/>
                </a:lnTo>
                <a:lnTo>
                  <a:pt x="208944" y="134569"/>
                </a:lnTo>
                <a:lnTo>
                  <a:pt x="222953" y="44879"/>
                </a:lnTo>
                <a:close/>
                <a:moveTo>
                  <a:pt x="112076" y="0"/>
                </a:moveTo>
                <a:lnTo>
                  <a:pt x="516397" y="0"/>
                </a:lnTo>
                <a:lnTo>
                  <a:pt x="606227" y="22737"/>
                </a:lnTo>
                <a:lnTo>
                  <a:pt x="606227" y="44880"/>
                </a:lnTo>
                <a:lnTo>
                  <a:pt x="396170" y="44880"/>
                </a:lnTo>
                <a:lnTo>
                  <a:pt x="392944" y="22737"/>
                </a:lnTo>
                <a:lnTo>
                  <a:pt x="214896" y="22737"/>
                </a:lnTo>
                <a:lnTo>
                  <a:pt x="211670" y="44880"/>
                </a:lnTo>
                <a:lnTo>
                  <a:pt x="0" y="44880"/>
                </a:lnTo>
                <a:lnTo>
                  <a:pt x="0" y="22737"/>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n-lt"/>
                <a:ea typeface="+mn-ea"/>
                <a:cs typeface="+mn-ea"/>
                <a:sym typeface="+mn-lt"/>
              </a:rPr>
              <a:t>个人分工</a:t>
            </a:r>
          </a:p>
        </p:txBody>
      </p:sp>
      <p:sp>
        <p:nvSpPr>
          <p:cNvPr id="3" name="页脚占位符 2"/>
          <p:cNvSpPr>
            <a:spLocks noGrp="1"/>
          </p:cNvSpPr>
          <p:nvPr>
            <p:ph type="ftr" sz="quarter" idx="11"/>
          </p:nvPr>
        </p:nvSpPr>
        <p:spPr/>
        <p:txBody>
          <a:bodyPr/>
          <a:lstStyle/>
          <a:p>
            <a:r>
              <a:rPr lang="zh-CN" altLang="en-US" dirty="0">
                <a:cs typeface="+mn-ea"/>
                <a:sym typeface="+mn-lt"/>
              </a:rPr>
              <a:t>课程管理系统</a:t>
            </a:r>
          </a:p>
        </p:txBody>
      </p:sp>
      <p:sp>
        <p:nvSpPr>
          <p:cNvPr id="4" name="灯片编号占位符 3"/>
          <p:cNvSpPr>
            <a:spLocks noGrp="1"/>
          </p:cNvSpPr>
          <p:nvPr>
            <p:ph type="sldNum" sz="quarter" idx="12"/>
          </p:nvPr>
        </p:nvSpPr>
        <p:spPr/>
        <p:txBody>
          <a:bodyPr/>
          <a:lstStyle/>
          <a:p>
            <a:fld id="{5DD3DB80-B894-403A-B48E-6FDC1A72010E}" type="slidenum">
              <a:rPr lang="zh-CN" altLang="en-US" b="1" smtClean="0">
                <a:solidFill>
                  <a:schemeClr val="tx1"/>
                </a:solidFill>
                <a:cs typeface="+mn-ea"/>
                <a:sym typeface="+mn-lt"/>
              </a:rPr>
              <a:t>19</a:t>
            </a:fld>
            <a:endParaRPr lang="zh-CN" altLang="en-US" b="1" dirty="0">
              <a:solidFill>
                <a:schemeClr val="tx1"/>
              </a:solidFill>
              <a:cs typeface="+mn-ea"/>
              <a:sym typeface="+mn-lt"/>
            </a:endParaRPr>
          </a:p>
        </p:txBody>
      </p:sp>
      <p:sp>
        <p:nvSpPr>
          <p:cNvPr id="35" name="任意多边形: 形状 34">
            <a:extLst>
              <a:ext uri="{FF2B5EF4-FFF2-40B4-BE49-F238E27FC236}">
                <a16:creationId xmlns:a16="http://schemas.microsoft.com/office/drawing/2014/main" id="{C2079660-5233-472C-CD34-CAA00C26D72E}"/>
              </a:ext>
            </a:extLst>
          </p:cNvPr>
          <p:cNvSpPr/>
          <p:nvPr/>
        </p:nvSpPr>
        <p:spPr>
          <a:xfrm>
            <a:off x="5397876" y="3790814"/>
            <a:ext cx="517098" cy="349151"/>
          </a:xfrm>
          <a:custGeom>
            <a:avLst/>
            <a:gdLst>
              <a:gd name="T0" fmla="*/ 4640 w 12073"/>
              <a:gd name="T1" fmla="*/ 4488 h 8384"/>
              <a:gd name="T2" fmla="*/ 3807 w 12073"/>
              <a:gd name="T3" fmla="*/ 2735 h 8384"/>
              <a:gd name="T4" fmla="*/ 6041 w 12073"/>
              <a:gd name="T5" fmla="*/ 484 h 8384"/>
              <a:gd name="T6" fmla="*/ 8275 w 12073"/>
              <a:gd name="T7" fmla="*/ 2735 h 8384"/>
              <a:gd name="T8" fmla="*/ 7442 w 12073"/>
              <a:gd name="T9" fmla="*/ 4488 h 8384"/>
              <a:gd name="T10" fmla="*/ 9741 w 12073"/>
              <a:gd name="T11" fmla="*/ 7939 h 8384"/>
              <a:gd name="T12" fmla="*/ 9715 w 12073"/>
              <a:gd name="T13" fmla="*/ 8384 h 8384"/>
              <a:gd name="T14" fmla="*/ 8911 w 12073"/>
              <a:gd name="T15" fmla="*/ 8384 h 8384"/>
              <a:gd name="T16" fmla="*/ 8944 w 12073"/>
              <a:gd name="T17" fmla="*/ 7939 h 8384"/>
              <a:gd name="T18" fmla="*/ 6041 w 12073"/>
              <a:gd name="T19" fmla="*/ 5014 h 8384"/>
              <a:gd name="T20" fmla="*/ 3138 w 12073"/>
              <a:gd name="T21" fmla="*/ 7939 h 8384"/>
              <a:gd name="T22" fmla="*/ 3171 w 12073"/>
              <a:gd name="T23" fmla="*/ 8384 h 8384"/>
              <a:gd name="T24" fmla="*/ 2367 w 12073"/>
              <a:gd name="T25" fmla="*/ 8384 h 8384"/>
              <a:gd name="T26" fmla="*/ 2341 w 12073"/>
              <a:gd name="T27" fmla="*/ 7939 h 8384"/>
              <a:gd name="T28" fmla="*/ 4640 w 12073"/>
              <a:gd name="T29" fmla="*/ 4488 h 8384"/>
              <a:gd name="T30" fmla="*/ 6041 w 12073"/>
              <a:gd name="T31" fmla="*/ 4183 h 8384"/>
              <a:gd name="T32" fmla="*/ 7478 w 12073"/>
              <a:gd name="T33" fmla="*/ 2735 h 8384"/>
              <a:gd name="T34" fmla="*/ 6041 w 12073"/>
              <a:gd name="T35" fmla="*/ 1287 h 8384"/>
              <a:gd name="T36" fmla="*/ 4604 w 12073"/>
              <a:gd name="T37" fmla="*/ 2735 h 8384"/>
              <a:gd name="T38" fmla="*/ 6041 w 12073"/>
              <a:gd name="T39" fmla="*/ 4183 h 8384"/>
              <a:gd name="T40" fmla="*/ 8376 w 12073"/>
              <a:gd name="T41" fmla="*/ 0 h 8384"/>
              <a:gd name="T42" fmla="*/ 10608 w 12073"/>
              <a:gd name="T43" fmla="*/ 2251 h 8384"/>
              <a:gd name="T44" fmla="*/ 9776 w 12073"/>
              <a:gd name="T45" fmla="*/ 4005 h 8384"/>
              <a:gd name="T46" fmla="*/ 12073 w 12073"/>
              <a:gd name="T47" fmla="*/ 7457 h 8384"/>
              <a:gd name="T48" fmla="*/ 12047 w 12073"/>
              <a:gd name="T49" fmla="*/ 7901 h 8384"/>
              <a:gd name="T50" fmla="*/ 11244 w 12073"/>
              <a:gd name="T51" fmla="*/ 7901 h 8384"/>
              <a:gd name="T52" fmla="*/ 11277 w 12073"/>
              <a:gd name="T53" fmla="*/ 7457 h 8384"/>
              <a:gd name="T54" fmla="*/ 8501 w 12073"/>
              <a:gd name="T55" fmla="*/ 4531 h 8384"/>
              <a:gd name="T56" fmla="*/ 8094 w 12073"/>
              <a:gd name="T57" fmla="*/ 4115 h 8384"/>
              <a:gd name="T58" fmla="*/ 8501 w 12073"/>
              <a:gd name="T59" fmla="*/ 3699 h 8384"/>
              <a:gd name="T60" fmla="*/ 9812 w 12073"/>
              <a:gd name="T61" fmla="*/ 2251 h 8384"/>
              <a:gd name="T62" fmla="*/ 8376 w 12073"/>
              <a:gd name="T63" fmla="*/ 803 h 8384"/>
              <a:gd name="T64" fmla="*/ 8181 w 12073"/>
              <a:gd name="T65" fmla="*/ 823 h 8384"/>
              <a:gd name="T66" fmla="*/ 7768 w 12073"/>
              <a:gd name="T67" fmla="*/ 536 h 8384"/>
              <a:gd name="T68" fmla="*/ 7764 w 12073"/>
              <a:gd name="T69" fmla="*/ 509 h 8384"/>
              <a:gd name="T70" fmla="*/ 8154 w 12073"/>
              <a:gd name="T71" fmla="*/ 16 h 8384"/>
              <a:gd name="T72" fmla="*/ 8376 w 12073"/>
              <a:gd name="T73" fmla="*/ 0 h 8384"/>
              <a:gd name="T74" fmla="*/ 3697 w 12073"/>
              <a:gd name="T75" fmla="*/ 0 h 8384"/>
              <a:gd name="T76" fmla="*/ 1464 w 12073"/>
              <a:gd name="T77" fmla="*/ 2251 h 8384"/>
              <a:gd name="T78" fmla="*/ 2297 w 12073"/>
              <a:gd name="T79" fmla="*/ 4005 h 8384"/>
              <a:gd name="T80" fmla="*/ 0 w 12073"/>
              <a:gd name="T81" fmla="*/ 7457 h 8384"/>
              <a:gd name="T82" fmla="*/ 26 w 12073"/>
              <a:gd name="T83" fmla="*/ 7901 h 8384"/>
              <a:gd name="T84" fmla="*/ 829 w 12073"/>
              <a:gd name="T85" fmla="*/ 7901 h 8384"/>
              <a:gd name="T86" fmla="*/ 796 w 12073"/>
              <a:gd name="T87" fmla="*/ 7457 h 8384"/>
              <a:gd name="T88" fmla="*/ 3572 w 12073"/>
              <a:gd name="T89" fmla="*/ 4531 h 8384"/>
              <a:gd name="T90" fmla="*/ 3979 w 12073"/>
              <a:gd name="T91" fmla="*/ 4115 h 8384"/>
              <a:gd name="T92" fmla="*/ 3572 w 12073"/>
              <a:gd name="T93" fmla="*/ 3699 h 8384"/>
              <a:gd name="T94" fmla="*/ 2261 w 12073"/>
              <a:gd name="T95" fmla="*/ 2251 h 8384"/>
              <a:gd name="T96" fmla="*/ 3697 w 12073"/>
              <a:gd name="T97" fmla="*/ 803 h 8384"/>
              <a:gd name="T98" fmla="*/ 3892 w 12073"/>
              <a:gd name="T99" fmla="*/ 823 h 8384"/>
              <a:gd name="T100" fmla="*/ 4305 w 12073"/>
              <a:gd name="T101" fmla="*/ 536 h 8384"/>
              <a:gd name="T102" fmla="*/ 4308 w 12073"/>
              <a:gd name="T103" fmla="*/ 509 h 8384"/>
              <a:gd name="T104" fmla="*/ 3919 w 12073"/>
              <a:gd name="T105" fmla="*/ 16 h 8384"/>
              <a:gd name="T106" fmla="*/ 3697 w 12073"/>
              <a:gd name="T107" fmla="*/ 0 h 8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073" h="8384">
                <a:moveTo>
                  <a:pt x="4640" y="4488"/>
                </a:moveTo>
                <a:cubicBezTo>
                  <a:pt x="4132" y="4076"/>
                  <a:pt x="3807" y="3443"/>
                  <a:pt x="3807" y="2735"/>
                </a:cubicBezTo>
                <a:cubicBezTo>
                  <a:pt x="3807" y="1492"/>
                  <a:pt x="4807" y="484"/>
                  <a:pt x="6041" y="484"/>
                </a:cubicBezTo>
                <a:cubicBezTo>
                  <a:pt x="7275" y="484"/>
                  <a:pt x="8275" y="1492"/>
                  <a:pt x="8275" y="2735"/>
                </a:cubicBezTo>
                <a:cubicBezTo>
                  <a:pt x="8275" y="3443"/>
                  <a:pt x="7950" y="4076"/>
                  <a:pt x="7442" y="4488"/>
                </a:cubicBezTo>
                <a:cubicBezTo>
                  <a:pt x="8791" y="5045"/>
                  <a:pt x="9741" y="6380"/>
                  <a:pt x="9741" y="7939"/>
                </a:cubicBezTo>
                <a:cubicBezTo>
                  <a:pt x="9741" y="8090"/>
                  <a:pt x="9732" y="8238"/>
                  <a:pt x="9715" y="8384"/>
                </a:cubicBezTo>
                <a:lnTo>
                  <a:pt x="8911" y="8384"/>
                </a:lnTo>
                <a:cubicBezTo>
                  <a:pt x="8933" y="8237"/>
                  <a:pt x="8944" y="8088"/>
                  <a:pt x="8944" y="7939"/>
                </a:cubicBezTo>
                <a:cubicBezTo>
                  <a:pt x="8944" y="6324"/>
                  <a:pt x="7644" y="5014"/>
                  <a:pt x="6041" y="5014"/>
                </a:cubicBezTo>
                <a:cubicBezTo>
                  <a:pt x="4438" y="5014"/>
                  <a:pt x="3138" y="6324"/>
                  <a:pt x="3138" y="7939"/>
                </a:cubicBezTo>
                <a:cubicBezTo>
                  <a:pt x="3138" y="8090"/>
                  <a:pt x="3149" y="8239"/>
                  <a:pt x="3171" y="8384"/>
                </a:cubicBezTo>
                <a:lnTo>
                  <a:pt x="2367" y="8384"/>
                </a:lnTo>
                <a:cubicBezTo>
                  <a:pt x="2350" y="8236"/>
                  <a:pt x="2341" y="8088"/>
                  <a:pt x="2341" y="7939"/>
                </a:cubicBezTo>
                <a:cubicBezTo>
                  <a:pt x="2341" y="6380"/>
                  <a:pt x="3291" y="5045"/>
                  <a:pt x="4640" y="4488"/>
                </a:cubicBezTo>
                <a:close/>
                <a:moveTo>
                  <a:pt x="6041" y="4183"/>
                </a:moveTo>
                <a:cubicBezTo>
                  <a:pt x="6835" y="4183"/>
                  <a:pt x="7478" y="3535"/>
                  <a:pt x="7478" y="2735"/>
                </a:cubicBezTo>
                <a:cubicBezTo>
                  <a:pt x="7478" y="1935"/>
                  <a:pt x="6835" y="1287"/>
                  <a:pt x="6041" y="1287"/>
                </a:cubicBezTo>
                <a:cubicBezTo>
                  <a:pt x="5247" y="1287"/>
                  <a:pt x="4604" y="1935"/>
                  <a:pt x="4604" y="2735"/>
                </a:cubicBezTo>
                <a:cubicBezTo>
                  <a:pt x="4604" y="3535"/>
                  <a:pt x="5247" y="4183"/>
                  <a:pt x="6041" y="4183"/>
                </a:cubicBezTo>
                <a:close/>
                <a:moveTo>
                  <a:pt x="8376" y="0"/>
                </a:moveTo>
                <a:cubicBezTo>
                  <a:pt x="9609" y="0"/>
                  <a:pt x="10608" y="1008"/>
                  <a:pt x="10608" y="2251"/>
                </a:cubicBezTo>
                <a:cubicBezTo>
                  <a:pt x="10608" y="2960"/>
                  <a:pt x="10284" y="3592"/>
                  <a:pt x="9776" y="4005"/>
                </a:cubicBezTo>
                <a:cubicBezTo>
                  <a:pt x="11124" y="4561"/>
                  <a:pt x="12073" y="5897"/>
                  <a:pt x="12073" y="7457"/>
                </a:cubicBezTo>
                <a:cubicBezTo>
                  <a:pt x="12073" y="7607"/>
                  <a:pt x="12064" y="7755"/>
                  <a:pt x="12047" y="7901"/>
                </a:cubicBezTo>
                <a:lnTo>
                  <a:pt x="11244" y="7901"/>
                </a:lnTo>
                <a:cubicBezTo>
                  <a:pt x="11266" y="7754"/>
                  <a:pt x="11277" y="7605"/>
                  <a:pt x="11277" y="7457"/>
                </a:cubicBezTo>
                <a:cubicBezTo>
                  <a:pt x="11277" y="5841"/>
                  <a:pt x="10103" y="4531"/>
                  <a:pt x="8501" y="4531"/>
                </a:cubicBezTo>
                <a:cubicBezTo>
                  <a:pt x="8262" y="4525"/>
                  <a:pt x="8094" y="4345"/>
                  <a:pt x="8094" y="4115"/>
                </a:cubicBezTo>
                <a:cubicBezTo>
                  <a:pt x="8094" y="3886"/>
                  <a:pt x="8249" y="3712"/>
                  <a:pt x="8501" y="3699"/>
                </a:cubicBezTo>
                <a:cubicBezTo>
                  <a:pt x="9294" y="3699"/>
                  <a:pt x="9812" y="3051"/>
                  <a:pt x="9812" y="2251"/>
                </a:cubicBezTo>
                <a:cubicBezTo>
                  <a:pt x="9812" y="1451"/>
                  <a:pt x="9169" y="803"/>
                  <a:pt x="8376" y="803"/>
                </a:cubicBezTo>
                <a:cubicBezTo>
                  <a:pt x="8320" y="803"/>
                  <a:pt x="8255" y="809"/>
                  <a:pt x="8181" y="823"/>
                </a:cubicBezTo>
                <a:cubicBezTo>
                  <a:pt x="7988" y="857"/>
                  <a:pt x="7803" y="729"/>
                  <a:pt x="7768" y="536"/>
                </a:cubicBezTo>
                <a:cubicBezTo>
                  <a:pt x="7767" y="527"/>
                  <a:pt x="7765" y="518"/>
                  <a:pt x="7764" y="509"/>
                </a:cubicBezTo>
                <a:cubicBezTo>
                  <a:pt x="7739" y="266"/>
                  <a:pt x="7912" y="48"/>
                  <a:pt x="8154" y="16"/>
                </a:cubicBezTo>
                <a:cubicBezTo>
                  <a:pt x="8239" y="5"/>
                  <a:pt x="8313" y="0"/>
                  <a:pt x="8376" y="0"/>
                </a:cubicBezTo>
                <a:close/>
                <a:moveTo>
                  <a:pt x="3697" y="0"/>
                </a:moveTo>
                <a:cubicBezTo>
                  <a:pt x="2464" y="0"/>
                  <a:pt x="1464" y="1008"/>
                  <a:pt x="1464" y="2251"/>
                </a:cubicBezTo>
                <a:cubicBezTo>
                  <a:pt x="1464" y="2960"/>
                  <a:pt x="1789" y="3592"/>
                  <a:pt x="2297" y="4005"/>
                </a:cubicBezTo>
                <a:cubicBezTo>
                  <a:pt x="949" y="4561"/>
                  <a:pt x="0" y="5897"/>
                  <a:pt x="0" y="7457"/>
                </a:cubicBezTo>
                <a:cubicBezTo>
                  <a:pt x="0" y="7607"/>
                  <a:pt x="8" y="7755"/>
                  <a:pt x="26" y="7901"/>
                </a:cubicBezTo>
                <a:lnTo>
                  <a:pt x="829" y="7901"/>
                </a:lnTo>
                <a:cubicBezTo>
                  <a:pt x="807" y="7754"/>
                  <a:pt x="796" y="7605"/>
                  <a:pt x="796" y="7457"/>
                </a:cubicBezTo>
                <a:cubicBezTo>
                  <a:pt x="796" y="5841"/>
                  <a:pt x="1970" y="4531"/>
                  <a:pt x="3572" y="4531"/>
                </a:cubicBezTo>
                <a:cubicBezTo>
                  <a:pt x="3762" y="4550"/>
                  <a:pt x="3979" y="4345"/>
                  <a:pt x="3979" y="4115"/>
                </a:cubicBezTo>
                <a:cubicBezTo>
                  <a:pt x="3979" y="3886"/>
                  <a:pt x="3762" y="3700"/>
                  <a:pt x="3572" y="3699"/>
                </a:cubicBezTo>
                <a:cubicBezTo>
                  <a:pt x="2779" y="3699"/>
                  <a:pt x="2261" y="3051"/>
                  <a:pt x="2261" y="2251"/>
                </a:cubicBezTo>
                <a:cubicBezTo>
                  <a:pt x="2261" y="1451"/>
                  <a:pt x="2904" y="803"/>
                  <a:pt x="3697" y="803"/>
                </a:cubicBezTo>
                <a:cubicBezTo>
                  <a:pt x="3753" y="803"/>
                  <a:pt x="3817" y="809"/>
                  <a:pt x="3892" y="823"/>
                </a:cubicBezTo>
                <a:cubicBezTo>
                  <a:pt x="4085" y="857"/>
                  <a:pt x="4270" y="729"/>
                  <a:pt x="4305" y="536"/>
                </a:cubicBezTo>
                <a:cubicBezTo>
                  <a:pt x="4306" y="527"/>
                  <a:pt x="4307" y="518"/>
                  <a:pt x="4308" y="509"/>
                </a:cubicBezTo>
                <a:cubicBezTo>
                  <a:pt x="4333" y="266"/>
                  <a:pt x="4160" y="48"/>
                  <a:pt x="3919" y="16"/>
                </a:cubicBezTo>
                <a:cubicBezTo>
                  <a:pt x="3833" y="5"/>
                  <a:pt x="3760" y="0"/>
                  <a:pt x="3697" y="0"/>
                </a:cubicBez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任意多边形: 形状 35">
            <a:extLst>
              <a:ext uri="{FF2B5EF4-FFF2-40B4-BE49-F238E27FC236}">
                <a16:creationId xmlns:a16="http://schemas.microsoft.com/office/drawing/2014/main" id="{8D7345FC-0228-50D1-59C8-859D347E552E}"/>
              </a:ext>
            </a:extLst>
          </p:cNvPr>
          <p:cNvSpPr/>
          <p:nvPr/>
        </p:nvSpPr>
        <p:spPr>
          <a:xfrm>
            <a:off x="6627350" y="3193133"/>
            <a:ext cx="495289" cy="465639"/>
          </a:xfrm>
          <a:custGeom>
            <a:avLst/>
            <a:gdLst>
              <a:gd name="connsiteX0" fmla="*/ 373273 h 605239"/>
              <a:gd name="connsiteY0" fmla="*/ 373273 h 605239"/>
              <a:gd name="connsiteX1" fmla="*/ 373273 h 605239"/>
              <a:gd name="connsiteY1" fmla="*/ 373273 h 605239"/>
              <a:gd name="connsiteX2" fmla="*/ 373273 h 605239"/>
              <a:gd name="connsiteY2" fmla="*/ 373273 h 605239"/>
              <a:gd name="connsiteX3" fmla="*/ 373273 h 605239"/>
              <a:gd name="connsiteY3" fmla="*/ 373273 h 605239"/>
              <a:gd name="connsiteX4" fmla="*/ 373273 h 605239"/>
              <a:gd name="connsiteY4" fmla="*/ 373273 h 605239"/>
              <a:gd name="connsiteX5" fmla="*/ 373273 h 605239"/>
              <a:gd name="connsiteY5" fmla="*/ 373273 h 605239"/>
              <a:gd name="connsiteX6" fmla="*/ 373273 h 605239"/>
              <a:gd name="connsiteY6" fmla="*/ 373273 h 605239"/>
              <a:gd name="connsiteX7" fmla="*/ 373273 h 605239"/>
              <a:gd name="connsiteY7" fmla="*/ 373273 h 605239"/>
              <a:gd name="connsiteX8" fmla="*/ 373273 h 605239"/>
              <a:gd name="connsiteY8" fmla="*/ 373273 h 605239"/>
              <a:gd name="connsiteX9" fmla="*/ 373273 h 605239"/>
              <a:gd name="connsiteY9" fmla="*/ 373273 h 605239"/>
              <a:gd name="connsiteX10" fmla="*/ 373273 h 605239"/>
              <a:gd name="connsiteY10" fmla="*/ 373273 h 605239"/>
              <a:gd name="connsiteX11" fmla="*/ 373273 h 605239"/>
              <a:gd name="connsiteY11" fmla="*/ 373273 h 605239"/>
              <a:gd name="connsiteX12" fmla="*/ 373273 h 605239"/>
              <a:gd name="connsiteY12" fmla="*/ 373273 h 605239"/>
              <a:gd name="connsiteX13" fmla="*/ 373273 h 605239"/>
              <a:gd name="connsiteY13" fmla="*/ 373273 h 605239"/>
              <a:gd name="connsiteX14" fmla="*/ 373273 h 605239"/>
              <a:gd name="connsiteY14" fmla="*/ 373273 h 605239"/>
              <a:gd name="connsiteX15" fmla="*/ 373273 h 605239"/>
              <a:gd name="connsiteY15" fmla="*/ 373273 h 605239"/>
              <a:gd name="connsiteX16" fmla="*/ 373273 h 605239"/>
              <a:gd name="connsiteY16" fmla="*/ 373273 h 605239"/>
              <a:gd name="connsiteX17" fmla="*/ 373273 h 605239"/>
              <a:gd name="connsiteY17" fmla="*/ 373273 h 605239"/>
              <a:gd name="connsiteX18" fmla="*/ 373273 h 605239"/>
              <a:gd name="connsiteY18" fmla="*/ 373273 h 605239"/>
              <a:gd name="connsiteX19" fmla="*/ 373273 h 605239"/>
              <a:gd name="connsiteY19" fmla="*/ 373273 h 605239"/>
              <a:gd name="connsiteX20" fmla="*/ 373273 h 605239"/>
              <a:gd name="connsiteY20" fmla="*/ 373273 h 605239"/>
              <a:gd name="connsiteX21" fmla="*/ 373273 h 605239"/>
              <a:gd name="connsiteY21" fmla="*/ 373273 h 605239"/>
              <a:gd name="connsiteX22" fmla="*/ 373273 h 605239"/>
              <a:gd name="connsiteY22" fmla="*/ 373273 h 605239"/>
              <a:gd name="connsiteX23" fmla="*/ 373273 h 605239"/>
              <a:gd name="connsiteY23" fmla="*/ 373273 h 605239"/>
              <a:gd name="connsiteX24" fmla="*/ 373273 h 605239"/>
              <a:gd name="connsiteY24" fmla="*/ 373273 h 605239"/>
              <a:gd name="connsiteX25" fmla="*/ 373273 h 605239"/>
              <a:gd name="connsiteY25" fmla="*/ 373273 h 605239"/>
              <a:gd name="connsiteX26" fmla="*/ 373273 h 605239"/>
              <a:gd name="connsiteY26" fmla="*/ 373273 h 605239"/>
              <a:gd name="connsiteX27" fmla="*/ 373273 h 605239"/>
              <a:gd name="connsiteY27" fmla="*/ 373273 h 605239"/>
              <a:gd name="connsiteX28" fmla="*/ 373273 h 605239"/>
              <a:gd name="connsiteY28" fmla="*/ 373273 h 605239"/>
              <a:gd name="connsiteX29" fmla="*/ 373273 h 605239"/>
              <a:gd name="connsiteY29" fmla="*/ 373273 h 605239"/>
              <a:gd name="connsiteX30" fmla="*/ 373273 h 605239"/>
              <a:gd name="connsiteY30" fmla="*/ 373273 h 605239"/>
              <a:gd name="connsiteX31" fmla="*/ 373273 h 605239"/>
              <a:gd name="connsiteY31" fmla="*/ 373273 h 605239"/>
              <a:gd name="connsiteX32" fmla="*/ 373273 h 605239"/>
              <a:gd name="connsiteY32" fmla="*/ 373273 h 605239"/>
              <a:gd name="connsiteX33" fmla="*/ 373273 h 605239"/>
              <a:gd name="connsiteY33" fmla="*/ 373273 h 605239"/>
              <a:gd name="connsiteX34" fmla="*/ 373273 h 605239"/>
              <a:gd name="connsiteY34" fmla="*/ 373273 h 605239"/>
              <a:gd name="connsiteX35" fmla="*/ 373273 h 605239"/>
              <a:gd name="connsiteY35" fmla="*/ 373273 h 605239"/>
              <a:gd name="connsiteX36" fmla="*/ 373273 h 605239"/>
              <a:gd name="connsiteY36" fmla="*/ 373273 h 605239"/>
              <a:gd name="connsiteX37" fmla="*/ 373273 h 605239"/>
              <a:gd name="connsiteY37" fmla="*/ 373273 h 605239"/>
              <a:gd name="connsiteX38" fmla="*/ 373273 h 605239"/>
              <a:gd name="connsiteY38" fmla="*/ 373273 h 605239"/>
              <a:gd name="connsiteX39" fmla="*/ 373273 h 605239"/>
              <a:gd name="connsiteY39" fmla="*/ 373273 h 605239"/>
              <a:gd name="connsiteX40" fmla="*/ 373273 h 605239"/>
              <a:gd name="connsiteY40" fmla="*/ 373273 h 605239"/>
              <a:gd name="connsiteX41" fmla="*/ 373273 h 605239"/>
              <a:gd name="connsiteY41" fmla="*/ 373273 h 605239"/>
              <a:gd name="connsiteX42" fmla="*/ 373273 h 605239"/>
              <a:gd name="connsiteY42" fmla="*/ 373273 h 605239"/>
              <a:gd name="connsiteX43" fmla="*/ 373273 h 605239"/>
              <a:gd name="connsiteY43" fmla="*/ 373273 h 605239"/>
              <a:gd name="connsiteX44" fmla="*/ 373273 h 605239"/>
              <a:gd name="connsiteY44" fmla="*/ 373273 h 605239"/>
              <a:gd name="connsiteX45" fmla="*/ 373273 h 605239"/>
              <a:gd name="connsiteY45" fmla="*/ 373273 h 605239"/>
              <a:gd name="connsiteX46" fmla="*/ 373273 h 605239"/>
              <a:gd name="connsiteY46" fmla="*/ 373273 h 605239"/>
              <a:gd name="connsiteX47" fmla="*/ 373273 h 605239"/>
              <a:gd name="connsiteY47" fmla="*/ 373273 h 605239"/>
              <a:gd name="connsiteX48" fmla="*/ 373273 h 605239"/>
              <a:gd name="connsiteY48" fmla="*/ 373273 h 605239"/>
              <a:gd name="connsiteX49" fmla="*/ 373273 h 605239"/>
              <a:gd name="connsiteY49" fmla="*/ 373273 h 605239"/>
              <a:gd name="connsiteX50" fmla="*/ 373273 h 605239"/>
              <a:gd name="connsiteY50" fmla="*/ 373273 h 605239"/>
              <a:gd name="connsiteX51" fmla="*/ 373273 h 605239"/>
              <a:gd name="connsiteY51" fmla="*/ 373273 h 605239"/>
              <a:gd name="connsiteX52" fmla="*/ 373273 h 605239"/>
              <a:gd name="connsiteY52" fmla="*/ 373273 h 605239"/>
              <a:gd name="connsiteX53" fmla="*/ 373273 h 605239"/>
              <a:gd name="connsiteY53" fmla="*/ 373273 h 605239"/>
              <a:gd name="connsiteX54" fmla="*/ 373273 h 605239"/>
              <a:gd name="connsiteY54" fmla="*/ 373273 h 605239"/>
              <a:gd name="connsiteX55" fmla="*/ 373273 h 605239"/>
              <a:gd name="connsiteY55" fmla="*/ 373273 h 605239"/>
              <a:gd name="connsiteX56" fmla="*/ 373273 h 605239"/>
              <a:gd name="connsiteY56" fmla="*/ 373273 h 605239"/>
              <a:gd name="connsiteX57" fmla="*/ 373273 h 605239"/>
              <a:gd name="connsiteY57" fmla="*/ 373273 h 605239"/>
              <a:gd name="connsiteX58" fmla="*/ 373273 h 605239"/>
              <a:gd name="connsiteY58" fmla="*/ 373273 h 605239"/>
              <a:gd name="connsiteX59" fmla="*/ 373273 h 605239"/>
              <a:gd name="connsiteY59" fmla="*/ 373273 h 605239"/>
              <a:gd name="connsiteX60" fmla="*/ 373273 h 605239"/>
              <a:gd name="connsiteY60" fmla="*/ 373273 h 605239"/>
              <a:gd name="connsiteX61" fmla="*/ 373273 h 605239"/>
              <a:gd name="connsiteY61" fmla="*/ 373273 h 605239"/>
              <a:gd name="connsiteX62" fmla="*/ 373273 h 605239"/>
              <a:gd name="connsiteY62" fmla="*/ 373273 h 605239"/>
              <a:gd name="connsiteX63" fmla="*/ 373273 h 605239"/>
              <a:gd name="connsiteY63" fmla="*/ 373273 h 605239"/>
              <a:gd name="connsiteX64" fmla="*/ 373273 h 605239"/>
              <a:gd name="connsiteY64" fmla="*/ 373273 h 605239"/>
              <a:gd name="connsiteX65" fmla="*/ 373273 h 605239"/>
              <a:gd name="connsiteY65" fmla="*/ 373273 h 605239"/>
              <a:gd name="connsiteX66" fmla="*/ 373273 h 605239"/>
              <a:gd name="connsiteY66" fmla="*/ 373273 h 605239"/>
              <a:gd name="connsiteX67" fmla="*/ 373273 h 605239"/>
              <a:gd name="connsiteY67" fmla="*/ 373273 h 605239"/>
              <a:gd name="connsiteX68" fmla="*/ 373273 h 605239"/>
              <a:gd name="connsiteY68" fmla="*/ 373273 h 605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606862" h="600653">
                <a:moveTo>
                  <a:pt x="442059" y="420923"/>
                </a:moveTo>
                <a:cubicBezTo>
                  <a:pt x="533327" y="420923"/>
                  <a:pt x="606583" y="490164"/>
                  <a:pt x="606862" y="574977"/>
                </a:cubicBezTo>
                <a:cubicBezTo>
                  <a:pt x="606862" y="589159"/>
                  <a:pt x="595256" y="600653"/>
                  <a:pt x="581143" y="600653"/>
                </a:cubicBezTo>
                <a:cubicBezTo>
                  <a:pt x="566845" y="600653"/>
                  <a:pt x="555332" y="589067"/>
                  <a:pt x="555332" y="574977"/>
                </a:cubicBezTo>
                <a:cubicBezTo>
                  <a:pt x="555332" y="518435"/>
                  <a:pt x="503988" y="472274"/>
                  <a:pt x="442244" y="472274"/>
                </a:cubicBezTo>
                <a:cubicBezTo>
                  <a:pt x="380408" y="472274"/>
                  <a:pt x="329064" y="518435"/>
                  <a:pt x="329064" y="574977"/>
                </a:cubicBezTo>
                <a:cubicBezTo>
                  <a:pt x="329064" y="589159"/>
                  <a:pt x="317458" y="600653"/>
                  <a:pt x="303345" y="600653"/>
                </a:cubicBezTo>
                <a:cubicBezTo>
                  <a:pt x="289047" y="600653"/>
                  <a:pt x="277534" y="589067"/>
                  <a:pt x="277534" y="574977"/>
                </a:cubicBezTo>
                <a:cubicBezTo>
                  <a:pt x="277534" y="490257"/>
                  <a:pt x="352090" y="420923"/>
                  <a:pt x="442059" y="420923"/>
                </a:cubicBezTo>
                <a:close/>
                <a:moveTo>
                  <a:pt x="46632" y="369788"/>
                </a:moveTo>
                <a:cubicBezTo>
                  <a:pt x="52365" y="367772"/>
                  <a:pt x="58865" y="367934"/>
                  <a:pt x="64714" y="370762"/>
                </a:cubicBezTo>
                <a:lnTo>
                  <a:pt x="122654" y="398298"/>
                </a:lnTo>
                <a:cubicBezTo>
                  <a:pt x="134446" y="403860"/>
                  <a:pt x="139553" y="418138"/>
                  <a:pt x="133796" y="429820"/>
                </a:cubicBezTo>
                <a:cubicBezTo>
                  <a:pt x="128225" y="441595"/>
                  <a:pt x="114019" y="446694"/>
                  <a:pt x="102226" y="440946"/>
                </a:cubicBezTo>
                <a:lnTo>
                  <a:pt x="94427" y="437237"/>
                </a:lnTo>
                <a:cubicBezTo>
                  <a:pt x="110954" y="466442"/>
                  <a:pt x="151809" y="513077"/>
                  <a:pt x="242990" y="513077"/>
                </a:cubicBezTo>
                <a:cubicBezTo>
                  <a:pt x="256175" y="513077"/>
                  <a:pt x="266667" y="523832"/>
                  <a:pt x="266667" y="536812"/>
                </a:cubicBezTo>
                <a:cubicBezTo>
                  <a:pt x="266667" y="549792"/>
                  <a:pt x="256175" y="560361"/>
                  <a:pt x="242990" y="560361"/>
                </a:cubicBezTo>
                <a:cubicBezTo>
                  <a:pt x="156359" y="560361"/>
                  <a:pt x="105476" y="524666"/>
                  <a:pt x="78085" y="494720"/>
                </a:cubicBezTo>
                <a:cubicBezTo>
                  <a:pt x="65457" y="480905"/>
                  <a:pt x="56543" y="466906"/>
                  <a:pt x="50415" y="455316"/>
                </a:cubicBezTo>
                <a:lnTo>
                  <a:pt x="48187" y="460045"/>
                </a:lnTo>
                <a:cubicBezTo>
                  <a:pt x="44101" y="468575"/>
                  <a:pt x="29802" y="477660"/>
                  <a:pt x="16617" y="471171"/>
                </a:cubicBezTo>
                <a:cubicBezTo>
                  <a:pt x="4825" y="465330"/>
                  <a:pt x="-282" y="451330"/>
                  <a:pt x="5475" y="439648"/>
                </a:cubicBezTo>
                <a:lnTo>
                  <a:pt x="33145" y="381887"/>
                </a:lnTo>
                <a:cubicBezTo>
                  <a:pt x="35931" y="376000"/>
                  <a:pt x="40898" y="371805"/>
                  <a:pt x="46632" y="369788"/>
                </a:cubicBezTo>
                <a:close/>
                <a:moveTo>
                  <a:pt x="442045" y="295108"/>
                </a:moveTo>
                <a:cubicBezTo>
                  <a:pt x="425334" y="295108"/>
                  <a:pt x="411223" y="307993"/>
                  <a:pt x="411223" y="324679"/>
                </a:cubicBezTo>
                <a:cubicBezTo>
                  <a:pt x="411223" y="341364"/>
                  <a:pt x="425334" y="354157"/>
                  <a:pt x="442045" y="354157"/>
                </a:cubicBezTo>
                <a:cubicBezTo>
                  <a:pt x="458756" y="354157"/>
                  <a:pt x="472867" y="341364"/>
                  <a:pt x="472867" y="324679"/>
                </a:cubicBezTo>
                <a:cubicBezTo>
                  <a:pt x="472867" y="307993"/>
                  <a:pt x="458756" y="295108"/>
                  <a:pt x="442045" y="295108"/>
                </a:cubicBezTo>
                <a:close/>
                <a:moveTo>
                  <a:pt x="442045" y="245144"/>
                </a:moveTo>
                <a:cubicBezTo>
                  <a:pt x="486979" y="245144"/>
                  <a:pt x="524300" y="281111"/>
                  <a:pt x="524300" y="325977"/>
                </a:cubicBezTo>
                <a:cubicBezTo>
                  <a:pt x="524300" y="369637"/>
                  <a:pt x="486979" y="406809"/>
                  <a:pt x="442045" y="406809"/>
                </a:cubicBezTo>
                <a:cubicBezTo>
                  <a:pt x="397111" y="406809"/>
                  <a:pt x="359883" y="370842"/>
                  <a:pt x="359883" y="325977"/>
                </a:cubicBezTo>
                <a:cubicBezTo>
                  <a:pt x="359883" y="281018"/>
                  <a:pt x="397111" y="245144"/>
                  <a:pt x="442045" y="245144"/>
                </a:cubicBezTo>
                <a:close/>
                <a:moveTo>
                  <a:pt x="164523" y="169357"/>
                </a:moveTo>
                <a:cubicBezTo>
                  <a:pt x="255791" y="169357"/>
                  <a:pt x="329046" y="238700"/>
                  <a:pt x="329046" y="323338"/>
                </a:cubicBezTo>
                <a:cubicBezTo>
                  <a:pt x="329046" y="337522"/>
                  <a:pt x="317440" y="349017"/>
                  <a:pt x="303328" y="349017"/>
                </a:cubicBezTo>
                <a:cubicBezTo>
                  <a:pt x="289215" y="349017"/>
                  <a:pt x="277516" y="337522"/>
                  <a:pt x="277795" y="323338"/>
                </a:cubicBezTo>
                <a:cubicBezTo>
                  <a:pt x="277795" y="266881"/>
                  <a:pt x="226451" y="220622"/>
                  <a:pt x="164616" y="220622"/>
                </a:cubicBezTo>
                <a:cubicBezTo>
                  <a:pt x="102873" y="220622"/>
                  <a:pt x="51529" y="266881"/>
                  <a:pt x="51529" y="323338"/>
                </a:cubicBezTo>
                <a:cubicBezTo>
                  <a:pt x="51529" y="337522"/>
                  <a:pt x="40017" y="349017"/>
                  <a:pt x="25718" y="349017"/>
                </a:cubicBezTo>
                <a:cubicBezTo>
                  <a:pt x="11513" y="349017"/>
                  <a:pt x="0" y="337429"/>
                  <a:pt x="0" y="323338"/>
                </a:cubicBezTo>
                <a:cubicBezTo>
                  <a:pt x="0" y="238700"/>
                  <a:pt x="74555" y="169357"/>
                  <a:pt x="164523" y="169357"/>
                </a:cubicBezTo>
                <a:close/>
                <a:moveTo>
                  <a:pt x="164510" y="51435"/>
                </a:moveTo>
                <a:cubicBezTo>
                  <a:pt x="147794" y="51435"/>
                  <a:pt x="133678" y="64225"/>
                  <a:pt x="133678" y="79609"/>
                </a:cubicBezTo>
                <a:cubicBezTo>
                  <a:pt x="133678" y="94900"/>
                  <a:pt x="147794" y="107782"/>
                  <a:pt x="164510" y="107782"/>
                </a:cubicBezTo>
                <a:cubicBezTo>
                  <a:pt x="181226" y="107782"/>
                  <a:pt x="195341" y="94900"/>
                  <a:pt x="195341" y="79609"/>
                </a:cubicBezTo>
                <a:cubicBezTo>
                  <a:pt x="195341" y="64225"/>
                  <a:pt x="181226" y="51435"/>
                  <a:pt x="164510" y="51435"/>
                </a:cubicBezTo>
                <a:close/>
                <a:moveTo>
                  <a:pt x="348706" y="28226"/>
                </a:moveTo>
                <a:cubicBezTo>
                  <a:pt x="440818" y="28226"/>
                  <a:pt x="494767" y="66238"/>
                  <a:pt x="523924" y="98131"/>
                </a:cubicBezTo>
                <a:cubicBezTo>
                  <a:pt x="537388" y="112686"/>
                  <a:pt x="546766" y="127520"/>
                  <a:pt x="553359" y="139851"/>
                </a:cubicBezTo>
                <a:lnTo>
                  <a:pt x="555680" y="134937"/>
                </a:lnTo>
                <a:cubicBezTo>
                  <a:pt x="560044" y="125944"/>
                  <a:pt x="575180" y="116024"/>
                  <a:pt x="589294" y="123070"/>
                </a:cubicBezTo>
                <a:cubicBezTo>
                  <a:pt x="601737" y="129282"/>
                  <a:pt x="607215" y="144116"/>
                  <a:pt x="601179" y="156539"/>
                </a:cubicBezTo>
                <a:lnTo>
                  <a:pt x="571651" y="218007"/>
                </a:lnTo>
                <a:cubicBezTo>
                  <a:pt x="565709" y="230616"/>
                  <a:pt x="550666" y="235900"/>
                  <a:pt x="538131" y="229874"/>
                </a:cubicBezTo>
                <a:lnTo>
                  <a:pt x="476568" y="200484"/>
                </a:lnTo>
                <a:cubicBezTo>
                  <a:pt x="463939" y="194551"/>
                  <a:pt x="458646" y="179439"/>
                  <a:pt x="464682" y="166923"/>
                </a:cubicBezTo>
                <a:cubicBezTo>
                  <a:pt x="470625" y="154314"/>
                  <a:pt x="485760" y="149029"/>
                  <a:pt x="498296" y="155056"/>
                </a:cubicBezTo>
                <a:lnTo>
                  <a:pt x="506560" y="159042"/>
                </a:lnTo>
                <a:cubicBezTo>
                  <a:pt x="488824" y="128169"/>
                  <a:pt x="445554" y="78568"/>
                  <a:pt x="348613" y="78568"/>
                </a:cubicBezTo>
                <a:cubicBezTo>
                  <a:pt x="334592" y="78568"/>
                  <a:pt x="323542" y="67165"/>
                  <a:pt x="323542" y="53351"/>
                </a:cubicBezTo>
                <a:cubicBezTo>
                  <a:pt x="323542" y="39537"/>
                  <a:pt x="334870" y="28226"/>
                  <a:pt x="348706" y="28226"/>
                </a:cubicBezTo>
                <a:close/>
                <a:moveTo>
                  <a:pt x="164510" y="0"/>
                </a:moveTo>
                <a:cubicBezTo>
                  <a:pt x="209457" y="0"/>
                  <a:pt x="246696" y="35958"/>
                  <a:pt x="246696" y="79609"/>
                </a:cubicBezTo>
                <a:cubicBezTo>
                  <a:pt x="246696" y="123167"/>
                  <a:pt x="209457" y="159125"/>
                  <a:pt x="164510" y="159125"/>
                </a:cubicBezTo>
                <a:cubicBezTo>
                  <a:pt x="119470" y="159125"/>
                  <a:pt x="82138" y="123167"/>
                  <a:pt x="82324" y="79609"/>
                </a:cubicBezTo>
                <a:cubicBezTo>
                  <a:pt x="82324" y="35958"/>
                  <a:pt x="119563" y="0"/>
                  <a:pt x="164510" y="0"/>
                </a:cubicBez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任意多边形: 形状 36">
            <a:extLst>
              <a:ext uri="{FF2B5EF4-FFF2-40B4-BE49-F238E27FC236}">
                <a16:creationId xmlns:a16="http://schemas.microsoft.com/office/drawing/2014/main" id="{5D91D3E0-318C-9BD0-CD77-B3AD1DCF56AE}"/>
              </a:ext>
            </a:extLst>
          </p:cNvPr>
          <p:cNvSpPr/>
          <p:nvPr/>
        </p:nvSpPr>
        <p:spPr>
          <a:xfrm>
            <a:off x="7098329" y="4507692"/>
            <a:ext cx="609685" cy="376697"/>
          </a:xfrm>
          <a:custGeom>
            <a:avLst/>
            <a:gdLst>
              <a:gd name="connsiteX0" fmla="*/ 403795 w 606227"/>
              <a:gd name="connsiteY0" fmla="*/ 230255 h 374561"/>
              <a:gd name="connsiteX1" fmla="*/ 414078 w 606227"/>
              <a:gd name="connsiteY1" fmla="*/ 318348 h 374561"/>
              <a:gd name="connsiteX2" fmla="*/ 402690 w 606227"/>
              <a:gd name="connsiteY2" fmla="*/ 319450 h 374561"/>
              <a:gd name="connsiteX3" fmla="*/ 394531 w 606227"/>
              <a:gd name="connsiteY3" fmla="*/ 246958 h 374561"/>
              <a:gd name="connsiteX4" fmla="*/ 399460 w 606227"/>
              <a:gd name="connsiteY4" fmla="*/ 246958 h 374561"/>
              <a:gd name="connsiteX5" fmla="*/ 401585 w 606227"/>
              <a:gd name="connsiteY5" fmla="*/ 237292 h 374561"/>
              <a:gd name="connsiteX6" fmla="*/ 195376 w 606227"/>
              <a:gd name="connsiteY6" fmla="*/ 230255 h 374561"/>
              <a:gd name="connsiteX7" fmla="*/ 197076 w 606227"/>
              <a:gd name="connsiteY7" fmla="*/ 237292 h 374561"/>
              <a:gd name="connsiteX8" fmla="*/ 199711 w 606227"/>
              <a:gd name="connsiteY8" fmla="*/ 246958 h 374561"/>
              <a:gd name="connsiteX9" fmla="*/ 204640 w 606227"/>
              <a:gd name="connsiteY9" fmla="*/ 246958 h 374561"/>
              <a:gd name="connsiteX10" fmla="*/ 196481 w 606227"/>
              <a:gd name="connsiteY10" fmla="*/ 319450 h 374561"/>
              <a:gd name="connsiteX11" fmla="*/ 185093 w 606227"/>
              <a:gd name="connsiteY11" fmla="*/ 318348 h 374561"/>
              <a:gd name="connsiteX12" fmla="*/ 374490 w 606227"/>
              <a:gd name="connsiteY12" fmla="*/ 202099 h 374561"/>
              <a:gd name="connsiteX13" fmla="*/ 404339 w 606227"/>
              <a:gd name="connsiteY13" fmla="*/ 202099 h 374561"/>
              <a:gd name="connsiteX14" fmla="*/ 400002 w 606227"/>
              <a:gd name="connsiteY14" fmla="*/ 215077 h 374561"/>
              <a:gd name="connsiteX15" fmla="*/ 393539 w 606227"/>
              <a:gd name="connsiteY15" fmla="*/ 235688 h 374561"/>
              <a:gd name="connsiteX16" fmla="*/ 390818 w 606227"/>
              <a:gd name="connsiteY16" fmla="*/ 235688 h 374561"/>
              <a:gd name="connsiteX17" fmla="*/ 377211 w 606227"/>
              <a:gd name="connsiteY17" fmla="*/ 235688 h 374561"/>
              <a:gd name="connsiteX18" fmla="*/ 264136 w 606227"/>
              <a:gd name="connsiteY18" fmla="*/ 202099 h 374561"/>
              <a:gd name="connsiteX19" fmla="*/ 340444 w 606227"/>
              <a:gd name="connsiteY19" fmla="*/ 202099 h 374561"/>
              <a:gd name="connsiteX20" fmla="*/ 343160 w 606227"/>
              <a:gd name="connsiteY20" fmla="*/ 235688 h 374561"/>
              <a:gd name="connsiteX21" fmla="*/ 260316 w 606227"/>
              <a:gd name="connsiteY21" fmla="*/ 235688 h 374561"/>
              <a:gd name="connsiteX22" fmla="*/ 197583 w 606227"/>
              <a:gd name="connsiteY22" fmla="*/ 202099 h 374561"/>
              <a:gd name="connsiteX23" fmla="*/ 229972 w 606227"/>
              <a:gd name="connsiteY23" fmla="*/ 202099 h 374561"/>
              <a:gd name="connsiteX24" fmla="*/ 226241 w 606227"/>
              <a:gd name="connsiteY24" fmla="*/ 235688 h 374561"/>
              <a:gd name="connsiteX25" fmla="*/ 207842 w 606227"/>
              <a:gd name="connsiteY25" fmla="*/ 235688 h 374561"/>
              <a:gd name="connsiteX26" fmla="*/ 206231 w 606227"/>
              <a:gd name="connsiteY26" fmla="*/ 230768 h 374561"/>
              <a:gd name="connsiteX27" fmla="*/ 198092 w 606227"/>
              <a:gd name="connsiteY27" fmla="*/ 204304 h 374561"/>
              <a:gd name="connsiteX28" fmla="*/ 273307 w 606227"/>
              <a:gd name="connsiteY28" fmla="*/ 112411 h 374561"/>
              <a:gd name="connsiteX29" fmla="*/ 332342 w 606227"/>
              <a:gd name="connsiteY29" fmla="*/ 112411 h 374561"/>
              <a:gd name="connsiteX30" fmla="*/ 334551 w 606227"/>
              <a:gd name="connsiteY30" fmla="*/ 134569 h 374561"/>
              <a:gd name="connsiteX31" fmla="*/ 271183 w 606227"/>
              <a:gd name="connsiteY31" fmla="*/ 134569 h 374561"/>
              <a:gd name="connsiteX32" fmla="*/ 258189 w 606227"/>
              <a:gd name="connsiteY32" fmla="*/ 89689 h 374561"/>
              <a:gd name="connsiteX33" fmla="*/ 347499 w 606227"/>
              <a:gd name="connsiteY33" fmla="*/ 89689 h 374561"/>
              <a:gd name="connsiteX34" fmla="*/ 353442 w 606227"/>
              <a:gd name="connsiteY34" fmla="*/ 92996 h 374561"/>
              <a:gd name="connsiteX35" fmla="*/ 357177 w 606227"/>
              <a:gd name="connsiteY35" fmla="*/ 134539 h 374561"/>
              <a:gd name="connsiteX36" fmla="*/ 358281 w 606227"/>
              <a:gd name="connsiteY36" fmla="*/ 145900 h 374561"/>
              <a:gd name="connsiteX37" fmla="*/ 362101 w 606227"/>
              <a:gd name="connsiteY37" fmla="*/ 190751 h 374561"/>
              <a:gd name="connsiteX38" fmla="*/ 363205 w 606227"/>
              <a:gd name="connsiteY38" fmla="*/ 202112 h 374561"/>
              <a:gd name="connsiteX39" fmla="*/ 365922 w 606227"/>
              <a:gd name="connsiteY39" fmla="*/ 235686 h 374561"/>
              <a:gd name="connsiteX40" fmla="*/ 366940 w 606227"/>
              <a:gd name="connsiteY40" fmla="*/ 246962 h 374561"/>
              <a:gd name="connsiteX41" fmla="*/ 377807 w 606227"/>
              <a:gd name="connsiteY41" fmla="*/ 374052 h 374561"/>
              <a:gd name="connsiteX42" fmla="*/ 366431 w 606227"/>
              <a:gd name="connsiteY42" fmla="*/ 374561 h 374561"/>
              <a:gd name="connsiteX43" fmla="*/ 355055 w 606227"/>
              <a:gd name="connsiteY43" fmla="*/ 246962 h 374561"/>
              <a:gd name="connsiteX44" fmla="*/ 353951 w 606227"/>
              <a:gd name="connsiteY44" fmla="*/ 235686 h 374561"/>
              <a:gd name="connsiteX45" fmla="*/ 351235 w 606227"/>
              <a:gd name="connsiteY45" fmla="*/ 202112 h 374561"/>
              <a:gd name="connsiteX46" fmla="*/ 350216 w 606227"/>
              <a:gd name="connsiteY46" fmla="*/ 190751 h 374561"/>
              <a:gd name="connsiteX47" fmla="*/ 346395 w 606227"/>
              <a:gd name="connsiteY47" fmla="*/ 145900 h 374561"/>
              <a:gd name="connsiteX48" fmla="*/ 345292 w 606227"/>
              <a:gd name="connsiteY48" fmla="*/ 134539 h 374561"/>
              <a:gd name="connsiteX49" fmla="*/ 342575 w 606227"/>
              <a:gd name="connsiteY49" fmla="*/ 101050 h 374561"/>
              <a:gd name="connsiteX50" fmla="*/ 337736 w 606227"/>
              <a:gd name="connsiteY50" fmla="*/ 101050 h 374561"/>
              <a:gd name="connsiteX51" fmla="*/ 268461 w 606227"/>
              <a:gd name="connsiteY51" fmla="*/ 101050 h 374561"/>
              <a:gd name="connsiteX52" fmla="*/ 263622 w 606227"/>
              <a:gd name="connsiteY52" fmla="*/ 101050 h 374561"/>
              <a:gd name="connsiteX53" fmla="*/ 259802 w 606227"/>
              <a:gd name="connsiteY53" fmla="*/ 134539 h 374561"/>
              <a:gd name="connsiteX54" fmla="*/ 258698 w 606227"/>
              <a:gd name="connsiteY54" fmla="*/ 145900 h 374561"/>
              <a:gd name="connsiteX55" fmla="*/ 253859 w 606227"/>
              <a:gd name="connsiteY55" fmla="*/ 190751 h 374561"/>
              <a:gd name="connsiteX56" fmla="*/ 252755 w 606227"/>
              <a:gd name="connsiteY56" fmla="*/ 202112 h 374561"/>
              <a:gd name="connsiteX57" fmla="*/ 248935 w 606227"/>
              <a:gd name="connsiteY57" fmla="*/ 235686 h 374561"/>
              <a:gd name="connsiteX58" fmla="*/ 247916 w 606227"/>
              <a:gd name="connsiteY58" fmla="*/ 246962 h 374561"/>
              <a:gd name="connsiteX59" fmla="*/ 234927 w 606227"/>
              <a:gd name="connsiteY59" fmla="*/ 372950 h 374561"/>
              <a:gd name="connsiteX60" fmla="*/ 223551 w 606227"/>
              <a:gd name="connsiteY60" fmla="*/ 372357 h 374561"/>
              <a:gd name="connsiteX61" fmla="*/ 236540 w 606227"/>
              <a:gd name="connsiteY61" fmla="*/ 246962 h 374561"/>
              <a:gd name="connsiteX62" fmla="*/ 237644 w 606227"/>
              <a:gd name="connsiteY62" fmla="*/ 235686 h 374561"/>
              <a:gd name="connsiteX63" fmla="*/ 240870 w 606227"/>
              <a:gd name="connsiteY63" fmla="*/ 202112 h 374561"/>
              <a:gd name="connsiteX64" fmla="*/ 241973 w 606227"/>
              <a:gd name="connsiteY64" fmla="*/ 190751 h 374561"/>
              <a:gd name="connsiteX65" fmla="*/ 246813 w 606227"/>
              <a:gd name="connsiteY65" fmla="*/ 145900 h 374561"/>
              <a:gd name="connsiteX66" fmla="*/ 247916 w 606227"/>
              <a:gd name="connsiteY66" fmla="*/ 134539 h 374561"/>
              <a:gd name="connsiteX67" fmla="*/ 252246 w 606227"/>
              <a:gd name="connsiteY67" fmla="*/ 92996 h 374561"/>
              <a:gd name="connsiteX68" fmla="*/ 258189 w 606227"/>
              <a:gd name="connsiteY68" fmla="*/ 89689 h 374561"/>
              <a:gd name="connsiteX69" fmla="*/ 584069 w 606227"/>
              <a:gd name="connsiteY69" fmla="*/ 56241 h 374561"/>
              <a:gd name="connsiteX70" fmla="*/ 606227 w 606227"/>
              <a:gd name="connsiteY70" fmla="*/ 56241 h 374561"/>
              <a:gd name="connsiteX71" fmla="*/ 606227 w 606227"/>
              <a:gd name="connsiteY71" fmla="*/ 314016 h 374561"/>
              <a:gd name="connsiteX72" fmla="*/ 584069 w 606227"/>
              <a:gd name="connsiteY72" fmla="*/ 314016 h 374561"/>
              <a:gd name="connsiteX73" fmla="*/ 494169 w 606227"/>
              <a:gd name="connsiteY73" fmla="*/ 56241 h 374561"/>
              <a:gd name="connsiteX74" fmla="*/ 516397 w 606227"/>
              <a:gd name="connsiteY74" fmla="*/ 56241 h 374561"/>
              <a:gd name="connsiteX75" fmla="*/ 516397 w 606227"/>
              <a:gd name="connsiteY75" fmla="*/ 246979 h 374561"/>
              <a:gd name="connsiteX76" fmla="*/ 494169 w 606227"/>
              <a:gd name="connsiteY76" fmla="*/ 246979 h 374561"/>
              <a:gd name="connsiteX77" fmla="*/ 101191 w 606227"/>
              <a:gd name="connsiteY77" fmla="*/ 56241 h 374561"/>
              <a:gd name="connsiteX78" fmla="*/ 123419 w 606227"/>
              <a:gd name="connsiteY78" fmla="*/ 56241 h 374561"/>
              <a:gd name="connsiteX79" fmla="*/ 123419 w 606227"/>
              <a:gd name="connsiteY79" fmla="*/ 246979 h 374561"/>
              <a:gd name="connsiteX80" fmla="*/ 101191 w 606227"/>
              <a:gd name="connsiteY80" fmla="*/ 246979 h 374561"/>
              <a:gd name="connsiteX81" fmla="*/ 0 w 606227"/>
              <a:gd name="connsiteY81" fmla="*/ 56241 h 374561"/>
              <a:gd name="connsiteX82" fmla="*/ 22158 w 606227"/>
              <a:gd name="connsiteY82" fmla="*/ 56241 h 374561"/>
              <a:gd name="connsiteX83" fmla="*/ 22158 w 606227"/>
              <a:gd name="connsiteY83" fmla="*/ 314016 h 374561"/>
              <a:gd name="connsiteX84" fmla="*/ 0 w 606227"/>
              <a:gd name="connsiteY84" fmla="*/ 314016 h 374561"/>
              <a:gd name="connsiteX85" fmla="*/ 224651 w 606227"/>
              <a:gd name="connsiteY85" fmla="*/ 33519 h 374561"/>
              <a:gd name="connsiteX86" fmla="*/ 383754 w 606227"/>
              <a:gd name="connsiteY86" fmla="*/ 33519 h 374561"/>
              <a:gd name="connsiteX87" fmla="*/ 385367 w 606227"/>
              <a:gd name="connsiteY87" fmla="*/ 44879 h 374561"/>
              <a:gd name="connsiteX88" fmla="*/ 397847 w 606227"/>
              <a:gd name="connsiteY88" fmla="*/ 134569 h 374561"/>
              <a:gd name="connsiteX89" fmla="*/ 369151 w 606227"/>
              <a:gd name="connsiteY89" fmla="*/ 134569 h 374561"/>
              <a:gd name="connsiteX90" fmla="*/ 365330 w 606227"/>
              <a:gd name="connsiteY90" fmla="*/ 92437 h 374561"/>
              <a:gd name="connsiteX91" fmla="*/ 348011 w 606227"/>
              <a:gd name="connsiteY91" fmla="*/ 78364 h 374561"/>
              <a:gd name="connsiteX92" fmla="*/ 258186 w 606227"/>
              <a:gd name="connsiteY92" fmla="*/ 78364 h 374561"/>
              <a:gd name="connsiteX93" fmla="*/ 241376 w 606227"/>
              <a:gd name="connsiteY93" fmla="*/ 91335 h 374561"/>
              <a:gd name="connsiteX94" fmla="*/ 237046 w 606227"/>
              <a:gd name="connsiteY94" fmla="*/ 134569 h 374561"/>
              <a:gd name="connsiteX95" fmla="*/ 208944 w 606227"/>
              <a:gd name="connsiteY95" fmla="*/ 134569 h 374561"/>
              <a:gd name="connsiteX96" fmla="*/ 222953 w 606227"/>
              <a:gd name="connsiteY96" fmla="*/ 44879 h 374561"/>
              <a:gd name="connsiteX97" fmla="*/ 112076 w 606227"/>
              <a:gd name="connsiteY97" fmla="*/ 0 h 374561"/>
              <a:gd name="connsiteX98" fmla="*/ 516397 w 606227"/>
              <a:gd name="connsiteY98" fmla="*/ 0 h 374561"/>
              <a:gd name="connsiteX99" fmla="*/ 606227 w 606227"/>
              <a:gd name="connsiteY99" fmla="*/ 22737 h 374561"/>
              <a:gd name="connsiteX100" fmla="*/ 606227 w 606227"/>
              <a:gd name="connsiteY100" fmla="*/ 44880 h 374561"/>
              <a:gd name="connsiteX101" fmla="*/ 396170 w 606227"/>
              <a:gd name="connsiteY101" fmla="*/ 44880 h 374561"/>
              <a:gd name="connsiteX102" fmla="*/ 392944 w 606227"/>
              <a:gd name="connsiteY102" fmla="*/ 22737 h 374561"/>
              <a:gd name="connsiteX103" fmla="*/ 214896 w 606227"/>
              <a:gd name="connsiteY103" fmla="*/ 22737 h 374561"/>
              <a:gd name="connsiteX104" fmla="*/ 211670 w 606227"/>
              <a:gd name="connsiteY104" fmla="*/ 44880 h 374561"/>
              <a:gd name="connsiteX105" fmla="*/ 0 w 606227"/>
              <a:gd name="connsiteY105" fmla="*/ 44880 h 374561"/>
              <a:gd name="connsiteX106" fmla="*/ 0 w 606227"/>
              <a:gd name="connsiteY106" fmla="*/ 22737 h 374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Lst>
            <a:rect l="l" t="t" r="r" b="b"/>
            <a:pathLst>
              <a:path w="606227" h="374561">
                <a:moveTo>
                  <a:pt x="403795" y="230255"/>
                </a:moveTo>
                <a:lnTo>
                  <a:pt x="414078" y="318348"/>
                </a:lnTo>
                <a:lnTo>
                  <a:pt x="402690" y="319450"/>
                </a:lnTo>
                <a:lnTo>
                  <a:pt x="394531" y="246958"/>
                </a:lnTo>
                <a:lnTo>
                  <a:pt x="399460" y="246958"/>
                </a:lnTo>
                <a:lnTo>
                  <a:pt x="401585" y="237292"/>
                </a:lnTo>
                <a:close/>
                <a:moveTo>
                  <a:pt x="195376" y="230255"/>
                </a:moveTo>
                <a:lnTo>
                  <a:pt x="197076" y="237292"/>
                </a:lnTo>
                <a:lnTo>
                  <a:pt x="199711" y="246958"/>
                </a:lnTo>
                <a:lnTo>
                  <a:pt x="204640" y="246958"/>
                </a:lnTo>
                <a:lnTo>
                  <a:pt x="196481" y="319450"/>
                </a:lnTo>
                <a:lnTo>
                  <a:pt x="185093" y="318348"/>
                </a:lnTo>
                <a:close/>
                <a:moveTo>
                  <a:pt x="374490" y="202099"/>
                </a:moveTo>
                <a:lnTo>
                  <a:pt x="404339" y="202099"/>
                </a:lnTo>
                <a:lnTo>
                  <a:pt x="400002" y="215077"/>
                </a:lnTo>
                <a:lnTo>
                  <a:pt x="393539" y="235688"/>
                </a:lnTo>
                <a:lnTo>
                  <a:pt x="390818" y="235688"/>
                </a:lnTo>
                <a:lnTo>
                  <a:pt x="377211" y="235688"/>
                </a:lnTo>
                <a:close/>
                <a:moveTo>
                  <a:pt x="264136" y="202099"/>
                </a:moveTo>
                <a:lnTo>
                  <a:pt x="340444" y="202099"/>
                </a:lnTo>
                <a:lnTo>
                  <a:pt x="343160" y="235688"/>
                </a:lnTo>
                <a:lnTo>
                  <a:pt x="260316" y="235688"/>
                </a:lnTo>
                <a:close/>
                <a:moveTo>
                  <a:pt x="197583" y="202099"/>
                </a:moveTo>
                <a:lnTo>
                  <a:pt x="229972" y="202099"/>
                </a:lnTo>
                <a:lnTo>
                  <a:pt x="226241" y="235688"/>
                </a:lnTo>
                <a:lnTo>
                  <a:pt x="207842" y="235688"/>
                </a:lnTo>
                <a:lnTo>
                  <a:pt x="206231" y="230768"/>
                </a:lnTo>
                <a:lnTo>
                  <a:pt x="198092" y="204304"/>
                </a:lnTo>
                <a:close/>
                <a:moveTo>
                  <a:pt x="273307" y="112411"/>
                </a:moveTo>
                <a:lnTo>
                  <a:pt x="332342" y="112411"/>
                </a:lnTo>
                <a:lnTo>
                  <a:pt x="334551" y="134569"/>
                </a:lnTo>
                <a:lnTo>
                  <a:pt x="271183" y="134569"/>
                </a:lnTo>
                <a:close/>
                <a:moveTo>
                  <a:pt x="258189" y="89689"/>
                </a:moveTo>
                <a:lnTo>
                  <a:pt x="347499" y="89689"/>
                </a:lnTo>
                <a:cubicBezTo>
                  <a:pt x="350216" y="89689"/>
                  <a:pt x="353442" y="90282"/>
                  <a:pt x="353442" y="92996"/>
                </a:cubicBezTo>
                <a:lnTo>
                  <a:pt x="357177" y="134539"/>
                </a:lnTo>
                <a:lnTo>
                  <a:pt x="358281" y="145900"/>
                </a:lnTo>
                <a:lnTo>
                  <a:pt x="362101" y="190751"/>
                </a:lnTo>
                <a:lnTo>
                  <a:pt x="363205" y="202112"/>
                </a:lnTo>
                <a:lnTo>
                  <a:pt x="365922" y="235686"/>
                </a:lnTo>
                <a:lnTo>
                  <a:pt x="366940" y="246962"/>
                </a:lnTo>
                <a:lnTo>
                  <a:pt x="377807" y="374052"/>
                </a:lnTo>
                <a:lnTo>
                  <a:pt x="366431" y="374561"/>
                </a:lnTo>
                <a:lnTo>
                  <a:pt x="355055" y="246962"/>
                </a:lnTo>
                <a:lnTo>
                  <a:pt x="353951" y="235686"/>
                </a:lnTo>
                <a:lnTo>
                  <a:pt x="351235" y="202112"/>
                </a:lnTo>
                <a:lnTo>
                  <a:pt x="350216" y="190751"/>
                </a:lnTo>
                <a:lnTo>
                  <a:pt x="346395" y="145900"/>
                </a:lnTo>
                <a:lnTo>
                  <a:pt x="345292" y="134539"/>
                </a:lnTo>
                <a:lnTo>
                  <a:pt x="342575" y="101050"/>
                </a:lnTo>
                <a:lnTo>
                  <a:pt x="337736" y="101050"/>
                </a:lnTo>
                <a:lnTo>
                  <a:pt x="268461" y="101050"/>
                </a:lnTo>
                <a:lnTo>
                  <a:pt x="263622" y="101050"/>
                </a:lnTo>
                <a:lnTo>
                  <a:pt x="259802" y="134539"/>
                </a:lnTo>
                <a:lnTo>
                  <a:pt x="258698" y="145900"/>
                </a:lnTo>
                <a:lnTo>
                  <a:pt x="253859" y="190751"/>
                </a:lnTo>
                <a:lnTo>
                  <a:pt x="252755" y="202112"/>
                </a:lnTo>
                <a:lnTo>
                  <a:pt x="248935" y="235686"/>
                </a:lnTo>
                <a:lnTo>
                  <a:pt x="247916" y="246962"/>
                </a:lnTo>
                <a:lnTo>
                  <a:pt x="234927" y="372950"/>
                </a:lnTo>
                <a:lnTo>
                  <a:pt x="223551" y="372357"/>
                </a:lnTo>
                <a:lnTo>
                  <a:pt x="236540" y="246962"/>
                </a:lnTo>
                <a:lnTo>
                  <a:pt x="237644" y="235686"/>
                </a:lnTo>
                <a:lnTo>
                  <a:pt x="240870" y="202112"/>
                </a:lnTo>
                <a:lnTo>
                  <a:pt x="241973" y="190751"/>
                </a:lnTo>
                <a:lnTo>
                  <a:pt x="246813" y="145900"/>
                </a:lnTo>
                <a:lnTo>
                  <a:pt x="247916" y="134539"/>
                </a:lnTo>
                <a:lnTo>
                  <a:pt x="252246" y="92996"/>
                </a:lnTo>
                <a:cubicBezTo>
                  <a:pt x="252755" y="90282"/>
                  <a:pt x="255472" y="89689"/>
                  <a:pt x="258189" y="89689"/>
                </a:cubicBezTo>
                <a:close/>
                <a:moveTo>
                  <a:pt x="584069" y="56241"/>
                </a:moveTo>
                <a:lnTo>
                  <a:pt x="606227" y="56241"/>
                </a:lnTo>
                <a:lnTo>
                  <a:pt x="606227" y="314016"/>
                </a:lnTo>
                <a:lnTo>
                  <a:pt x="584069" y="314016"/>
                </a:lnTo>
                <a:close/>
                <a:moveTo>
                  <a:pt x="494169" y="56241"/>
                </a:moveTo>
                <a:lnTo>
                  <a:pt x="516397" y="56241"/>
                </a:lnTo>
                <a:lnTo>
                  <a:pt x="516397" y="246979"/>
                </a:lnTo>
                <a:lnTo>
                  <a:pt x="494169" y="246979"/>
                </a:lnTo>
                <a:close/>
                <a:moveTo>
                  <a:pt x="101191" y="56241"/>
                </a:moveTo>
                <a:lnTo>
                  <a:pt x="123419" y="56241"/>
                </a:lnTo>
                <a:lnTo>
                  <a:pt x="123419" y="246979"/>
                </a:lnTo>
                <a:lnTo>
                  <a:pt x="101191" y="246979"/>
                </a:lnTo>
                <a:close/>
                <a:moveTo>
                  <a:pt x="0" y="56241"/>
                </a:moveTo>
                <a:lnTo>
                  <a:pt x="22158" y="56241"/>
                </a:lnTo>
                <a:lnTo>
                  <a:pt x="22158" y="314016"/>
                </a:lnTo>
                <a:lnTo>
                  <a:pt x="0" y="314016"/>
                </a:lnTo>
                <a:close/>
                <a:moveTo>
                  <a:pt x="224651" y="33519"/>
                </a:moveTo>
                <a:lnTo>
                  <a:pt x="383754" y="33519"/>
                </a:lnTo>
                <a:lnTo>
                  <a:pt x="385367" y="44879"/>
                </a:lnTo>
                <a:lnTo>
                  <a:pt x="397847" y="134569"/>
                </a:lnTo>
                <a:lnTo>
                  <a:pt x="369151" y="134569"/>
                </a:lnTo>
                <a:lnTo>
                  <a:pt x="365330" y="92437"/>
                </a:lnTo>
                <a:cubicBezTo>
                  <a:pt x="364227" y="84383"/>
                  <a:pt x="357265" y="78364"/>
                  <a:pt x="348011" y="78364"/>
                </a:cubicBezTo>
                <a:lnTo>
                  <a:pt x="258186" y="78364"/>
                </a:lnTo>
                <a:cubicBezTo>
                  <a:pt x="250036" y="78364"/>
                  <a:pt x="242480" y="82688"/>
                  <a:pt x="241376" y="91335"/>
                </a:cubicBezTo>
                <a:lnTo>
                  <a:pt x="237046" y="134569"/>
                </a:lnTo>
                <a:lnTo>
                  <a:pt x="208944" y="134569"/>
                </a:lnTo>
                <a:lnTo>
                  <a:pt x="222953" y="44879"/>
                </a:lnTo>
                <a:close/>
                <a:moveTo>
                  <a:pt x="112076" y="0"/>
                </a:moveTo>
                <a:lnTo>
                  <a:pt x="516397" y="0"/>
                </a:lnTo>
                <a:lnTo>
                  <a:pt x="606227" y="22737"/>
                </a:lnTo>
                <a:lnTo>
                  <a:pt x="606227" y="44880"/>
                </a:lnTo>
                <a:lnTo>
                  <a:pt x="396170" y="44880"/>
                </a:lnTo>
                <a:lnTo>
                  <a:pt x="392944" y="22737"/>
                </a:lnTo>
                <a:lnTo>
                  <a:pt x="214896" y="22737"/>
                </a:lnTo>
                <a:lnTo>
                  <a:pt x="211670" y="44880"/>
                </a:lnTo>
                <a:lnTo>
                  <a:pt x="0" y="44880"/>
                </a:lnTo>
                <a:lnTo>
                  <a:pt x="0" y="22737"/>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组合 17">
            <a:extLst>
              <a:ext uri="{FF2B5EF4-FFF2-40B4-BE49-F238E27FC236}">
                <a16:creationId xmlns:a16="http://schemas.microsoft.com/office/drawing/2014/main" id="{EAF508FF-1DE8-76CF-7C7A-EB6D96C75551}"/>
              </a:ext>
            </a:extLst>
          </p:cNvPr>
          <p:cNvGrpSpPr/>
          <p:nvPr/>
        </p:nvGrpSpPr>
        <p:grpSpPr>
          <a:xfrm>
            <a:off x="289676" y="1093021"/>
            <a:ext cx="11169654" cy="5124666"/>
            <a:chOff x="206552" y="1240797"/>
            <a:chExt cx="11169654" cy="5124666"/>
          </a:xfrm>
        </p:grpSpPr>
        <p:sp>
          <p:nvSpPr>
            <p:cNvPr id="19" name="任意多边形: 形状 18">
              <a:extLst>
                <a:ext uri="{FF2B5EF4-FFF2-40B4-BE49-F238E27FC236}">
                  <a16:creationId xmlns:a16="http://schemas.microsoft.com/office/drawing/2014/main" id="{F1AA4423-1840-379F-A25F-32E5DC1DAB1E}"/>
                </a:ext>
              </a:extLst>
            </p:cNvPr>
            <p:cNvSpPr/>
            <p:nvPr/>
          </p:nvSpPr>
          <p:spPr>
            <a:xfrm>
              <a:off x="659301" y="1240797"/>
              <a:ext cx="5007031" cy="5124666"/>
            </a:xfrm>
            <a:custGeom>
              <a:avLst/>
              <a:gdLst>
                <a:gd name="connsiteX0" fmla="*/ 4255465 w 4734696"/>
                <a:gd name="connsiteY0" fmla="*/ 191735 h 4948353"/>
                <a:gd name="connsiteX1" fmla="*/ 4214276 w 4734696"/>
                <a:gd name="connsiteY1" fmla="*/ 467574 h 4948353"/>
                <a:gd name="connsiteX2" fmla="*/ 4436694 w 4734696"/>
                <a:gd name="connsiteY2" fmla="*/ 467574 h 4948353"/>
                <a:gd name="connsiteX3" fmla="*/ 4477883 w 4734696"/>
                <a:gd name="connsiteY3" fmla="*/ 191735 h 4948353"/>
                <a:gd name="connsiteX4" fmla="*/ 3971899 w 4734696"/>
                <a:gd name="connsiteY4" fmla="*/ 191735 h 4948353"/>
                <a:gd name="connsiteX5" fmla="*/ 3930710 w 4734696"/>
                <a:gd name="connsiteY5" fmla="*/ 467574 h 4948353"/>
                <a:gd name="connsiteX6" fmla="*/ 4153128 w 4734696"/>
                <a:gd name="connsiteY6" fmla="*/ 467574 h 4948353"/>
                <a:gd name="connsiteX7" fmla="*/ 4194317 w 4734696"/>
                <a:gd name="connsiteY7" fmla="*/ 191735 h 4948353"/>
                <a:gd name="connsiteX8" fmla="*/ 3688333 w 4734696"/>
                <a:gd name="connsiteY8" fmla="*/ 191735 h 4948353"/>
                <a:gd name="connsiteX9" fmla="*/ 3647144 w 4734696"/>
                <a:gd name="connsiteY9" fmla="*/ 467574 h 4948353"/>
                <a:gd name="connsiteX10" fmla="*/ 3869562 w 4734696"/>
                <a:gd name="connsiteY10" fmla="*/ 467574 h 4948353"/>
                <a:gd name="connsiteX11" fmla="*/ 3910751 w 4734696"/>
                <a:gd name="connsiteY11" fmla="*/ 191735 h 4948353"/>
                <a:gd name="connsiteX12" fmla="*/ 0 w 4734696"/>
                <a:gd name="connsiteY12" fmla="*/ 0 h 4948353"/>
                <a:gd name="connsiteX13" fmla="*/ 4734696 w 4734696"/>
                <a:gd name="connsiteY13" fmla="*/ 0 h 4948353"/>
                <a:gd name="connsiteX14" fmla="*/ 4734696 w 4734696"/>
                <a:gd name="connsiteY14" fmla="*/ 4948353 h 4948353"/>
                <a:gd name="connsiteX15" fmla="*/ 0 w 4734696"/>
                <a:gd name="connsiteY15" fmla="*/ 4948353 h 4948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734696" h="4948353">
                  <a:moveTo>
                    <a:pt x="4255465" y="191735"/>
                  </a:moveTo>
                  <a:lnTo>
                    <a:pt x="4214276" y="467574"/>
                  </a:lnTo>
                  <a:lnTo>
                    <a:pt x="4436694" y="467574"/>
                  </a:lnTo>
                  <a:lnTo>
                    <a:pt x="4477883" y="191735"/>
                  </a:lnTo>
                  <a:close/>
                  <a:moveTo>
                    <a:pt x="3971899" y="191735"/>
                  </a:moveTo>
                  <a:lnTo>
                    <a:pt x="3930710" y="467574"/>
                  </a:lnTo>
                  <a:lnTo>
                    <a:pt x="4153128" y="467574"/>
                  </a:lnTo>
                  <a:lnTo>
                    <a:pt x="4194317" y="191735"/>
                  </a:lnTo>
                  <a:close/>
                  <a:moveTo>
                    <a:pt x="3688333" y="191735"/>
                  </a:moveTo>
                  <a:lnTo>
                    <a:pt x="3647144" y="467574"/>
                  </a:lnTo>
                  <a:lnTo>
                    <a:pt x="3869562" y="467574"/>
                  </a:lnTo>
                  <a:lnTo>
                    <a:pt x="3910751" y="191735"/>
                  </a:lnTo>
                  <a:close/>
                  <a:moveTo>
                    <a:pt x="0" y="0"/>
                  </a:moveTo>
                  <a:lnTo>
                    <a:pt x="4734696" y="0"/>
                  </a:lnTo>
                  <a:lnTo>
                    <a:pt x="4734696" y="4948353"/>
                  </a:lnTo>
                  <a:lnTo>
                    <a:pt x="0" y="4948353"/>
                  </a:lnTo>
                  <a:close/>
                </a:path>
              </a:pathLst>
            </a:custGeom>
            <a:solidFill>
              <a:srgbClr val="FEFCFC"/>
            </a:solidFill>
            <a:ln>
              <a:solidFill>
                <a:srgbClr val="BB1C22">
                  <a:alpha val="20000"/>
                </a:srgbClr>
              </a:solidFill>
            </a:ln>
            <a:effectLst>
              <a:outerShdw blurRad="254000" dist="127000" dir="5400000" algn="ctr"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1200" cap="none" spc="0" normalizeH="0" baseline="0" noProof="0" dirty="0">
                <a:ln>
                  <a:noFill/>
                </a:ln>
                <a:solidFill>
                  <a:srgbClr val="FFFFFF"/>
                </a:solidFill>
                <a:effectLst/>
                <a:uLnTx/>
                <a:uFillTx/>
                <a:latin typeface="Arial"/>
                <a:ea typeface="Microsoft YaHei Light"/>
                <a:cs typeface="+mn-cs"/>
                <a:sym typeface="+mn-lt"/>
              </a:endParaRPr>
            </a:p>
          </p:txBody>
        </p:sp>
        <p:grpSp>
          <p:nvGrpSpPr>
            <p:cNvPr id="20" name="组合 19">
              <a:extLst>
                <a:ext uri="{FF2B5EF4-FFF2-40B4-BE49-F238E27FC236}">
                  <a16:creationId xmlns:a16="http://schemas.microsoft.com/office/drawing/2014/main" id="{CD12C3EB-F060-8879-3F66-490B0B90BB3F}"/>
                </a:ext>
              </a:extLst>
            </p:cNvPr>
            <p:cNvGrpSpPr/>
            <p:nvPr/>
          </p:nvGrpSpPr>
          <p:grpSpPr>
            <a:xfrm>
              <a:off x="206552" y="1448072"/>
              <a:ext cx="2851179" cy="498841"/>
              <a:chOff x="843356" y="3450496"/>
              <a:chExt cx="2851179" cy="498841"/>
            </a:xfrm>
            <a:gradFill flip="none" rotWithShape="1">
              <a:gsLst>
                <a:gs pos="0">
                  <a:schemeClr val="accent1"/>
                </a:gs>
                <a:gs pos="100000">
                  <a:schemeClr val="accent1">
                    <a:lumMod val="60000"/>
                    <a:lumOff val="40000"/>
                  </a:schemeClr>
                </a:gs>
              </a:gsLst>
              <a:lin ang="5400000" scaled="1"/>
              <a:tileRect/>
            </a:gradFill>
          </p:grpSpPr>
          <p:grpSp>
            <p:nvGrpSpPr>
              <p:cNvPr id="87" name="组合 86">
                <a:extLst>
                  <a:ext uri="{FF2B5EF4-FFF2-40B4-BE49-F238E27FC236}">
                    <a16:creationId xmlns:a16="http://schemas.microsoft.com/office/drawing/2014/main" id="{D98A2978-2DFA-78CB-4095-199C32AD1C65}"/>
                  </a:ext>
                </a:extLst>
              </p:cNvPr>
              <p:cNvGrpSpPr/>
              <p:nvPr/>
            </p:nvGrpSpPr>
            <p:grpSpPr>
              <a:xfrm flipH="1">
                <a:off x="843356" y="3552904"/>
                <a:ext cx="396097" cy="396433"/>
                <a:chOff x="3882051" y="3134975"/>
                <a:chExt cx="396097" cy="396433"/>
              </a:xfrm>
              <a:grpFill/>
            </p:grpSpPr>
            <p:sp>
              <p:nvSpPr>
                <p:cNvPr id="89" name="任意多边形: 形状 88">
                  <a:extLst>
                    <a:ext uri="{FF2B5EF4-FFF2-40B4-BE49-F238E27FC236}">
                      <a16:creationId xmlns:a16="http://schemas.microsoft.com/office/drawing/2014/main" id="{34E16F94-F868-AE85-80E6-7B5832DE2D76}"/>
                    </a:ext>
                  </a:extLst>
                </p:cNvPr>
                <p:cNvSpPr/>
                <p:nvPr/>
              </p:nvSpPr>
              <p:spPr>
                <a:xfrm flipH="1">
                  <a:off x="3882052" y="3134975"/>
                  <a:ext cx="396096" cy="396433"/>
                </a:xfrm>
                <a:custGeom>
                  <a:avLst/>
                  <a:gdLst>
                    <a:gd name="connsiteX0" fmla="*/ 0 w 611859"/>
                    <a:gd name="connsiteY0" fmla="*/ 0 h 396433"/>
                    <a:gd name="connsiteX1" fmla="*/ 611859 w 611859"/>
                    <a:gd name="connsiteY1" fmla="*/ 0 h 396433"/>
                    <a:gd name="connsiteX2" fmla="*/ 611859 w 611859"/>
                    <a:gd name="connsiteY2" fmla="*/ 396433 h 396433"/>
                    <a:gd name="connsiteX3" fmla="*/ 0 w 611859"/>
                    <a:gd name="connsiteY3" fmla="*/ 396433 h 396433"/>
                    <a:gd name="connsiteX4" fmla="*/ 198216 w 611859"/>
                    <a:gd name="connsiteY4" fmla="*/ 198217 h 396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1859" h="396433">
                      <a:moveTo>
                        <a:pt x="0" y="0"/>
                      </a:moveTo>
                      <a:lnTo>
                        <a:pt x="611859" y="0"/>
                      </a:lnTo>
                      <a:lnTo>
                        <a:pt x="611859" y="396433"/>
                      </a:lnTo>
                      <a:lnTo>
                        <a:pt x="0" y="396433"/>
                      </a:lnTo>
                      <a:lnTo>
                        <a:pt x="198216" y="198217"/>
                      </a:lnTo>
                      <a:close/>
                    </a:path>
                  </a:pathLst>
                </a:custGeom>
                <a:grpFill/>
                <a:ln>
                  <a:noFill/>
                </a:ln>
                <a:effectLst>
                  <a:outerShdw blurRad="127000" dir="18900000" sy="23000" kx="-1200000" algn="b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Microsoft YaHei Light"/>
                    <a:cs typeface="+mn-ea"/>
                    <a:sym typeface="+mn-lt"/>
                  </a:endParaRPr>
                </a:p>
              </p:txBody>
            </p:sp>
            <p:sp>
              <p:nvSpPr>
                <p:cNvPr id="90" name="等腰三角形 89">
                  <a:extLst>
                    <a:ext uri="{FF2B5EF4-FFF2-40B4-BE49-F238E27FC236}">
                      <a16:creationId xmlns:a16="http://schemas.microsoft.com/office/drawing/2014/main" id="{8566FBBC-1C47-DA6F-2E6B-455EBAE363C9}"/>
                    </a:ext>
                  </a:extLst>
                </p:cNvPr>
                <p:cNvSpPr/>
                <p:nvPr/>
              </p:nvSpPr>
              <p:spPr>
                <a:xfrm flipH="1" flipV="1">
                  <a:off x="3882051" y="3429808"/>
                  <a:ext cx="96477" cy="101600"/>
                </a:xfrm>
                <a:prstGeom prst="triangle">
                  <a:avLst>
                    <a:gd name="adj" fmla="val 100000"/>
                  </a:avLst>
                </a:prstGeom>
                <a:grpFill/>
                <a:ln>
                  <a:noFill/>
                </a:ln>
                <a:effectLst>
                  <a:outerShdw blurRad="127000" dir="18900000" sy="23000" kx="-1200000" algn="b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Microsoft YaHei Light"/>
                    <a:cs typeface="+mn-ea"/>
                    <a:sym typeface="+mn-lt"/>
                  </a:endParaRPr>
                </a:p>
              </p:txBody>
            </p:sp>
          </p:grpSp>
          <p:sp>
            <p:nvSpPr>
              <p:cNvPr id="88" name="矩形 87">
                <a:extLst>
                  <a:ext uri="{FF2B5EF4-FFF2-40B4-BE49-F238E27FC236}">
                    <a16:creationId xmlns:a16="http://schemas.microsoft.com/office/drawing/2014/main" id="{FE93854D-36D2-2958-9683-7EE5B4596A56}"/>
                  </a:ext>
                </a:extLst>
              </p:cNvPr>
              <p:cNvSpPr/>
              <p:nvPr/>
            </p:nvSpPr>
            <p:spPr>
              <a:xfrm>
                <a:off x="1142975" y="3450496"/>
                <a:ext cx="2551560" cy="396433"/>
              </a:xfrm>
              <a:prstGeom prst="rect">
                <a:avLst/>
              </a:prstGeom>
              <a:grpFill/>
              <a:ln>
                <a:noFill/>
              </a:ln>
              <a:effectLst>
                <a:outerShdw blurRad="254000" dist="152400" dir="54000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Microsoft YaHei Light"/>
                  <a:cs typeface="+mn-ea"/>
                  <a:sym typeface="+mn-lt"/>
                </a:endParaRPr>
              </a:p>
            </p:txBody>
          </p:sp>
        </p:grpSp>
        <p:sp>
          <p:nvSpPr>
            <p:cNvPr id="38" name="文本框 37">
              <a:extLst>
                <a:ext uri="{FF2B5EF4-FFF2-40B4-BE49-F238E27FC236}">
                  <a16:creationId xmlns:a16="http://schemas.microsoft.com/office/drawing/2014/main" id="{B481E1D9-5EDF-ADA8-0A98-441046B8220F}"/>
                </a:ext>
              </a:extLst>
            </p:cNvPr>
            <p:cNvSpPr txBox="1"/>
            <p:nvPr/>
          </p:nvSpPr>
          <p:spPr>
            <a:xfrm>
              <a:off x="902267" y="1460387"/>
              <a:ext cx="6463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ea"/>
                  <a:sym typeface="+mn-lt"/>
                </a:rPr>
                <a:t>后端</a:t>
              </a:r>
            </a:p>
          </p:txBody>
        </p:sp>
        <p:grpSp>
          <p:nvGrpSpPr>
            <p:cNvPr id="39" name="组合 38">
              <a:extLst>
                <a:ext uri="{FF2B5EF4-FFF2-40B4-BE49-F238E27FC236}">
                  <a16:creationId xmlns:a16="http://schemas.microsoft.com/office/drawing/2014/main" id="{D79D191A-0273-E5F0-563A-5EE383C46CF1}"/>
                </a:ext>
              </a:extLst>
            </p:cNvPr>
            <p:cNvGrpSpPr/>
            <p:nvPr/>
          </p:nvGrpSpPr>
          <p:grpSpPr>
            <a:xfrm>
              <a:off x="1201544" y="2176600"/>
              <a:ext cx="4127192" cy="1148357"/>
              <a:chOff x="1317992" y="2095583"/>
              <a:chExt cx="4127192" cy="1148357"/>
            </a:xfrm>
          </p:grpSpPr>
          <p:sp>
            <p:nvSpPr>
              <p:cNvPr id="82" name="文本框 81">
                <a:extLst>
                  <a:ext uri="{FF2B5EF4-FFF2-40B4-BE49-F238E27FC236}">
                    <a16:creationId xmlns:a16="http://schemas.microsoft.com/office/drawing/2014/main" id="{114BA470-5084-60E9-3D57-D3A8316D1D56}"/>
                  </a:ext>
                </a:extLst>
              </p:cNvPr>
              <p:cNvSpPr txBox="1"/>
              <p:nvPr/>
            </p:nvSpPr>
            <p:spPr>
              <a:xfrm>
                <a:off x="2686457" y="2208096"/>
                <a:ext cx="2758727"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2F2F2F">
                        <a:lumMod val="75000"/>
                        <a:lumOff val="25000"/>
                      </a:srgbClr>
                    </a:solidFill>
                    <a:effectLst/>
                    <a:uLnTx/>
                    <a:uFillTx/>
                    <a:latin typeface="Arial" panose="020B0604020202020204" pitchFamily="34" charset="0"/>
                    <a:ea typeface="微软雅黑" panose="020B0503020204020204" pitchFamily="34" charset="-122"/>
                    <a:cs typeface="+mn-ea"/>
                    <a:sym typeface="+mn-lt"/>
                  </a:rPr>
                  <a:t>后端开发（教务）</a:t>
                </a:r>
                <a:r>
                  <a:rPr lang="zh-CN" altLang="en-US" dirty="0">
                    <a:solidFill>
                      <a:srgbClr val="2F2F2F">
                        <a:lumMod val="75000"/>
                        <a:lumOff val="25000"/>
                      </a:srgbClr>
                    </a:solidFill>
                    <a:latin typeface="Arial" panose="020B0604020202020204" pitchFamily="34" charset="0"/>
                    <a:ea typeface="微软雅黑" panose="020B0503020204020204" pitchFamily="34" charset="-122"/>
                    <a:cs typeface="+mn-ea"/>
                    <a:sym typeface="+mn-lt"/>
                  </a:rPr>
                  <a:t>、前端开发（部分）、其它文档工作</a:t>
                </a:r>
                <a:r>
                  <a:rPr lang="en-US" altLang="zh-CN" dirty="0">
                    <a:solidFill>
                      <a:srgbClr val="2F2F2F">
                        <a:lumMod val="75000"/>
                        <a:lumOff val="25000"/>
                      </a:srgbClr>
                    </a:solidFill>
                    <a:latin typeface="Arial" panose="020B0604020202020204" pitchFamily="34" charset="0"/>
                    <a:ea typeface="微软雅黑" panose="020B0503020204020204" pitchFamily="34" charset="-122"/>
                    <a:cs typeface="+mn-ea"/>
                    <a:sym typeface="+mn-lt"/>
                  </a:rPr>
                  <a:t>……</a:t>
                </a:r>
                <a:endParaRPr kumimoji="0" lang="zh-CN" altLang="en-US" sz="1800" b="0" i="0" u="none" strike="noStrike" kern="1200" cap="none" spc="0" normalizeH="0" baseline="0" noProof="0" dirty="0">
                  <a:ln>
                    <a:noFill/>
                  </a:ln>
                  <a:solidFill>
                    <a:srgbClr val="2F2F2F">
                      <a:lumMod val="75000"/>
                      <a:lumOff val="25000"/>
                    </a:srgbClr>
                  </a:solidFill>
                  <a:effectLst/>
                  <a:uLnTx/>
                  <a:uFillTx/>
                  <a:latin typeface="Arial" panose="020B0604020202020204" pitchFamily="34" charset="0"/>
                  <a:ea typeface="微软雅黑" panose="020B0503020204020204" pitchFamily="34" charset="-122"/>
                  <a:cs typeface="+mn-ea"/>
                  <a:sym typeface="+mn-lt"/>
                </a:endParaRPr>
              </a:p>
            </p:txBody>
          </p:sp>
          <p:grpSp>
            <p:nvGrpSpPr>
              <p:cNvPr id="83" name="组合 82">
                <a:extLst>
                  <a:ext uri="{FF2B5EF4-FFF2-40B4-BE49-F238E27FC236}">
                    <a16:creationId xmlns:a16="http://schemas.microsoft.com/office/drawing/2014/main" id="{05AC445E-2935-134A-5A79-DBC78CCB46FF}"/>
                  </a:ext>
                </a:extLst>
              </p:cNvPr>
              <p:cNvGrpSpPr/>
              <p:nvPr/>
            </p:nvGrpSpPr>
            <p:grpSpPr>
              <a:xfrm>
                <a:off x="1317992" y="2095583"/>
                <a:ext cx="1148357" cy="1148357"/>
                <a:chOff x="1317992" y="2095583"/>
                <a:chExt cx="1148357" cy="1148357"/>
              </a:xfrm>
            </p:grpSpPr>
            <p:sp>
              <p:nvSpPr>
                <p:cNvPr id="84" name="任意多边形: 形状 83">
                  <a:extLst>
                    <a:ext uri="{FF2B5EF4-FFF2-40B4-BE49-F238E27FC236}">
                      <a16:creationId xmlns:a16="http://schemas.microsoft.com/office/drawing/2014/main" id="{21BDCDBF-354F-14F6-CF57-45480F8BBD3D}"/>
                    </a:ext>
                  </a:extLst>
                </p:cNvPr>
                <p:cNvSpPr/>
                <p:nvPr/>
              </p:nvSpPr>
              <p:spPr>
                <a:xfrm>
                  <a:off x="1317992" y="2095583"/>
                  <a:ext cx="1148357" cy="1148357"/>
                </a:xfrm>
                <a:custGeom>
                  <a:avLst/>
                  <a:gdLst>
                    <a:gd name="connsiteX0" fmla="*/ 758361 w 1516722"/>
                    <a:gd name="connsiteY0" fmla="*/ 0 h 1516722"/>
                    <a:gd name="connsiteX1" fmla="*/ 1516722 w 1516722"/>
                    <a:gd name="connsiteY1" fmla="*/ 758361 h 1516722"/>
                    <a:gd name="connsiteX2" fmla="*/ 1509094 w 1516722"/>
                    <a:gd name="connsiteY2" fmla="*/ 834034 h 1516722"/>
                    <a:gd name="connsiteX3" fmla="*/ 830024 w 1516722"/>
                    <a:gd name="connsiteY3" fmla="*/ 1513103 h 1516722"/>
                    <a:gd name="connsiteX4" fmla="*/ 758361 w 1516722"/>
                    <a:gd name="connsiteY4" fmla="*/ 1516722 h 1516722"/>
                    <a:gd name="connsiteX5" fmla="*/ 0 w 1516722"/>
                    <a:gd name="connsiteY5" fmla="*/ 758361 h 1516722"/>
                    <a:gd name="connsiteX6" fmla="*/ 758361 w 1516722"/>
                    <a:gd name="connsiteY6" fmla="*/ 0 h 1516722"/>
                    <a:gd name="connsiteX0" fmla="*/ 758361 w 1516722"/>
                    <a:gd name="connsiteY0" fmla="*/ 0 h 1516722"/>
                    <a:gd name="connsiteX1" fmla="*/ 1516722 w 1516722"/>
                    <a:gd name="connsiteY1" fmla="*/ 758361 h 1516722"/>
                    <a:gd name="connsiteX2" fmla="*/ 1509094 w 1516722"/>
                    <a:gd name="connsiteY2" fmla="*/ 834034 h 1516722"/>
                    <a:gd name="connsiteX3" fmla="*/ 867855 w 1516722"/>
                    <a:gd name="connsiteY3" fmla="*/ 1475574 h 1516722"/>
                    <a:gd name="connsiteX4" fmla="*/ 830024 w 1516722"/>
                    <a:gd name="connsiteY4" fmla="*/ 1513103 h 1516722"/>
                    <a:gd name="connsiteX5" fmla="*/ 758361 w 1516722"/>
                    <a:gd name="connsiteY5" fmla="*/ 1516722 h 1516722"/>
                    <a:gd name="connsiteX6" fmla="*/ 0 w 1516722"/>
                    <a:gd name="connsiteY6" fmla="*/ 758361 h 1516722"/>
                    <a:gd name="connsiteX7" fmla="*/ 758361 w 1516722"/>
                    <a:gd name="connsiteY7" fmla="*/ 0 h 1516722"/>
                    <a:gd name="connsiteX0" fmla="*/ 758361 w 1516722"/>
                    <a:gd name="connsiteY0" fmla="*/ 0 h 1516722"/>
                    <a:gd name="connsiteX1" fmla="*/ 1516722 w 1516722"/>
                    <a:gd name="connsiteY1" fmla="*/ 758361 h 1516722"/>
                    <a:gd name="connsiteX2" fmla="*/ 1509094 w 1516722"/>
                    <a:gd name="connsiteY2" fmla="*/ 834034 h 1516722"/>
                    <a:gd name="connsiteX3" fmla="*/ 1472375 w 1516722"/>
                    <a:gd name="connsiteY3" fmla="*/ 871054 h 1516722"/>
                    <a:gd name="connsiteX4" fmla="*/ 867855 w 1516722"/>
                    <a:gd name="connsiteY4" fmla="*/ 1475574 h 1516722"/>
                    <a:gd name="connsiteX5" fmla="*/ 830024 w 1516722"/>
                    <a:gd name="connsiteY5" fmla="*/ 1513103 h 1516722"/>
                    <a:gd name="connsiteX6" fmla="*/ 758361 w 1516722"/>
                    <a:gd name="connsiteY6" fmla="*/ 1516722 h 1516722"/>
                    <a:gd name="connsiteX7" fmla="*/ 0 w 1516722"/>
                    <a:gd name="connsiteY7" fmla="*/ 758361 h 1516722"/>
                    <a:gd name="connsiteX8" fmla="*/ 758361 w 1516722"/>
                    <a:gd name="connsiteY8" fmla="*/ 0 h 1516722"/>
                    <a:gd name="connsiteX0" fmla="*/ 758361 w 1516722"/>
                    <a:gd name="connsiteY0" fmla="*/ 0 h 1516722"/>
                    <a:gd name="connsiteX1" fmla="*/ 1516722 w 1516722"/>
                    <a:gd name="connsiteY1" fmla="*/ 758361 h 1516722"/>
                    <a:gd name="connsiteX2" fmla="*/ 1507189 w 1516722"/>
                    <a:gd name="connsiteY2" fmla="*/ 826414 h 1516722"/>
                    <a:gd name="connsiteX3" fmla="*/ 1472375 w 1516722"/>
                    <a:gd name="connsiteY3" fmla="*/ 871054 h 1516722"/>
                    <a:gd name="connsiteX4" fmla="*/ 867855 w 1516722"/>
                    <a:gd name="connsiteY4" fmla="*/ 1475574 h 1516722"/>
                    <a:gd name="connsiteX5" fmla="*/ 830024 w 1516722"/>
                    <a:gd name="connsiteY5" fmla="*/ 1513103 h 1516722"/>
                    <a:gd name="connsiteX6" fmla="*/ 758361 w 1516722"/>
                    <a:gd name="connsiteY6" fmla="*/ 1516722 h 1516722"/>
                    <a:gd name="connsiteX7" fmla="*/ 0 w 1516722"/>
                    <a:gd name="connsiteY7" fmla="*/ 758361 h 1516722"/>
                    <a:gd name="connsiteX8" fmla="*/ 758361 w 1516722"/>
                    <a:gd name="connsiteY8" fmla="*/ 0 h 1516722"/>
                    <a:gd name="connsiteX0" fmla="*/ 758361 w 1516722"/>
                    <a:gd name="connsiteY0" fmla="*/ 0 h 1516722"/>
                    <a:gd name="connsiteX1" fmla="*/ 1516722 w 1516722"/>
                    <a:gd name="connsiteY1" fmla="*/ 758361 h 1516722"/>
                    <a:gd name="connsiteX2" fmla="*/ 1507189 w 1516722"/>
                    <a:gd name="connsiteY2" fmla="*/ 826414 h 1516722"/>
                    <a:gd name="connsiteX3" fmla="*/ 1472375 w 1516722"/>
                    <a:gd name="connsiteY3" fmla="*/ 871054 h 1516722"/>
                    <a:gd name="connsiteX4" fmla="*/ 867855 w 1516722"/>
                    <a:gd name="connsiteY4" fmla="*/ 1475574 h 1516722"/>
                    <a:gd name="connsiteX5" fmla="*/ 830024 w 1516722"/>
                    <a:gd name="connsiteY5" fmla="*/ 1513103 h 1516722"/>
                    <a:gd name="connsiteX6" fmla="*/ 758361 w 1516722"/>
                    <a:gd name="connsiteY6" fmla="*/ 1516722 h 1516722"/>
                    <a:gd name="connsiteX7" fmla="*/ 0 w 1516722"/>
                    <a:gd name="connsiteY7" fmla="*/ 758361 h 1516722"/>
                    <a:gd name="connsiteX8" fmla="*/ 758361 w 1516722"/>
                    <a:gd name="connsiteY8" fmla="*/ 0 h 1516722"/>
                    <a:gd name="connsiteX0" fmla="*/ 758361 w 1516722"/>
                    <a:gd name="connsiteY0" fmla="*/ 0 h 1516722"/>
                    <a:gd name="connsiteX1" fmla="*/ 1516722 w 1516722"/>
                    <a:gd name="connsiteY1" fmla="*/ 758361 h 1516722"/>
                    <a:gd name="connsiteX2" fmla="*/ 1507189 w 1516722"/>
                    <a:gd name="connsiteY2" fmla="*/ 826414 h 1516722"/>
                    <a:gd name="connsiteX3" fmla="*/ 1472375 w 1516722"/>
                    <a:gd name="connsiteY3" fmla="*/ 871054 h 1516722"/>
                    <a:gd name="connsiteX4" fmla="*/ 867855 w 1516722"/>
                    <a:gd name="connsiteY4" fmla="*/ 1475574 h 1516722"/>
                    <a:gd name="connsiteX5" fmla="*/ 820499 w 1516722"/>
                    <a:gd name="connsiteY5" fmla="*/ 1509293 h 1516722"/>
                    <a:gd name="connsiteX6" fmla="*/ 758361 w 1516722"/>
                    <a:gd name="connsiteY6" fmla="*/ 1516722 h 1516722"/>
                    <a:gd name="connsiteX7" fmla="*/ 0 w 1516722"/>
                    <a:gd name="connsiteY7" fmla="*/ 758361 h 1516722"/>
                    <a:gd name="connsiteX8" fmla="*/ 758361 w 1516722"/>
                    <a:gd name="connsiteY8" fmla="*/ 0 h 1516722"/>
                    <a:gd name="connsiteX0" fmla="*/ 758361 w 1516722"/>
                    <a:gd name="connsiteY0" fmla="*/ 0 h 1516722"/>
                    <a:gd name="connsiteX1" fmla="*/ 1516722 w 1516722"/>
                    <a:gd name="connsiteY1" fmla="*/ 758361 h 1516722"/>
                    <a:gd name="connsiteX2" fmla="*/ 1507189 w 1516722"/>
                    <a:gd name="connsiteY2" fmla="*/ 826414 h 1516722"/>
                    <a:gd name="connsiteX3" fmla="*/ 1472375 w 1516722"/>
                    <a:gd name="connsiteY3" fmla="*/ 871054 h 1516722"/>
                    <a:gd name="connsiteX4" fmla="*/ 867855 w 1516722"/>
                    <a:gd name="connsiteY4" fmla="*/ 1475574 h 1516722"/>
                    <a:gd name="connsiteX5" fmla="*/ 820499 w 1516722"/>
                    <a:gd name="connsiteY5" fmla="*/ 1509293 h 1516722"/>
                    <a:gd name="connsiteX6" fmla="*/ 758361 w 1516722"/>
                    <a:gd name="connsiteY6" fmla="*/ 1516722 h 1516722"/>
                    <a:gd name="connsiteX7" fmla="*/ 0 w 1516722"/>
                    <a:gd name="connsiteY7" fmla="*/ 758361 h 1516722"/>
                    <a:gd name="connsiteX8" fmla="*/ 758361 w 1516722"/>
                    <a:gd name="connsiteY8" fmla="*/ 0 h 151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16722" h="1516722">
                      <a:moveTo>
                        <a:pt x="758361" y="0"/>
                      </a:moveTo>
                      <a:cubicBezTo>
                        <a:pt x="1177192" y="0"/>
                        <a:pt x="1516722" y="339530"/>
                        <a:pt x="1516722" y="758361"/>
                      </a:cubicBezTo>
                      <a:cubicBezTo>
                        <a:pt x="1513544" y="781045"/>
                        <a:pt x="1519892" y="801825"/>
                        <a:pt x="1507189" y="826414"/>
                      </a:cubicBezTo>
                      <a:cubicBezTo>
                        <a:pt x="1494486" y="851003"/>
                        <a:pt x="1484615" y="859561"/>
                        <a:pt x="1472375" y="871054"/>
                      </a:cubicBezTo>
                      <a:lnTo>
                        <a:pt x="867855" y="1475574"/>
                      </a:lnTo>
                      <a:cubicBezTo>
                        <a:pt x="852070" y="1486814"/>
                        <a:pt x="838189" y="1498053"/>
                        <a:pt x="820499" y="1509293"/>
                      </a:cubicBezTo>
                      <a:cubicBezTo>
                        <a:pt x="802809" y="1520533"/>
                        <a:pt x="779074" y="1514246"/>
                        <a:pt x="758361" y="1516722"/>
                      </a:cubicBezTo>
                      <a:cubicBezTo>
                        <a:pt x="339530" y="1516722"/>
                        <a:pt x="0" y="1177192"/>
                        <a:pt x="0" y="758361"/>
                      </a:cubicBezTo>
                      <a:cubicBezTo>
                        <a:pt x="0" y="339530"/>
                        <a:pt x="339530" y="0"/>
                        <a:pt x="758361" y="0"/>
                      </a:cubicBezTo>
                      <a:close/>
                    </a:path>
                  </a:pathLst>
                </a:custGeom>
                <a:gradFill>
                  <a:gsLst>
                    <a:gs pos="0">
                      <a:schemeClr val="accent1">
                        <a:lumMod val="60000"/>
                        <a:lumOff val="40000"/>
                      </a:schemeClr>
                    </a:gs>
                    <a:gs pos="60000">
                      <a:schemeClr val="accent1"/>
                    </a:gs>
                  </a:gsLst>
                  <a:lin ang="2700000" scaled="0"/>
                </a:gradFill>
                <a:ln w="57150" cap="rnd">
                  <a:noFill/>
                  <a:prstDash val="solid"/>
                  <a:round/>
                </a:ln>
                <a:effectLst>
                  <a:outerShdw blurRad="762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Arial"/>
                    <a:ea typeface="Microsoft YaHei Light"/>
                    <a:cs typeface="+mn-ea"/>
                    <a:sym typeface="+mn-lt"/>
                  </a:endParaRPr>
                </a:p>
              </p:txBody>
            </p:sp>
            <p:sp>
              <p:nvSpPr>
                <p:cNvPr id="85" name="任意多边形: 形状 84">
                  <a:extLst>
                    <a:ext uri="{FF2B5EF4-FFF2-40B4-BE49-F238E27FC236}">
                      <a16:creationId xmlns:a16="http://schemas.microsoft.com/office/drawing/2014/main" id="{05DC87A9-D581-3DD4-3E5A-61782F163DEB}"/>
                    </a:ext>
                  </a:extLst>
                </p:cNvPr>
                <p:cNvSpPr/>
                <p:nvPr/>
              </p:nvSpPr>
              <p:spPr>
                <a:xfrm rot="21596683">
                  <a:off x="1948709" y="2728388"/>
                  <a:ext cx="511593" cy="511593"/>
                </a:xfrm>
                <a:custGeom>
                  <a:avLst/>
                  <a:gdLst>
                    <a:gd name="connsiteX0" fmla="*/ 1849679 w 1849679"/>
                    <a:gd name="connsiteY0" fmla="*/ 0 h 1849680"/>
                    <a:gd name="connsiteX1" fmla="*/ 1754378 w 1849679"/>
                    <a:gd name="connsiteY1" fmla="*/ 122199 h 1849680"/>
                    <a:gd name="connsiteX2" fmla="*/ 1277426 w 1849679"/>
                    <a:gd name="connsiteY2" fmla="*/ 599152 h 1849680"/>
                    <a:gd name="connsiteX3" fmla="*/ 1277426 w 1849679"/>
                    <a:gd name="connsiteY3" fmla="*/ 599153 h 1849680"/>
                    <a:gd name="connsiteX4" fmla="*/ 122199 w 1849679"/>
                    <a:gd name="connsiteY4" fmla="*/ 1754378 h 1849680"/>
                    <a:gd name="connsiteX5" fmla="*/ 0 w 1849679"/>
                    <a:gd name="connsiteY5" fmla="*/ 1849680 h 1849680"/>
                    <a:gd name="connsiteX6" fmla="*/ 206599 w 1849679"/>
                    <a:gd name="connsiteY6" fmla="*/ 1408604 h 1849680"/>
                    <a:gd name="connsiteX7" fmla="*/ 221276 w 1849679"/>
                    <a:gd name="connsiteY7" fmla="*/ 971061 h 1849680"/>
                    <a:gd name="connsiteX8" fmla="*/ 233586 w 1849679"/>
                    <a:gd name="connsiteY8" fmla="*/ 911860 h 1849680"/>
                    <a:gd name="connsiteX9" fmla="*/ 232380 w 1849679"/>
                    <a:gd name="connsiteY9" fmla="*/ 910654 h 1849680"/>
                    <a:gd name="connsiteX10" fmla="*/ 241230 w 1849679"/>
                    <a:gd name="connsiteY10" fmla="*/ 875098 h 1849680"/>
                    <a:gd name="connsiteX11" fmla="*/ 249154 w 1849679"/>
                    <a:gd name="connsiteY11" fmla="*/ 836988 h 1849680"/>
                    <a:gd name="connsiteX12" fmla="*/ 254069 w 1849679"/>
                    <a:gd name="connsiteY12" fmla="*/ 823513 h 1849680"/>
                    <a:gd name="connsiteX13" fmla="*/ 265106 w 1849679"/>
                    <a:gd name="connsiteY13" fmla="*/ 779166 h 1849680"/>
                    <a:gd name="connsiteX14" fmla="*/ 436763 w 1849679"/>
                    <a:gd name="connsiteY14" fmla="*/ 488078 h 1849680"/>
                    <a:gd name="connsiteX15" fmla="*/ 463106 w 1849679"/>
                    <a:gd name="connsiteY15" fmla="*/ 463091 h 1849680"/>
                    <a:gd name="connsiteX16" fmla="*/ 488078 w 1849679"/>
                    <a:gd name="connsiteY16" fmla="*/ 436764 h 1849680"/>
                    <a:gd name="connsiteX17" fmla="*/ 779166 w 1849679"/>
                    <a:gd name="connsiteY17" fmla="*/ 265106 h 1849680"/>
                    <a:gd name="connsiteX18" fmla="*/ 823507 w 1849679"/>
                    <a:gd name="connsiteY18" fmla="*/ 254071 h 1849680"/>
                    <a:gd name="connsiteX19" fmla="*/ 836987 w 1849679"/>
                    <a:gd name="connsiteY19" fmla="*/ 249154 h 1849680"/>
                    <a:gd name="connsiteX20" fmla="*/ 875114 w 1849679"/>
                    <a:gd name="connsiteY20" fmla="*/ 241226 h 1849680"/>
                    <a:gd name="connsiteX21" fmla="*/ 910654 w 1849679"/>
                    <a:gd name="connsiteY21" fmla="*/ 232381 h 1849680"/>
                    <a:gd name="connsiteX22" fmla="*/ 911859 w 1849679"/>
                    <a:gd name="connsiteY22" fmla="*/ 233586 h 1849680"/>
                    <a:gd name="connsiteX23" fmla="*/ 971060 w 1849679"/>
                    <a:gd name="connsiteY23" fmla="*/ 221276 h 1849680"/>
                    <a:gd name="connsiteX24" fmla="*/ 1408603 w 1849679"/>
                    <a:gd name="connsiteY24" fmla="*/ 206599 h 1849680"/>
                    <a:gd name="connsiteX25" fmla="*/ 1849679 w 1849679"/>
                    <a:gd name="connsiteY25" fmla="*/ 0 h 1849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849679" h="1849680">
                      <a:moveTo>
                        <a:pt x="1849679" y="0"/>
                      </a:moveTo>
                      <a:cubicBezTo>
                        <a:pt x="1804744" y="67311"/>
                        <a:pt x="1787884" y="90738"/>
                        <a:pt x="1754378" y="122199"/>
                      </a:cubicBezTo>
                      <a:lnTo>
                        <a:pt x="1277426" y="599152"/>
                      </a:lnTo>
                      <a:lnTo>
                        <a:pt x="1277426" y="599153"/>
                      </a:lnTo>
                      <a:lnTo>
                        <a:pt x="122199" y="1754378"/>
                      </a:lnTo>
                      <a:cubicBezTo>
                        <a:pt x="90738" y="1787885"/>
                        <a:pt x="67311" y="1804745"/>
                        <a:pt x="0" y="1849680"/>
                      </a:cubicBezTo>
                      <a:cubicBezTo>
                        <a:pt x="104236" y="1719660"/>
                        <a:pt x="194467" y="1613607"/>
                        <a:pt x="206599" y="1408604"/>
                      </a:cubicBezTo>
                      <a:cubicBezTo>
                        <a:pt x="212666" y="1306102"/>
                        <a:pt x="195961" y="1146644"/>
                        <a:pt x="221276" y="971061"/>
                      </a:cubicBezTo>
                      <a:lnTo>
                        <a:pt x="233586" y="911860"/>
                      </a:lnTo>
                      <a:lnTo>
                        <a:pt x="232380" y="910654"/>
                      </a:lnTo>
                      <a:lnTo>
                        <a:pt x="241230" y="875098"/>
                      </a:lnTo>
                      <a:lnTo>
                        <a:pt x="249154" y="836988"/>
                      </a:lnTo>
                      <a:lnTo>
                        <a:pt x="254069" y="823513"/>
                      </a:lnTo>
                      <a:lnTo>
                        <a:pt x="265106" y="779166"/>
                      </a:lnTo>
                      <a:cubicBezTo>
                        <a:pt x="299827" y="674961"/>
                        <a:pt x="353261" y="575153"/>
                        <a:pt x="436763" y="488078"/>
                      </a:cubicBezTo>
                      <a:lnTo>
                        <a:pt x="463106" y="463091"/>
                      </a:lnTo>
                      <a:lnTo>
                        <a:pt x="488078" y="436764"/>
                      </a:lnTo>
                      <a:cubicBezTo>
                        <a:pt x="575153" y="353262"/>
                        <a:pt x="674961" y="299827"/>
                        <a:pt x="779166" y="265106"/>
                      </a:cubicBezTo>
                      <a:lnTo>
                        <a:pt x="823507" y="254071"/>
                      </a:lnTo>
                      <a:lnTo>
                        <a:pt x="836987" y="249154"/>
                      </a:lnTo>
                      <a:lnTo>
                        <a:pt x="875114" y="241226"/>
                      </a:lnTo>
                      <a:lnTo>
                        <a:pt x="910654" y="232381"/>
                      </a:lnTo>
                      <a:lnTo>
                        <a:pt x="911859" y="233586"/>
                      </a:lnTo>
                      <a:lnTo>
                        <a:pt x="971060" y="221276"/>
                      </a:lnTo>
                      <a:cubicBezTo>
                        <a:pt x="1146643" y="195960"/>
                        <a:pt x="1306101" y="212666"/>
                        <a:pt x="1408603" y="206599"/>
                      </a:cubicBezTo>
                      <a:cubicBezTo>
                        <a:pt x="1613606" y="194467"/>
                        <a:pt x="1719659" y="104236"/>
                        <a:pt x="1849679" y="0"/>
                      </a:cubicBezTo>
                      <a:close/>
                    </a:path>
                  </a:pathLst>
                </a:custGeom>
                <a:solidFill>
                  <a:schemeClr val="bg1"/>
                </a:solidFill>
                <a:ln>
                  <a:noFill/>
                </a:ln>
                <a:effectLst>
                  <a:outerShdw blurRad="3810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Microsoft YaHei Light"/>
                    <a:cs typeface="+mn-ea"/>
                    <a:sym typeface="+mn-lt"/>
                  </a:endParaRPr>
                </a:p>
              </p:txBody>
            </p:sp>
            <p:sp>
              <p:nvSpPr>
                <p:cNvPr id="86" name="TextBox 38">
                  <a:extLst>
                    <a:ext uri="{FF2B5EF4-FFF2-40B4-BE49-F238E27FC236}">
                      <a16:creationId xmlns:a16="http://schemas.microsoft.com/office/drawing/2014/main" id="{1F0BF48B-8BD4-0C66-24E7-B18AA679E020}"/>
                    </a:ext>
                  </a:extLst>
                </p:cNvPr>
                <p:cNvSpPr txBox="1"/>
                <p:nvPr/>
              </p:nvSpPr>
              <p:spPr>
                <a:xfrm>
                  <a:off x="1476174" y="2438928"/>
                  <a:ext cx="802291"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ea"/>
                      <a:sym typeface="+mn-lt"/>
                    </a:rPr>
                    <a:t>李潇怿</a:t>
                  </a:r>
                  <a:endParaRPr kumimoji="0" lang="id-ID"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ea"/>
                    <a:sym typeface="+mn-lt"/>
                  </a:endParaRPr>
                </a:p>
              </p:txBody>
            </p:sp>
          </p:grpSp>
        </p:grpSp>
        <p:sp>
          <p:nvSpPr>
            <p:cNvPr id="40" name="任意多边形: 形状 39">
              <a:extLst>
                <a:ext uri="{FF2B5EF4-FFF2-40B4-BE49-F238E27FC236}">
                  <a16:creationId xmlns:a16="http://schemas.microsoft.com/office/drawing/2014/main" id="{C47D9348-AEB9-8D2A-BBB2-F26B250B633A}"/>
                </a:ext>
              </a:extLst>
            </p:cNvPr>
            <p:cNvSpPr/>
            <p:nvPr/>
          </p:nvSpPr>
          <p:spPr>
            <a:xfrm>
              <a:off x="6369175" y="1240797"/>
              <a:ext cx="5007031" cy="5124666"/>
            </a:xfrm>
            <a:custGeom>
              <a:avLst/>
              <a:gdLst>
                <a:gd name="connsiteX0" fmla="*/ 4255465 w 4734696"/>
                <a:gd name="connsiteY0" fmla="*/ 191735 h 4948353"/>
                <a:gd name="connsiteX1" fmla="*/ 4214276 w 4734696"/>
                <a:gd name="connsiteY1" fmla="*/ 467574 h 4948353"/>
                <a:gd name="connsiteX2" fmla="*/ 4436694 w 4734696"/>
                <a:gd name="connsiteY2" fmla="*/ 467574 h 4948353"/>
                <a:gd name="connsiteX3" fmla="*/ 4477883 w 4734696"/>
                <a:gd name="connsiteY3" fmla="*/ 191735 h 4948353"/>
                <a:gd name="connsiteX4" fmla="*/ 3971899 w 4734696"/>
                <a:gd name="connsiteY4" fmla="*/ 191735 h 4948353"/>
                <a:gd name="connsiteX5" fmla="*/ 3930710 w 4734696"/>
                <a:gd name="connsiteY5" fmla="*/ 467574 h 4948353"/>
                <a:gd name="connsiteX6" fmla="*/ 4153128 w 4734696"/>
                <a:gd name="connsiteY6" fmla="*/ 467574 h 4948353"/>
                <a:gd name="connsiteX7" fmla="*/ 4194317 w 4734696"/>
                <a:gd name="connsiteY7" fmla="*/ 191735 h 4948353"/>
                <a:gd name="connsiteX8" fmla="*/ 3688333 w 4734696"/>
                <a:gd name="connsiteY8" fmla="*/ 191735 h 4948353"/>
                <a:gd name="connsiteX9" fmla="*/ 3647144 w 4734696"/>
                <a:gd name="connsiteY9" fmla="*/ 467574 h 4948353"/>
                <a:gd name="connsiteX10" fmla="*/ 3869562 w 4734696"/>
                <a:gd name="connsiteY10" fmla="*/ 467574 h 4948353"/>
                <a:gd name="connsiteX11" fmla="*/ 3910751 w 4734696"/>
                <a:gd name="connsiteY11" fmla="*/ 191735 h 4948353"/>
                <a:gd name="connsiteX12" fmla="*/ 0 w 4734696"/>
                <a:gd name="connsiteY12" fmla="*/ 0 h 4948353"/>
                <a:gd name="connsiteX13" fmla="*/ 4734696 w 4734696"/>
                <a:gd name="connsiteY13" fmla="*/ 0 h 4948353"/>
                <a:gd name="connsiteX14" fmla="*/ 4734696 w 4734696"/>
                <a:gd name="connsiteY14" fmla="*/ 4948353 h 4948353"/>
                <a:gd name="connsiteX15" fmla="*/ 0 w 4734696"/>
                <a:gd name="connsiteY15" fmla="*/ 4948353 h 4948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734696" h="4948353">
                  <a:moveTo>
                    <a:pt x="4255465" y="191735"/>
                  </a:moveTo>
                  <a:lnTo>
                    <a:pt x="4214276" y="467574"/>
                  </a:lnTo>
                  <a:lnTo>
                    <a:pt x="4436694" y="467574"/>
                  </a:lnTo>
                  <a:lnTo>
                    <a:pt x="4477883" y="191735"/>
                  </a:lnTo>
                  <a:close/>
                  <a:moveTo>
                    <a:pt x="3971899" y="191735"/>
                  </a:moveTo>
                  <a:lnTo>
                    <a:pt x="3930710" y="467574"/>
                  </a:lnTo>
                  <a:lnTo>
                    <a:pt x="4153128" y="467574"/>
                  </a:lnTo>
                  <a:lnTo>
                    <a:pt x="4194317" y="191735"/>
                  </a:lnTo>
                  <a:close/>
                  <a:moveTo>
                    <a:pt x="3688333" y="191735"/>
                  </a:moveTo>
                  <a:lnTo>
                    <a:pt x="3647144" y="467574"/>
                  </a:lnTo>
                  <a:lnTo>
                    <a:pt x="3869562" y="467574"/>
                  </a:lnTo>
                  <a:lnTo>
                    <a:pt x="3910751" y="191735"/>
                  </a:lnTo>
                  <a:close/>
                  <a:moveTo>
                    <a:pt x="0" y="0"/>
                  </a:moveTo>
                  <a:lnTo>
                    <a:pt x="4734696" y="0"/>
                  </a:lnTo>
                  <a:lnTo>
                    <a:pt x="4734696" y="4948353"/>
                  </a:lnTo>
                  <a:lnTo>
                    <a:pt x="0" y="4948353"/>
                  </a:lnTo>
                  <a:close/>
                </a:path>
              </a:pathLst>
            </a:custGeom>
            <a:solidFill>
              <a:srgbClr val="FEFCFC"/>
            </a:solidFill>
            <a:ln>
              <a:solidFill>
                <a:srgbClr val="BB1C22">
                  <a:alpha val="20000"/>
                </a:srgbClr>
              </a:solidFill>
            </a:ln>
            <a:effectLst>
              <a:outerShdw blurRad="254000" dist="127000" dir="5400000" algn="ctr" rotWithShape="0">
                <a:schemeClr val="accent1">
                  <a:lumMod val="7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1" i="0" u="none" strike="noStrike" kern="1200" cap="none" spc="0" normalizeH="0" baseline="0" noProof="0" dirty="0">
                <a:ln>
                  <a:noFill/>
                </a:ln>
                <a:solidFill>
                  <a:srgbClr val="FFFFFF"/>
                </a:solidFill>
                <a:effectLst/>
                <a:uLnTx/>
                <a:uFillTx/>
                <a:latin typeface="Arial"/>
                <a:ea typeface="Microsoft YaHei Light"/>
                <a:cs typeface="+mn-cs"/>
                <a:sym typeface="+mn-lt"/>
              </a:endParaRPr>
            </a:p>
          </p:txBody>
        </p:sp>
        <p:grpSp>
          <p:nvGrpSpPr>
            <p:cNvPr id="41" name="组合 40">
              <a:extLst>
                <a:ext uri="{FF2B5EF4-FFF2-40B4-BE49-F238E27FC236}">
                  <a16:creationId xmlns:a16="http://schemas.microsoft.com/office/drawing/2014/main" id="{0DA43489-72B9-E481-3CDC-653B8097EF43}"/>
                </a:ext>
              </a:extLst>
            </p:cNvPr>
            <p:cNvGrpSpPr/>
            <p:nvPr/>
          </p:nvGrpSpPr>
          <p:grpSpPr>
            <a:xfrm>
              <a:off x="5916426" y="1448072"/>
              <a:ext cx="2851179" cy="498841"/>
              <a:chOff x="843356" y="3450496"/>
              <a:chExt cx="2851179" cy="498841"/>
            </a:xfrm>
            <a:gradFill flip="none" rotWithShape="1">
              <a:gsLst>
                <a:gs pos="0">
                  <a:schemeClr val="accent1">
                    <a:lumMod val="75000"/>
                  </a:schemeClr>
                </a:gs>
                <a:gs pos="100000">
                  <a:schemeClr val="accent1">
                    <a:lumMod val="60000"/>
                    <a:lumOff val="40000"/>
                  </a:schemeClr>
                </a:gs>
              </a:gsLst>
              <a:lin ang="5400000" scaled="1"/>
              <a:tileRect/>
            </a:gradFill>
          </p:grpSpPr>
          <p:grpSp>
            <p:nvGrpSpPr>
              <p:cNvPr id="78" name="组合 77">
                <a:extLst>
                  <a:ext uri="{FF2B5EF4-FFF2-40B4-BE49-F238E27FC236}">
                    <a16:creationId xmlns:a16="http://schemas.microsoft.com/office/drawing/2014/main" id="{1C142722-CD75-C030-5104-A59A9B02111A}"/>
                  </a:ext>
                </a:extLst>
              </p:cNvPr>
              <p:cNvGrpSpPr/>
              <p:nvPr/>
            </p:nvGrpSpPr>
            <p:grpSpPr>
              <a:xfrm flipH="1">
                <a:off x="843356" y="3552904"/>
                <a:ext cx="396097" cy="396433"/>
                <a:chOff x="3882051" y="3134975"/>
                <a:chExt cx="396097" cy="396433"/>
              </a:xfrm>
              <a:grpFill/>
            </p:grpSpPr>
            <p:sp>
              <p:nvSpPr>
                <p:cNvPr id="80" name="任意多边形: 形状 79">
                  <a:extLst>
                    <a:ext uri="{FF2B5EF4-FFF2-40B4-BE49-F238E27FC236}">
                      <a16:creationId xmlns:a16="http://schemas.microsoft.com/office/drawing/2014/main" id="{17240695-9764-F77E-4D39-9B5E3A803B97}"/>
                    </a:ext>
                  </a:extLst>
                </p:cNvPr>
                <p:cNvSpPr/>
                <p:nvPr/>
              </p:nvSpPr>
              <p:spPr>
                <a:xfrm flipH="1">
                  <a:off x="3882052" y="3134975"/>
                  <a:ext cx="396096" cy="396433"/>
                </a:xfrm>
                <a:custGeom>
                  <a:avLst/>
                  <a:gdLst>
                    <a:gd name="connsiteX0" fmla="*/ 0 w 611859"/>
                    <a:gd name="connsiteY0" fmla="*/ 0 h 396433"/>
                    <a:gd name="connsiteX1" fmla="*/ 611859 w 611859"/>
                    <a:gd name="connsiteY1" fmla="*/ 0 h 396433"/>
                    <a:gd name="connsiteX2" fmla="*/ 611859 w 611859"/>
                    <a:gd name="connsiteY2" fmla="*/ 396433 h 396433"/>
                    <a:gd name="connsiteX3" fmla="*/ 0 w 611859"/>
                    <a:gd name="connsiteY3" fmla="*/ 396433 h 396433"/>
                    <a:gd name="connsiteX4" fmla="*/ 198216 w 611859"/>
                    <a:gd name="connsiteY4" fmla="*/ 198217 h 3964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1859" h="396433">
                      <a:moveTo>
                        <a:pt x="0" y="0"/>
                      </a:moveTo>
                      <a:lnTo>
                        <a:pt x="611859" y="0"/>
                      </a:lnTo>
                      <a:lnTo>
                        <a:pt x="611859" y="396433"/>
                      </a:lnTo>
                      <a:lnTo>
                        <a:pt x="0" y="396433"/>
                      </a:lnTo>
                      <a:lnTo>
                        <a:pt x="198216" y="198217"/>
                      </a:lnTo>
                      <a:close/>
                    </a:path>
                  </a:pathLst>
                </a:custGeom>
                <a:grpFill/>
                <a:ln>
                  <a:noFill/>
                </a:ln>
                <a:effectLst>
                  <a:outerShdw blurRad="254000" dist="152400" dir="54000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Microsoft YaHei Light"/>
                    <a:cs typeface="+mn-ea"/>
                    <a:sym typeface="+mn-lt"/>
                  </a:endParaRPr>
                </a:p>
              </p:txBody>
            </p:sp>
            <p:sp>
              <p:nvSpPr>
                <p:cNvPr id="81" name="等腰三角形 80">
                  <a:extLst>
                    <a:ext uri="{FF2B5EF4-FFF2-40B4-BE49-F238E27FC236}">
                      <a16:creationId xmlns:a16="http://schemas.microsoft.com/office/drawing/2014/main" id="{B7D4E98C-282F-D36E-C894-065B5A348416}"/>
                    </a:ext>
                  </a:extLst>
                </p:cNvPr>
                <p:cNvSpPr/>
                <p:nvPr/>
              </p:nvSpPr>
              <p:spPr>
                <a:xfrm flipH="1" flipV="1">
                  <a:off x="3882051" y="3429808"/>
                  <a:ext cx="96477" cy="101600"/>
                </a:xfrm>
                <a:prstGeom prst="triangle">
                  <a:avLst>
                    <a:gd name="adj" fmla="val 100000"/>
                  </a:avLst>
                </a:prstGeom>
                <a:grpFill/>
                <a:ln>
                  <a:noFill/>
                </a:ln>
                <a:effectLst>
                  <a:outerShdw blurRad="254000" dist="152400" dir="54000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Microsoft YaHei Light"/>
                    <a:cs typeface="+mn-ea"/>
                    <a:sym typeface="+mn-lt"/>
                  </a:endParaRPr>
                </a:p>
              </p:txBody>
            </p:sp>
          </p:grpSp>
          <p:sp>
            <p:nvSpPr>
              <p:cNvPr id="79" name="矩形 78">
                <a:extLst>
                  <a:ext uri="{FF2B5EF4-FFF2-40B4-BE49-F238E27FC236}">
                    <a16:creationId xmlns:a16="http://schemas.microsoft.com/office/drawing/2014/main" id="{F63AED6A-6E3D-C7D5-A041-4703974281AE}"/>
                  </a:ext>
                </a:extLst>
              </p:cNvPr>
              <p:cNvSpPr/>
              <p:nvPr/>
            </p:nvSpPr>
            <p:spPr>
              <a:xfrm>
                <a:off x="1142975" y="3450496"/>
                <a:ext cx="2551560" cy="396433"/>
              </a:xfrm>
              <a:prstGeom prst="rect">
                <a:avLst/>
              </a:prstGeom>
              <a:grpFill/>
              <a:ln>
                <a:noFill/>
              </a:ln>
              <a:effectLst>
                <a:outerShdw blurRad="254000" dist="152400" dir="54000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Microsoft YaHei Light"/>
                  <a:cs typeface="+mn-ea"/>
                  <a:sym typeface="+mn-lt"/>
                </a:endParaRPr>
              </a:p>
            </p:txBody>
          </p:sp>
        </p:grpSp>
        <p:sp>
          <p:nvSpPr>
            <p:cNvPr id="42" name="文本框 41">
              <a:extLst>
                <a:ext uri="{FF2B5EF4-FFF2-40B4-BE49-F238E27FC236}">
                  <a16:creationId xmlns:a16="http://schemas.microsoft.com/office/drawing/2014/main" id="{05DF01C2-6623-09C2-8444-1FD19337223F}"/>
                </a:ext>
              </a:extLst>
            </p:cNvPr>
            <p:cNvSpPr txBox="1"/>
            <p:nvPr/>
          </p:nvSpPr>
          <p:spPr>
            <a:xfrm>
              <a:off x="6913141" y="1460387"/>
              <a:ext cx="646331" cy="369332"/>
            </a:xfrm>
            <a:prstGeom prst="rect">
              <a:avLst/>
            </a:prstGeom>
            <a:noFill/>
            <a:ln>
              <a:noFill/>
            </a:ln>
            <a:effectLst>
              <a:outerShdw blurRad="254000" dist="152400" dir="54000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Autofit/>
            </a:bodyPr>
            <a:lstStyle>
              <a:defPPr>
                <a:defRPr lang="zh-CN"/>
              </a:defPPr>
              <a:lvl1pPr algn="ctr" defTabSz="457200">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ea"/>
                  <a:sym typeface="+mn-lt"/>
                </a:rPr>
                <a:t>前端</a:t>
              </a:r>
            </a:p>
          </p:txBody>
        </p:sp>
        <p:grpSp>
          <p:nvGrpSpPr>
            <p:cNvPr id="43" name="组合 42">
              <a:extLst>
                <a:ext uri="{FF2B5EF4-FFF2-40B4-BE49-F238E27FC236}">
                  <a16:creationId xmlns:a16="http://schemas.microsoft.com/office/drawing/2014/main" id="{05D542EA-86DE-80DD-A38A-C6DF76EADF9A}"/>
                </a:ext>
              </a:extLst>
            </p:cNvPr>
            <p:cNvGrpSpPr/>
            <p:nvPr/>
          </p:nvGrpSpPr>
          <p:grpSpPr>
            <a:xfrm>
              <a:off x="6608434" y="2170627"/>
              <a:ext cx="4416364" cy="953274"/>
              <a:chOff x="6724882" y="2089610"/>
              <a:chExt cx="4416364" cy="953274"/>
            </a:xfrm>
          </p:grpSpPr>
          <p:sp>
            <p:nvSpPr>
              <p:cNvPr id="74" name="文本框 73">
                <a:extLst>
                  <a:ext uri="{FF2B5EF4-FFF2-40B4-BE49-F238E27FC236}">
                    <a16:creationId xmlns:a16="http://schemas.microsoft.com/office/drawing/2014/main" id="{DF0D3AC3-96F4-291C-AF1A-1CB5FE2B8A6F}"/>
                  </a:ext>
                </a:extLst>
              </p:cNvPr>
              <p:cNvSpPr txBox="1"/>
              <p:nvPr/>
            </p:nvSpPr>
            <p:spPr>
              <a:xfrm>
                <a:off x="7482391" y="2089610"/>
                <a:ext cx="3658855" cy="953274"/>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rgbClr val="2F2F2F"/>
                    </a:solidFill>
                    <a:effectLst/>
                    <a:uLnTx/>
                    <a:uFillTx/>
                    <a:latin typeface="Arial" panose="020B0604020202020204" pitchFamily="34" charset="0"/>
                    <a:ea typeface="微软雅黑" panose="020B0503020204020204" pitchFamily="34" charset="-122"/>
                    <a:cs typeface="+mn-ea"/>
                    <a:sym typeface="+mn-lt"/>
                  </a:rPr>
                  <a:t>注册页面、教务身份教师管理、教务身份学生管理、学生身份已选课程、相关文档填写</a:t>
                </a:r>
                <a:r>
                  <a:rPr kumimoji="0" lang="en-US" altLang="zh-CN" sz="1600" b="0" i="0" u="none" strike="noStrike" kern="1200" cap="none" spc="0" normalizeH="0" baseline="0" noProof="0" dirty="0">
                    <a:ln>
                      <a:noFill/>
                    </a:ln>
                    <a:solidFill>
                      <a:srgbClr val="2F2F2F"/>
                    </a:solidFill>
                    <a:effectLst/>
                    <a:uLnTx/>
                    <a:uFillTx/>
                    <a:latin typeface="Arial" panose="020B0604020202020204" pitchFamily="34" charset="0"/>
                    <a:ea typeface="微软雅黑" panose="020B0503020204020204" pitchFamily="34" charset="-122"/>
                    <a:cs typeface="+mn-ea"/>
                    <a:sym typeface="+mn-lt"/>
                  </a:rPr>
                  <a:t>……</a:t>
                </a:r>
                <a:endParaRPr kumimoji="0" lang="zh-CN" altLang="en-US" sz="1600" b="0" i="0" u="none" strike="noStrike" kern="1200" cap="none" spc="0" normalizeH="0" baseline="0" noProof="0" dirty="0">
                  <a:ln>
                    <a:noFill/>
                  </a:ln>
                  <a:solidFill>
                    <a:srgbClr val="2F2F2F"/>
                  </a:solidFill>
                  <a:effectLst/>
                  <a:uLnTx/>
                  <a:uFillTx/>
                  <a:latin typeface="Arial" panose="020B0604020202020204" pitchFamily="34" charset="0"/>
                  <a:ea typeface="微软雅黑" panose="020B0503020204020204" pitchFamily="34" charset="-122"/>
                  <a:cs typeface="+mn-ea"/>
                  <a:sym typeface="+mn-lt"/>
                </a:endParaRPr>
              </a:p>
            </p:txBody>
          </p:sp>
          <p:sp>
            <p:nvSpPr>
              <p:cNvPr id="75" name="任意多边形: 形状 74">
                <a:extLst>
                  <a:ext uri="{FF2B5EF4-FFF2-40B4-BE49-F238E27FC236}">
                    <a16:creationId xmlns:a16="http://schemas.microsoft.com/office/drawing/2014/main" id="{823E4C7A-C0EF-AD92-CD1B-7FFBC385E9DA}"/>
                  </a:ext>
                </a:extLst>
              </p:cNvPr>
              <p:cNvSpPr/>
              <p:nvPr/>
            </p:nvSpPr>
            <p:spPr>
              <a:xfrm>
                <a:off x="6789091" y="2096054"/>
                <a:ext cx="656078" cy="656078"/>
              </a:xfrm>
              <a:custGeom>
                <a:avLst/>
                <a:gdLst>
                  <a:gd name="connsiteX0" fmla="*/ 758361 w 1516722"/>
                  <a:gd name="connsiteY0" fmla="*/ 0 h 1516722"/>
                  <a:gd name="connsiteX1" fmla="*/ 1516722 w 1516722"/>
                  <a:gd name="connsiteY1" fmla="*/ 758361 h 1516722"/>
                  <a:gd name="connsiteX2" fmla="*/ 1509094 w 1516722"/>
                  <a:gd name="connsiteY2" fmla="*/ 834034 h 1516722"/>
                  <a:gd name="connsiteX3" fmla="*/ 830024 w 1516722"/>
                  <a:gd name="connsiteY3" fmla="*/ 1513103 h 1516722"/>
                  <a:gd name="connsiteX4" fmla="*/ 758361 w 1516722"/>
                  <a:gd name="connsiteY4" fmla="*/ 1516722 h 1516722"/>
                  <a:gd name="connsiteX5" fmla="*/ 0 w 1516722"/>
                  <a:gd name="connsiteY5" fmla="*/ 758361 h 1516722"/>
                  <a:gd name="connsiteX6" fmla="*/ 758361 w 1516722"/>
                  <a:gd name="connsiteY6" fmla="*/ 0 h 1516722"/>
                  <a:gd name="connsiteX0" fmla="*/ 758361 w 1516722"/>
                  <a:gd name="connsiteY0" fmla="*/ 0 h 1516722"/>
                  <a:gd name="connsiteX1" fmla="*/ 1516722 w 1516722"/>
                  <a:gd name="connsiteY1" fmla="*/ 758361 h 1516722"/>
                  <a:gd name="connsiteX2" fmla="*/ 1509094 w 1516722"/>
                  <a:gd name="connsiteY2" fmla="*/ 834034 h 1516722"/>
                  <a:gd name="connsiteX3" fmla="*/ 867855 w 1516722"/>
                  <a:gd name="connsiteY3" fmla="*/ 1475574 h 1516722"/>
                  <a:gd name="connsiteX4" fmla="*/ 830024 w 1516722"/>
                  <a:gd name="connsiteY4" fmla="*/ 1513103 h 1516722"/>
                  <a:gd name="connsiteX5" fmla="*/ 758361 w 1516722"/>
                  <a:gd name="connsiteY5" fmla="*/ 1516722 h 1516722"/>
                  <a:gd name="connsiteX6" fmla="*/ 0 w 1516722"/>
                  <a:gd name="connsiteY6" fmla="*/ 758361 h 1516722"/>
                  <a:gd name="connsiteX7" fmla="*/ 758361 w 1516722"/>
                  <a:gd name="connsiteY7" fmla="*/ 0 h 1516722"/>
                  <a:gd name="connsiteX0" fmla="*/ 758361 w 1516722"/>
                  <a:gd name="connsiteY0" fmla="*/ 0 h 1516722"/>
                  <a:gd name="connsiteX1" fmla="*/ 1516722 w 1516722"/>
                  <a:gd name="connsiteY1" fmla="*/ 758361 h 1516722"/>
                  <a:gd name="connsiteX2" fmla="*/ 1509094 w 1516722"/>
                  <a:gd name="connsiteY2" fmla="*/ 834034 h 1516722"/>
                  <a:gd name="connsiteX3" fmla="*/ 1472375 w 1516722"/>
                  <a:gd name="connsiteY3" fmla="*/ 871054 h 1516722"/>
                  <a:gd name="connsiteX4" fmla="*/ 867855 w 1516722"/>
                  <a:gd name="connsiteY4" fmla="*/ 1475574 h 1516722"/>
                  <a:gd name="connsiteX5" fmla="*/ 830024 w 1516722"/>
                  <a:gd name="connsiteY5" fmla="*/ 1513103 h 1516722"/>
                  <a:gd name="connsiteX6" fmla="*/ 758361 w 1516722"/>
                  <a:gd name="connsiteY6" fmla="*/ 1516722 h 1516722"/>
                  <a:gd name="connsiteX7" fmla="*/ 0 w 1516722"/>
                  <a:gd name="connsiteY7" fmla="*/ 758361 h 1516722"/>
                  <a:gd name="connsiteX8" fmla="*/ 758361 w 1516722"/>
                  <a:gd name="connsiteY8" fmla="*/ 0 h 1516722"/>
                  <a:gd name="connsiteX0" fmla="*/ 758361 w 1516722"/>
                  <a:gd name="connsiteY0" fmla="*/ 0 h 1516722"/>
                  <a:gd name="connsiteX1" fmla="*/ 1516722 w 1516722"/>
                  <a:gd name="connsiteY1" fmla="*/ 758361 h 1516722"/>
                  <a:gd name="connsiteX2" fmla="*/ 1507189 w 1516722"/>
                  <a:gd name="connsiteY2" fmla="*/ 826414 h 1516722"/>
                  <a:gd name="connsiteX3" fmla="*/ 1472375 w 1516722"/>
                  <a:gd name="connsiteY3" fmla="*/ 871054 h 1516722"/>
                  <a:gd name="connsiteX4" fmla="*/ 867855 w 1516722"/>
                  <a:gd name="connsiteY4" fmla="*/ 1475574 h 1516722"/>
                  <a:gd name="connsiteX5" fmla="*/ 830024 w 1516722"/>
                  <a:gd name="connsiteY5" fmla="*/ 1513103 h 1516722"/>
                  <a:gd name="connsiteX6" fmla="*/ 758361 w 1516722"/>
                  <a:gd name="connsiteY6" fmla="*/ 1516722 h 1516722"/>
                  <a:gd name="connsiteX7" fmla="*/ 0 w 1516722"/>
                  <a:gd name="connsiteY7" fmla="*/ 758361 h 1516722"/>
                  <a:gd name="connsiteX8" fmla="*/ 758361 w 1516722"/>
                  <a:gd name="connsiteY8" fmla="*/ 0 h 1516722"/>
                  <a:gd name="connsiteX0" fmla="*/ 758361 w 1516722"/>
                  <a:gd name="connsiteY0" fmla="*/ 0 h 1516722"/>
                  <a:gd name="connsiteX1" fmla="*/ 1516722 w 1516722"/>
                  <a:gd name="connsiteY1" fmla="*/ 758361 h 1516722"/>
                  <a:gd name="connsiteX2" fmla="*/ 1507189 w 1516722"/>
                  <a:gd name="connsiteY2" fmla="*/ 826414 h 1516722"/>
                  <a:gd name="connsiteX3" fmla="*/ 1472375 w 1516722"/>
                  <a:gd name="connsiteY3" fmla="*/ 871054 h 1516722"/>
                  <a:gd name="connsiteX4" fmla="*/ 867855 w 1516722"/>
                  <a:gd name="connsiteY4" fmla="*/ 1475574 h 1516722"/>
                  <a:gd name="connsiteX5" fmla="*/ 830024 w 1516722"/>
                  <a:gd name="connsiteY5" fmla="*/ 1513103 h 1516722"/>
                  <a:gd name="connsiteX6" fmla="*/ 758361 w 1516722"/>
                  <a:gd name="connsiteY6" fmla="*/ 1516722 h 1516722"/>
                  <a:gd name="connsiteX7" fmla="*/ 0 w 1516722"/>
                  <a:gd name="connsiteY7" fmla="*/ 758361 h 1516722"/>
                  <a:gd name="connsiteX8" fmla="*/ 758361 w 1516722"/>
                  <a:gd name="connsiteY8" fmla="*/ 0 h 1516722"/>
                  <a:gd name="connsiteX0" fmla="*/ 758361 w 1516722"/>
                  <a:gd name="connsiteY0" fmla="*/ 0 h 1516722"/>
                  <a:gd name="connsiteX1" fmla="*/ 1516722 w 1516722"/>
                  <a:gd name="connsiteY1" fmla="*/ 758361 h 1516722"/>
                  <a:gd name="connsiteX2" fmla="*/ 1507189 w 1516722"/>
                  <a:gd name="connsiteY2" fmla="*/ 826414 h 1516722"/>
                  <a:gd name="connsiteX3" fmla="*/ 1472375 w 1516722"/>
                  <a:gd name="connsiteY3" fmla="*/ 871054 h 1516722"/>
                  <a:gd name="connsiteX4" fmla="*/ 867855 w 1516722"/>
                  <a:gd name="connsiteY4" fmla="*/ 1475574 h 1516722"/>
                  <a:gd name="connsiteX5" fmla="*/ 820499 w 1516722"/>
                  <a:gd name="connsiteY5" fmla="*/ 1509293 h 1516722"/>
                  <a:gd name="connsiteX6" fmla="*/ 758361 w 1516722"/>
                  <a:gd name="connsiteY6" fmla="*/ 1516722 h 1516722"/>
                  <a:gd name="connsiteX7" fmla="*/ 0 w 1516722"/>
                  <a:gd name="connsiteY7" fmla="*/ 758361 h 1516722"/>
                  <a:gd name="connsiteX8" fmla="*/ 758361 w 1516722"/>
                  <a:gd name="connsiteY8" fmla="*/ 0 h 1516722"/>
                  <a:gd name="connsiteX0" fmla="*/ 758361 w 1516722"/>
                  <a:gd name="connsiteY0" fmla="*/ 0 h 1516722"/>
                  <a:gd name="connsiteX1" fmla="*/ 1516722 w 1516722"/>
                  <a:gd name="connsiteY1" fmla="*/ 758361 h 1516722"/>
                  <a:gd name="connsiteX2" fmla="*/ 1507189 w 1516722"/>
                  <a:gd name="connsiteY2" fmla="*/ 826414 h 1516722"/>
                  <a:gd name="connsiteX3" fmla="*/ 1472375 w 1516722"/>
                  <a:gd name="connsiteY3" fmla="*/ 871054 h 1516722"/>
                  <a:gd name="connsiteX4" fmla="*/ 867855 w 1516722"/>
                  <a:gd name="connsiteY4" fmla="*/ 1475574 h 1516722"/>
                  <a:gd name="connsiteX5" fmla="*/ 820499 w 1516722"/>
                  <a:gd name="connsiteY5" fmla="*/ 1509293 h 1516722"/>
                  <a:gd name="connsiteX6" fmla="*/ 758361 w 1516722"/>
                  <a:gd name="connsiteY6" fmla="*/ 1516722 h 1516722"/>
                  <a:gd name="connsiteX7" fmla="*/ 0 w 1516722"/>
                  <a:gd name="connsiteY7" fmla="*/ 758361 h 1516722"/>
                  <a:gd name="connsiteX8" fmla="*/ 758361 w 1516722"/>
                  <a:gd name="connsiteY8" fmla="*/ 0 h 151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16722" h="1516722">
                    <a:moveTo>
                      <a:pt x="758361" y="0"/>
                    </a:moveTo>
                    <a:cubicBezTo>
                      <a:pt x="1177192" y="0"/>
                      <a:pt x="1516722" y="339530"/>
                      <a:pt x="1516722" y="758361"/>
                    </a:cubicBezTo>
                    <a:cubicBezTo>
                      <a:pt x="1513544" y="781045"/>
                      <a:pt x="1519892" y="801825"/>
                      <a:pt x="1507189" y="826414"/>
                    </a:cubicBezTo>
                    <a:cubicBezTo>
                      <a:pt x="1494486" y="851003"/>
                      <a:pt x="1484615" y="859561"/>
                      <a:pt x="1472375" y="871054"/>
                    </a:cubicBezTo>
                    <a:lnTo>
                      <a:pt x="867855" y="1475574"/>
                    </a:lnTo>
                    <a:cubicBezTo>
                      <a:pt x="852070" y="1486814"/>
                      <a:pt x="838189" y="1498053"/>
                      <a:pt x="820499" y="1509293"/>
                    </a:cubicBezTo>
                    <a:cubicBezTo>
                      <a:pt x="802809" y="1520533"/>
                      <a:pt x="779074" y="1514246"/>
                      <a:pt x="758361" y="1516722"/>
                    </a:cubicBezTo>
                    <a:cubicBezTo>
                      <a:pt x="339530" y="1516722"/>
                      <a:pt x="0" y="1177192"/>
                      <a:pt x="0" y="758361"/>
                    </a:cubicBezTo>
                    <a:cubicBezTo>
                      <a:pt x="0" y="339530"/>
                      <a:pt x="339530" y="0"/>
                      <a:pt x="758361" y="0"/>
                    </a:cubicBezTo>
                    <a:close/>
                  </a:path>
                </a:pathLst>
              </a:custGeom>
              <a:gradFill>
                <a:gsLst>
                  <a:gs pos="0">
                    <a:schemeClr val="accent1">
                      <a:lumMod val="60000"/>
                      <a:lumOff val="40000"/>
                    </a:schemeClr>
                  </a:gs>
                  <a:gs pos="60000">
                    <a:schemeClr val="accent1"/>
                  </a:gs>
                </a:gsLst>
                <a:lin ang="2700000" scaled="0"/>
              </a:gradFill>
              <a:ln w="57150" cap="rnd">
                <a:noFill/>
                <a:prstDash val="solid"/>
                <a:round/>
              </a:ln>
              <a:effectLst>
                <a:outerShdw blurRad="762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Microsoft YaHei Light"/>
                  <a:cs typeface="+mn-ea"/>
                  <a:sym typeface="+mn-lt"/>
                </a:endParaRPr>
              </a:p>
            </p:txBody>
          </p:sp>
          <p:sp>
            <p:nvSpPr>
              <p:cNvPr id="76" name="任意多边形: 形状 75">
                <a:extLst>
                  <a:ext uri="{FF2B5EF4-FFF2-40B4-BE49-F238E27FC236}">
                    <a16:creationId xmlns:a16="http://schemas.microsoft.com/office/drawing/2014/main" id="{6D8C0EC6-04B7-59BA-6CD5-7D6EC6A913CF}"/>
                  </a:ext>
                </a:extLst>
              </p:cNvPr>
              <p:cNvSpPr/>
              <p:nvPr/>
            </p:nvSpPr>
            <p:spPr>
              <a:xfrm rot="21596683">
                <a:off x="7149431" y="2457588"/>
                <a:ext cx="292283" cy="292283"/>
              </a:xfrm>
              <a:custGeom>
                <a:avLst/>
                <a:gdLst>
                  <a:gd name="connsiteX0" fmla="*/ 1849679 w 1849679"/>
                  <a:gd name="connsiteY0" fmla="*/ 0 h 1849680"/>
                  <a:gd name="connsiteX1" fmla="*/ 1754378 w 1849679"/>
                  <a:gd name="connsiteY1" fmla="*/ 122199 h 1849680"/>
                  <a:gd name="connsiteX2" fmla="*/ 1277426 w 1849679"/>
                  <a:gd name="connsiteY2" fmla="*/ 599152 h 1849680"/>
                  <a:gd name="connsiteX3" fmla="*/ 1277426 w 1849679"/>
                  <a:gd name="connsiteY3" fmla="*/ 599153 h 1849680"/>
                  <a:gd name="connsiteX4" fmla="*/ 122199 w 1849679"/>
                  <a:gd name="connsiteY4" fmla="*/ 1754378 h 1849680"/>
                  <a:gd name="connsiteX5" fmla="*/ 0 w 1849679"/>
                  <a:gd name="connsiteY5" fmla="*/ 1849680 h 1849680"/>
                  <a:gd name="connsiteX6" fmla="*/ 206599 w 1849679"/>
                  <a:gd name="connsiteY6" fmla="*/ 1408604 h 1849680"/>
                  <a:gd name="connsiteX7" fmla="*/ 221276 w 1849679"/>
                  <a:gd name="connsiteY7" fmla="*/ 971061 h 1849680"/>
                  <a:gd name="connsiteX8" fmla="*/ 233586 w 1849679"/>
                  <a:gd name="connsiteY8" fmla="*/ 911860 h 1849680"/>
                  <a:gd name="connsiteX9" fmla="*/ 232380 w 1849679"/>
                  <a:gd name="connsiteY9" fmla="*/ 910654 h 1849680"/>
                  <a:gd name="connsiteX10" fmla="*/ 241230 w 1849679"/>
                  <a:gd name="connsiteY10" fmla="*/ 875098 h 1849680"/>
                  <a:gd name="connsiteX11" fmla="*/ 249154 w 1849679"/>
                  <a:gd name="connsiteY11" fmla="*/ 836988 h 1849680"/>
                  <a:gd name="connsiteX12" fmla="*/ 254069 w 1849679"/>
                  <a:gd name="connsiteY12" fmla="*/ 823513 h 1849680"/>
                  <a:gd name="connsiteX13" fmla="*/ 265106 w 1849679"/>
                  <a:gd name="connsiteY13" fmla="*/ 779166 h 1849680"/>
                  <a:gd name="connsiteX14" fmla="*/ 436763 w 1849679"/>
                  <a:gd name="connsiteY14" fmla="*/ 488078 h 1849680"/>
                  <a:gd name="connsiteX15" fmla="*/ 463106 w 1849679"/>
                  <a:gd name="connsiteY15" fmla="*/ 463091 h 1849680"/>
                  <a:gd name="connsiteX16" fmla="*/ 488078 w 1849679"/>
                  <a:gd name="connsiteY16" fmla="*/ 436764 h 1849680"/>
                  <a:gd name="connsiteX17" fmla="*/ 779166 w 1849679"/>
                  <a:gd name="connsiteY17" fmla="*/ 265106 h 1849680"/>
                  <a:gd name="connsiteX18" fmla="*/ 823507 w 1849679"/>
                  <a:gd name="connsiteY18" fmla="*/ 254071 h 1849680"/>
                  <a:gd name="connsiteX19" fmla="*/ 836987 w 1849679"/>
                  <a:gd name="connsiteY19" fmla="*/ 249154 h 1849680"/>
                  <a:gd name="connsiteX20" fmla="*/ 875114 w 1849679"/>
                  <a:gd name="connsiteY20" fmla="*/ 241226 h 1849680"/>
                  <a:gd name="connsiteX21" fmla="*/ 910654 w 1849679"/>
                  <a:gd name="connsiteY21" fmla="*/ 232381 h 1849680"/>
                  <a:gd name="connsiteX22" fmla="*/ 911859 w 1849679"/>
                  <a:gd name="connsiteY22" fmla="*/ 233586 h 1849680"/>
                  <a:gd name="connsiteX23" fmla="*/ 971060 w 1849679"/>
                  <a:gd name="connsiteY23" fmla="*/ 221276 h 1849680"/>
                  <a:gd name="connsiteX24" fmla="*/ 1408603 w 1849679"/>
                  <a:gd name="connsiteY24" fmla="*/ 206599 h 1849680"/>
                  <a:gd name="connsiteX25" fmla="*/ 1849679 w 1849679"/>
                  <a:gd name="connsiteY25" fmla="*/ 0 h 1849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849679" h="1849680">
                    <a:moveTo>
                      <a:pt x="1849679" y="0"/>
                    </a:moveTo>
                    <a:cubicBezTo>
                      <a:pt x="1804744" y="67311"/>
                      <a:pt x="1787884" y="90738"/>
                      <a:pt x="1754378" y="122199"/>
                    </a:cubicBezTo>
                    <a:lnTo>
                      <a:pt x="1277426" y="599152"/>
                    </a:lnTo>
                    <a:lnTo>
                      <a:pt x="1277426" y="599153"/>
                    </a:lnTo>
                    <a:lnTo>
                      <a:pt x="122199" y="1754378"/>
                    </a:lnTo>
                    <a:cubicBezTo>
                      <a:pt x="90738" y="1787885"/>
                      <a:pt x="67311" y="1804745"/>
                      <a:pt x="0" y="1849680"/>
                    </a:cubicBezTo>
                    <a:cubicBezTo>
                      <a:pt x="104236" y="1719660"/>
                      <a:pt x="194467" y="1613607"/>
                      <a:pt x="206599" y="1408604"/>
                    </a:cubicBezTo>
                    <a:cubicBezTo>
                      <a:pt x="212666" y="1306102"/>
                      <a:pt x="195961" y="1146644"/>
                      <a:pt x="221276" y="971061"/>
                    </a:cubicBezTo>
                    <a:lnTo>
                      <a:pt x="233586" y="911860"/>
                    </a:lnTo>
                    <a:lnTo>
                      <a:pt x="232380" y="910654"/>
                    </a:lnTo>
                    <a:lnTo>
                      <a:pt x="241230" y="875098"/>
                    </a:lnTo>
                    <a:lnTo>
                      <a:pt x="249154" y="836988"/>
                    </a:lnTo>
                    <a:lnTo>
                      <a:pt x="254069" y="823513"/>
                    </a:lnTo>
                    <a:lnTo>
                      <a:pt x="265106" y="779166"/>
                    </a:lnTo>
                    <a:cubicBezTo>
                      <a:pt x="299827" y="674961"/>
                      <a:pt x="353261" y="575153"/>
                      <a:pt x="436763" y="488078"/>
                    </a:cubicBezTo>
                    <a:lnTo>
                      <a:pt x="463106" y="463091"/>
                    </a:lnTo>
                    <a:lnTo>
                      <a:pt x="488078" y="436764"/>
                    </a:lnTo>
                    <a:cubicBezTo>
                      <a:pt x="575153" y="353262"/>
                      <a:pt x="674961" y="299827"/>
                      <a:pt x="779166" y="265106"/>
                    </a:cubicBezTo>
                    <a:lnTo>
                      <a:pt x="823507" y="254071"/>
                    </a:lnTo>
                    <a:lnTo>
                      <a:pt x="836987" y="249154"/>
                    </a:lnTo>
                    <a:lnTo>
                      <a:pt x="875114" y="241226"/>
                    </a:lnTo>
                    <a:lnTo>
                      <a:pt x="910654" y="232381"/>
                    </a:lnTo>
                    <a:lnTo>
                      <a:pt x="911859" y="233586"/>
                    </a:lnTo>
                    <a:lnTo>
                      <a:pt x="971060" y="221276"/>
                    </a:lnTo>
                    <a:cubicBezTo>
                      <a:pt x="1146643" y="195960"/>
                      <a:pt x="1306101" y="212666"/>
                      <a:pt x="1408603" y="206599"/>
                    </a:cubicBezTo>
                    <a:cubicBezTo>
                      <a:pt x="1613606" y="194467"/>
                      <a:pt x="1719659" y="104236"/>
                      <a:pt x="1849679" y="0"/>
                    </a:cubicBez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Microsoft YaHei Light"/>
                  <a:cs typeface="+mn-ea"/>
                  <a:sym typeface="+mn-lt"/>
                </a:endParaRPr>
              </a:p>
            </p:txBody>
          </p:sp>
          <p:sp>
            <p:nvSpPr>
              <p:cNvPr id="77" name="TextBox 38">
                <a:extLst>
                  <a:ext uri="{FF2B5EF4-FFF2-40B4-BE49-F238E27FC236}">
                    <a16:creationId xmlns:a16="http://schemas.microsoft.com/office/drawing/2014/main" id="{82A41D00-2D9C-FA59-BC56-F17AA0D88A46}"/>
                  </a:ext>
                </a:extLst>
              </p:cNvPr>
              <p:cNvSpPr txBox="1"/>
              <p:nvPr/>
            </p:nvSpPr>
            <p:spPr>
              <a:xfrm>
                <a:off x="6724882" y="2192292"/>
                <a:ext cx="784495"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ea"/>
                    <a:sym typeface="+mn-lt"/>
                  </a:rPr>
                  <a:t>唐婉婷</a:t>
                </a:r>
                <a:endParaRPr kumimoji="0" lang="id-ID"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ea"/>
                  <a:sym typeface="+mn-lt"/>
                </a:endParaRPr>
              </a:p>
            </p:txBody>
          </p:sp>
        </p:grpSp>
        <p:grpSp>
          <p:nvGrpSpPr>
            <p:cNvPr id="44" name="组合 43">
              <a:extLst>
                <a:ext uri="{FF2B5EF4-FFF2-40B4-BE49-F238E27FC236}">
                  <a16:creationId xmlns:a16="http://schemas.microsoft.com/office/drawing/2014/main" id="{8A1B3545-9B7F-8574-6655-225FAC8A9CF5}"/>
                </a:ext>
              </a:extLst>
            </p:cNvPr>
            <p:cNvGrpSpPr/>
            <p:nvPr/>
          </p:nvGrpSpPr>
          <p:grpSpPr>
            <a:xfrm>
              <a:off x="6592136" y="3188806"/>
              <a:ext cx="4480602" cy="662522"/>
              <a:chOff x="6708584" y="2875662"/>
              <a:chExt cx="4480602" cy="662522"/>
            </a:xfrm>
          </p:grpSpPr>
          <p:sp>
            <p:nvSpPr>
              <p:cNvPr id="69" name="文本框 68">
                <a:extLst>
                  <a:ext uri="{FF2B5EF4-FFF2-40B4-BE49-F238E27FC236}">
                    <a16:creationId xmlns:a16="http://schemas.microsoft.com/office/drawing/2014/main" id="{4CA64623-86A5-E4AB-DD6E-BD21DBC32C22}"/>
                  </a:ext>
                </a:extLst>
              </p:cNvPr>
              <p:cNvSpPr txBox="1"/>
              <p:nvPr/>
            </p:nvSpPr>
            <p:spPr>
              <a:xfrm>
                <a:off x="7482391" y="2875662"/>
                <a:ext cx="3706795" cy="657809"/>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lang="zh-CN" altLang="en-US" sz="1600" dirty="0"/>
                  <a:t>教务端、教师端、学生端成绩查询、可视化、相关文档填写</a:t>
                </a:r>
                <a:r>
                  <a:rPr lang="en-US" altLang="zh-CN" sz="1600" dirty="0"/>
                  <a:t>……</a:t>
                </a:r>
                <a:endParaRPr kumimoji="0" lang="zh-CN" altLang="en-US" sz="1600" b="0" i="0" u="none" strike="noStrike" kern="1200" cap="none" spc="0" normalizeH="0" baseline="0" noProof="0" dirty="0">
                  <a:ln>
                    <a:noFill/>
                  </a:ln>
                  <a:solidFill>
                    <a:srgbClr val="2F2F2F"/>
                  </a:solidFill>
                  <a:effectLst/>
                  <a:uLnTx/>
                  <a:uFillTx/>
                  <a:latin typeface="Arial" panose="020B0604020202020204" pitchFamily="34" charset="0"/>
                  <a:ea typeface="微软雅黑" panose="020B0503020204020204" pitchFamily="34" charset="-122"/>
                  <a:cs typeface="+mn-ea"/>
                  <a:sym typeface="+mn-lt"/>
                </a:endParaRPr>
              </a:p>
            </p:txBody>
          </p:sp>
          <p:grpSp>
            <p:nvGrpSpPr>
              <p:cNvPr id="70" name="组合 69">
                <a:extLst>
                  <a:ext uri="{FF2B5EF4-FFF2-40B4-BE49-F238E27FC236}">
                    <a16:creationId xmlns:a16="http://schemas.microsoft.com/office/drawing/2014/main" id="{53903841-497B-5D39-8040-E6240C7530C5}"/>
                  </a:ext>
                </a:extLst>
              </p:cNvPr>
              <p:cNvGrpSpPr/>
              <p:nvPr/>
            </p:nvGrpSpPr>
            <p:grpSpPr>
              <a:xfrm>
                <a:off x="6789091" y="2882106"/>
                <a:ext cx="656078" cy="656078"/>
                <a:chOff x="3971090" y="981075"/>
                <a:chExt cx="2385153" cy="2385153"/>
              </a:xfrm>
              <a:gradFill>
                <a:gsLst>
                  <a:gs pos="0">
                    <a:schemeClr val="accent1"/>
                  </a:gs>
                  <a:gs pos="100000">
                    <a:schemeClr val="accent1">
                      <a:lumMod val="75000"/>
                    </a:schemeClr>
                  </a:gs>
                </a:gsLst>
                <a:lin ang="5400000" scaled="1"/>
              </a:gradFill>
              <a:effectLst>
                <a:outerShdw blurRad="292100" dist="114300" dir="2700000" sx="94000" sy="94000" algn="tl" rotWithShape="0">
                  <a:schemeClr val="accent1">
                    <a:lumMod val="75000"/>
                    <a:alpha val="40000"/>
                  </a:schemeClr>
                </a:outerShdw>
              </a:effectLst>
            </p:grpSpPr>
            <p:sp>
              <p:nvSpPr>
                <p:cNvPr id="72" name="任意多边形: 形状 71">
                  <a:extLst>
                    <a:ext uri="{FF2B5EF4-FFF2-40B4-BE49-F238E27FC236}">
                      <a16:creationId xmlns:a16="http://schemas.microsoft.com/office/drawing/2014/main" id="{81F42780-FF5B-E090-6E03-D5CED03ECCE7}"/>
                    </a:ext>
                  </a:extLst>
                </p:cNvPr>
                <p:cNvSpPr/>
                <p:nvPr/>
              </p:nvSpPr>
              <p:spPr>
                <a:xfrm>
                  <a:off x="3971090" y="981075"/>
                  <a:ext cx="2385153" cy="2385153"/>
                </a:xfrm>
                <a:custGeom>
                  <a:avLst/>
                  <a:gdLst>
                    <a:gd name="connsiteX0" fmla="*/ 758361 w 1516722"/>
                    <a:gd name="connsiteY0" fmla="*/ 0 h 1516722"/>
                    <a:gd name="connsiteX1" fmla="*/ 1516722 w 1516722"/>
                    <a:gd name="connsiteY1" fmla="*/ 758361 h 1516722"/>
                    <a:gd name="connsiteX2" fmla="*/ 1509094 w 1516722"/>
                    <a:gd name="connsiteY2" fmla="*/ 834034 h 1516722"/>
                    <a:gd name="connsiteX3" fmla="*/ 830024 w 1516722"/>
                    <a:gd name="connsiteY3" fmla="*/ 1513103 h 1516722"/>
                    <a:gd name="connsiteX4" fmla="*/ 758361 w 1516722"/>
                    <a:gd name="connsiteY4" fmla="*/ 1516722 h 1516722"/>
                    <a:gd name="connsiteX5" fmla="*/ 0 w 1516722"/>
                    <a:gd name="connsiteY5" fmla="*/ 758361 h 1516722"/>
                    <a:gd name="connsiteX6" fmla="*/ 758361 w 1516722"/>
                    <a:gd name="connsiteY6" fmla="*/ 0 h 1516722"/>
                    <a:gd name="connsiteX0" fmla="*/ 758361 w 1516722"/>
                    <a:gd name="connsiteY0" fmla="*/ 0 h 1516722"/>
                    <a:gd name="connsiteX1" fmla="*/ 1516722 w 1516722"/>
                    <a:gd name="connsiteY1" fmla="*/ 758361 h 1516722"/>
                    <a:gd name="connsiteX2" fmla="*/ 1509094 w 1516722"/>
                    <a:gd name="connsiteY2" fmla="*/ 834034 h 1516722"/>
                    <a:gd name="connsiteX3" fmla="*/ 867855 w 1516722"/>
                    <a:gd name="connsiteY3" fmla="*/ 1475574 h 1516722"/>
                    <a:gd name="connsiteX4" fmla="*/ 830024 w 1516722"/>
                    <a:gd name="connsiteY4" fmla="*/ 1513103 h 1516722"/>
                    <a:gd name="connsiteX5" fmla="*/ 758361 w 1516722"/>
                    <a:gd name="connsiteY5" fmla="*/ 1516722 h 1516722"/>
                    <a:gd name="connsiteX6" fmla="*/ 0 w 1516722"/>
                    <a:gd name="connsiteY6" fmla="*/ 758361 h 1516722"/>
                    <a:gd name="connsiteX7" fmla="*/ 758361 w 1516722"/>
                    <a:gd name="connsiteY7" fmla="*/ 0 h 1516722"/>
                    <a:gd name="connsiteX0" fmla="*/ 758361 w 1516722"/>
                    <a:gd name="connsiteY0" fmla="*/ 0 h 1516722"/>
                    <a:gd name="connsiteX1" fmla="*/ 1516722 w 1516722"/>
                    <a:gd name="connsiteY1" fmla="*/ 758361 h 1516722"/>
                    <a:gd name="connsiteX2" fmla="*/ 1509094 w 1516722"/>
                    <a:gd name="connsiteY2" fmla="*/ 834034 h 1516722"/>
                    <a:gd name="connsiteX3" fmla="*/ 1472375 w 1516722"/>
                    <a:gd name="connsiteY3" fmla="*/ 871054 h 1516722"/>
                    <a:gd name="connsiteX4" fmla="*/ 867855 w 1516722"/>
                    <a:gd name="connsiteY4" fmla="*/ 1475574 h 1516722"/>
                    <a:gd name="connsiteX5" fmla="*/ 830024 w 1516722"/>
                    <a:gd name="connsiteY5" fmla="*/ 1513103 h 1516722"/>
                    <a:gd name="connsiteX6" fmla="*/ 758361 w 1516722"/>
                    <a:gd name="connsiteY6" fmla="*/ 1516722 h 1516722"/>
                    <a:gd name="connsiteX7" fmla="*/ 0 w 1516722"/>
                    <a:gd name="connsiteY7" fmla="*/ 758361 h 1516722"/>
                    <a:gd name="connsiteX8" fmla="*/ 758361 w 1516722"/>
                    <a:gd name="connsiteY8" fmla="*/ 0 h 1516722"/>
                    <a:gd name="connsiteX0" fmla="*/ 758361 w 1516722"/>
                    <a:gd name="connsiteY0" fmla="*/ 0 h 1516722"/>
                    <a:gd name="connsiteX1" fmla="*/ 1516722 w 1516722"/>
                    <a:gd name="connsiteY1" fmla="*/ 758361 h 1516722"/>
                    <a:gd name="connsiteX2" fmla="*/ 1507189 w 1516722"/>
                    <a:gd name="connsiteY2" fmla="*/ 826414 h 1516722"/>
                    <a:gd name="connsiteX3" fmla="*/ 1472375 w 1516722"/>
                    <a:gd name="connsiteY3" fmla="*/ 871054 h 1516722"/>
                    <a:gd name="connsiteX4" fmla="*/ 867855 w 1516722"/>
                    <a:gd name="connsiteY4" fmla="*/ 1475574 h 1516722"/>
                    <a:gd name="connsiteX5" fmla="*/ 830024 w 1516722"/>
                    <a:gd name="connsiteY5" fmla="*/ 1513103 h 1516722"/>
                    <a:gd name="connsiteX6" fmla="*/ 758361 w 1516722"/>
                    <a:gd name="connsiteY6" fmla="*/ 1516722 h 1516722"/>
                    <a:gd name="connsiteX7" fmla="*/ 0 w 1516722"/>
                    <a:gd name="connsiteY7" fmla="*/ 758361 h 1516722"/>
                    <a:gd name="connsiteX8" fmla="*/ 758361 w 1516722"/>
                    <a:gd name="connsiteY8" fmla="*/ 0 h 1516722"/>
                    <a:gd name="connsiteX0" fmla="*/ 758361 w 1516722"/>
                    <a:gd name="connsiteY0" fmla="*/ 0 h 1516722"/>
                    <a:gd name="connsiteX1" fmla="*/ 1516722 w 1516722"/>
                    <a:gd name="connsiteY1" fmla="*/ 758361 h 1516722"/>
                    <a:gd name="connsiteX2" fmla="*/ 1507189 w 1516722"/>
                    <a:gd name="connsiteY2" fmla="*/ 826414 h 1516722"/>
                    <a:gd name="connsiteX3" fmla="*/ 1472375 w 1516722"/>
                    <a:gd name="connsiteY3" fmla="*/ 871054 h 1516722"/>
                    <a:gd name="connsiteX4" fmla="*/ 867855 w 1516722"/>
                    <a:gd name="connsiteY4" fmla="*/ 1475574 h 1516722"/>
                    <a:gd name="connsiteX5" fmla="*/ 830024 w 1516722"/>
                    <a:gd name="connsiteY5" fmla="*/ 1513103 h 1516722"/>
                    <a:gd name="connsiteX6" fmla="*/ 758361 w 1516722"/>
                    <a:gd name="connsiteY6" fmla="*/ 1516722 h 1516722"/>
                    <a:gd name="connsiteX7" fmla="*/ 0 w 1516722"/>
                    <a:gd name="connsiteY7" fmla="*/ 758361 h 1516722"/>
                    <a:gd name="connsiteX8" fmla="*/ 758361 w 1516722"/>
                    <a:gd name="connsiteY8" fmla="*/ 0 h 1516722"/>
                    <a:gd name="connsiteX0" fmla="*/ 758361 w 1516722"/>
                    <a:gd name="connsiteY0" fmla="*/ 0 h 1516722"/>
                    <a:gd name="connsiteX1" fmla="*/ 1516722 w 1516722"/>
                    <a:gd name="connsiteY1" fmla="*/ 758361 h 1516722"/>
                    <a:gd name="connsiteX2" fmla="*/ 1507189 w 1516722"/>
                    <a:gd name="connsiteY2" fmla="*/ 826414 h 1516722"/>
                    <a:gd name="connsiteX3" fmla="*/ 1472375 w 1516722"/>
                    <a:gd name="connsiteY3" fmla="*/ 871054 h 1516722"/>
                    <a:gd name="connsiteX4" fmla="*/ 867855 w 1516722"/>
                    <a:gd name="connsiteY4" fmla="*/ 1475574 h 1516722"/>
                    <a:gd name="connsiteX5" fmla="*/ 820499 w 1516722"/>
                    <a:gd name="connsiteY5" fmla="*/ 1509293 h 1516722"/>
                    <a:gd name="connsiteX6" fmla="*/ 758361 w 1516722"/>
                    <a:gd name="connsiteY6" fmla="*/ 1516722 h 1516722"/>
                    <a:gd name="connsiteX7" fmla="*/ 0 w 1516722"/>
                    <a:gd name="connsiteY7" fmla="*/ 758361 h 1516722"/>
                    <a:gd name="connsiteX8" fmla="*/ 758361 w 1516722"/>
                    <a:gd name="connsiteY8" fmla="*/ 0 h 1516722"/>
                    <a:gd name="connsiteX0" fmla="*/ 758361 w 1516722"/>
                    <a:gd name="connsiteY0" fmla="*/ 0 h 1516722"/>
                    <a:gd name="connsiteX1" fmla="*/ 1516722 w 1516722"/>
                    <a:gd name="connsiteY1" fmla="*/ 758361 h 1516722"/>
                    <a:gd name="connsiteX2" fmla="*/ 1507189 w 1516722"/>
                    <a:gd name="connsiteY2" fmla="*/ 826414 h 1516722"/>
                    <a:gd name="connsiteX3" fmla="*/ 1472375 w 1516722"/>
                    <a:gd name="connsiteY3" fmla="*/ 871054 h 1516722"/>
                    <a:gd name="connsiteX4" fmla="*/ 867855 w 1516722"/>
                    <a:gd name="connsiteY4" fmla="*/ 1475574 h 1516722"/>
                    <a:gd name="connsiteX5" fmla="*/ 820499 w 1516722"/>
                    <a:gd name="connsiteY5" fmla="*/ 1509293 h 1516722"/>
                    <a:gd name="connsiteX6" fmla="*/ 758361 w 1516722"/>
                    <a:gd name="connsiteY6" fmla="*/ 1516722 h 1516722"/>
                    <a:gd name="connsiteX7" fmla="*/ 0 w 1516722"/>
                    <a:gd name="connsiteY7" fmla="*/ 758361 h 1516722"/>
                    <a:gd name="connsiteX8" fmla="*/ 758361 w 1516722"/>
                    <a:gd name="connsiteY8" fmla="*/ 0 h 151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16722" h="1516722">
                      <a:moveTo>
                        <a:pt x="758361" y="0"/>
                      </a:moveTo>
                      <a:cubicBezTo>
                        <a:pt x="1177192" y="0"/>
                        <a:pt x="1516722" y="339530"/>
                        <a:pt x="1516722" y="758361"/>
                      </a:cubicBezTo>
                      <a:cubicBezTo>
                        <a:pt x="1513544" y="781045"/>
                        <a:pt x="1519892" y="801825"/>
                        <a:pt x="1507189" y="826414"/>
                      </a:cubicBezTo>
                      <a:cubicBezTo>
                        <a:pt x="1494486" y="851003"/>
                        <a:pt x="1484615" y="859561"/>
                        <a:pt x="1472375" y="871054"/>
                      </a:cubicBezTo>
                      <a:lnTo>
                        <a:pt x="867855" y="1475574"/>
                      </a:lnTo>
                      <a:cubicBezTo>
                        <a:pt x="852070" y="1486814"/>
                        <a:pt x="838189" y="1498053"/>
                        <a:pt x="820499" y="1509293"/>
                      </a:cubicBezTo>
                      <a:cubicBezTo>
                        <a:pt x="802809" y="1520533"/>
                        <a:pt x="779074" y="1514246"/>
                        <a:pt x="758361" y="1516722"/>
                      </a:cubicBezTo>
                      <a:cubicBezTo>
                        <a:pt x="339530" y="1516722"/>
                        <a:pt x="0" y="1177192"/>
                        <a:pt x="0" y="758361"/>
                      </a:cubicBezTo>
                      <a:cubicBezTo>
                        <a:pt x="0" y="339530"/>
                        <a:pt x="339530" y="0"/>
                        <a:pt x="758361" y="0"/>
                      </a:cubicBezTo>
                      <a:close/>
                    </a:path>
                  </a:pathLst>
                </a:custGeom>
                <a:gradFill>
                  <a:gsLst>
                    <a:gs pos="0">
                      <a:schemeClr val="accent1">
                        <a:lumMod val="60000"/>
                        <a:lumOff val="40000"/>
                      </a:schemeClr>
                    </a:gs>
                    <a:gs pos="60000">
                      <a:schemeClr val="accent1"/>
                    </a:gs>
                  </a:gsLst>
                  <a:lin ang="2700000" scaled="0"/>
                </a:gradFill>
                <a:ln w="57150" cap="rnd">
                  <a:noFill/>
                  <a:prstDash val="solid"/>
                  <a:round/>
                </a:ln>
                <a:effectLst>
                  <a:outerShdw blurRad="762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Microsoft YaHei Light"/>
                    <a:cs typeface="+mn-ea"/>
                    <a:sym typeface="+mn-lt"/>
                  </a:endParaRPr>
                </a:p>
              </p:txBody>
            </p:sp>
            <p:sp>
              <p:nvSpPr>
                <p:cNvPr id="73" name="任意多边形: 形状 72">
                  <a:extLst>
                    <a:ext uri="{FF2B5EF4-FFF2-40B4-BE49-F238E27FC236}">
                      <a16:creationId xmlns:a16="http://schemas.microsoft.com/office/drawing/2014/main" id="{BF0A2445-5743-79AB-D27C-3F3499C8C2D9}"/>
                    </a:ext>
                  </a:extLst>
                </p:cNvPr>
                <p:cNvSpPr/>
                <p:nvPr/>
              </p:nvSpPr>
              <p:spPr>
                <a:xfrm rot="21596683">
                  <a:off x="5281097" y="2295420"/>
                  <a:ext cx="1062585" cy="1062585"/>
                </a:xfrm>
                <a:custGeom>
                  <a:avLst/>
                  <a:gdLst>
                    <a:gd name="connsiteX0" fmla="*/ 1849679 w 1849679"/>
                    <a:gd name="connsiteY0" fmla="*/ 0 h 1849680"/>
                    <a:gd name="connsiteX1" fmla="*/ 1754378 w 1849679"/>
                    <a:gd name="connsiteY1" fmla="*/ 122199 h 1849680"/>
                    <a:gd name="connsiteX2" fmla="*/ 1277426 w 1849679"/>
                    <a:gd name="connsiteY2" fmla="*/ 599152 h 1849680"/>
                    <a:gd name="connsiteX3" fmla="*/ 1277426 w 1849679"/>
                    <a:gd name="connsiteY3" fmla="*/ 599153 h 1849680"/>
                    <a:gd name="connsiteX4" fmla="*/ 122199 w 1849679"/>
                    <a:gd name="connsiteY4" fmla="*/ 1754378 h 1849680"/>
                    <a:gd name="connsiteX5" fmla="*/ 0 w 1849679"/>
                    <a:gd name="connsiteY5" fmla="*/ 1849680 h 1849680"/>
                    <a:gd name="connsiteX6" fmla="*/ 206599 w 1849679"/>
                    <a:gd name="connsiteY6" fmla="*/ 1408604 h 1849680"/>
                    <a:gd name="connsiteX7" fmla="*/ 221276 w 1849679"/>
                    <a:gd name="connsiteY7" fmla="*/ 971061 h 1849680"/>
                    <a:gd name="connsiteX8" fmla="*/ 233586 w 1849679"/>
                    <a:gd name="connsiteY8" fmla="*/ 911860 h 1849680"/>
                    <a:gd name="connsiteX9" fmla="*/ 232380 w 1849679"/>
                    <a:gd name="connsiteY9" fmla="*/ 910654 h 1849680"/>
                    <a:gd name="connsiteX10" fmla="*/ 241230 w 1849679"/>
                    <a:gd name="connsiteY10" fmla="*/ 875098 h 1849680"/>
                    <a:gd name="connsiteX11" fmla="*/ 249154 w 1849679"/>
                    <a:gd name="connsiteY11" fmla="*/ 836988 h 1849680"/>
                    <a:gd name="connsiteX12" fmla="*/ 254069 w 1849679"/>
                    <a:gd name="connsiteY12" fmla="*/ 823513 h 1849680"/>
                    <a:gd name="connsiteX13" fmla="*/ 265106 w 1849679"/>
                    <a:gd name="connsiteY13" fmla="*/ 779166 h 1849680"/>
                    <a:gd name="connsiteX14" fmla="*/ 436763 w 1849679"/>
                    <a:gd name="connsiteY14" fmla="*/ 488078 h 1849680"/>
                    <a:gd name="connsiteX15" fmla="*/ 463106 w 1849679"/>
                    <a:gd name="connsiteY15" fmla="*/ 463091 h 1849680"/>
                    <a:gd name="connsiteX16" fmla="*/ 488078 w 1849679"/>
                    <a:gd name="connsiteY16" fmla="*/ 436764 h 1849680"/>
                    <a:gd name="connsiteX17" fmla="*/ 779166 w 1849679"/>
                    <a:gd name="connsiteY17" fmla="*/ 265106 h 1849680"/>
                    <a:gd name="connsiteX18" fmla="*/ 823507 w 1849679"/>
                    <a:gd name="connsiteY18" fmla="*/ 254071 h 1849680"/>
                    <a:gd name="connsiteX19" fmla="*/ 836987 w 1849679"/>
                    <a:gd name="connsiteY19" fmla="*/ 249154 h 1849680"/>
                    <a:gd name="connsiteX20" fmla="*/ 875114 w 1849679"/>
                    <a:gd name="connsiteY20" fmla="*/ 241226 h 1849680"/>
                    <a:gd name="connsiteX21" fmla="*/ 910654 w 1849679"/>
                    <a:gd name="connsiteY21" fmla="*/ 232381 h 1849680"/>
                    <a:gd name="connsiteX22" fmla="*/ 911859 w 1849679"/>
                    <a:gd name="connsiteY22" fmla="*/ 233586 h 1849680"/>
                    <a:gd name="connsiteX23" fmla="*/ 971060 w 1849679"/>
                    <a:gd name="connsiteY23" fmla="*/ 221276 h 1849680"/>
                    <a:gd name="connsiteX24" fmla="*/ 1408603 w 1849679"/>
                    <a:gd name="connsiteY24" fmla="*/ 206599 h 1849680"/>
                    <a:gd name="connsiteX25" fmla="*/ 1849679 w 1849679"/>
                    <a:gd name="connsiteY25" fmla="*/ 0 h 1849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849679" h="1849680">
                      <a:moveTo>
                        <a:pt x="1849679" y="0"/>
                      </a:moveTo>
                      <a:cubicBezTo>
                        <a:pt x="1804744" y="67311"/>
                        <a:pt x="1787884" y="90738"/>
                        <a:pt x="1754378" y="122199"/>
                      </a:cubicBezTo>
                      <a:lnTo>
                        <a:pt x="1277426" y="599152"/>
                      </a:lnTo>
                      <a:lnTo>
                        <a:pt x="1277426" y="599153"/>
                      </a:lnTo>
                      <a:lnTo>
                        <a:pt x="122199" y="1754378"/>
                      </a:lnTo>
                      <a:cubicBezTo>
                        <a:pt x="90738" y="1787885"/>
                        <a:pt x="67311" y="1804745"/>
                        <a:pt x="0" y="1849680"/>
                      </a:cubicBezTo>
                      <a:cubicBezTo>
                        <a:pt x="104236" y="1719660"/>
                        <a:pt x="194467" y="1613607"/>
                        <a:pt x="206599" y="1408604"/>
                      </a:cubicBezTo>
                      <a:cubicBezTo>
                        <a:pt x="212666" y="1306102"/>
                        <a:pt x="195961" y="1146644"/>
                        <a:pt x="221276" y="971061"/>
                      </a:cubicBezTo>
                      <a:lnTo>
                        <a:pt x="233586" y="911860"/>
                      </a:lnTo>
                      <a:lnTo>
                        <a:pt x="232380" y="910654"/>
                      </a:lnTo>
                      <a:lnTo>
                        <a:pt x="241230" y="875098"/>
                      </a:lnTo>
                      <a:lnTo>
                        <a:pt x="249154" y="836988"/>
                      </a:lnTo>
                      <a:lnTo>
                        <a:pt x="254069" y="823513"/>
                      </a:lnTo>
                      <a:lnTo>
                        <a:pt x="265106" y="779166"/>
                      </a:lnTo>
                      <a:cubicBezTo>
                        <a:pt x="299827" y="674961"/>
                        <a:pt x="353261" y="575153"/>
                        <a:pt x="436763" y="488078"/>
                      </a:cubicBezTo>
                      <a:lnTo>
                        <a:pt x="463106" y="463091"/>
                      </a:lnTo>
                      <a:lnTo>
                        <a:pt x="488078" y="436764"/>
                      </a:lnTo>
                      <a:cubicBezTo>
                        <a:pt x="575153" y="353262"/>
                        <a:pt x="674961" y="299827"/>
                        <a:pt x="779166" y="265106"/>
                      </a:cubicBezTo>
                      <a:lnTo>
                        <a:pt x="823507" y="254071"/>
                      </a:lnTo>
                      <a:lnTo>
                        <a:pt x="836987" y="249154"/>
                      </a:lnTo>
                      <a:lnTo>
                        <a:pt x="875114" y="241226"/>
                      </a:lnTo>
                      <a:lnTo>
                        <a:pt x="910654" y="232381"/>
                      </a:lnTo>
                      <a:lnTo>
                        <a:pt x="911859" y="233586"/>
                      </a:lnTo>
                      <a:lnTo>
                        <a:pt x="971060" y="221276"/>
                      </a:lnTo>
                      <a:cubicBezTo>
                        <a:pt x="1146643" y="195960"/>
                        <a:pt x="1306101" y="212666"/>
                        <a:pt x="1408603" y="206599"/>
                      </a:cubicBezTo>
                      <a:cubicBezTo>
                        <a:pt x="1613606" y="194467"/>
                        <a:pt x="1719659" y="104236"/>
                        <a:pt x="1849679" y="0"/>
                      </a:cubicBez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Microsoft YaHei Light"/>
                    <a:cs typeface="+mn-ea"/>
                    <a:sym typeface="+mn-lt"/>
                  </a:endParaRPr>
                </a:p>
              </p:txBody>
            </p:sp>
          </p:grpSp>
          <p:sp>
            <p:nvSpPr>
              <p:cNvPr id="71" name="TextBox 38">
                <a:extLst>
                  <a:ext uri="{FF2B5EF4-FFF2-40B4-BE49-F238E27FC236}">
                    <a16:creationId xmlns:a16="http://schemas.microsoft.com/office/drawing/2014/main" id="{7BBAA1C3-9FF6-2F5A-610F-459F9A6D526A}"/>
                  </a:ext>
                </a:extLst>
              </p:cNvPr>
              <p:cNvSpPr txBox="1"/>
              <p:nvPr/>
            </p:nvSpPr>
            <p:spPr>
              <a:xfrm>
                <a:off x="6708584" y="2980041"/>
                <a:ext cx="851254" cy="307777"/>
              </a:xfrm>
              <a:prstGeom prst="rect">
                <a:avLst/>
              </a:prstGeom>
              <a:noFill/>
            </p:spPr>
            <p:txBody>
              <a:bodyPr wrap="square" rtlCol="0">
                <a:spAutoFit/>
              </a:bodyPr>
              <a:lstStyle/>
              <a:p>
                <a:pPr algn="ctr">
                  <a:defRPr/>
                </a:pPr>
                <a:r>
                  <a:rPr lang="zh-CN" altLang="en-US" sz="1400" b="1" dirty="0">
                    <a:solidFill>
                      <a:srgbClr val="FFFFFF"/>
                    </a:solidFill>
                    <a:latin typeface="Arial" panose="020B0604020202020204" pitchFamily="34" charset="0"/>
                    <a:ea typeface="微软雅黑" panose="020B0503020204020204" pitchFamily="34" charset="-122"/>
                    <a:cs typeface="+mn-ea"/>
                    <a:sym typeface="+mn-lt"/>
                  </a:rPr>
                  <a:t>赵家熠</a:t>
                </a:r>
                <a:endParaRPr lang="id-ID" sz="1400" b="1" dirty="0">
                  <a:solidFill>
                    <a:srgbClr val="FFFFFF"/>
                  </a:solidFill>
                  <a:latin typeface="Arial" panose="020B0604020202020204" pitchFamily="34" charset="0"/>
                  <a:ea typeface="微软雅黑" panose="020B0503020204020204" pitchFamily="34" charset="-122"/>
                  <a:cs typeface="+mn-ea"/>
                  <a:sym typeface="+mn-lt"/>
                </a:endParaRPr>
              </a:p>
            </p:txBody>
          </p:sp>
        </p:grpSp>
        <p:grpSp>
          <p:nvGrpSpPr>
            <p:cNvPr id="45" name="组合 44">
              <a:extLst>
                <a:ext uri="{FF2B5EF4-FFF2-40B4-BE49-F238E27FC236}">
                  <a16:creationId xmlns:a16="http://schemas.microsoft.com/office/drawing/2014/main" id="{6D07DCEB-FE92-EE8D-C8EE-82213F6499BA}"/>
                </a:ext>
              </a:extLst>
            </p:cNvPr>
            <p:cNvGrpSpPr/>
            <p:nvPr/>
          </p:nvGrpSpPr>
          <p:grpSpPr>
            <a:xfrm>
              <a:off x="6644737" y="4206985"/>
              <a:ext cx="4428001" cy="662522"/>
              <a:chOff x="6761185" y="3661714"/>
              <a:chExt cx="4428001" cy="662522"/>
            </a:xfrm>
          </p:grpSpPr>
          <p:sp>
            <p:nvSpPr>
              <p:cNvPr id="64" name="文本框 63">
                <a:extLst>
                  <a:ext uri="{FF2B5EF4-FFF2-40B4-BE49-F238E27FC236}">
                    <a16:creationId xmlns:a16="http://schemas.microsoft.com/office/drawing/2014/main" id="{969B769B-618B-DB76-D1FA-55E2C6FA1693}"/>
                  </a:ext>
                </a:extLst>
              </p:cNvPr>
              <p:cNvSpPr txBox="1"/>
              <p:nvPr/>
            </p:nvSpPr>
            <p:spPr>
              <a:xfrm>
                <a:off x="7482391" y="3661714"/>
                <a:ext cx="3706795" cy="657809"/>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lang="zh-CN" altLang="en-US" sz="1600" dirty="0"/>
                  <a:t>学生端与教师端的课表查询、相关文档填写</a:t>
                </a:r>
                <a:r>
                  <a:rPr lang="en-US" altLang="zh-CN" sz="1600" dirty="0"/>
                  <a:t>……</a:t>
                </a:r>
                <a:endParaRPr kumimoji="0" lang="zh-CN" altLang="en-US" sz="1600" b="0" i="0" u="none" strike="noStrike" kern="1200" cap="none" spc="0" normalizeH="0" baseline="0" noProof="0" dirty="0">
                  <a:ln>
                    <a:noFill/>
                  </a:ln>
                  <a:solidFill>
                    <a:srgbClr val="2F2F2F"/>
                  </a:solidFill>
                  <a:effectLst/>
                  <a:uLnTx/>
                  <a:uFillTx/>
                  <a:latin typeface="Arial" panose="020B0604020202020204" pitchFamily="34" charset="0"/>
                  <a:ea typeface="微软雅黑" panose="020B0503020204020204" pitchFamily="34" charset="-122"/>
                  <a:cs typeface="+mn-ea"/>
                  <a:sym typeface="+mn-lt"/>
                </a:endParaRPr>
              </a:p>
            </p:txBody>
          </p:sp>
          <p:grpSp>
            <p:nvGrpSpPr>
              <p:cNvPr id="65" name="组合 64">
                <a:extLst>
                  <a:ext uri="{FF2B5EF4-FFF2-40B4-BE49-F238E27FC236}">
                    <a16:creationId xmlns:a16="http://schemas.microsoft.com/office/drawing/2014/main" id="{B648A621-FF76-43F5-E671-79550DFE9CE6}"/>
                  </a:ext>
                </a:extLst>
              </p:cNvPr>
              <p:cNvGrpSpPr/>
              <p:nvPr/>
            </p:nvGrpSpPr>
            <p:grpSpPr>
              <a:xfrm>
                <a:off x="6789091" y="3668158"/>
                <a:ext cx="656078" cy="656078"/>
                <a:chOff x="3971090" y="981075"/>
                <a:chExt cx="2385153" cy="2385153"/>
              </a:xfrm>
              <a:gradFill>
                <a:gsLst>
                  <a:gs pos="0">
                    <a:schemeClr val="accent1"/>
                  </a:gs>
                  <a:gs pos="100000">
                    <a:schemeClr val="accent1">
                      <a:lumMod val="75000"/>
                    </a:schemeClr>
                  </a:gs>
                </a:gsLst>
                <a:lin ang="5400000" scaled="1"/>
              </a:gradFill>
              <a:effectLst>
                <a:outerShdw blurRad="292100" dist="114300" dir="2700000" sx="94000" sy="94000" algn="tl" rotWithShape="0">
                  <a:schemeClr val="accent1">
                    <a:lumMod val="75000"/>
                    <a:alpha val="40000"/>
                  </a:schemeClr>
                </a:outerShdw>
              </a:effectLst>
            </p:grpSpPr>
            <p:sp>
              <p:nvSpPr>
                <p:cNvPr id="67" name="任意多边形: 形状 66">
                  <a:extLst>
                    <a:ext uri="{FF2B5EF4-FFF2-40B4-BE49-F238E27FC236}">
                      <a16:creationId xmlns:a16="http://schemas.microsoft.com/office/drawing/2014/main" id="{11A79AAB-E2DA-9E53-3C4C-CBBDCAA4DA62}"/>
                    </a:ext>
                  </a:extLst>
                </p:cNvPr>
                <p:cNvSpPr/>
                <p:nvPr/>
              </p:nvSpPr>
              <p:spPr>
                <a:xfrm>
                  <a:off x="3971090" y="981075"/>
                  <a:ext cx="2385153" cy="2385153"/>
                </a:xfrm>
                <a:custGeom>
                  <a:avLst/>
                  <a:gdLst>
                    <a:gd name="connsiteX0" fmla="*/ 758361 w 1516722"/>
                    <a:gd name="connsiteY0" fmla="*/ 0 h 1516722"/>
                    <a:gd name="connsiteX1" fmla="*/ 1516722 w 1516722"/>
                    <a:gd name="connsiteY1" fmla="*/ 758361 h 1516722"/>
                    <a:gd name="connsiteX2" fmla="*/ 1509094 w 1516722"/>
                    <a:gd name="connsiteY2" fmla="*/ 834034 h 1516722"/>
                    <a:gd name="connsiteX3" fmla="*/ 830024 w 1516722"/>
                    <a:gd name="connsiteY3" fmla="*/ 1513103 h 1516722"/>
                    <a:gd name="connsiteX4" fmla="*/ 758361 w 1516722"/>
                    <a:gd name="connsiteY4" fmla="*/ 1516722 h 1516722"/>
                    <a:gd name="connsiteX5" fmla="*/ 0 w 1516722"/>
                    <a:gd name="connsiteY5" fmla="*/ 758361 h 1516722"/>
                    <a:gd name="connsiteX6" fmla="*/ 758361 w 1516722"/>
                    <a:gd name="connsiteY6" fmla="*/ 0 h 1516722"/>
                    <a:gd name="connsiteX0" fmla="*/ 758361 w 1516722"/>
                    <a:gd name="connsiteY0" fmla="*/ 0 h 1516722"/>
                    <a:gd name="connsiteX1" fmla="*/ 1516722 w 1516722"/>
                    <a:gd name="connsiteY1" fmla="*/ 758361 h 1516722"/>
                    <a:gd name="connsiteX2" fmla="*/ 1509094 w 1516722"/>
                    <a:gd name="connsiteY2" fmla="*/ 834034 h 1516722"/>
                    <a:gd name="connsiteX3" fmla="*/ 867855 w 1516722"/>
                    <a:gd name="connsiteY3" fmla="*/ 1475574 h 1516722"/>
                    <a:gd name="connsiteX4" fmla="*/ 830024 w 1516722"/>
                    <a:gd name="connsiteY4" fmla="*/ 1513103 h 1516722"/>
                    <a:gd name="connsiteX5" fmla="*/ 758361 w 1516722"/>
                    <a:gd name="connsiteY5" fmla="*/ 1516722 h 1516722"/>
                    <a:gd name="connsiteX6" fmla="*/ 0 w 1516722"/>
                    <a:gd name="connsiteY6" fmla="*/ 758361 h 1516722"/>
                    <a:gd name="connsiteX7" fmla="*/ 758361 w 1516722"/>
                    <a:gd name="connsiteY7" fmla="*/ 0 h 1516722"/>
                    <a:gd name="connsiteX0" fmla="*/ 758361 w 1516722"/>
                    <a:gd name="connsiteY0" fmla="*/ 0 h 1516722"/>
                    <a:gd name="connsiteX1" fmla="*/ 1516722 w 1516722"/>
                    <a:gd name="connsiteY1" fmla="*/ 758361 h 1516722"/>
                    <a:gd name="connsiteX2" fmla="*/ 1509094 w 1516722"/>
                    <a:gd name="connsiteY2" fmla="*/ 834034 h 1516722"/>
                    <a:gd name="connsiteX3" fmla="*/ 1472375 w 1516722"/>
                    <a:gd name="connsiteY3" fmla="*/ 871054 h 1516722"/>
                    <a:gd name="connsiteX4" fmla="*/ 867855 w 1516722"/>
                    <a:gd name="connsiteY4" fmla="*/ 1475574 h 1516722"/>
                    <a:gd name="connsiteX5" fmla="*/ 830024 w 1516722"/>
                    <a:gd name="connsiteY5" fmla="*/ 1513103 h 1516722"/>
                    <a:gd name="connsiteX6" fmla="*/ 758361 w 1516722"/>
                    <a:gd name="connsiteY6" fmla="*/ 1516722 h 1516722"/>
                    <a:gd name="connsiteX7" fmla="*/ 0 w 1516722"/>
                    <a:gd name="connsiteY7" fmla="*/ 758361 h 1516722"/>
                    <a:gd name="connsiteX8" fmla="*/ 758361 w 1516722"/>
                    <a:gd name="connsiteY8" fmla="*/ 0 h 1516722"/>
                    <a:gd name="connsiteX0" fmla="*/ 758361 w 1516722"/>
                    <a:gd name="connsiteY0" fmla="*/ 0 h 1516722"/>
                    <a:gd name="connsiteX1" fmla="*/ 1516722 w 1516722"/>
                    <a:gd name="connsiteY1" fmla="*/ 758361 h 1516722"/>
                    <a:gd name="connsiteX2" fmla="*/ 1507189 w 1516722"/>
                    <a:gd name="connsiteY2" fmla="*/ 826414 h 1516722"/>
                    <a:gd name="connsiteX3" fmla="*/ 1472375 w 1516722"/>
                    <a:gd name="connsiteY3" fmla="*/ 871054 h 1516722"/>
                    <a:gd name="connsiteX4" fmla="*/ 867855 w 1516722"/>
                    <a:gd name="connsiteY4" fmla="*/ 1475574 h 1516722"/>
                    <a:gd name="connsiteX5" fmla="*/ 830024 w 1516722"/>
                    <a:gd name="connsiteY5" fmla="*/ 1513103 h 1516722"/>
                    <a:gd name="connsiteX6" fmla="*/ 758361 w 1516722"/>
                    <a:gd name="connsiteY6" fmla="*/ 1516722 h 1516722"/>
                    <a:gd name="connsiteX7" fmla="*/ 0 w 1516722"/>
                    <a:gd name="connsiteY7" fmla="*/ 758361 h 1516722"/>
                    <a:gd name="connsiteX8" fmla="*/ 758361 w 1516722"/>
                    <a:gd name="connsiteY8" fmla="*/ 0 h 1516722"/>
                    <a:gd name="connsiteX0" fmla="*/ 758361 w 1516722"/>
                    <a:gd name="connsiteY0" fmla="*/ 0 h 1516722"/>
                    <a:gd name="connsiteX1" fmla="*/ 1516722 w 1516722"/>
                    <a:gd name="connsiteY1" fmla="*/ 758361 h 1516722"/>
                    <a:gd name="connsiteX2" fmla="*/ 1507189 w 1516722"/>
                    <a:gd name="connsiteY2" fmla="*/ 826414 h 1516722"/>
                    <a:gd name="connsiteX3" fmla="*/ 1472375 w 1516722"/>
                    <a:gd name="connsiteY3" fmla="*/ 871054 h 1516722"/>
                    <a:gd name="connsiteX4" fmla="*/ 867855 w 1516722"/>
                    <a:gd name="connsiteY4" fmla="*/ 1475574 h 1516722"/>
                    <a:gd name="connsiteX5" fmla="*/ 830024 w 1516722"/>
                    <a:gd name="connsiteY5" fmla="*/ 1513103 h 1516722"/>
                    <a:gd name="connsiteX6" fmla="*/ 758361 w 1516722"/>
                    <a:gd name="connsiteY6" fmla="*/ 1516722 h 1516722"/>
                    <a:gd name="connsiteX7" fmla="*/ 0 w 1516722"/>
                    <a:gd name="connsiteY7" fmla="*/ 758361 h 1516722"/>
                    <a:gd name="connsiteX8" fmla="*/ 758361 w 1516722"/>
                    <a:gd name="connsiteY8" fmla="*/ 0 h 1516722"/>
                    <a:gd name="connsiteX0" fmla="*/ 758361 w 1516722"/>
                    <a:gd name="connsiteY0" fmla="*/ 0 h 1516722"/>
                    <a:gd name="connsiteX1" fmla="*/ 1516722 w 1516722"/>
                    <a:gd name="connsiteY1" fmla="*/ 758361 h 1516722"/>
                    <a:gd name="connsiteX2" fmla="*/ 1507189 w 1516722"/>
                    <a:gd name="connsiteY2" fmla="*/ 826414 h 1516722"/>
                    <a:gd name="connsiteX3" fmla="*/ 1472375 w 1516722"/>
                    <a:gd name="connsiteY3" fmla="*/ 871054 h 1516722"/>
                    <a:gd name="connsiteX4" fmla="*/ 867855 w 1516722"/>
                    <a:gd name="connsiteY4" fmla="*/ 1475574 h 1516722"/>
                    <a:gd name="connsiteX5" fmla="*/ 820499 w 1516722"/>
                    <a:gd name="connsiteY5" fmla="*/ 1509293 h 1516722"/>
                    <a:gd name="connsiteX6" fmla="*/ 758361 w 1516722"/>
                    <a:gd name="connsiteY6" fmla="*/ 1516722 h 1516722"/>
                    <a:gd name="connsiteX7" fmla="*/ 0 w 1516722"/>
                    <a:gd name="connsiteY7" fmla="*/ 758361 h 1516722"/>
                    <a:gd name="connsiteX8" fmla="*/ 758361 w 1516722"/>
                    <a:gd name="connsiteY8" fmla="*/ 0 h 1516722"/>
                    <a:gd name="connsiteX0" fmla="*/ 758361 w 1516722"/>
                    <a:gd name="connsiteY0" fmla="*/ 0 h 1516722"/>
                    <a:gd name="connsiteX1" fmla="*/ 1516722 w 1516722"/>
                    <a:gd name="connsiteY1" fmla="*/ 758361 h 1516722"/>
                    <a:gd name="connsiteX2" fmla="*/ 1507189 w 1516722"/>
                    <a:gd name="connsiteY2" fmla="*/ 826414 h 1516722"/>
                    <a:gd name="connsiteX3" fmla="*/ 1472375 w 1516722"/>
                    <a:gd name="connsiteY3" fmla="*/ 871054 h 1516722"/>
                    <a:gd name="connsiteX4" fmla="*/ 867855 w 1516722"/>
                    <a:gd name="connsiteY4" fmla="*/ 1475574 h 1516722"/>
                    <a:gd name="connsiteX5" fmla="*/ 820499 w 1516722"/>
                    <a:gd name="connsiteY5" fmla="*/ 1509293 h 1516722"/>
                    <a:gd name="connsiteX6" fmla="*/ 758361 w 1516722"/>
                    <a:gd name="connsiteY6" fmla="*/ 1516722 h 1516722"/>
                    <a:gd name="connsiteX7" fmla="*/ 0 w 1516722"/>
                    <a:gd name="connsiteY7" fmla="*/ 758361 h 1516722"/>
                    <a:gd name="connsiteX8" fmla="*/ 758361 w 1516722"/>
                    <a:gd name="connsiteY8" fmla="*/ 0 h 151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16722" h="1516722">
                      <a:moveTo>
                        <a:pt x="758361" y="0"/>
                      </a:moveTo>
                      <a:cubicBezTo>
                        <a:pt x="1177192" y="0"/>
                        <a:pt x="1516722" y="339530"/>
                        <a:pt x="1516722" y="758361"/>
                      </a:cubicBezTo>
                      <a:cubicBezTo>
                        <a:pt x="1513544" y="781045"/>
                        <a:pt x="1519892" y="801825"/>
                        <a:pt x="1507189" y="826414"/>
                      </a:cubicBezTo>
                      <a:cubicBezTo>
                        <a:pt x="1494486" y="851003"/>
                        <a:pt x="1484615" y="859561"/>
                        <a:pt x="1472375" y="871054"/>
                      </a:cubicBezTo>
                      <a:lnTo>
                        <a:pt x="867855" y="1475574"/>
                      </a:lnTo>
                      <a:cubicBezTo>
                        <a:pt x="852070" y="1486814"/>
                        <a:pt x="838189" y="1498053"/>
                        <a:pt x="820499" y="1509293"/>
                      </a:cubicBezTo>
                      <a:cubicBezTo>
                        <a:pt x="802809" y="1520533"/>
                        <a:pt x="779074" y="1514246"/>
                        <a:pt x="758361" y="1516722"/>
                      </a:cubicBezTo>
                      <a:cubicBezTo>
                        <a:pt x="339530" y="1516722"/>
                        <a:pt x="0" y="1177192"/>
                        <a:pt x="0" y="758361"/>
                      </a:cubicBezTo>
                      <a:cubicBezTo>
                        <a:pt x="0" y="339530"/>
                        <a:pt x="339530" y="0"/>
                        <a:pt x="758361" y="0"/>
                      </a:cubicBezTo>
                      <a:close/>
                    </a:path>
                  </a:pathLst>
                </a:custGeom>
                <a:gradFill>
                  <a:gsLst>
                    <a:gs pos="0">
                      <a:schemeClr val="accent1">
                        <a:lumMod val="60000"/>
                        <a:lumOff val="40000"/>
                      </a:schemeClr>
                    </a:gs>
                    <a:gs pos="60000">
                      <a:schemeClr val="accent1"/>
                    </a:gs>
                  </a:gsLst>
                  <a:lin ang="2700000" scaled="0"/>
                </a:gradFill>
                <a:ln w="57150" cap="rnd">
                  <a:noFill/>
                  <a:prstDash val="solid"/>
                  <a:round/>
                </a:ln>
                <a:effectLst>
                  <a:outerShdw blurRad="762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Microsoft YaHei Light"/>
                    <a:cs typeface="+mn-ea"/>
                    <a:sym typeface="+mn-lt"/>
                  </a:endParaRPr>
                </a:p>
              </p:txBody>
            </p:sp>
            <p:sp>
              <p:nvSpPr>
                <p:cNvPr id="68" name="任意多边形: 形状 67">
                  <a:extLst>
                    <a:ext uri="{FF2B5EF4-FFF2-40B4-BE49-F238E27FC236}">
                      <a16:creationId xmlns:a16="http://schemas.microsoft.com/office/drawing/2014/main" id="{BF145FF2-31BC-86FF-F622-F8B7071C2B79}"/>
                    </a:ext>
                  </a:extLst>
                </p:cNvPr>
                <p:cNvSpPr/>
                <p:nvPr/>
              </p:nvSpPr>
              <p:spPr>
                <a:xfrm rot="21596683">
                  <a:off x="5281097" y="2295420"/>
                  <a:ext cx="1062585" cy="1062585"/>
                </a:xfrm>
                <a:custGeom>
                  <a:avLst/>
                  <a:gdLst>
                    <a:gd name="connsiteX0" fmla="*/ 1849679 w 1849679"/>
                    <a:gd name="connsiteY0" fmla="*/ 0 h 1849680"/>
                    <a:gd name="connsiteX1" fmla="*/ 1754378 w 1849679"/>
                    <a:gd name="connsiteY1" fmla="*/ 122199 h 1849680"/>
                    <a:gd name="connsiteX2" fmla="*/ 1277426 w 1849679"/>
                    <a:gd name="connsiteY2" fmla="*/ 599152 h 1849680"/>
                    <a:gd name="connsiteX3" fmla="*/ 1277426 w 1849679"/>
                    <a:gd name="connsiteY3" fmla="*/ 599153 h 1849680"/>
                    <a:gd name="connsiteX4" fmla="*/ 122199 w 1849679"/>
                    <a:gd name="connsiteY4" fmla="*/ 1754378 h 1849680"/>
                    <a:gd name="connsiteX5" fmla="*/ 0 w 1849679"/>
                    <a:gd name="connsiteY5" fmla="*/ 1849680 h 1849680"/>
                    <a:gd name="connsiteX6" fmla="*/ 206599 w 1849679"/>
                    <a:gd name="connsiteY6" fmla="*/ 1408604 h 1849680"/>
                    <a:gd name="connsiteX7" fmla="*/ 221276 w 1849679"/>
                    <a:gd name="connsiteY7" fmla="*/ 971061 h 1849680"/>
                    <a:gd name="connsiteX8" fmla="*/ 233586 w 1849679"/>
                    <a:gd name="connsiteY8" fmla="*/ 911860 h 1849680"/>
                    <a:gd name="connsiteX9" fmla="*/ 232380 w 1849679"/>
                    <a:gd name="connsiteY9" fmla="*/ 910654 h 1849680"/>
                    <a:gd name="connsiteX10" fmla="*/ 241230 w 1849679"/>
                    <a:gd name="connsiteY10" fmla="*/ 875098 h 1849680"/>
                    <a:gd name="connsiteX11" fmla="*/ 249154 w 1849679"/>
                    <a:gd name="connsiteY11" fmla="*/ 836988 h 1849680"/>
                    <a:gd name="connsiteX12" fmla="*/ 254069 w 1849679"/>
                    <a:gd name="connsiteY12" fmla="*/ 823513 h 1849680"/>
                    <a:gd name="connsiteX13" fmla="*/ 265106 w 1849679"/>
                    <a:gd name="connsiteY13" fmla="*/ 779166 h 1849680"/>
                    <a:gd name="connsiteX14" fmla="*/ 436763 w 1849679"/>
                    <a:gd name="connsiteY14" fmla="*/ 488078 h 1849680"/>
                    <a:gd name="connsiteX15" fmla="*/ 463106 w 1849679"/>
                    <a:gd name="connsiteY15" fmla="*/ 463091 h 1849680"/>
                    <a:gd name="connsiteX16" fmla="*/ 488078 w 1849679"/>
                    <a:gd name="connsiteY16" fmla="*/ 436764 h 1849680"/>
                    <a:gd name="connsiteX17" fmla="*/ 779166 w 1849679"/>
                    <a:gd name="connsiteY17" fmla="*/ 265106 h 1849680"/>
                    <a:gd name="connsiteX18" fmla="*/ 823507 w 1849679"/>
                    <a:gd name="connsiteY18" fmla="*/ 254071 h 1849680"/>
                    <a:gd name="connsiteX19" fmla="*/ 836987 w 1849679"/>
                    <a:gd name="connsiteY19" fmla="*/ 249154 h 1849680"/>
                    <a:gd name="connsiteX20" fmla="*/ 875114 w 1849679"/>
                    <a:gd name="connsiteY20" fmla="*/ 241226 h 1849680"/>
                    <a:gd name="connsiteX21" fmla="*/ 910654 w 1849679"/>
                    <a:gd name="connsiteY21" fmla="*/ 232381 h 1849680"/>
                    <a:gd name="connsiteX22" fmla="*/ 911859 w 1849679"/>
                    <a:gd name="connsiteY22" fmla="*/ 233586 h 1849680"/>
                    <a:gd name="connsiteX23" fmla="*/ 971060 w 1849679"/>
                    <a:gd name="connsiteY23" fmla="*/ 221276 h 1849680"/>
                    <a:gd name="connsiteX24" fmla="*/ 1408603 w 1849679"/>
                    <a:gd name="connsiteY24" fmla="*/ 206599 h 1849680"/>
                    <a:gd name="connsiteX25" fmla="*/ 1849679 w 1849679"/>
                    <a:gd name="connsiteY25" fmla="*/ 0 h 1849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849679" h="1849680">
                      <a:moveTo>
                        <a:pt x="1849679" y="0"/>
                      </a:moveTo>
                      <a:cubicBezTo>
                        <a:pt x="1804744" y="67311"/>
                        <a:pt x="1787884" y="90738"/>
                        <a:pt x="1754378" y="122199"/>
                      </a:cubicBezTo>
                      <a:lnTo>
                        <a:pt x="1277426" y="599152"/>
                      </a:lnTo>
                      <a:lnTo>
                        <a:pt x="1277426" y="599153"/>
                      </a:lnTo>
                      <a:lnTo>
                        <a:pt x="122199" y="1754378"/>
                      </a:lnTo>
                      <a:cubicBezTo>
                        <a:pt x="90738" y="1787885"/>
                        <a:pt x="67311" y="1804745"/>
                        <a:pt x="0" y="1849680"/>
                      </a:cubicBezTo>
                      <a:cubicBezTo>
                        <a:pt x="104236" y="1719660"/>
                        <a:pt x="194467" y="1613607"/>
                        <a:pt x="206599" y="1408604"/>
                      </a:cubicBezTo>
                      <a:cubicBezTo>
                        <a:pt x="212666" y="1306102"/>
                        <a:pt x="195961" y="1146644"/>
                        <a:pt x="221276" y="971061"/>
                      </a:cubicBezTo>
                      <a:lnTo>
                        <a:pt x="233586" y="911860"/>
                      </a:lnTo>
                      <a:lnTo>
                        <a:pt x="232380" y="910654"/>
                      </a:lnTo>
                      <a:lnTo>
                        <a:pt x="241230" y="875098"/>
                      </a:lnTo>
                      <a:lnTo>
                        <a:pt x="249154" y="836988"/>
                      </a:lnTo>
                      <a:lnTo>
                        <a:pt x="254069" y="823513"/>
                      </a:lnTo>
                      <a:lnTo>
                        <a:pt x="265106" y="779166"/>
                      </a:lnTo>
                      <a:cubicBezTo>
                        <a:pt x="299827" y="674961"/>
                        <a:pt x="353261" y="575153"/>
                        <a:pt x="436763" y="488078"/>
                      </a:cubicBezTo>
                      <a:lnTo>
                        <a:pt x="463106" y="463091"/>
                      </a:lnTo>
                      <a:lnTo>
                        <a:pt x="488078" y="436764"/>
                      </a:lnTo>
                      <a:cubicBezTo>
                        <a:pt x="575153" y="353262"/>
                        <a:pt x="674961" y="299827"/>
                        <a:pt x="779166" y="265106"/>
                      </a:cubicBezTo>
                      <a:lnTo>
                        <a:pt x="823507" y="254071"/>
                      </a:lnTo>
                      <a:lnTo>
                        <a:pt x="836987" y="249154"/>
                      </a:lnTo>
                      <a:lnTo>
                        <a:pt x="875114" y="241226"/>
                      </a:lnTo>
                      <a:lnTo>
                        <a:pt x="910654" y="232381"/>
                      </a:lnTo>
                      <a:lnTo>
                        <a:pt x="911859" y="233586"/>
                      </a:lnTo>
                      <a:lnTo>
                        <a:pt x="971060" y="221276"/>
                      </a:lnTo>
                      <a:cubicBezTo>
                        <a:pt x="1146643" y="195960"/>
                        <a:pt x="1306101" y="212666"/>
                        <a:pt x="1408603" y="206599"/>
                      </a:cubicBezTo>
                      <a:cubicBezTo>
                        <a:pt x="1613606" y="194467"/>
                        <a:pt x="1719659" y="104236"/>
                        <a:pt x="1849679" y="0"/>
                      </a:cubicBez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Microsoft YaHei Light"/>
                    <a:cs typeface="+mn-ea"/>
                    <a:sym typeface="+mn-lt"/>
                  </a:endParaRPr>
                </a:p>
              </p:txBody>
            </p:sp>
          </p:grpSp>
          <p:sp>
            <p:nvSpPr>
              <p:cNvPr id="66" name="TextBox 38">
                <a:extLst>
                  <a:ext uri="{FF2B5EF4-FFF2-40B4-BE49-F238E27FC236}">
                    <a16:creationId xmlns:a16="http://schemas.microsoft.com/office/drawing/2014/main" id="{8DA5E8A9-7B23-9F17-A2B7-10DFC658FA36}"/>
                  </a:ext>
                </a:extLst>
              </p:cNvPr>
              <p:cNvSpPr txBox="1"/>
              <p:nvPr/>
            </p:nvSpPr>
            <p:spPr>
              <a:xfrm>
                <a:off x="6761185" y="3754943"/>
                <a:ext cx="739569"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ea"/>
                    <a:sym typeface="+mn-lt"/>
                  </a:rPr>
                  <a:t>张婷婷</a:t>
                </a:r>
                <a:endParaRPr kumimoji="0" lang="id-ID"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ea"/>
                  <a:sym typeface="+mn-lt"/>
                </a:endParaRPr>
              </a:p>
            </p:txBody>
          </p:sp>
        </p:grpSp>
        <p:grpSp>
          <p:nvGrpSpPr>
            <p:cNvPr id="46" name="组合 45">
              <a:extLst>
                <a:ext uri="{FF2B5EF4-FFF2-40B4-BE49-F238E27FC236}">
                  <a16:creationId xmlns:a16="http://schemas.microsoft.com/office/drawing/2014/main" id="{2C3CF4D3-95ED-FDC7-319C-C95C408BF4FA}"/>
                </a:ext>
              </a:extLst>
            </p:cNvPr>
            <p:cNvGrpSpPr/>
            <p:nvPr/>
          </p:nvGrpSpPr>
          <p:grpSpPr>
            <a:xfrm>
              <a:off x="6557091" y="5225164"/>
              <a:ext cx="4467707" cy="662522"/>
              <a:chOff x="6673539" y="5144147"/>
              <a:chExt cx="4467707" cy="662522"/>
            </a:xfrm>
          </p:grpSpPr>
          <p:sp>
            <p:nvSpPr>
              <p:cNvPr id="59" name="文本框 58">
                <a:extLst>
                  <a:ext uri="{FF2B5EF4-FFF2-40B4-BE49-F238E27FC236}">
                    <a16:creationId xmlns:a16="http://schemas.microsoft.com/office/drawing/2014/main" id="{968E2161-BC3C-F900-4AED-86CF4224C4BC}"/>
                  </a:ext>
                </a:extLst>
              </p:cNvPr>
              <p:cNvSpPr txBox="1"/>
              <p:nvPr/>
            </p:nvSpPr>
            <p:spPr>
              <a:xfrm>
                <a:off x="7482391" y="5144147"/>
                <a:ext cx="3658855" cy="657809"/>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lang="zh-CN" altLang="en-US" sz="1600" dirty="0"/>
                  <a:t>登录、菜单、个人信息、学生选课、相关文档填写</a:t>
                </a:r>
                <a:r>
                  <a:rPr lang="en-US" altLang="zh-CN" sz="1600" dirty="0"/>
                  <a:t>……</a:t>
                </a:r>
                <a:endParaRPr kumimoji="0" lang="zh-CN" altLang="en-US" sz="1600" b="0" i="0" u="none" strike="noStrike" kern="1200" cap="none" spc="0" normalizeH="0" baseline="0" noProof="0" dirty="0">
                  <a:ln>
                    <a:noFill/>
                  </a:ln>
                  <a:solidFill>
                    <a:srgbClr val="2F2F2F"/>
                  </a:solidFill>
                  <a:effectLst/>
                  <a:uLnTx/>
                  <a:uFillTx/>
                  <a:latin typeface="Arial" panose="020B0604020202020204" pitchFamily="34" charset="0"/>
                  <a:ea typeface="微软雅黑" panose="020B0503020204020204" pitchFamily="34" charset="-122"/>
                  <a:cs typeface="+mn-ea"/>
                  <a:sym typeface="+mn-lt"/>
                </a:endParaRPr>
              </a:p>
            </p:txBody>
          </p:sp>
          <p:grpSp>
            <p:nvGrpSpPr>
              <p:cNvPr id="60" name="组合 59">
                <a:extLst>
                  <a:ext uri="{FF2B5EF4-FFF2-40B4-BE49-F238E27FC236}">
                    <a16:creationId xmlns:a16="http://schemas.microsoft.com/office/drawing/2014/main" id="{999F7179-14D1-8924-13BF-9016E28B85C4}"/>
                  </a:ext>
                </a:extLst>
              </p:cNvPr>
              <p:cNvGrpSpPr/>
              <p:nvPr/>
            </p:nvGrpSpPr>
            <p:grpSpPr>
              <a:xfrm>
                <a:off x="6789091" y="5150591"/>
                <a:ext cx="656078" cy="656078"/>
                <a:chOff x="3971090" y="981075"/>
                <a:chExt cx="2385153" cy="2385153"/>
              </a:xfrm>
              <a:gradFill>
                <a:gsLst>
                  <a:gs pos="0">
                    <a:schemeClr val="accent1"/>
                  </a:gs>
                  <a:gs pos="100000">
                    <a:schemeClr val="accent1">
                      <a:lumMod val="75000"/>
                    </a:schemeClr>
                  </a:gs>
                </a:gsLst>
                <a:lin ang="5400000" scaled="1"/>
              </a:gradFill>
              <a:effectLst>
                <a:outerShdw blurRad="292100" dist="114300" dir="2700000" sx="94000" sy="94000" algn="tl" rotWithShape="0">
                  <a:schemeClr val="accent1">
                    <a:lumMod val="75000"/>
                    <a:alpha val="40000"/>
                  </a:schemeClr>
                </a:outerShdw>
              </a:effectLst>
            </p:grpSpPr>
            <p:sp>
              <p:nvSpPr>
                <p:cNvPr id="62" name="任意多边形: 形状 61">
                  <a:extLst>
                    <a:ext uri="{FF2B5EF4-FFF2-40B4-BE49-F238E27FC236}">
                      <a16:creationId xmlns:a16="http://schemas.microsoft.com/office/drawing/2014/main" id="{B443D494-2506-53D3-95FC-903765ADD838}"/>
                    </a:ext>
                  </a:extLst>
                </p:cNvPr>
                <p:cNvSpPr/>
                <p:nvPr/>
              </p:nvSpPr>
              <p:spPr>
                <a:xfrm>
                  <a:off x="3971090" y="981075"/>
                  <a:ext cx="2385153" cy="2385153"/>
                </a:xfrm>
                <a:custGeom>
                  <a:avLst/>
                  <a:gdLst>
                    <a:gd name="connsiteX0" fmla="*/ 758361 w 1516722"/>
                    <a:gd name="connsiteY0" fmla="*/ 0 h 1516722"/>
                    <a:gd name="connsiteX1" fmla="*/ 1516722 w 1516722"/>
                    <a:gd name="connsiteY1" fmla="*/ 758361 h 1516722"/>
                    <a:gd name="connsiteX2" fmla="*/ 1509094 w 1516722"/>
                    <a:gd name="connsiteY2" fmla="*/ 834034 h 1516722"/>
                    <a:gd name="connsiteX3" fmla="*/ 830024 w 1516722"/>
                    <a:gd name="connsiteY3" fmla="*/ 1513103 h 1516722"/>
                    <a:gd name="connsiteX4" fmla="*/ 758361 w 1516722"/>
                    <a:gd name="connsiteY4" fmla="*/ 1516722 h 1516722"/>
                    <a:gd name="connsiteX5" fmla="*/ 0 w 1516722"/>
                    <a:gd name="connsiteY5" fmla="*/ 758361 h 1516722"/>
                    <a:gd name="connsiteX6" fmla="*/ 758361 w 1516722"/>
                    <a:gd name="connsiteY6" fmla="*/ 0 h 1516722"/>
                    <a:gd name="connsiteX0" fmla="*/ 758361 w 1516722"/>
                    <a:gd name="connsiteY0" fmla="*/ 0 h 1516722"/>
                    <a:gd name="connsiteX1" fmla="*/ 1516722 w 1516722"/>
                    <a:gd name="connsiteY1" fmla="*/ 758361 h 1516722"/>
                    <a:gd name="connsiteX2" fmla="*/ 1509094 w 1516722"/>
                    <a:gd name="connsiteY2" fmla="*/ 834034 h 1516722"/>
                    <a:gd name="connsiteX3" fmla="*/ 867855 w 1516722"/>
                    <a:gd name="connsiteY3" fmla="*/ 1475574 h 1516722"/>
                    <a:gd name="connsiteX4" fmla="*/ 830024 w 1516722"/>
                    <a:gd name="connsiteY4" fmla="*/ 1513103 h 1516722"/>
                    <a:gd name="connsiteX5" fmla="*/ 758361 w 1516722"/>
                    <a:gd name="connsiteY5" fmla="*/ 1516722 h 1516722"/>
                    <a:gd name="connsiteX6" fmla="*/ 0 w 1516722"/>
                    <a:gd name="connsiteY6" fmla="*/ 758361 h 1516722"/>
                    <a:gd name="connsiteX7" fmla="*/ 758361 w 1516722"/>
                    <a:gd name="connsiteY7" fmla="*/ 0 h 1516722"/>
                    <a:gd name="connsiteX0" fmla="*/ 758361 w 1516722"/>
                    <a:gd name="connsiteY0" fmla="*/ 0 h 1516722"/>
                    <a:gd name="connsiteX1" fmla="*/ 1516722 w 1516722"/>
                    <a:gd name="connsiteY1" fmla="*/ 758361 h 1516722"/>
                    <a:gd name="connsiteX2" fmla="*/ 1509094 w 1516722"/>
                    <a:gd name="connsiteY2" fmla="*/ 834034 h 1516722"/>
                    <a:gd name="connsiteX3" fmla="*/ 1472375 w 1516722"/>
                    <a:gd name="connsiteY3" fmla="*/ 871054 h 1516722"/>
                    <a:gd name="connsiteX4" fmla="*/ 867855 w 1516722"/>
                    <a:gd name="connsiteY4" fmla="*/ 1475574 h 1516722"/>
                    <a:gd name="connsiteX5" fmla="*/ 830024 w 1516722"/>
                    <a:gd name="connsiteY5" fmla="*/ 1513103 h 1516722"/>
                    <a:gd name="connsiteX6" fmla="*/ 758361 w 1516722"/>
                    <a:gd name="connsiteY6" fmla="*/ 1516722 h 1516722"/>
                    <a:gd name="connsiteX7" fmla="*/ 0 w 1516722"/>
                    <a:gd name="connsiteY7" fmla="*/ 758361 h 1516722"/>
                    <a:gd name="connsiteX8" fmla="*/ 758361 w 1516722"/>
                    <a:gd name="connsiteY8" fmla="*/ 0 h 1516722"/>
                    <a:gd name="connsiteX0" fmla="*/ 758361 w 1516722"/>
                    <a:gd name="connsiteY0" fmla="*/ 0 h 1516722"/>
                    <a:gd name="connsiteX1" fmla="*/ 1516722 w 1516722"/>
                    <a:gd name="connsiteY1" fmla="*/ 758361 h 1516722"/>
                    <a:gd name="connsiteX2" fmla="*/ 1507189 w 1516722"/>
                    <a:gd name="connsiteY2" fmla="*/ 826414 h 1516722"/>
                    <a:gd name="connsiteX3" fmla="*/ 1472375 w 1516722"/>
                    <a:gd name="connsiteY3" fmla="*/ 871054 h 1516722"/>
                    <a:gd name="connsiteX4" fmla="*/ 867855 w 1516722"/>
                    <a:gd name="connsiteY4" fmla="*/ 1475574 h 1516722"/>
                    <a:gd name="connsiteX5" fmla="*/ 830024 w 1516722"/>
                    <a:gd name="connsiteY5" fmla="*/ 1513103 h 1516722"/>
                    <a:gd name="connsiteX6" fmla="*/ 758361 w 1516722"/>
                    <a:gd name="connsiteY6" fmla="*/ 1516722 h 1516722"/>
                    <a:gd name="connsiteX7" fmla="*/ 0 w 1516722"/>
                    <a:gd name="connsiteY7" fmla="*/ 758361 h 1516722"/>
                    <a:gd name="connsiteX8" fmla="*/ 758361 w 1516722"/>
                    <a:gd name="connsiteY8" fmla="*/ 0 h 1516722"/>
                    <a:gd name="connsiteX0" fmla="*/ 758361 w 1516722"/>
                    <a:gd name="connsiteY0" fmla="*/ 0 h 1516722"/>
                    <a:gd name="connsiteX1" fmla="*/ 1516722 w 1516722"/>
                    <a:gd name="connsiteY1" fmla="*/ 758361 h 1516722"/>
                    <a:gd name="connsiteX2" fmla="*/ 1507189 w 1516722"/>
                    <a:gd name="connsiteY2" fmla="*/ 826414 h 1516722"/>
                    <a:gd name="connsiteX3" fmla="*/ 1472375 w 1516722"/>
                    <a:gd name="connsiteY3" fmla="*/ 871054 h 1516722"/>
                    <a:gd name="connsiteX4" fmla="*/ 867855 w 1516722"/>
                    <a:gd name="connsiteY4" fmla="*/ 1475574 h 1516722"/>
                    <a:gd name="connsiteX5" fmla="*/ 830024 w 1516722"/>
                    <a:gd name="connsiteY5" fmla="*/ 1513103 h 1516722"/>
                    <a:gd name="connsiteX6" fmla="*/ 758361 w 1516722"/>
                    <a:gd name="connsiteY6" fmla="*/ 1516722 h 1516722"/>
                    <a:gd name="connsiteX7" fmla="*/ 0 w 1516722"/>
                    <a:gd name="connsiteY7" fmla="*/ 758361 h 1516722"/>
                    <a:gd name="connsiteX8" fmla="*/ 758361 w 1516722"/>
                    <a:gd name="connsiteY8" fmla="*/ 0 h 1516722"/>
                    <a:gd name="connsiteX0" fmla="*/ 758361 w 1516722"/>
                    <a:gd name="connsiteY0" fmla="*/ 0 h 1516722"/>
                    <a:gd name="connsiteX1" fmla="*/ 1516722 w 1516722"/>
                    <a:gd name="connsiteY1" fmla="*/ 758361 h 1516722"/>
                    <a:gd name="connsiteX2" fmla="*/ 1507189 w 1516722"/>
                    <a:gd name="connsiteY2" fmla="*/ 826414 h 1516722"/>
                    <a:gd name="connsiteX3" fmla="*/ 1472375 w 1516722"/>
                    <a:gd name="connsiteY3" fmla="*/ 871054 h 1516722"/>
                    <a:gd name="connsiteX4" fmla="*/ 867855 w 1516722"/>
                    <a:gd name="connsiteY4" fmla="*/ 1475574 h 1516722"/>
                    <a:gd name="connsiteX5" fmla="*/ 820499 w 1516722"/>
                    <a:gd name="connsiteY5" fmla="*/ 1509293 h 1516722"/>
                    <a:gd name="connsiteX6" fmla="*/ 758361 w 1516722"/>
                    <a:gd name="connsiteY6" fmla="*/ 1516722 h 1516722"/>
                    <a:gd name="connsiteX7" fmla="*/ 0 w 1516722"/>
                    <a:gd name="connsiteY7" fmla="*/ 758361 h 1516722"/>
                    <a:gd name="connsiteX8" fmla="*/ 758361 w 1516722"/>
                    <a:gd name="connsiteY8" fmla="*/ 0 h 1516722"/>
                    <a:gd name="connsiteX0" fmla="*/ 758361 w 1516722"/>
                    <a:gd name="connsiteY0" fmla="*/ 0 h 1516722"/>
                    <a:gd name="connsiteX1" fmla="*/ 1516722 w 1516722"/>
                    <a:gd name="connsiteY1" fmla="*/ 758361 h 1516722"/>
                    <a:gd name="connsiteX2" fmla="*/ 1507189 w 1516722"/>
                    <a:gd name="connsiteY2" fmla="*/ 826414 h 1516722"/>
                    <a:gd name="connsiteX3" fmla="*/ 1472375 w 1516722"/>
                    <a:gd name="connsiteY3" fmla="*/ 871054 h 1516722"/>
                    <a:gd name="connsiteX4" fmla="*/ 867855 w 1516722"/>
                    <a:gd name="connsiteY4" fmla="*/ 1475574 h 1516722"/>
                    <a:gd name="connsiteX5" fmla="*/ 820499 w 1516722"/>
                    <a:gd name="connsiteY5" fmla="*/ 1509293 h 1516722"/>
                    <a:gd name="connsiteX6" fmla="*/ 758361 w 1516722"/>
                    <a:gd name="connsiteY6" fmla="*/ 1516722 h 1516722"/>
                    <a:gd name="connsiteX7" fmla="*/ 0 w 1516722"/>
                    <a:gd name="connsiteY7" fmla="*/ 758361 h 1516722"/>
                    <a:gd name="connsiteX8" fmla="*/ 758361 w 1516722"/>
                    <a:gd name="connsiteY8" fmla="*/ 0 h 151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16722" h="1516722">
                      <a:moveTo>
                        <a:pt x="758361" y="0"/>
                      </a:moveTo>
                      <a:cubicBezTo>
                        <a:pt x="1177192" y="0"/>
                        <a:pt x="1516722" y="339530"/>
                        <a:pt x="1516722" y="758361"/>
                      </a:cubicBezTo>
                      <a:cubicBezTo>
                        <a:pt x="1513544" y="781045"/>
                        <a:pt x="1519892" y="801825"/>
                        <a:pt x="1507189" y="826414"/>
                      </a:cubicBezTo>
                      <a:cubicBezTo>
                        <a:pt x="1494486" y="851003"/>
                        <a:pt x="1484615" y="859561"/>
                        <a:pt x="1472375" y="871054"/>
                      </a:cubicBezTo>
                      <a:lnTo>
                        <a:pt x="867855" y="1475574"/>
                      </a:lnTo>
                      <a:cubicBezTo>
                        <a:pt x="852070" y="1486814"/>
                        <a:pt x="838189" y="1498053"/>
                        <a:pt x="820499" y="1509293"/>
                      </a:cubicBezTo>
                      <a:cubicBezTo>
                        <a:pt x="802809" y="1520533"/>
                        <a:pt x="779074" y="1514246"/>
                        <a:pt x="758361" y="1516722"/>
                      </a:cubicBezTo>
                      <a:cubicBezTo>
                        <a:pt x="339530" y="1516722"/>
                        <a:pt x="0" y="1177192"/>
                        <a:pt x="0" y="758361"/>
                      </a:cubicBezTo>
                      <a:cubicBezTo>
                        <a:pt x="0" y="339530"/>
                        <a:pt x="339530" y="0"/>
                        <a:pt x="758361" y="0"/>
                      </a:cubicBezTo>
                      <a:close/>
                    </a:path>
                  </a:pathLst>
                </a:custGeom>
                <a:gradFill>
                  <a:gsLst>
                    <a:gs pos="0">
                      <a:schemeClr val="accent1">
                        <a:lumMod val="60000"/>
                        <a:lumOff val="40000"/>
                      </a:schemeClr>
                    </a:gs>
                    <a:gs pos="60000">
                      <a:schemeClr val="accent1"/>
                    </a:gs>
                  </a:gsLst>
                  <a:lin ang="2700000" scaled="0"/>
                </a:gradFill>
                <a:ln w="57150" cap="rnd">
                  <a:noFill/>
                  <a:prstDash val="solid"/>
                  <a:round/>
                </a:ln>
                <a:effectLst>
                  <a:outerShdw blurRad="762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Arial"/>
                    <a:ea typeface="Microsoft YaHei Light"/>
                    <a:cs typeface="+mn-ea"/>
                    <a:sym typeface="+mn-lt"/>
                  </a:endParaRPr>
                </a:p>
              </p:txBody>
            </p:sp>
            <p:sp>
              <p:nvSpPr>
                <p:cNvPr id="63" name="任意多边形: 形状 62">
                  <a:extLst>
                    <a:ext uri="{FF2B5EF4-FFF2-40B4-BE49-F238E27FC236}">
                      <a16:creationId xmlns:a16="http://schemas.microsoft.com/office/drawing/2014/main" id="{00A2F08C-4CBD-E973-3A6F-9DDE03B7D371}"/>
                    </a:ext>
                  </a:extLst>
                </p:cNvPr>
                <p:cNvSpPr/>
                <p:nvPr/>
              </p:nvSpPr>
              <p:spPr>
                <a:xfrm rot="21596683">
                  <a:off x="5281097" y="2295420"/>
                  <a:ext cx="1062585" cy="1062585"/>
                </a:xfrm>
                <a:custGeom>
                  <a:avLst/>
                  <a:gdLst>
                    <a:gd name="connsiteX0" fmla="*/ 1849679 w 1849679"/>
                    <a:gd name="connsiteY0" fmla="*/ 0 h 1849680"/>
                    <a:gd name="connsiteX1" fmla="*/ 1754378 w 1849679"/>
                    <a:gd name="connsiteY1" fmla="*/ 122199 h 1849680"/>
                    <a:gd name="connsiteX2" fmla="*/ 1277426 w 1849679"/>
                    <a:gd name="connsiteY2" fmla="*/ 599152 h 1849680"/>
                    <a:gd name="connsiteX3" fmla="*/ 1277426 w 1849679"/>
                    <a:gd name="connsiteY3" fmla="*/ 599153 h 1849680"/>
                    <a:gd name="connsiteX4" fmla="*/ 122199 w 1849679"/>
                    <a:gd name="connsiteY4" fmla="*/ 1754378 h 1849680"/>
                    <a:gd name="connsiteX5" fmla="*/ 0 w 1849679"/>
                    <a:gd name="connsiteY5" fmla="*/ 1849680 h 1849680"/>
                    <a:gd name="connsiteX6" fmla="*/ 206599 w 1849679"/>
                    <a:gd name="connsiteY6" fmla="*/ 1408604 h 1849680"/>
                    <a:gd name="connsiteX7" fmla="*/ 221276 w 1849679"/>
                    <a:gd name="connsiteY7" fmla="*/ 971061 h 1849680"/>
                    <a:gd name="connsiteX8" fmla="*/ 233586 w 1849679"/>
                    <a:gd name="connsiteY8" fmla="*/ 911860 h 1849680"/>
                    <a:gd name="connsiteX9" fmla="*/ 232380 w 1849679"/>
                    <a:gd name="connsiteY9" fmla="*/ 910654 h 1849680"/>
                    <a:gd name="connsiteX10" fmla="*/ 241230 w 1849679"/>
                    <a:gd name="connsiteY10" fmla="*/ 875098 h 1849680"/>
                    <a:gd name="connsiteX11" fmla="*/ 249154 w 1849679"/>
                    <a:gd name="connsiteY11" fmla="*/ 836988 h 1849680"/>
                    <a:gd name="connsiteX12" fmla="*/ 254069 w 1849679"/>
                    <a:gd name="connsiteY12" fmla="*/ 823513 h 1849680"/>
                    <a:gd name="connsiteX13" fmla="*/ 265106 w 1849679"/>
                    <a:gd name="connsiteY13" fmla="*/ 779166 h 1849680"/>
                    <a:gd name="connsiteX14" fmla="*/ 436763 w 1849679"/>
                    <a:gd name="connsiteY14" fmla="*/ 488078 h 1849680"/>
                    <a:gd name="connsiteX15" fmla="*/ 463106 w 1849679"/>
                    <a:gd name="connsiteY15" fmla="*/ 463091 h 1849680"/>
                    <a:gd name="connsiteX16" fmla="*/ 488078 w 1849679"/>
                    <a:gd name="connsiteY16" fmla="*/ 436764 h 1849680"/>
                    <a:gd name="connsiteX17" fmla="*/ 779166 w 1849679"/>
                    <a:gd name="connsiteY17" fmla="*/ 265106 h 1849680"/>
                    <a:gd name="connsiteX18" fmla="*/ 823507 w 1849679"/>
                    <a:gd name="connsiteY18" fmla="*/ 254071 h 1849680"/>
                    <a:gd name="connsiteX19" fmla="*/ 836987 w 1849679"/>
                    <a:gd name="connsiteY19" fmla="*/ 249154 h 1849680"/>
                    <a:gd name="connsiteX20" fmla="*/ 875114 w 1849679"/>
                    <a:gd name="connsiteY20" fmla="*/ 241226 h 1849680"/>
                    <a:gd name="connsiteX21" fmla="*/ 910654 w 1849679"/>
                    <a:gd name="connsiteY21" fmla="*/ 232381 h 1849680"/>
                    <a:gd name="connsiteX22" fmla="*/ 911859 w 1849679"/>
                    <a:gd name="connsiteY22" fmla="*/ 233586 h 1849680"/>
                    <a:gd name="connsiteX23" fmla="*/ 971060 w 1849679"/>
                    <a:gd name="connsiteY23" fmla="*/ 221276 h 1849680"/>
                    <a:gd name="connsiteX24" fmla="*/ 1408603 w 1849679"/>
                    <a:gd name="connsiteY24" fmla="*/ 206599 h 1849680"/>
                    <a:gd name="connsiteX25" fmla="*/ 1849679 w 1849679"/>
                    <a:gd name="connsiteY25" fmla="*/ 0 h 1849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849679" h="1849680">
                      <a:moveTo>
                        <a:pt x="1849679" y="0"/>
                      </a:moveTo>
                      <a:cubicBezTo>
                        <a:pt x="1804744" y="67311"/>
                        <a:pt x="1787884" y="90738"/>
                        <a:pt x="1754378" y="122199"/>
                      </a:cubicBezTo>
                      <a:lnTo>
                        <a:pt x="1277426" y="599152"/>
                      </a:lnTo>
                      <a:lnTo>
                        <a:pt x="1277426" y="599153"/>
                      </a:lnTo>
                      <a:lnTo>
                        <a:pt x="122199" y="1754378"/>
                      </a:lnTo>
                      <a:cubicBezTo>
                        <a:pt x="90738" y="1787885"/>
                        <a:pt x="67311" y="1804745"/>
                        <a:pt x="0" y="1849680"/>
                      </a:cubicBezTo>
                      <a:cubicBezTo>
                        <a:pt x="104236" y="1719660"/>
                        <a:pt x="194467" y="1613607"/>
                        <a:pt x="206599" y="1408604"/>
                      </a:cubicBezTo>
                      <a:cubicBezTo>
                        <a:pt x="212666" y="1306102"/>
                        <a:pt x="195961" y="1146644"/>
                        <a:pt x="221276" y="971061"/>
                      </a:cubicBezTo>
                      <a:lnTo>
                        <a:pt x="233586" y="911860"/>
                      </a:lnTo>
                      <a:lnTo>
                        <a:pt x="232380" y="910654"/>
                      </a:lnTo>
                      <a:lnTo>
                        <a:pt x="241230" y="875098"/>
                      </a:lnTo>
                      <a:lnTo>
                        <a:pt x="249154" y="836988"/>
                      </a:lnTo>
                      <a:lnTo>
                        <a:pt x="254069" y="823513"/>
                      </a:lnTo>
                      <a:lnTo>
                        <a:pt x="265106" y="779166"/>
                      </a:lnTo>
                      <a:cubicBezTo>
                        <a:pt x="299827" y="674961"/>
                        <a:pt x="353261" y="575153"/>
                        <a:pt x="436763" y="488078"/>
                      </a:cubicBezTo>
                      <a:lnTo>
                        <a:pt x="463106" y="463091"/>
                      </a:lnTo>
                      <a:lnTo>
                        <a:pt x="488078" y="436764"/>
                      </a:lnTo>
                      <a:cubicBezTo>
                        <a:pt x="575153" y="353262"/>
                        <a:pt x="674961" y="299827"/>
                        <a:pt x="779166" y="265106"/>
                      </a:cubicBezTo>
                      <a:lnTo>
                        <a:pt x="823507" y="254071"/>
                      </a:lnTo>
                      <a:lnTo>
                        <a:pt x="836987" y="249154"/>
                      </a:lnTo>
                      <a:lnTo>
                        <a:pt x="875114" y="241226"/>
                      </a:lnTo>
                      <a:lnTo>
                        <a:pt x="910654" y="232381"/>
                      </a:lnTo>
                      <a:lnTo>
                        <a:pt x="911859" y="233586"/>
                      </a:lnTo>
                      <a:lnTo>
                        <a:pt x="971060" y="221276"/>
                      </a:lnTo>
                      <a:cubicBezTo>
                        <a:pt x="1146643" y="195960"/>
                        <a:pt x="1306101" y="212666"/>
                        <a:pt x="1408603" y="206599"/>
                      </a:cubicBezTo>
                      <a:cubicBezTo>
                        <a:pt x="1613606" y="194467"/>
                        <a:pt x="1719659" y="104236"/>
                        <a:pt x="1849679" y="0"/>
                      </a:cubicBez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Microsoft YaHei Light"/>
                    <a:cs typeface="+mn-ea"/>
                    <a:sym typeface="+mn-lt"/>
                  </a:endParaRPr>
                </a:p>
              </p:txBody>
            </p:sp>
          </p:grpSp>
          <p:sp>
            <p:nvSpPr>
              <p:cNvPr id="61" name="TextBox 38">
                <a:extLst>
                  <a:ext uri="{FF2B5EF4-FFF2-40B4-BE49-F238E27FC236}">
                    <a16:creationId xmlns:a16="http://schemas.microsoft.com/office/drawing/2014/main" id="{A56D9DA1-478C-71B4-9995-18582C449530}"/>
                  </a:ext>
                </a:extLst>
              </p:cNvPr>
              <p:cNvSpPr txBox="1"/>
              <p:nvPr/>
            </p:nvSpPr>
            <p:spPr>
              <a:xfrm>
                <a:off x="6673539" y="5245742"/>
                <a:ext cx="902601"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ea"/>
                    <a:sym typeface="+mn-lt"/>
                  </a:rPr>
                  <a:t>滕嫚玲</a:t>
                </a:r>
                <a:endParaRPr kumimoji="0" lang="id-ID"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ea"/>
                  <a:sym typeface="+mn-lt"/>
                </a:endParaRPr>
              </a:p>
            </p:txBody>
          </p:sp>
        </p:grpSp>
        <p:grpSp>
          <p:nvGrpSpPr>
            <p:cNvPr id="47" name="组合 46">
              <a:extLst>
                <a:ext uri="{FF2B5EF4-FFF2-40B4-BE49-F238E27FC236}">
                  <a16:creationId xmlns:a16="http://schemas.microsoft.com/office/drawing/2014/main" id="{A270C3AE-F4E7-59BE-FFBD-C82C5E4E3F87}"/>
                </a:ext>
              </a:extLst>
            </p:cNvPr>
            <p:cNvGrpSpPr/>
            <p:nvPr/>
          </p:nvGrpSpPr>
          <p:grpSpPr>
            <a:xfrm>
              <a:off x="1201544" y="3473715"/>
              <a:ext cx="4127192" cy="1148357"/>
              <a:chOff x="1317992" y="2095583"/>
              <a:chExt cx="4127192" cy="1148357"/>
            </a:xfrm>
          </p:grpSpPr>
          <p:sp>
            <p:nvSpPr>
              <p:cNvPr id="54" name="文本框 53">
                <a:extLst>
                  <a:ext uri="{FF2B5EF4-FFF2-40B4-BE49-F238E27FC236}">
                    <a16:creationId xmlns:a16="http://schemas.microsoft.com/office/drawing/2014/main" id="{B0E9854E-7EEC-F36E-B406-C97EE01C0725}"/>
                  </a:ext>
                </a:extLst>
              </p:cNvPr>
              <p:cNvSpPr txBox="1"/>
              <p:nvPr/>
            </p:nvSpPr>
            <p:spPr>
              <a:xfrm>
                <a:off x="2686457" y="2208096"/>
                <a:ext cx="2758727"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solidFill>
                      <a:srgbClr val="2F2F2F">
                        <a:lumMod val="75000"/>
                        <a:lumOff val="25000"/>
                      </a:srgbClr>
                    </a:solidFill>
                    <a:latin typeface="Arial" panose="020B0604020202020204" pitchFamily="34" charset="0"/>
                    <a:ea typeface="微软雅黑" panose="020B0503020204020204" pitchFamily="34" charset="-122"/>
                    <a:cs typeface="+mn-ea"/>
                  </a:rPr>
                  <a:t>教师模块、学生已选课程模块、原型图、</a:t>
                </a:r>
                <a:r>
                  <a:rPr lang="zh-CN" altLang="en-US" dirty="0">
                    <a:solidFill>
                      <a:srgbClr val="2F2F2F">
                        <a:lumMod val="75000"/>
                        <a:lumOff val="25000"/>
                      </a:srgbClr>
                    </a:solidFill>
                    <a:latin typeface="Arial" panose="020B0604020202020204" pitchFamily="34" charset="0"/>
                    <a:ea typeface="微软雅黑" panose="020B0503020204020204" pitchFamily="34" charset="-122"/>
                    <a:cs typeface="+mn-ea"/>
                    <a:sym typeface="+mn-lt"/>
                  </a:rPr>
                  <a:t>其它文档工作</a:t>
                </a:r>
                <a:r>
                  <a:rPr lang="en-US" altLang="zh-CN" dirty="0">
                    <a:solidFill>
                      <a:srgbClr val="2F2F2F">
                        <a:lumMod val="75000"/>
                        <a:lumOff val="25000"/>
                      </a:srgbClr>
                    </a:solidFill>
                    <a:latin typeface="Arial" panose="020B0604020202020204" pitchFamily="34" charset="0"/>
                    <a:ea typeface="微软雅黑" panose="020B0503020204020204" pitchFamily="34" charset="-122"/>
                    <a:cs typeface="+mn-ea"/>
                    <a:sym typeface="+mn-lt"/>
                  </a:rPr>
                  <a:t>……</a:t>
                </a:r>
                <a:endParaRPr kumimoji="0" lang="zh-CN" altLang="en-US" sz="1800" b="0" i="0" u="none" strike="noStrike" kern="1200" cap="none" spc="0" normalizeH="0" baseline="0" noProof="0" dirty="0">
                  <a:ln>
                    <a:noFill/>
                  </a:ln>
                  <a:solidFill>
                    <a:srgbClr val="2F2F2F">
                      <a:lumMod val="75000"/>
                      <a:lumOff val="25000"/>
                    </a:srgbClr>
                  </a:solidFill>
                  <a:effectLst/>
                  <a:uLnTx/>
                  <a:uFillTx/>
                  <a:latin typeface="Arial" panose="020B0604020202020204" pitchFamily="34" charset="0"/>
                  <a:ea typeface="微软雅黑" panose="020B0503020204020204" pitchFamily="34" charset="-122"/>
                  <a:cs typeface="+mn-ea"/>
                  <a:sym typeface="+mn-lt"/>
                </a:endParaRPr>
              </a:p>
            </p:txBody>
          </p:sp>
          <p:grpSp>
            <p:nvGrpSpPr>
              <p:cNvPr id="55" name="组合 54">
                <a:extLst>
                  <a:ext uri="{FF2B5EF4-FFF2-40B4-BE49-F238E27FC236}">
                    <a16:creationId xmlns:a16="http://schemas.microsoft.com/office/drawing/2014/main" id="{A53C1354-72DD-AA14-A788-FEEAC5C41CCF}"/>
                  </a:ext>
                </a:extLst>
              </p:cNvPr>
              <p:cNvGrpSpPr/>
              <p:nvPr/>
            </p:nvGrpSpPr>
            <p:grpSpPr>
              <a:xfrm>
                <a:off x="1317992" y="2095583"/>
                <a:ext cx="1148357" cy="1148357"/>
                <a:chOff x="1317992" y="2095583"/>
                <a:chExt cx="1148357" cy="1148357"/>
              </a:xfrm>
            </p:grpSpPr>
            <p:sp>
              <p:nvSpPr>
                <p:cNvPr id="56" name="任意多边形: 形状 55">
                  <a:extLst>
                    <a:ext uri="{FF2B5EF4-FFF2-40B4-BE49-F238E27FC236}">
                      <a16:creationId xmlns:a16="http://schemas.microsoft.com/office/drawing/2014/main" id="{DE4149BC-FB7A-EE40-DEC8-4A56DDAA23F0}"/>
                    </a:ext>
                  </a:extLst>
                </p:cNvPr>
                <p:cNvSpPr/>
                <p:nvPr/>
              </p:nvSpPr>
              <p:spPr>
                <a:xfrm>
                  <a:off x="1317992" y="2095583"/>
                  <a:ext cx="1148357" cy="1148357"/>
                </a:xfrm>
                <a:custGeom>
                  <a:avLst/>
                  <a:gdLst>
                    <a:gd name="connsiteX0" fmla="*/ 758361 w 1516722"/>
                    <a:gd name="connsiteY0" fmla="*/ 0 h 1516722"/>
                    <a:gd name="connsiteX1" fmla="*/ 1516722 w 1516722"/>
                    <a:gd name="connsiteY1" fmla="*/ 758361 h 1516722"/>
                    <a:gd name="connsiteX2" fmla="*/ 1509094 w 1516722"/>
                    <a:gd name="connsiteY2" fmla="*/ 834034 h 1516722"/>
                    <a:gd name="connsiteX3" fmla="*/ 830024 w 1516722"/>
                    <a:gd name="connsiteY3" fmla="*/ 1513103 h 1516722"/>
                    <a:gd name="connsiteX4" fmla="*/ 758361 w 1516722"/>
                    <a:gd name="connsiteY4" fmla="*/ 1516722 h 1516722"/>
                    <a:gd name="connsiteX5" fmla="*/ 0 w 1516722"/>
                    <a:gd name="connsiteY5" fmla="*/ 758361 h 1516722"/>
                    <a:gd name="connsiteX6" fmla="*/ 758361 w 1516722"/>
                    <a:gd name="connsiteY6" fmla="*/ 0 h 1516722"/>
                    <a:gd name="connsiteX0" fmla="*/ 758361 w 1516722"/>
                    <a:gd name="connsiteY0" fmla="*/ 0 h 1516722"/>
                    <a:gd name="connsiteX1" fmla="*/ 1516722 w 1516722"/>
                    <a:gd name="connsiteY1" fmla="*/ 758361 h 1516722"/>
                    <a:gd name="connsiteX2" fmla="*/ 1509094 w 1516722"/>
                    <a:gd name="connsiteY2" fmla="*/ 834034 h 1516722"/>
                    <a:gd name="connsiteX3" fmla="*/ 867855 w 1516722"/>
                    <a:gd name="connsiteY3" fmla="*/ 1475574 h 1516722"/>
                    <a:gd name="connsiteX4" fmla="*/ 830024 w 1516722"/>
                    <a:gd name="connsiteY4" fmla="*/ 1513103 h 1516722"/>
                    <a:gd name="connsiteX5" fmla="*/ 758361 w 1516722"/>
                    <a:gd name="connsiteY5" fmla="*/ 1516722 h 1516722"/>
                    <a:gd name="connsiteX6" fmla="*/ 0 w 1516722"/>
                    <a:gd name="connsiteY6" fmla="*/ 758361 h 1516722"/>
                    <a:gd name="connsiteX7" fmla="*/ 758361 w 1516722"/>
                    <a:gd name="connsiteY7" fmla="*/ 0 h 1516722"/>
                    <a:gd name="connsiteX0" fmla="*/ 758361 w 1516722"/>
                    <a:gd name="connsiteY0" fmla="*/ 0 h 1516722"/>
                    <a:gd name="connsiteX1" fmla="*/ 1516722 w 1516722"/>
                    <a:gd name="connsiteY1" fmla="*/ 758361 h 1516722"/>
                    <a:gd name="connsiteX2" fmla="*/ 1509094 w 1516722"/>
                    <a:gd name="connsiteY2" fmla="*/ 834034 h 1516722"/>
                    <a:gd name="connsiteX3" fmla="*/ 1472375 w 1516722"/>
                    <a:gd name="connsiteY3" fmla="*/ 871054 h 1516722"/>
                    <a:gd name="connsiteX4" fmla="*/ 867855 w 1516722"/>
                    <a:gd name="connsiteY4" fmla="*/ 1475574 h 1516722"/>
                    <a:gd name="connsiteX5" fmla="*/ 830024 w 1516722"/>
                    <a:gd name="connsiteY5" fmla="*/ 1513103 h 1516722"/>
                    <a:gd name="connsiteX6" fmla="*/ 758361 w 1516722"/>
                    <a:gd name="connsiteY6" fmla="*/ 1516722 h 1516722"/>
                    <a:gd name="connsiteX7" fmla="*/ 0 w 1516722"/>
                    <a:gd name="connsiteY7" fmla="*/ 758361 h 1516722"/>
                    <a:gd name="connsiteX8" fmla="*/ 758361 w 1516722"/>
                    <a:gd name="connsiteY8" fmla="*/ 0 h 1516722"/>
                    <a:gd name="connsiteX0" fmla="*/ 758361 w 1516722"/>
                    <a:gd name="connsiteY0" fmla="*/ 0 h 1516722"/>
                    <a:gd name="connsiteX1" fmla="*/ 1516722 w 1516722"/>
                    <a:gd name="connsiteY1" fmla="*/ 758361 h 1516722"/>
                    <a:gd name="connsiteX2" fmla="*/ 1507189 w 1516722"/>
                    <a:gd name="connsiteY2" fmla="*/ 826414 h 1516722"/>
                    <a:gd name="connsiteX3" fmla="*/ 1472375 w 1516722"/>
                    <a:gd name="connsiteY3" fmla="*/ 871054 h 1516722"/>
                    <a:gd name="connsiteX4" fmla="*/ 867855 w 1516722"/>
                    <a:gd name="connsiteY4" fmla="*/ 1475574 h 1516722"/>
                    <a:gd name="connsiteX5" fmla="*/ 830024 w 1516722"/>
                    <a:gd name="connsiteY5" fmla="*/ 1513103 h 1516722"/>
                    <a:gd name="connsiteX6" fmla="*/ 758361 w 1516722"/>
                    <a:gd name="connsiteY6" fmla="*/ 1516722 h 1516722"/>
                    <a:gd name="connsiteX7" fmla="*/ 0 w 1516722"/>
                    <a:gd name="connsiteY7" fmla="*/ 758361 h 1516722"/>
                    <a:gd name="connsiteX8" fmla="*/ 758361 w 1516722"/>
                    <a:gd name="connsiteY8" fmla="*/ 0 h 1516722"/>
                    <a:gd name="connsiteX0" fmla="*/ 758361 w 1516722"/>
                    <a:gd name="connsiteY0" fmla="*/ 0 h 1516722"/>
                    <a:gd name="connsiteX1" fmla="*/ 1516722 w 1516722"/>
                    <a:gd name="connsiteY1" fmla="*/ 758361 h 1516722"/>
                    <a:gd name="connsiteX2" fmla="*/ 1507189 w 1516722"/>
                    <a:gd name="connsiteY2" fmla="*/ 826414 h 1516722"/>
                    <a:gd name="connsiteX3" fmla="*/ 1472375 w 1516722"/>
                    <a:gd name="connsiteY3" fmla="*/ 871054 h 1516722"/>
                    <a:gd name="connsiteX4" fmla="*/ 867855 w 1516722"/>
                    <a:gd name="connsiteY4" fmla="*/ 1475574 h 1516722"/>
                    <a:gd name="connsiteX5" fmla="*/ 830024 w 1516722"/>
                    <a:gd name="connsiteY5" fmla="*/ 1513103 h 1516722"/>
                    <a:gd name="connsiteX6" fmla="*/ 758361 w 1516722"/>
                    <a:gd name="connsiteY6" fmla="*/ 1516722 h 1516722"/>
                    <a:gd name="connsiteX7" fmla="*/ 0 w 1516722"/>
                    <a:gd name="connsiteY7" fmla="*/ 758361 h 1516722"/>
                    <a:gd name="connsiteX8" fmla="*/ 758361 w 1516722"/>
                    <a:gd name="connsiteY8" fmla="*/ 0 h 1516722"/>
                    <a:gd name="connsiteX0" fmla="*/ 758361 w 1516722"/>
                    <a:gd name="connsiteY0" fmla="*/ 0 h 1516722"/>
                    <a:gd name="connsiteX1" fmla="*/ 1516722 w 1516722"/>
                    <a:gd name="connsiteY1" fmla="*/ 758361 h 1516722"/>
                    <a:gd name="connsiteX2" fmla="*/ 1507189 w 1516722"/>
                    <a:gd name="connsiteY2" fmla="*/ 826414 h 1516722"/>
                    <a:gd name="connsiteX3" fmla="*/ 1472375 w 1516722"/>
                    <a:gd name="connsiteY3" fmla="*/ 871054 h 1516722"/>
                    <a:gd name="connsiteX4" fmla="*/ 867855 w 1516722"/>
                    <a:gd name="connsiteY4" fmla="*/ 1475574 h 1516722"/>
                    <a:gd name="connsiteX5" fmla="*/ 820499 w 1516722"/>
                    <a:gd name="connsiteY5" fmla="*/ 1509293 h 1516722"/>
                    <a:gd name="connsiteX6" fmla="*/ 758361 w 1516722"/>
                    <a:gd name="connsiteY6" fmla="*/ 1516722 h 1516722"/>
                    <a:gd name="connsiteX7" fmla="*/ 0 w 1516722"/>
                    <a:gd name="connsiteY7" fmla="*/ 758361 h 1516722"/>
                    <a:gd name="connsiteX8" fmla="*/ 758361 w 1516722"/>
                    <a:gd name="connsiteY8" fmla="*/ 0 h 1516722"/>
                    <a:gd name="connsiteX0" fmla="*/ 758361 w 1516722"/>
                    <a:gd name="connsiteY0" fmla="*/ 0 h 1516722"/>
                    <a:gd name="connsiteX1" fmla="*/ 1516722 w 1516722"/>
                    <a:gd name="connsiteY1" fmla="*/ 758361 h 1516722"/>
                    <a:gd name="connsiteX2" fmla="*/ 1507189 w 1516722"/>
                    <a:gd name="connsiteY2" fmla="*/ 826414 h 1516722"/>
                    <a:gd name="connsiteX3" fmla="*/ 1472375 w 1516722"/>
                    <a:gd name="connsiteY3" fmla="*/ 871054 h 1516722"/>
                    <a:gd name="connsiteX4" fmla="*/ 867855 w 1516722"/>
                    <a:gd name="connsiteY4" fmla="*/ 1475574 h 1516722"/>
                    <a:gd name="connsiteX5" fmla="*/ 820499 w 1516722"/>
                    <a:gd name="connsiteY5" fmla="*/ 1509293 h 1516722"/>
                    <a:gd name="connsiteX6" fmla="*/ 758361 w 1516722"/>
                    <a:gd name="connsiteY6" fmla="*/ 1516722 h 1516722"/>
                    <a:gd name="connsiteX7" fmla="*/ 0 w 1516722"/>
                    <a:gd name="connsiteY7" fmla="*/ 758361 h 1516722"/>
                    <a:gd name="connsiteX8" fmla="*/ 758361 w 1516722"/>
                    <a:gd name="connsiteY8" fmla="*/ 0 h 151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16722" h="1516722">
                      <a:moveTo>
                        <a:pt x="758361" y="0"/>
                      </a:moveTo>
                      <a:cubicBezTo>
                        <a:pt x="1177192" y="0"/>
                        <a:pt x="1516722" y="339530"/>
                        <a:pt x="1516722" y="758361"/>
                      </a:cubicBezTo>
                      <a:cubicBezTo>
                        <a:pt x="1513544" y="781045"/>
                        <a:pt x="1519892" y="801825"/>
                        <a:pt x="1507189" y="826414"/>
                      </a:cubicBezTo>
                      <a:cubicBezTo>
                        <a:pt x="1494486" y="851003"/>
                        <a:pt x="1484615" y="859561"/>
                        <a:pt x="1472375" y="871054"/>
                      </a:cubicBezTo>
                      <a:lnTo>
                        <a:pt x="867855" y="1475574"/>
                      </a:lnTo>
                      <a:cubicBezTo>
                        <a:pt x="852070" y="1486814"/>
                        <a:pt x="838189" y="1498053"/>
                        <a:pt x="820499" y="1509293"/>
                      </a:cubicBezTo>
                      <a:cubicBezTo>
                        <a:pt x="802809" y="1520533"/>
                        <a:pt x="779074" y="1514246"/>
                        <a:pt x="758361" y="1516722"/>
                      </a:cubicBezTo>
                      <a:cubicBezTo>
                        <a:pt x="339530" y="1516722"/>
                        <a:pt x="0" y="1177192"/>
                        <a:pt x="0" y="758361"/>
                      </a:cubicBezTo>
                      <a:cubicBezTo>
                        <a:pt x="0" y="339530"/>
                        <a:pt x="339530" y="0"/>
                        <a:pt x="758361" y="0"/>
                      </a:cubicBezTo>
                      <a:close/>
                    </a:path>
                  </a:pathLst>
                </a:custGeom>
                <a:gradFill>
                  <a:gsLst>
                    <a:gs pos="0">
                      <a:schemeClr val="accent1">
                        <a:lumMod val="60000"/>
                        <a:lumOff val="40000"/>
                      </a:schemeClr>
                    </a:gs>
                    <a:gs pos="60000">
                      <a:schemeClr val="accent1"/>
                    </a:gs>
                  </a:gsLst>
                  <a:lin ang="2700000" scaled="0"/>
                </a:gradFill>
                <a:ln w="57150" cap="rnd">
                  <a:noFill/>
                  <a:prstDash val="solid"/>
                  <a:round/>
                </a:ln>
                <a:effectLst>
                  <a:outerShdw blurRad="762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Microsoft YaHei Light"/>
                    <a:cs typeface="+mn-ea"/>
                    <a:sym typeface="+mn-lt"/>
                  </a:endParaRPr>
                </a:p>
              </p:txBody>
            </p:sp>
            <p:sp>
              <p:nvSpPr>
                <p:cNvPr id="57" name="任意多边形: 形状 56">
                  <a:extLst>
                    <a:ext uri="{FF2B5EF4-FFF2-40B4-BE49-F238E27FC236}">
                      <a16:creationId xmlns:a16="http://schemas.microsoft.com/office/drawing/2014/main" id="{5E8F6801-6119-679E-E51A-ECB2654336FD}"/>
                    </a:ext>
                  </a:extLst>
                </p:cNvPr>
                <p:cNvSpPr/>
                <p:nvPr/>
              </p:nvSpPr>
              <p:spPr>
                <a:xfrm rot="21596683">
                  <a:off x="1948709" y="2728388"/>
                  <a:ext cx="511593" cy="511593"/>
                </a:xfrm>
                <a:custGeom>
                  <a:avLst/>
                  <a:gdLst>
                    <a:gd name="connsiteX0" fmla="*/ 1849679 w 1849679"/>
                    <a:gd name="connsiteY0" fmla="*/ 0 h 1849680"/>
                    <a:gd name="connsiteX1" fmla="*/ 1754378 w 1849679"/>
                    <a:gd name="connsiteY1" fmla="*/ 122199 h 1849680"/>
                    <a:gd name="connsiteX2" fmla="*/ 1277426 w 1849679"/>
                    <a:gd name="connsiteY2" fmla="*/ 599152 h 1849680"/>
                    <a:gd name="connsiteX3" fmla="*/ 1277426 w 1849679"/>
                    <a:gd name="connsiteY3" fmla="*/ 599153 h 1849680"/>
                    <a:gd name="connsiteX4" fmla="*/ 122199 w 1849679"/>
                    <a:gd name="connsiteY4" fmla="*/ 1754378 h 1849680"/>
                    <a:gd name="connsiteX5" fmla="*/ 0 w 1849679"/>
                    <a:gd name="connsiteY5" fmla="*/ 1849680 h 1849680"/>
                    <a:gd name="connsiteX6" fmla="*/ 206599 w 1849679"/>
                    <a:gd name="connsiteY6" fmla="*/ 1408604 h 1849680"/>
                    <a:gd name="connsiteX7" fmla="*/ 221276 w 1849679"/>
                    <a:gd name="connsiteY7" fmla="*/ 971061 h 1849680"/>
                    <a:gd name="connsiteX8" fmla="*/ 233586 w 1849679"/>
                    <a:gd name="connsiteY8" fmla="*/ 911860 h 1849680"/>
                    <a:gd name="connsiteX9" fmla="*/ 232380 w 1849679"/>
                    <a:gd name="connsiteY9" fmla="*/ 910654 h 1849680"/>
                    <a:gd name="connsiteX10" fmla="*/ 241230 w 1849679"/>
                    <a:gd name="connsiteY10" fmla="*/ 875098 h 1849680"/>
                    <a:gd name="connsiteX11" fmla="*/ 249154 w 1849679"/>
                    <a:gd name="connsiteY11" fmla="*/ 836988 h 1849680"/>
                    <a:gd name="connsiteX12" fmla="*/ 254069 w 1849679"/>
                    <a:gd name="connsiteY12" fmla="*/ 823513 h 1849680"/>
                    <a:gd name="connsiteX13" fmla="*/ 265106 w 1849679"/>
                    <a:gd name="connsiteY13" fmla="*/ 779166 h 1849680"/>
                    <a:gd name="connsiteX14" fmla="*/ 436763 w 1849679"/>
                    <a:gd name="connsiteY14" fmla="*/ 488078 h 1849680"/>
                    <a:gd name="connsiteX15" fmla="*/ 463106 w 1849679"/>
                    <a:gd name="connsiteY15" fmla="*/ 463091 h 1849680"/>
                    <a:gd name="connsiteX16" fmla="*/ 488078 w 1849679"/>
                    <a:gd name="connsiteY16" fmla="*/ 436764 h 1849680"/>
                    <a:gd name="connsiteX17" fmla="*/ 779166 w 1849679"/>
                    <a:gd name="connsiteY17" fmla="*/ 265106 h 1849680"/>
                    <a:gd name="connsiteX18" fmla="*/ 823507 w 1849679"/>
                    <a:gd name="connsiteY18" fmla="*/ 254071 h 1849680"/>
                    <a:gd name="connsiteX19" fmla="*/ 836987 w 1849679"/>
                    <a:gd name="connsiteY19" fmla="*/ 249154 h 1849680"/>
                    <a:gd name="connsiteX20" fmla="*/ 875114 w 1849679"/>
                    <a:gd name="connsiteY20" fmla="*/ 241226 h 1849680"/>
                    <a:gd name="connsiteX21" fmla="*/ 910654 w 1849679"/>
                    <a:gd name="connsiteY21" fmla="*/ 232381 h 1849680"/>
                    <a:gd name="connsiteX22" fmla="*/ 911859 w 1849679"/>
                    <a:gd name="connsiteY22" fmla="*/ 233586 h 1849680"/>
                    <a:gd name="connsiteX23" fmla="*/ 971060 w 1849679"/>
                    <a:gd name="connsiteY23" fmla="*/ 221276 h 1849680"/>
                    <a:gd name="connsiteX24" fmla="*/ 1408603 w 1849679"/>
                    <a:gd name="connsiteY24" fmla="*/ 206599 h 1849680"/>
                    <a:gd name="connsiteX25" fmla="*/ 1849679 w 1849679"/>
                    <a:gd name="connsiteY25" fmla="*/ 0 h 1849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849679" h="1849680">
                      <a:moveTo>
                        <a:pt x="1849679" y="0"/>
                      </a:moveTo>
                      <a:cubicBezTo>
                        <a:pt x="1804744" y="67311"/>
                        <a:pt x="1787884" y="90738"/>
                        <a:pt x="1754378" y="122199"/>
                      </a:cubicBezTo>
                      <a:lnTo>
                        <a:pt x="1277426" y="599152"/>
                      </a:lnTo>
                      <a:lnTo>
                        <a:pt x="1277426" y="599153"/>
                      </a:lnTo>
                      <a:lnTo>
                        <a:pt x="122199" y="1754378"/>
                      </a:lnTo>
                      <a:cubicBezTo>
                        <a:pt x="90738" y="1787885"/>
                        <a:pt x="67311" y="1804745"/>
                        <a:pt x="0" y="1849680"/>
                      </a:cubicBezTo>
                      <a:cubicBezTo>
                        <a:pt x="104236" y="1719660"/>
                        <a:pt x="194467" y="1613607"/>
                        <a:pt x="206599" y="1408604"/>
                      </a:cubicBezTo>
                      <a:cubicBezTo>
                        <a:pt x="212666" y="1306102"/>
                        <a:pt x="195961" y="1146644"/>
                        <a:pt x="221276" y="971061"/>
                      </a:cubicBezTo>
                      <a:lnTo>
                        <a:pt x="233586" y="911860"/>
                      </a:lnTo>
                      <a:lnTo>
                        <a:pt x="232380" y="910654"/>
                      </a:lnTo>
                      <a:lnTo>
                        <a:pt x="241230" y="875098"/>
                      </a:lnTo>
                      <a:lnTo>
                        <a:pt x="249154" y="836988"/>
                      </a:lnTo>
                      <a:lnTo>
                        <a:pt x="254069" y="823513"/>
                      </a:lnTo>
                      <a:lnTo>
                        <a:pt x="265106" y="779166"/>
                      </a:lnTo>
                      <a:cubicBezTo>
                        <a:pt x="299827" y="674961"/>
                        <a:pt x="353261" y="575153"/>
                        <a:pt x="436763" y="488078"/>
                      </a:cubicBezTo>
                      <a:lnTo>
                        <a:pt x="463106" y="463091"/>
                      </a:lnTo>
                      <a:lnTo>
                        <a:pt x="488078" y="436764"/>
                      </a:lnTo>
                      <a:cubicBezTo>
                        <a:pt x="575153" y="353262"/>
                        <a:pt x="674961" y="299827"/>
                        <a:pt x="779166" y="265106"/>
                      </a:cubicBezTo>
                      <a:lnTo>
                        <a:pt x="823507" y="254071"/>
                      </a:lnTo>
                      <a:lnTo>
                        <a:pt x="836987" y="249154"/>
                      </a:lnTo>
                      <a:lnTo>
                        <a:pt x="875114" y="241226"/>
                      </a:lnTo>
                      <a:lnTo>
                        <a:pt x="910654" y="232381"/>
                      </a:lnTo>
                      <a:lnTo>
                        <a:pt x="911859" y="233586"/>
                      </a:lnTo>
                      <a:lnTo>
                        <a:pt x="971060" y="221276"/>
                      </a:lnTo>
                      <a:cubicBezTo>
                        <a:pt x="1146643" y="195960"/>
                        <a:pt x="1306101" y="212666"/>
                        <a:pt x="1408603" y="206599"/>
                      </a:cubicBezTo>
                      <a:cubicBezTo>
                        <a:pt x="1613606" y="194467"/>
                        <a:pt x="1719659" y="104236"/>
                        <a:pt x="1849679" y="0"/>
                      </a:cubicBezTo>
                      <a:close/>
                    </a:path>
                  </a:pathLst>
                </a:custGeom>
                <a:solidFill>
                  <a:schemeClr val="bg1"/>
                </a:solidFill>
                <a:ln>
                  <a:noFill/>
                </a:ln>
                <a:effectLst>
                  <a:outerShdw blurRad="3810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Microsoft YaHei Light"/>
                    <a:cs typeface="+mn-ea"/>
                    <a:sym typeface="+mn-lt"/>
                  </a:endParaRPr>
                </a:p>
              </p:txBody>
            </p:sp>
            <p:sp>
              <p:nvSpPr>
                <p:cNvPr id="58" name="TextBox 38">
                  <a:extLst>
                    <a:ext uri="{FF2B5EF4-FFF2-40B4-BE49-F238E27FC236}">
                      <a16:creationId xmlns:a16="http://schemas.microsoft.com/office/drawing/2014/main" id="{536A2695-AE40-9991-6630-D2CF3BDDAD30}"/>
                    </a:ext>
                  </a:extLst>
                </p:cNvPr>
                <p:cNvSpPr txBox="1"/>
                <p:nvPr/>
              </p:nvSpPr>
              <p:spPr>
                <a:xfrm>
                  <a:off x="1476174" y="2438928"/>
                  <a:ext cx="802291"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ea"/>
                      <a:sym typeface="+mn-lt"/>
                    </a:rPr>
                    <a:t>焦杨凡</a:t>
                  </a:r>
                  <a:endParaRPr kumimoji="0" lang="id-ID"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ea"/>
                    <a:sym typeface="+mn-lt"/>
                  </a:endParaRPr>
                </a:p>
              </p:txBody>
            </p:sp>
          </p:grpSp>
        </p:grpSp>
        <p:grpSp>
          <p:nvGrpSpPr>
            <p:cNvPr id="48" name="组合 47">
              <a:extLst>
                <a:ext uri="{FF2B5EF4-FFF2-40B4-BE49-F238E27FC236}">
                  <a16:creationId xmlns:a16="http://schemas.microsoft.com/office/drawing/2014/main" id="{0A9FEA5E-52AD-E383-83B6-4FEEBC24CF1F}"/>
                </a:ext>
              </a:extLst>
            </p:cNvPr>
            <p:cNvGrpSpPr/>
            <p:nvPr/>
          </p:nvGrpSpPr>
          <p:grpSpPr>
            <a:xfrm>
              <a:off x="1201544" y="4770829"/>
              <a:ext cx="4127192" cy="1148357"/>
              <a:chOff x="1317992" y="2095583"/>
              <a:chExt cx="4127192" cy="1148357"/>
            </a:xfrm>
          </p:grpSpPr>
          <p:sp>
            <p:nvSpPr>
              <p:cNvPr id="49" name="文本框 48">
                <a:extLst>
                  <a:ext uri="{FF2B5EF4-FFF2-40B4-BE49-F238E27FC236}">
                    <a16:creationId xmlns:a16="http://schemas.microsoft.com/office/drawing/2014/main" id="{B85D6890-F0CC-70E4-FB99-BAB86FBCF460}"/>
                  </a:ext>
                </a:extLst>
              </p:cNvPr>
              <p:cNvSpPr txBox="1"/>
              <p:nvPr/>
            </p:nvSpPr>
            <p:spPr>
              <a:xfrm>
                <a:off x="2686457" y="2208096"/>
                <a:ext cx="2758727"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2F2F2F">
                        <a:lumMod val="75000"/>
                        <a:lumOff val="25000"/>
                      </a:srgbClr>
                    </a:solidFill>
                    <a:effectLst/>
                    <a:uLnTx/>
                    <a:uFillTx/>
                    <a:latin typeface="Arial" panose="020B0604020202020204" pitchFamily="34" charset="0"/>
                    <a:ea typeface="微软雅黑" panose="020B0503020204020204" pitchFamily="34" charset="-122"/>
                    <a:cs typeface="+mn-ea"/>
                    <a:sym typeface="+mn-lt"/>
                  </a:rPr>
                  <a:t>后端开发（学生）</a:t>
                </a:r>
                <a:r>
                  <a:rPr lang="zh-CN" altLang="en-US" dirty="0">
                    <a:solidFill>
                      <a:srgbClr val="2F2F2F">
                        <a:lumMod val="75000"/>
                        <a:lumOff val="25000"/>
                      </a:srgbClr>
                    </a:solidFill>
                    <a:latin typeface="Arial" panose="020B0604020202020204" pitchFamily="34" charset="0"/>
                    <a:ea typeface="微软雅黑" panose="020B0503020204020204" pitchFamily="34" charset="-122"/>
                    <a:cs typeface="+mn-ea"/>
                    <a:sym typeface="+mn-lt"/>
                  </a:rPr>
                  <a:t>、数据库管理员、</a:t>
                </a:r>
                <a:r>
                  <a:rPr kumimoji="0" lang="zh-CN" altLang="en-US" sz="1800" b="0" i="0" u="none" strike="noStrike" kern="1200" cap="none" spc="0" normalizeH="0" baseline="0" noProof="0" dirty="0">
                    <a:ln>
                      <a:noFill/>
                    </a:ln>
                    <a:solidFill>
                      <a:srgbClr val="2F2F2F">
                        <a:lumMod val="75000"/>
                        <a:lumOff val="25000"/>
                      </a:srgbClr>
                    </a:solidFill>
                    <a:effectLst/>
                    <a:uLnTx/>
                    <a:uFillTx/>
                    <a:latin typeface="Arial" panose="020B0604020202020204" pitchFamily="34" charset="0"/>
                    <a:ea typeface="微软雅黑" panose="020B0503020204020204" pitchFamily="34" charset="-122"/>
                    <a:cs typeface="+mn-ea"/>
                    <a:sym typeface="+mn-lt"/>
                  </a:rPr>
                  <a:t>项目经理、</a:t>
                </a:r>
                <a:endParaRPr kumimoji="0" lang="en-US" altLang="zh-CN" sz="1800" b="0" i="0" u="none" strike="noStrike" kern="1200" cap="none" spc="0" normalizeH="0" baseline="0" noProof="0" dirty="0">
                  <a:ln>
                    <a:noFill/>
                  </a:ln>
                  <a:solidFill>
                    <a:srgbClr val="2F2F2F">
                      <a:lumMod val="75000"/>
                      <a:lumOff val="25000"/>
                    </a:srgbClr>
                  </a:solidFill>
                  <a:effectLst/>
                  <a:uLnTx/>
                  <a:uFillTx/>
                  <a:latin typeface="Arial" panose="020B0604020202020204" pitchFamily="34" charset="0"/>
                  <a:ea typeface="微软雅黑" panose="020B0503020204020204" pitchFamily="34" charset="-122"/>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solidFill>
                      <a:srgbClr val="2F2F2F">
                        <a:lumMod val="75000"/>
                        <a:lumOff val="25000"/>
                      </a:srgbClr>
                    </a:solidFill>
                    <a:latin typeface="Arial" panose="020B0604020202020204" pitchFamily="34" charset="0"/>
                    <a:ea typeface="微软雅黑" panose="020B0503020204020204" pitchFamily="34" charset="-122"/>
                    <a:cs typeface="+mn-ea"/>
                    <a:sym typeface="+mn-lt"/>
                  </a:rPr>
                  <a:t>其它文档工作</a:t>
                </a:r>
                <a:r>
                  <a:rPr lang="en-US" altLang="zh-CN" dirty="0">
                    <a:solidFill>
                      <a:srgbClr val="2F2F2F">
                        <a:lumMod val="75000"/>
                        <a:lumOff val="25000"/>
                      </a:srgbClr>
                    </a:solidFill>
                    <a:latin typeface="Arial" panose="020B0604020202020204" pitchFamily="34" charset="0"/>
                    <a:ea typeface="微软雅黑" panose="020B0503020204020204" pitchFamily="34" charset="-122"/>
                    <a:cs typeface="+mn-ea"/>
                    <a:sym typeface="+mn-lt"/>
                  </a:rPr>
                  <a:t>……</a:t>
                </a:r>
                <a:endParaRPr kumimoji="0" lang="zh-CN" altLang="en-US" sz="1800" b="0" i="0" u="none" strike="noStrike" kern="1200" cap="none" spc="0" normalizeH="0" baseline="0" noProof="0" dirty="0">
                  <a:ln>
                    <a:noFill/>
                  </a:ln>
                  <a:solidFill>
                    <a:srgbClr val="2F2F2F">
                      <a:lumMod val="75000"/>
                      <a:lumOff val="25000"/>
                    </a:srgbClr>
                  </a:solidFill>
                  <a:effectLst/>
                  <a:uLnTx/>
                  <a:uFillTx/>
                  <a:latin typeface="Arial" panose="020B0604020202020204" pitchFamily="34" charset="0"/>
                  <a:ea typeface="微软雅黑" panose="020B0503020204020204" pitchFamily="34" charset="-122"/>
                  <a:cs typeface="+mn-ea"/>
                  <a:sym typeface="+mn-lt"/>
                </a:endParaRPr>
              </a:p>
            </p:txBody>
          </p:sp>
          <p:grpSp>
            <p:nvGrpSpPr>
              <p:cNvPr id="50" name="组合 49">
                <a:extLst>
                  <a:ext uri="{FF2B5EF4-FFF2-40B4-BE49-F238E27FC236}">
                    <a16:creationId xmlns:a16="http://schemas.microsoft.com/office/drawing/2014/main" id="{0F4B2205-9799-4226-895B-0268A464B7AB}"/>
                  </a:ext>
                </a:extLst>
              </p:cNvPr>
              <p:cNvGrpSpPr/>
              <p:nvPr/>
            </p:nvGrpSpPr>
            <p:grpSpPr>
              <a:xfrm>
                <a:off x="1317992" y="2095583"/>
                <a:ext cx="1148357" cy="1148357"/>
                <a:chOff x="1317992" y="2095583"/>
                <a:chExt cx="1148357" cy="1148357"/>
              </a:xfrm>
            </p:grpSpPr>
            <p:sp>
              <p:nvSpPr>
                <p:cNvPr id="51" name="任意多边形: 形状 50">
                  <a:extLst>
                    <a:ext uri="{FF2B5EF4-FFF2-40B4-BE49-F238E27FC236}">
                      <a16:creationId xmlns:a16="http://schemas.microsoft.com/office/drawing/2014/main" id="{B1E6D6B8-1AE3-AD48-A8B7-F05ADBB2089B}"/>
                    </a:ext>
                  </a:extLst>
                </p:cNvPr>
                <p:cNvSpPr/>
                <p:nvPr/>
              </p:nvSpPr>
              <p:spPr>
                <a:xfrm>
                  <a:off x="1317992" y="2095583"/>
                  <a:ext cx="1148357" cy="1148357"/>
                </a:xfrm>
                <a:custGeom>
                  <a:avLst/>
                  <a:gdLst>
                    <a:gd name="connsiteX0" fmla="*/ 758361 w 1516722"/>
                    <a:gd name="connsiteY0" fmla="*/ 0 h 1516722"/>
                    <a:gd name="connsiteX1" fmla="*/ 1516722 w 1516722"/>
                    <a:gd name="connsiteY1" fmla="*/ 758361 h 1516722"/>
                    <a:gd name="connsiteX2" fmla="*/ 1509094 w 1516722"/>
                    <a:gd name="connsiteY2" fmla="*/ 834034 h 1516722"/>
                    <a:gd name="connsiteX3" fmla="*/ 830024 w 1516722"/>
                    <a:gd name="connsiteY3" fmla="*/ 1513103 h 1516722"/>
                    <a:gd name="connsiteX4" fmla="*/ 758361 w 1516722"/>
                    <a:gd name="connsiteY4" fmla="*/ 1516722 h 1516722"/>
                    <a:gd name="connsiteX5" fmla="*/ 0 w 1516722"/>
                    <a:gd name="connsiteY5" fmla="*/ 758361 h 1516722"/>
                    <a:gd name="connsiteX6" fmla="*/ 758361 w 1516722"/>
                    <a:gd name="connsiteY6" fmla="*/ 0 h 1516722"/>
                    <a:gd name="connsiteX0" fmla="*/ 758361 w 1516722"/>
                    <a:gd name="connsiteY0" fmla="*/ 0 h 1516722"/>
                    <a:gd name="connsiteX1" fmla="*/ 1516722 w 1516722"/>
                    <a:gd name="connsiteY1" fmla="*/ 758361 h 1516722"/>
                    <a:gd name="connsiteX2" fmla="*/ 1509094 w 1516722"/>
                    <a:gd name="connsiteY2" fmla="*/ 834034 h 1516722"/>
                    <a:gd name="connsiteX3" fmla="*/ 867855 w 1516722"/>
                    <a:gd name="connsiteY3" fmla="*/ 1475574 h 1516722"/>
                    <a:gd name="connsiteX4" fmla="*/ 830024 w 1516722"/>
                    <a:gd name="connsiteY4" fmla="*/ 1513103 h 1516722"/>
                    <a:gd name="connsiteX5" fmla="*/ 758361 w 1516722"/>
                    <a:gd name="connsiteY5" fmla="*/ 1516722 h 1516722"/>
                    <a:gd name="connsiteX6" fmla="*/ 0 w 1516722"/>
                    <a:gd name="connsiteY6" fmla="*/ 758361 h 1516722"/>
                    <a:gd name="connsiteX7" fmla="*/ 758361 w 1516722"/>
                    <a:gd name="connsiteY7" fmla="*/ 0 h 1516722"/>
                    <a:gd name="connsiteX0" fmla="*/ 758361 w 1516722"/>
                    <a:gd name="connsiteY0" fmla="*/ 0 h 1516722"/>
                    <a:gd name="connsiteX1" fmla="*/ 1516722 w 1516722"/>
                    <a:gd name="connsiteY1" fmla="*/ 758361 h 1516722"/>
                    <a:gd name="connsiteX2" fmla="*/ 1509094 w 1516722"/>
                    <a:gd name="connsiteY2" fmla="*/ 834034 h 1516722"/>
                    <a:gd name="connsiteX3" fmla="*/ 1472375 w 1516722"/>
                    <a:gd name="connsiteY3" fmla="*/ 871054 h 1516722"/>
                    <a:gd name="connsiteX4" fmla="*/ 867855 w 1516722"/>
                    <a:gd name="connsiteY4" fmla="*/ 1475574 h 1516722"/>
                    <a:gd name="connsiteX5" fmla="*/ 830024 w 1516722"/>
                    <a:gd name="connsiteY5" fmla="*/ 1513103 h 1516722"/>
                    <a:gd name="connsiteX6" fmla="*/ 758361 w 1516722"/>
                    <a:gd name="connsiteY6" fmla="*/ 1516722 h 1516722"/>
                    <a:gd name="connsiteX7" fmla="*/ 0 w 1516722"/>
                    <a:gd name="connsiteY7" fmla="*/ 758361 h 1516722"/>
                    <a:gd name="connsiteX8" fmla="*/ 758361 w 1516722"/>
                    <a:gd name="connsiteY8" fmla="*/ 0 h 1516722"/>
                    <a:gd name="connsiteX0" fmla="*/ 758361 w 1516722"/>
                    <a:gd name="connsiteY0" fmla="*/ 0 h 1516722"/>
                    <a:gd name="connsiteX1" fmla="*/ 1516722 w 1516722"/>
                    <a:gd name="connsiteY1" fmla="*/ 758361 h 1516722"/>
                    <a:gd name="connsiteX2" fmla="*/ 1507189 w 1516722"/>
                    <a:gd name="connsiteY2" fmla="*/ 826414 h 1516722"/>
                    <a:gd name="connsiteX3" fmla="*/ 1472375 w 1516722"/>
                    <a:gd name="connsiteY3" fmla="*/ 871054 h 1516722"/>
                    <a:gd name="connsiteX4" fmla="*/ 867855 w 1516722"/>
                    <a:gd name="connsiteY4" fmla="*/ 1475574 h 1516722"/>
                    <a:gd name="connsiteX5" fmla="*/ 830024 w 1516722"/>
                    <a:gd name="connsiteY5" fmla="*/ 1513103 h 1516722"/>
                    <a:gd name="connsiteX6" fmla="*/ 758361 w 1516722"/>
                    <a:gd name="connsiteY6" fmla="*/ 1516722 h 1516722"/>
                    <a:gd name="connsiteX7" fmla="*/ 0 w 1516722"/>
                    <a:gd name="connsiteY7" fmla="*/ 758361 h 1516722"/>
                    <a:gd name="connsiteX8" fmla="*/ 758361 w 1516722"/>
                    <a:gd name="connsiteY8" fmla="*/ 0 h 1516722"/>
                    <a:gd name="connsiteX0" fmla="*/ 758361 w 1516722"/>
                    <a:gd name="connsiteY0" fmla="*/ 0 h 1516722"/>
                    <a:gd name="connsiteX1" fmla="*/ 1516722 w 1516722"/>
                    <a:gd name="connsiteY1" fmla="*/ 758361 h 1516722"/>
                    <a:gd name="connsiteX2" fmla="*/ 1507189 w 1516722"/>
                    <a:gd name="connsiteY2" fmla="*/ 826414 h 1516722"/>
                    <a:gd name="connsiteX3" fmla="*/ 1472375 w 1516722"/>
                    <a:gd name="connsiteY3" fmla="*/ 871054 h 1516722"/>
                    <a:gd name="connsiteX4" fmla="*/ 867855 w 1516722"/>
                    <a:gd name="connsiteY4" fmla="*/ 1475574 h 1516722"/>
                    <a:gd name="connsiteX5" fmla="*/ 830024 w 1516722"/>
                    <a:gd name="connsiteY5" fmla="*/ 1513103 h 1516722"/>
                    <a:gd name="connsiteX6" fmla="*/ 758361 w 1516722"/>
                    <a:gd name="connsiteY6" fmla="*/ 1516722 h 1516722"/>
                    <a:gd name="connsiteX7" fmla="*/ 0 w 1516722"/>
                    <a:gd name="connsiteY7" fmla="*/ 758361 h 1516722"/>
                    <a:gd name="connsiteX8" fmla="*/ 758361 w 1516722"/>
                    <a:gd name="connsiteY8" fmla="*/ 0 h 1516722"/>
                    <a:gd name="connsiteX0" fmla="*/ 758361 w 1516722"/>
                    <a:gd name="connsiteY0" fmla="*/ 0 h 1516722"/>
                    <a:gd name="connsiteX1" fmla="*/ 1516722 w 1516722"/>
                    <a:gd name="connsiteY1" fmla="*/ 758361 h 1516722"/>
                    <a:gd name="connsiteX2" fmla="*/ 1507189 w 1516722"/>
                    <a:gd name="connsiteY2" fmla="*/ 826414 h 1516722"/>
                    <a:gd name="connsiteX3" fmla="*/ 1472375 w 1516722"/>
                    <a:gd name="connsiteY3" fmla="*/ 871054 h 1516722"/>
                    <a:gd name="connsiteX4" fmla="*/ 867855 w 1516722"/>
                    <a:gd name="connsiteY4" fmla="*/ 1475574 h 1516722"/>
                    <a:gd name="connsiteX5" fmla="*/ 820499 w 1516722"/>
                    <a:gd name="connsiteY5" fmla="*/ 1509293 h 1516722"/>
                    <a:gd name="connsiteX6" fmla="*/ 758361 w 1516722"/>
                    <a:gd name="connsiteY6" fmla="*/ 1516722 h 1516722"/>
                    <a:gd name="connsiteX7" fmla="*/ 0 w 1516722"/>
                    <a:gd name="connsiteY7" fmla="*/ 758361 h 1516722"/>
                    <a:gd name="connsiteX8" fmla="*/ 758361 w 1516722"/>
                    <a:gd name="connsiteY8" fmla="*/ 0 h 1516722"/>
                    <a:gd name="connsiteX0" fmla="*/ 758361 w 1516722"/>
                    <a:gd name="connsiteY0" fmla="*/ 0 h 1516722"/>
                    <a:gd name="connsiteX1" fmla="*/ 1516722 w 1516722"/>
                    <a:gd name="connsiteY1" fmla="*/ 758361 h 1516722"/>
                    <a:gd name="connsiteX2" fmla="*/ 1507189 w 1516722"/>
                    <a:gd name="connsiteY2" fmla="*/ 826414 h 1516722"/>
                    <a:gd name="connsiteX3" fmla="*/ 1472375 w 1516722"/>
                    <a:gd name="connsiteY3" fmla="*/ 871054 h 1516722"/>
                    <a:gd name="connsiteX4" fmla="*/ 867855 w 1516722"/>
                    <a:gd name="connsiteY4" fmla="*/ 1475574 h 1516722"/>
                    <a:gd name="connsiteX5" fmla="*/ 820499 w 1516722"/>
                    <a:gd name="connsiteY5" fmla="*/ 1509293 h 1516722"/>
                    <a:gd name="connsiteX6" fmla="*/ 758361 w 1516722"/>
                    <a:gd name="connsiteY6" fmla="*/ 1516722 h 1516722"/>
                    <a:gd name="connsiteX7" fmla="*/ 0 w 1516722"/>
                    <a:gd name="connsiteY7" fmla="*/ 758361 h 1516722"/>
                    <a:gd name="connsiteX8" fmla="*/ 758361 w 1516722"/>
                    <a:gd name="connsiteY8" fmla="*/ 0 h 151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16722" h="1516722">
                      <a:moveTo>
                        <a:pt x="758361" y="0"/>
                      </a:moveTo>
                      <a:cubicBezTo>
                        <a:pt x="1177192" y="0"/>
                        <a:pt x="1516722" y="339530"/>
                        <a:pt x="1516722" y="758361"/>
                      </a:cubicBezTo>
                      <a:cubicBezTo>
                        <a:pt x="1513544" y="781045"/>
                        <a:pt x="1519892" y="801825"/>
                        <a:pt x="1507189" y="826414"/>
                      </a:cubicBezTo>
                      <a:cubicBezTo>
                        <a:pt x="1494486" y="851003"/>
                        <a:pt x="1484615" y="859561"/>
                        <a:pt x="1472375" y="871054"/>
                      </a:cubicBezTo>
                      <a:lnTo>
                        <a:pt x="867855" y="1475574"/>
                      </a:lnTo>
                      <a:cubicBezTo>
                        <a:pt x="852070" y="1486814"/>
                        <a:pt x="838189" y="1498053"/>
                        <a:pt x="820499" y="1509293"/>
                      </a:cubicBezTo>
                      <a:cubicBezTo>
                        <a:pt x="802809" y="1520533"/>
                        <a:pt x="779074" y="1514246"/>
                        <a:pt x="758361" y="1516722"/>
                      </a:cubicBezTo>
                      <a:cubicBezTo>
                        <a:pt x="339530" y="1516722"/>
                        <a:pt x="0" y="1177192"/>
                        <a:pt x="0" y="758361"/>
                      </a:cubicBezTo>
                      <a:cubicBezTo>
                        <a:pt x="0" y="339530"/>
                        <a:pt x="339530" y="0"/>
                        <a:pt x="758361" y="0"/>
                      </a:cubicBezTo>
                      <a:close/>
                    </a:path>
                  </a:pathLst>
                </a:custGeom>
                <a:gradFill>
                  <a:gsLst>
                    <a:gs pos="0">
                      <a:schemeClr val="accent1">
                        <a:lumMod val="60000"/>
                        <a:lumOff val="40000"/>
                      </a:schemeClr>
                    </a:gs>
                    <a:gs pos="60000">
                      <a:schemeClr val="accent1"/>
                    </a:gs>
                  </a:gsLst>
                  <a:lin ang="2700000" scaled="0"/>
                </a:gradFill>
                <a:ln w="57150" cap="rnd">
                  <a:noFill/>
                  <a:prstDash val="solid"/>
                  <a:round/>
                </a:ln>
                <a:effectLst>
                  <a:outerShdw blurRad="762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Microsoft YaHei Light"/>
                    <a:cs typeface="+mn-ea"/>
                    <a:sym typeface="+mn-lt"/>
                  </a:endParaRPr>
                </a:p>
              </p:txBody>
            </p:sp>
            <p:sp>
              <p:nvSpPr>
                <p:cNvPr id="52" name="任意多边形: 形状 51">
                  <a:extLst>
                    <a:ext uri="{FF2B5EF4-FFF2-40B4-BE49-F238E27FC236}">
                      <a16:creationId xmlns:a16="http://schemas.microsoft.com/office/drawing/2014/main" id="{2971F830-4DC1-FA14-F720-F4899270C045}"/>
                    </a:ext>
                  </a:extLst>
                </p:cNvPr>
                <p:cNvSpPr/>
                <p:nvPr/>
              </p:nvSpPr>
              <p:spPr>
                <a:xfrm rot="21596683">
                  <a:off x="1948709" y="2728388"/>
                  <a:ext cx="511593" cy="511593"/>
                </a:xfrm>
                <a:custGeom>
                  <a:avLst/>
                  <a:gdLst>
                    <a:gd name="connsiteX0" fmla="*/ 1849679 w 1849679"/>
                    <a:gd name="connsiteY0" fmla="*/ 0 h 1849680"/>
                    <a:gd name="connsiteX1" fmla="*/ 1754378 w 1849679"/>
                    <a:gd name="connsiteY1" fmla="*/ 122199 h 1849680"/>
                    <a:gd name="connsiteX2" fmla="*/ 1277426 w 1849679"/>
                    <a:gd name="connsiteY2" fmla="*/ 599152 h 1849680"/>
                    <a:gd name="connsiteX3" fmla="*/ 1277426 w 1849679"/>
                    <a:gd name="connsiteY3" fmla="*/ 599153 h 1849680"/>
                    <a:gd name="connsiteX4" fmla="*/ 122199 w 1849679"/>
                    <a:gd name="connsiteY4" fmla="*/ 1754378 h 1849680"/>
                    <a:gd name="connsiteX5" fmla="*/ 0 w 1849679"/>
                    <a:gd name="connsiteY5" fmla="*/ 1849680 h 1849680"/>
                    <a:gd name="connsiteX6" fmla="*/ 206599 w 1849679"/>
                    <a:gd name="connsiteY6" fmla="*/ 1408604 h 1849680"/>
                    <a:gd name="connsiteX7" fmla="*/ 221276 w 1849679"/>
                    <a:gd name="connsiteY7" fmla="*/ 971061 h 1849680"/>
                    <a:gd name="connsiteX8" fmla="*/ 233586 w 1849679"/>
                    <a:gd name="connsiteY8" fmla="*/ 911860 h 1849680"/>
                    <a:gd name="connsiteX9" fmla="*/ 232380 w 1849679"/>
                    <a:gd name="connsiteY9" fmla="*/ 910654 h 1849680"/>
                    <a:gd name="connsiteX10" fmla="*/ 241230 w 1849679"/>
                    <a:gd name="connsiteY10" fmla="*/ 875098 h 1849680"/>
                    <a:gd name="connsiteX11" fmla="*/ 249154 w 1849679"/>
                    <a:gd name="connsiteY11" fmla="*/ 836988 h 1849680"/>
                    <a:gd name="connsiteX12" fmla="*/ 254069 w 1849679"/>
                    <a:gd name="connsiteY12" fmla="*/ 823513 h 1849680"/>
                    <a:gd name="connsiteX13" fmla="*/ 265106 w 1849679"/>
                    <a:gd name="connsiteY13" fmla="*/ 779166 h 1849680"/>
                    <a:gd name="connsiteX14" fmla="*/ 436763 w 1849679"/>
                    <a:gd name="connsiteY14" fmla="*/ 488078 h 1849680"/>
                    <a:gd name="connsiteX15" fmla="*/ 463106 w 1849679"/>
                    <a:gd name="connsiteY15" fmla="*/ 463091 h 1849680"/>
                    <a:gd name="connsiteX16" fmla="*/ 488078 w 1849679"/>
                    <a:gd name="connsiteY16" fmla="*/ 436764 h 1849680"/>
                    <a:gd name="connsiteX17" fmla="*/ 779166 w 1849679"/>
                    <a:gd name="connsiteY17" fmla="*/ 265106 h 1849680"/>
                    <a:gd name="connsiteX18" fmla="*/ 823507 w 1849679"/>
                    <a:gd name="connsiteY18" fmla="*/ 254071 h 1849680"/>
                    <a:gd name="connsiteX19" fmla="*/ 836987 w 1849679"/>
                    <a:gd name="connsiteY19" fmla="*/ 249154 h 1849680"/>
                    <a:gd name="connsiteX20" fmla="*/ 875114 w 1849679"/>
                    <a:gd name="connsiteY20" fmla="*/ 241226 h 1849680"/>
                    <a:gd name="connsiteX21" fmla="*/ 910654 w 1849679"/>
                    <a:gd name="connsiteY21" fmla="*/ 232381 h 1849680"/>
                    <a:gd name="connsiteX22" fmla="*/ 911859 w 1849679"/>
                    <a:gd name="connsiteY22" fmla="*/ 233586 h 1849680"/>
                    <a:gd name="connsiteX23" fmla="*/ 971060 w 1849679"/>
                    <a:gd name="connsiteY23" fmla="*/ 221276 h 1849680"/>
                    <a:gd name="connsiteX24" fmla="*/ 1408603 w 1849679"/>
                    <a:gd name="connsiteY24" fmla="*/ 206599 h 1849680"/>
                    <a:gd name="connsiteX25" fmla="*/ 1849679 w 1849679"/>
                    <a:gd name="connsiteY25" fmla="*/ 0 h 1849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849679" h="1849680">
                      <a:moveTo>
                        <a:pt x="1849679" y="0"/>
                      </a:moveTo>
                      <a:cubicBezTo>
                        <a:pt x="1804744" y="67311"/>
                        <a:pt x="1787884" y="90738"/>
                        <a:pt x="1754378" y="122199"/>
                      </a:cubicBezTo>
                      <a:lnTo>
                        <a:pt x="1277426" y="599152"/>
                      </a:lnTo>
                      <a:lnTo>
                        <a:pt x="1277426" y="599153"/>
                      </a:lnTo>
                      <a:lnTo>
                        <a:pt x="122199" y="1754378"/>
                      </a:lnTo>
                      <a:cubicBezTo>
                        <a:pt x="90738" y="1787885"/>
                        <a:pt x="67311" y="1804745"/>
                        <a:pt x="0" y="1849680"/>
                      </a:cubicBezTo>
                      <a:cubicBezTo>
                        <a:pt x="104236" y="1719660"/>
                        <a:pt x="194467" y="1613607"/>
                        <a:pt x="206599" y="1408604"/>
                      </a:cubicBezTo>
                      <a:cubicBezTo>
                        <a:pt x="212666" y="1306102"/>
                        <a:pt x="195961" y="1146644"/>
                        <a:pt x="221276" y="971061"/>
                      </a:cubicBezTo>
                      <a:lnTo>
                        <a:pt x="233586" y="911860"/>
                      </a:lnTo>
                      <a:lnTo>
                        <a:pt x="232380" y="910654"/>
                      </a:lnTo>
                      <a:lnTo>
                        <a:pt x="241230" y="875098"/>
                      </a:lnTo>
                      <a:lnTo>
                        <a:pt x="249154" y="836988"/>
                      </a:lnTo>
                      <a:lnTo>
                        <a:pt x="254069" y="823513"/>
                      </a:lnTo>
                      <a:lnTo>
                        <a:pt x="265106" y="779166"/>
                      </a:lnTo>
                      <a:cubicBezTo>
                        <a:pt x="299827" y="674961"/>
                        <a:pt x="353261" y="575153"/>
                        <a:pt x="436763" y="488078"/>
                      </a:cubicBezTo>
                      <a:lnTo>
                        <a:pt x="463106" y="463091"/>
                      </a:lnTo>
                      <a:lnTo>
                        <a:pt x="488078" y="436764"/>
                      </a:lnTo>
                      <a:cubicBezTo>
                        <a:pt x="575153" y="353262"/>
                        <a:pt x="674961" y="299827"/>
                        <a:pt x="779166" y="265106"/>
                      </a:cubicBezTo>
                      <a:lnTo>
                        <a:pt x="823507" y="254071"/>
                      </a:lnTo>
                      <a:lnTo>
                        <a:pt x="836987" y="249154"/>
                      </a:lnTo>
                      <a:lnTo>
                        <a:pt x="875114" y="241226"/>
                      </a:lnTo>
                      <a:lnTo>
                        <a:pt x="910654" y="232381"/>
                      </a:lnTo>
                      <a:lnTo>
                        <a:pt x="911859" y="233586"/>
                      </a:lnTo>
                      <a:lnTo>
                        <a:pt x="971060" y="221276"/>
                      </a:lnTo>
                      <a:cubicBezTo>
                        <a:pt x="1146643" y="195960"/>
                        <a:pt x="1306101" y="212666"/>
                        <a:pt x="1408603" y="206599"/>
                      </a:cubicBezTo>
                      <a:cubicBezTo>
                        <a:pt x="1613606" y="194467"/>
                        <a:pt x="1719659" y="104236"/>
                        <a:pt x="1849679" y="0"/>
                      </a:cubicBezTo>
                      <a:close/>
                    </a:path>
                  </a:pathLst>
                </a:custGeom>
                <a:solidFill>
                  <a:schemeClr val="bg1"/>
                </a:solidFill>
                <a:ln>
                  <a:noFill/>
                </a:ln>
                <a:effectLst>
                  <a:outerShdw blurRad="3810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Microsoft YaHei Light"/>
                    <a:cs typeface="+mn-ea"/>
                    <a:sym typeface="+mn-lt"/>
                  </a:endParaRPr>
                </a:p>
              </p:txBody>
            </p:sp>
            <p:sp>
              <p:nvSpPr>
                <p:cNvPr id="53" name="TextBox 38">
                  <a:extLst>
                    <a:ext uri="{FF2B5EF4-FFF2-40B4-BE49-F238E27FC236}">
                      <a16:creationId xmlns:a16="http://schemas.microsoft.com/office/drawing/2014/main" id="{0C05728D-B0F1-2243-98D0-5CF627B26FA4}"/>
                    </a:ext>
                  </a:extLst>
                </p:cNvPr>
                <p:cNvSpPr txBox="1"/>
                <p:nvPr/>
              </p:nvSpPr>
              <p:spPr>
                <a:xfrm>
                  <a:off x="1476174" y="2438928"/>
                  <a:ext cx="802291"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ea"/>
                      <a:sym typeface="+mn-lt"/>
                    </a:rPr>
                    <a:t>刘江涛</a:t>
                  </a:r>
                  <a:endParaRPr kumimoji="0" lang="id-ID" sz="1400" b="1" i="0" u="none" strike="noStrike" kern="1200" cap="none" spc="0" normalizeH="0" baseline="0" noProof="0" dirty="0">
                    <a:ln>
                      <a:noFill/>
                    </a:ln>
                    <a:solidFill>
                      <a:srgbClr val="FFFFFF"/>
                    </a:solidFill>
                    <a:effectLst/>
                    <a:uLnTx/>
                    <a:uFillTx/>
                    <a:latin typeface="Arial" panose="020B0604020202020204" pitchFamily="34" charset="0"/>
                    <a:ea typeface="微软雅黑" panose="020B0503020204020204" pitchFamily="34" charset="-122"/>
                    <a:cs typeface="+mn-ea"/>
                    <a:sym typeface="+mn-lt"/>
                  </a:endParaRPr>
                </a:p>
              </p:txBody>
            </p:sp>
          </p:grpSp>
        </p:grpSp>
      </p:grpSp>
    </p:spTree>
    <p:extLst>
      <p:ext uri="{BB962C8B-B14F-4D97-AF65-F5344CB8AC3E}">
        <p14:creationId xmlns:p14="http://schemas.microsoft.com/office/powerpoint/2010/main" val="31489742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2948458" y="3033485"/>
            <a:ext cx="3842950" cy="895350"/>
          </a:xfrm>
        </p:spPr>
        <p:txBody>
          <a:bodyPr/>
          <a:lstStyle/>
          <a:p>
            <a:r>
              <a:rPr lang="zh-CN" altLang="en-US" dirty="0">
                <a:latin typeface="+mn-lt"/>
                <a:ea typeface="+mn-ea"/>
                <a:cs typeface="+mn-ea"/>
                <a:sym typeface="+mn-lt"/>
              </a:rPr>
              <a:t>功能演示</a:t>
            </a:r>
          </a:p>
        </p:txBody>
      </p:sp>
      <p:sp>
        <p:nvSpPr>
          <p:cNvPr id="6" name="文本占位符 5"/>
          <p:cNvSpPr>
            <a:spLocks noGrp="1"/>
          </p:cNvSpPr>
          <p:nvPr>
            <p:ph type="body" idx="1"/>
          </p:nvPr>
        </p:nvSpPr>
        <p:spPr>
          <a:xfrm>
            <a:off x="2949574" y="3928835"/>
            <a:ext cx="3842950" cy="1015623"/>
          </a:xfrm>
        </p:spPr>
        <p:txBody>
          <a:bodyPr/>
          <a:lstStyle/>
          <a:p>
            <a:pPr>
              <a:lnSpc>
                <a:spcPct val="120000"/>
              </a:lnSpc>
            </a:pPr>
            <a:r>
              <a:rPr lang="zh-CN" altLang="en-US" sz="1100" b="1" dirty="0">
                <a:solidFill>
                  <a:schemeClr val="tx1"/>
                </a:solidFill>
                <a:cs typeface="+mn-ea"/>
                <a:sym typeface="+mn-lt"/>
              </a:rPr>
              <a:t>课程管理系统流程及</a:t>
            </a:r>
            <a:endParaRPr lang="en-US" altLang="zh-CN" sz="1100" b="1" dirty="0">
              <a:solidFill>
                <a:schemeClr val="tx1"/>
              </a:solidFill>
              <a:cs typeface="+mn-ea"/>
              <a:sym typeface="+mn-lt"/>
            </a:endParaRPr>
          </a:p>
          <a:p>
            <a:pPr>
              <a:lnSpc>
                <a:spcPct val="120000"/>
              </a:lnSpc>
            </a:pPr>
            <a:r>
              <a:rPr lang="zh-CN" altLang="en-US" sz="1100" b="1" dirty="0">
                <a:solidFill>
                  <a:schemeClr val="tx1"/>
                </a:solidFill>
                <a:cs typeface="+mn-ea"/>
                <a:sym typeface="+mn-lt"/>
              </a:rPr>
              <a:t>具体网页端功能展示</a:t>
            </a:r>
            <a:endParaRPr lang="en-US" altLang="zh-CN" sz="1100" b="1" dirty="0">
              <a:solidFill>
                <a:schemeClr val="tx1"/>
              </a:solidFill>
              <a:cs typeface="+mn-ea"/>
              <a:sym typeface="+mn-lt"/>
            </a:endParaRPr>
          </a:p>
        </p:txBody>
      </p:sp>
      <p:sp>
        <p:nvSpPr>
          <p:cNvPr id="9" name="文本框 8"/>
          <p:cNvSpPr txBox="1"/>
          <p:nvPr/>
        </p:nvSpPr>
        <p:spPr>
          <a:xfrm>
            <a:off x="1733550" y="3544925"/>
            <a:ext cx="1029774" cy="895350"/>
          </a:xfrm>
          <a:prstGeom prst="rect">
            <a:avLst/>
          </a:prstGeom>
          <a:noFill/>
          <a:ln w="117475">
            <a:noFill/>
          </a:ln>
        </p:spPr>
        <p:txBody>
          <a:bodyPr wrap="none" rtlCol="0">
            <a:prstTxWarp prst="textPlain">
              <a:avLst/>
            </a:prstTxWarp>
            <a:spAutoFit/>
          </a:bodyPr>
          <a:lstStyle/>
          <a:p>
            <a:r>
              <a:rPr lang="en-US" altLang="zh-CN" b="1" spc="100" dirty="0">
                <a:solidFill>
                  <a:schemeClr val="accent3"/>
                </a:solidFill>
                <a:cs typeface="+mn-ea"/>
                <a:sym typeface="+mn-lt"/>
              </a:rPr>
              <a:t>/02</a:t>
            </a:r>
            <a:endParaRPr lang="zh-CN" altLang="en-US" b="1" spc="100" dirty="0">
              <a:solidFill>
                <a:schemeClr val="accent3"/>
              </a:solidFill>
              <a:cs typeface="+mn-ea"/>
              <a:sym typeface="+mn-l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C10685C6-A12C-0B5F-7F36-3296A3066FF4}"/>
              </a:ext>
            </a:extLst>
          </p:cNvPr>
          <p:cNvPicPr>
            <a:picLocks noChangeAspect="1"/>
          </p:cNvPicPr>
          <p:nvPr/>
        </p:nvPicPr>
        <p:blipFill>
          <a:blip r:embed="rId3"/>
          <a:stretch>
            <a:fillRect/>
          </a:stretch>
        </p:blipFill>
        <p:spPr>
          <a:xfrm>
            <a:off x="519019" y="64395"/>
            <a:ext cx="11153962" cy="6729209"/>
          </a:xfrm>
          <a:prstGeom prst="rect">
            <a:avLst/>
          </a:prstGeom>
          <a:ln>
            <a:noFill/>
          </a:ln>
          <a:effectLst>
            <a:outerShdw blurRad="190500" algn="tl" rotWithShape="0">
              <a:srgbClr val="000000">
                <a:alpha val="70000"/>
              </a:srgbClr>
            </a:outerShdw>
          </a:effectLst>
        </p:spPr>
      </p:pic>
      <p:sp>
        <p:nvSpPr>
          <p:cNvPr id="6" name="矩形 5">
            <a:extLst>
              <a:ext uri="{FF2B5EF4-FFF2-40B4-BE49-F238E27FC236}">
                <a16:creationId xmlns:a16="http://schemas.microsoft.com/office/drawing/2014/main" id="{F18B8970-70C6-F3EF-99C7-03F23974F072}"/>
              </a:ext>
            </a:extLst>
          </p:cNvPr>
          <p:cNvSpPr/>
          <p:nvPr/>
        </p:nvSpPr>
        <p:spPr>
          <a:xfrm>
            <a:off x="0" y="0"/>
            <a:ext cx="266700" cy="6858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594B44EE-9B15-9898-E686-EC59220A6749}"/>
              </a:ext>
            </a:extLst>
          </p:cNvPr>
          <p:cNvSpPr/>
          <p:nvPr/>
        </p:nvSpPr>
        <p:spPr>
          <a:xfrm>
            <a:off x="11925300" y="0"/>
            <a:ext cx="266700" cy="6858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9305588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2948458" y="3033485"/>
            <a:ext cx="3842950" cy="895350"/>
          </a:xfrm>
        </p:spPr>
        <p:txBody>
          <a:bodyPr/>
          <a:lstStyle/>
          <a:p>
            <a:r>
              <a:rPr lang="zh-CN" altLang="en-US" dirty="0">
                <a:latin typeface="+mn-lt"/>
                <a:ea typeface="+mn-ea"/>
                <a:cs typeface="+mn-ea"/>
                <a:sym typeface="+mn-lt"/>
              </a:rPr>
              <a:t>项目总结</a:t>
            </a:r>
          </a:p>
        </p:txBody>
      </p:sp>
      <p:sp>
        <p:nvSpPr>
          <p:cNvPr id="6" name="文本占位符 5"/>
          <p:cNvSpPr>
            <a:spLocks noGrp="1"/>
          </p:cNvSpPr>
          <p:nvPr>
            <p:ph type="body" idx="1"/>
          </p:nvPr>
        </p:nvSpPr>
        <p:spPr>
          <a:xfrm>
            <a:off x="2949574" y="3928835"/>
            <a:ext cx="3842950" cy="1015623"/>
          </a:xfrm>
        </p:spPr>
        <p:txBody>
          <a:bodyPr/>
          <a:lstStyle/>
          <a:p>
            <a:pPr>
              <a:lnSpc>
                <a:spcPct val="120000"/>
              </a:lnSpc>
            </a:pPr>
            <a:r>
              <a:rPr lang="zh-CN" altLang="en-US" sz="1100" b="1" dirty="0">
                <a:solidFill>
                  <a:schemeClr val="tx1"/>
                </a:solidFill>
                <a:cs typeface="+mn-ea"/>
                <a:sym typeface="+mn-lt"/>
              </a:rPr>
              <a:t>课程管理系统实训项目</a:t>
            </a:r>
            <a:endParaRPr lang="en-US" altLang="zh-CN" sz="1100" b="1" dirty="0">
              <a:solidFill>
                <a:schemeClr val="tx1"/>
              </a:solidFill>
              <a:cs typeface="+mn-ea"/>
              <a:sym typeface="+mn-lt"/>
            </a:endParaRPr>
          </a:p>
          <a:p>
            <a:pPr>
              <a:lnSpc>
                <a:spcPct val="120000"/>
              </a:lnSpc>
            </a:pPr>
            <a:r>
              <a:rPr lang="zh-CN" altLang="en-US" sz="1100" b="1" dirty="0">
                <a:solidFill>
                  <a:schemeClr val="tx1"/>
                </a:solidFill>
                <a:cs typeface="+mn-ea"/>
                <a:sym typeface="+mn-lt"/>
              </a:rPr>
              <a:t>成果总结与个人收获</a:t>
            </a:r>
            <a:endParaRPr lang="en-US" altLang="zh-CN" sz="1100" b="1" dirty="0">
              <a:solidFill>
                <a:schemeClr val="tx1"/>
              </a:solidFill>
              <a:cs typeface="+mn-ea"/>
              <a:sym typeface="+mn-lt"/>
            </a:endParaRPr>
          </a:p>
        </p:txBody>
      </p:sp>
      <p:sp>
        <p:nvSpPr>
          <p:cNvPr id="9" name="文本框 8"/>
          <p:cNvSpPr txBox="1"/>
          <p:nvPr/>
        </p:nvSpPr>
        <p:spPr>
          <a:xfrm>
            <a:off x="1733550" y="3544925"/>
            <a:ext cx="1029774" cy="895350"/>
          </a:xfrm>
          <a:prstGeom prst="rect">
            <a:avLst/>
          </a:prstGeom>
          <a:noFill/>
          <a:ln w="117475">
            <a:noFill/>
          </a:ln>
        </p:spPr>
        <p:txBody>
          <a:bodyPr wrap="none" rtlCol="0">
            <a:prstTxWarp prst="textPlain">
              <a:avLst/>
            </a:prstTxWarp>
            <a:spAutoFit/>
          </a:bodyPr>
          <a:lstStyle/>
          <a:p>
            <a:r>
              <a:rPr lang="en-US" altLang="zh-CN" b="1" spc="100" dirty="0">
                <a:solidFill>
                  <a:schemeClr val="accent3"/>
                </a:solidFill>
                <a:cs typeface="+mn-ea"/>
                <a:sym typeface="+mn-lt"/>
              </a:rPr>
              <a:t>/03</a:t>
            </a:r>
            <a:endParaRPr lang="zh-CN" altLang="en-US" b="1" spc="100" dirty="0">
              <a:solidFill>
                <a:schemeClr val="accent3"/>
              </a:solidFill>
              <a:cs typeface="+mn-ea"/>
              <a:sym typeface="+mn-lt"/>
            </a:endParaRPr>
          </a:p>
        </p:txBody>
      </p:sp>
    </p:spTree>
    <p:extLst>
      <p:ext uri="{BB962C8B-B14F-4D97-AF65-F5344CB8AC3E}">
        <p14:creationId xmlns:p14="http://schemas.microsoft.com/office/powerpoint/2010/main" val="28636237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n-lt"/>
                <a:ea typeface="+mn-ea"/>
                <a:cs typeface="+mn-ea"/>
                <a:sym typeface="+mn-lt"/>
              </a:rPr>
              <a:t>项目创新点</a:t>
            </a:r>
          </a:p>
        </p:txBody>
      </p:sp>
      <p:sp>
        <p:nvSpPr>
          <p:cNvPr id="3" name="页脚占位符 2"/>
          <p:cNvSpPr>
            <a:spLocks noGrp="1"/>
          </p:cNvSpPr>
          <p:nvPr>
            <p:ph type="ftr" sz="quarter" idx="11"/>
          </p:nvPr>
        </p:nvSpPr>
        <p:spPr/>
        <p:txBody>
          <a:bodyPr/>
          <a:lstStyle/>
          <a:p>
            <a:r>
              <a:rPr lang="zh-CN" altLang="en-US" dirty="0">
                <a:cs typeface="+mn-ea"/>
                <a:sym typeface="+mn-lt"/>
              </a:rPr>
              <a:t>课程管理系统</a:t>
            </a:r>
          </a:p>
        </p:txBody>
      </p:sp>
      <p:sp>
        <p:nvSpPr>
          <p:cNvPr id="4" name="灯片编号占位符 3"/>
          <p:cNvSpPr>
            <a:spLocks noGrp="1"/>
          </p:cNvSpPr>
          <p:nvPr>
            <p:ph type="sldNum" sz="quarter" idx="12"/>
          </p:nvPr>
        </p:nvSpPr>
        <p:spPr/>
        <p:txBody>
          <a:bodyPr/>
          <a:lstStyle/>
          <a:p>
            <a:fld id="{5DD3DB80-B894-403A-B48E-6FDC1A72010E}" type="slidenum">
              <a:rPr lang="zh-CN" altLang="en-US" b="1" smtClean="0">
                <a:solidFill>
                  <a:schemeClr val="tx1"/>
                </a:solidFill>
                <a:cs typeface="+mn-ea"/>
                <a:sym typeface="+mn-lt"/>
              </a:rPr>
              <a:t>23</a:t>
            </a:fld>
            <a:endParaRPr lang="zh-CN" altLang="en-US" b="1" dirty="0">
              <a:solidFill>
                <a:schemeClr val="tx1"/>
              </a:solidFill>
              <a:cs typeface="+mn-ea"/>
              <a:sym typeface="+mn-lt"/>
            </a:endParaRPr>
          </a:p>
        </p:txBody>
      </p:sp>
      <p:grpSp>
        <p:nvGrpSpPr>
          <p:cNvPr id="5" name="组合 4"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nvGrpSpPr>
        <p:grpSpPr>
          <a:xfrm>
            <a:off x="660400" y="1225550"/>
            <a:ext cx="10858500" cy="4813300"/>
            <a:chOff x="660400" y="1225550"/>
            <a:chExt cx="10858500" cy="4813300"/>
          </a:xfrm>
        </p:grpSpPr>
        <p:grpSp>
          <p:nvGrpSpPr>
            <p:cNvPr id="6" name="组合 5"/>
            <p:cNvGrpSpPr/>
            <p:nvPr/>
          </p:nvGrpSpPr>
          <p:grpSpPr>
            <a:xfrm>
              <a:off x="660400" y="2727362"/>
              <a:ext cx="4967099" cy="1741481"/>
              <a:chOff x="673101" y="2922464"/>
              <a:chExt cx="4177764" cy="1741481"/>
            </a:xfrm>
          </p:grpSpPr>
          <p:sp>
            <p:nvSpPr>
              <p:cNvPr id="34" name="文本框 33"/>
              <p:cNvSpPr txBox="1"/>
              <p:nvPr/>
            </p:nvSpPr>
            <p:spPr>
              <a:xfrm>
                <a:off x="673103" y="2922464"/>
                <a:ext cx="4177762" cy="699310"/>
              </a:xfrm>
              <a:prstGeom prst="rect">
                <a:avLst/>
              </a:prstGeom>
              <a:noFill/>
              <a:ln>
                <a:noFill/>
              </a:ln>
            </p:spPr>
            <p:txBody>
              <a:bodyPr wrap="square" lIns="91440" tIns="45720" rIns="91440" bIns="45720" anchor="b" anchorCtr="0">
                <a:normAutofit fontScale="925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buSzPct val="25000"/>
                </a:pPr>
                <a:r>
                  <a:rPr lang="zh-CN" altLang="en-US" sz="2800" b="1" dirty="0"/>
                  <a:t>将排课系统与课程管理系统集成</a:t>
                </a:r>
                <a:endParaRPr lang="en-US" sz="2800" b="1" dirty="0">
                  <a:cs typeface="+mn-ea"/>
                  <a:sym typeface="+mn-lt"/>
                </a:endParaRPr>
              </a:p>
            </p:txBody>
          </p:sp>
          <p:sp>
            <p:nvSpPr>
              <p:cNvPr id="35" name="文本框 34"/>
              <p:cNvSpPr txBox="1"/>
              <p:nvPr/>
            </p:nvSpPr>
            <p:spPr>
              <a:xfrm>
                <a:off x="673101" y="3621773"/>
                <a:ext cx="4177763" cy="1042172"/>
              </a:xfrm>
              <a:prstGeom prst="rect">
                <a:avLst/>
              </a:prstGeom>
              <a:noFill/>
              <a:ln>
                <a:noFill/>
              </a:ln>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buSzPct val="25000"/>
                </a:pPr>
                <a:r>
                  <a:rPr lang="zh-CN" altLang="en-US" sz="1200" dirty="0"/>
                  <a:t>传统的课程管理系统通常关注学生选课、教师管理、成绩管理等方面，而排课系统则专注于课程的安排和调度。将两者结合起来，可以实现更全面和综合的课程管理功能，提供更高效和智能化的课程安排。</a:t>
                </a:r>
                <a:endParaRPr lang="en-US" sz="1200" dirty="0">
                  <a:cs typeface="+mn-ea"/>
                  <a:sym typeface="+mn-lt"/>
                </a:endParaRPr>
              </a:p>
            </p:txBody>
          </p:sp>
        </p:grpSp>
        <p:grpSp>
          <p:nvGrpSpPr>
            <p:cNvPr id="7" name="组合 6"/>
            <p:cNvGrpSpPr/>
            <p:nvPr/>
          </p:nvGrpSpPr>
          <p:grpSpPr>
            <a:xfrm>
              <a:off x="6161197" y="1225550"/>
              <a:ext cx="5357703" cy="1520437"/>
              <a:chOff x="6161197" y="1225550"/>
              <a:chExt cx="5357703" cy="1520437"/>
            </a:xfrm>
          </p:grpSpPr>
          <p:sp>
            <p:nvSpPr>
              <p:cNvPr id="26" name="矩形 25"/>
              <p:cNvSpPr/>
              <p:nvPr/>
            </p:nvSpPr>
            <p:spPr>
              <a:xfrm>
                <a:off x="6852515" y="1403191"/>
                <a:ext cx="4666385" cy="11651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cs typeface="+mn-ea"/>
                  <a:sym typeface="+mn-lt"/>
                </a:endParaRPr>
              </a:p>
            </p:txBody>
          </p:sp>
          <p:sp>
            <p:nvSpPr>
              <p:cNvPr id="27" name="任意多边形: 形状 26"/>
              <p:cNvSpPr/>
              <p:nvPr/>
            </p:nvSpPr>
            <p:spPr bwMode="auto">
              <a:xfrm flipH="1">
                <a:off x="6161197" y="1225550"/>
                <a:ext cx="691318" cy="1520437"/>
              </a:xfrm>
              <a:custGeom>
                <a:avLst/>
                <a:gdLst>
                  <a:gd name="T0" fmla="*/ 493 w 698"/>
                  <a:gd name="T1" fmla="*/ 204 h 1395"/>
                  <a:gd name="T2" fmla="*/ 0 w 698"/>
                  <a:gd name="T3" fmla="*/ 0 h 1395"/>
                  <a:gd name="T4" fmla="*/ 0 w 698"/>
                  <a:gd name="T5" fmla="*/ 86 h 1395"/>
                  <a:gd name="T6" fmla="*/ 432 w 698"/>
                  <a:gd name="T7" fmla="*/ 265 h 1395"/>
                  <a:gd name="T8" fmla="*/ 611 w 698"/>
                  <a:gd name="T9" fmla="*/ 697 h 1395"/>
                  <a:gd name="T10" fmla="*/ 432 w 698"/>
                  <a:gd name="T11" fmla="*/ 1130 h 1395"/>
                  <a:gd name="T12" fmla="*/ 0 w 698"/>
                  <a:gd name="T13" fmla="*/ 1309 h 1395"/>
                  <a:gd name="T14" fmla="*/ 0 w 698"/>
                  <a:gd name="T15" fmla="*/ 1395 h 1395"/>
                  <a:gd name="T16" fmla="*/ 493 w 698"/>
                  <a:gd name="T17" fmla="*/ 1191 h 1395"/>
                  <a:gd name="T18" fmla="*/ 698 w 698"/>
                  <a:gd name="T19" fmla="*/ 697 h 1395"/>
                  <a:gd name="T20" fmla="*/ 493 w 698"/>
                  <a:gd name="T21" fmla="*/ 204 h 1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98" h="1395">
                    <a:moveTo>
                      <a:pt x="493" y="204"/>
                    </a:moveTo>
                    <a:cubicBezTo>
                      <a:pt x="361" y="72"/>
                      <a:pt x="186" y="0"/>
                      <a:pt x="0" y="0"/>
                    </a:cubicBezTo>
                    <a:cubicBezTo>
                      <a:pt x="0" y="86"/>
                      <a:pt x="0" y="86"/>
                      <a:pt x="0" y="86"/>
                    </a:cubicBezTo>
                    <a:cubicBezTo>
                      <a:pt x="163" y="86"/>
                      <a:pt x="317" y="150"/>
                      <a:pt x="432" y="265"/>
                    </a:cubicBezTo>
                    <a:cubicBezTo>
                      <a:pt x="548" y="381"/>
                      <a:pt x="611" y="534"/>
                      <a:pt x="611" y="697"/>
                    </a:cubicBezTo>
                    <a:cubicBezTo>
                      <a:pt x="611" y="861"/>
                      <a:pt x="548" y="1014"/>
                      <a:pt x="432" y="1130"/>
                    </a:cubicBezTo>
                    <a:cubicBezTo>
                      <a:pt x="317" y="1245"/>
                      <a:pt x="163" y="1309"/>
                      <a:pt x="0" y="1309"/>
                    </a:cubicBezTo>
                    <a:cubicBezTo>
                      <a:pt x="0" y="1395"/>
                      <a:pt x="0" y="1395"/>
                      <a:pt x="0" y="1395"/>
                    </a:cubicBezTo>
                    <a:cubicBezTo>
                      <a:pt x="186" y="1395"/>
                      <a:pt x="361" y="1323"/>
                      <a:pt x="493" y="1191"/>
                    </a:cubicBezTo>
                    <a:cubicBezTo>
                      <a:pt x="625" y="1059"/>
                      <a:pt x="698" y="884"/>
                      <a:pt x="698" y="697"/>
                    </a:cubicBezTo>
                    <a:cubicBezTo>
                      <a:pt x="698" y="511"/>
                      <a:pt x="625" y="336"/>
                      <a:pt x="493" y="204"/>
                    </a:cubicBezTo>
                    <a:close/>
                  </a:path>
                </a:pathLst>
              </a:custGeom>
              <a:solidFill>
                <a:schemeClr val="bg1">
                  <a:lumMod val="95000"/>
                </a:schemeClr>
              </a:solidFill>
              <a:ln>
                <a:noFill/>
              </a:ln>
            </p:spPr>
            <p:txBody>
              <a:bodyPr vert="horz" wrap="square" lIns="121920" tIns="60960" rIns="121920" bIns="60960" numCol="1" anchor="t" anchorCtr="0" compatLnSpc="1"/>
              <a:lstStyle/>
              <a:p>
                <a:endParaRPr lang="en-US" sz="2400">
                  <a:cs typeface="+mn-ea"/>
                  <a:sym typeface="+mn-lt"/>
                </a:endParaRPr>
              </a:p>
            </p:txBody>
          </p:sp>
          <p:sp>
            <p:nvSpPr>
              <p:cNvPr id="28" name="椭圆 27"/>
              <p:cNvSpPr/>
              <p:nvPr/>
            </p:nvSpPr>
            <p:spPr>
              <a:xfrm>
                <a:off x="6392742" y="1395475"/>
                <a:ext cx="1180587" cy="118058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cs typeface="+mn-ea"/>
                  <a:sym typeface="+mn-lt"/>
                </a:endParaRPr>
              </a:p>
            </p:txBody>
          </p:sp>
          <p:sp>
            <p:nvSpPr>
              <p:cNvPr id="29" name="椭圆 28"/>
              <p:cNvSpPr/>
              <p:nvPr/>
            </p:nvSpPr>
            <p:spPr>
              <a:xfrm>
                <a:off x="6579856" y="1582590"/>
                <a:ext cx="806357" cy="806357"/>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cs typeface="+mn-ea"/>
                  <a:sym typeface="+mn-lt"/>
                </a:endParaRPr>
              </a:p>
            </p:txBody>
          </p:sp>
          <p:sp>
            <p:nvSpPr>
              <p:cNvPr id="30" name="任意多边形: 形状 29"/>
              <p:cNvSpPr/>
              <p:nvPr/>
            </p:nvSpPr>
            <p:spPr bwMode="auto">
              <a:xfrm>
                <a:off x="6753062" y="1799627"/>
                <a:ext cx="459942" cy="372282"/>
              </a:xfrm>
              <a:custGeom>
                <a:avLst/>
                <a:gdLst>
                  <a:gd name="connsiteX0" fmla="*/ 355420 w 607568"/>
                  <a:gd name="connsiteY0" fmla="*/ 250307 h 491771"/>
                  <a:gd name="connsiteX1" fmla="*/ 352312 w 607568"/>
                  <a:gd name="connsiteY1" fmla="*/ 251812 h 491771"/>
                  <a:gd name="connsiteX2" fmla="*/ 321042 w 607568"/>
                  <a:gd name="connsiteY2" fmla="*/ 289814 h 491771"/>
                  <a:gd name="connsiteX3" fmla="*/ 321513 w 607568"/>
                  <a:gd name="connsiteY3" fmla="*/ 295364 h 491771"/>
                  <a:gd name="connsiteX4" fmla="*/ 369736 w 607568"/>
                  <a:gd name="connsiteY4" fmla="*/ 338257 h 491771"/>
                  <a:gd name="connsiteX5" fmla="*/ 371997 w 607568"/>
                  <a:gd name="connsiteY5" fmla="*/ 339104 h 491771"/>
                  <a:gd name="connsiteX6" fmla="*/ 373127 w 607568"/>
                  <a:gd name="connsiteY6" fmla="*/ 338916 h 491771"/>
                  <a:gd name="connsiteX7" fmla="*/ 375293 w 607568"/>
                  <a:gd name="connsiteY7" fmla="*/ 336282 h 491771"/>
                  <a:gd name="connsiteX8" fmla="*/ 383676 w 607568"/>
                  <a:gd name="connsiteY8" fmla="*/ 279467 h 491771"/>
                  <a:gd name="connsiteX9" fmla="*/ 376424 w 607568"/>
                  <a:gd name="connsiteY9" fmla="*/ 263287 h 491771"/>
                  <a:gd name="connsiteX10" fmla="*/ 357681 w 607568"/>
                  <a:gd name="connsiteY10" fmla="*/ 250965 h 491771"/>
                  <a:gd name="connsiteX11" fmla="*/ 355420 w 607568"/>
                  <a:gd name="connsiteY11" fmla="*/ 250307 h 491771"/>
                  <a:gd name="connsiteX12" fmla="*/ 258879 w 607568"/>
                  <a:gd name="connsiteY12" fmla="*/ 250307 h 491771"/>
                  <a:gd name="connsiteX13" fmla="*/ 256712 w 607568"/>
                  <a:gd name="connsiteY13" fmla="*/ 250965 h 491771"/>
                  <a:gd name="connsiteX14" fmla="*/ 237969 w 607568"/>
                  <a:gd name="connsiteY14" fmla="*/ 263287 h 491771"/>
                  <a:gd name="connsiteX15" fmla="*/ 230717 w 607568"/>
                  <a:gd name="connsiteY15" fmla="*/ 279467 h 491771"/>
                  <a:gd name="connsiteX16" fmla="*/ 239100 w 607568"/>
                  <a:gd name="connsiteY16" fmla="*/ 336282 h 491771"/>
                  <a:gd name="connsiteX17" fmla="*/ 241266 w 607568"/>
                  <a:gd name="connsiteY17" fmla="*/ 338916 h 491771"/>
                  <a:gd name="connsiteX18" fmla="*/ 242396 w 607568"/>
                  <a:gd name="connsiteY18" fmla="*/ 339104 h 491771"/>
                  <a:gd name="connsiteX19" fmla="*/ 244657 w 607568"/>
                  <a:gd name="connsiteY19" fmla="*/ 338257 h 491771"/>
                  <a:gd name="connsiteX20" fmla="*/ 292880 w 607568"/>
                  <a:gd name="connsiteY20" fmla="*/ 295364 h 491771"/>
                  <a:gd name="connsiteX21" fmla="*/ 293351 w 607568"/>
                  <a:gd name="connsiteY21" fmla="*/ 289814 h 491771"/>
                  <a:gd name="connsiteX22" fmla="*/ 261987 w 607568"/>
                  <a:gd name="connsiteY22" fmla="*/ 251812 h 491771"/>
                  <a:gd name="connsiteX23" fmla="*/ 258879 w 607568"/>
                  <a:gd name="connsiteY23" fmla="*/ 250307 h 491771"/>
                  <a:gd name="connsiteX24" fmla="*/ 500465 w 607568"/>
                  <a:gd name="connsiteY24" fmla="*/ 66049 h 491771"/>
                  <a:gd name="connsiteX25" fmla="*/ 565743 w 607568"/>
                  <a:gd name="connsiteY25" fmla="*/ 130673 h 491771"/>
                  <a:gd name="connsiteX26" fmla="*/ 566120 w 607568"/>
                  <a:gd name="connsiteY26" fmla="*/ 130673 h 491771"/>
                  <a:gd name="connsiteX27" fmla="*/ 580250 w 607568"/>
                  <a:gd name="connsiteY27" fmla="*/ 160962 h 491771"/>
                  <a:gd name="connsiteX28" fmla="*/ 560939 w 607568"/>
                  <a:gd name="connsiteY28" fmla="*/ 182503 h 491771"/>
                  <a:gd name="connsiteX29" fmla="*/ 531927 w 607568"/>
                  <a:gd name="connsiteY29" fmla="*/ 223799 h 491771"/>
                  <a:gd name="connsiteX30" fmla="*/ 528253 w 607568"/>
                  <a:gd name="connsiteY30" fmla="*/ 234240 h 491771"/>
                  <a:gd name="connsiteX31" fmla="*/ 530797 w 607568"/>
                  <a:gd name="connsiteY31" fmla="*/ 246281 h 491771"/>
                  <a:gd name="connsiteX32" fmla="*/ 545868 w 607568"/>
                  <a:gd name="connsiteY32" fmla="*/ 261143 h 491771"/>
                  <a:gd name="connsiteX33" fmla="*/ 558961 w 607568"/>
                  <a:gd name="connsiteY33" fmla="*/ 263777 h 491771"/>
                  <a:gd name="connsiteX34" fmla="*/ 597299 w 607568"/>
                  <a:gd name="connsiteY34" fmla="*/ 301968 h 491771"/>
                  <a:gd name="connsiteX35" fmla="*/ 607002 w 607568"/>
                  <a:gd name="connsiteY35" fmla="*/ 350788 h 491771"/>
                  <a:gd name="connsiteX36" fmla="*/ 601256 w 607568"/>
                  <a:gd name="connsiteY36" fmla="*/ 373835 h 491771"/>
                  <a:gd name="connsiteX37" fmla="*/ 579685 w 607568"/>
                  <a:gd name="connsiteY37" fmla="*/ 384088 h 491771"/>
                  <a:gd name="connsiteX38" fmla="*/ 490386 w 607568"/>
                  <a:gd name="connsiteY38" fmla="*/ 384088 h 491771"/>
                  <a:gd name="connsiteX39" fmla="*/ 467685 w 607568"/>
                  <a:gd name="connsiteY39" fmla="*/ 310058 h 491771"/>
                  <a:gd name="connsiteX40" fmla="*/ 431702 w 607568"/>
                  <a:gd name="connsiteY40" fmla="*/ 267445 h 491771"/>
                  <a:gd name="connsiteX41" fmla="*/ 441969 w 607568"/>
                  <a:gd name="connsiteY41" fmla="*/ 263777 h 491771"/>
                  <a:gd name="connsiteX42" fmla="*/ 455157 w 607568"/>
                  <a:gd name="connsiteY42" fmla="*/ 261237 h 491771"/>
                  <a:gd name="connsiteX43" fmla="*/ 470228 w 607568"/>
                  <a:gd name="connsiteY43" fmla="*/ 246281 h 491771"/>
                  <a:gd name="connsiteX44" fmla="*/ 472677 w 607568"/>
                  <a:gd name="connsiteY44" fmla="*/ 234240 h 491771"/>
                  <a:gd name="connsiteX45" fmla="*/ 469098 w 607568"/>
                  <a:gd name="connsiteY45" fmla="*/ 223893 h 491771"/>
                  <a:gd name="connsiteX46" fmla="*/ 439991 w 607568"/>
                  <a:gd name="connsiteY46" fmla="*/ 182503 h 491771"/>
                  <a:gd name="connsiteX47" fmla="*/ 426144 w 607568"/>
                  <a:gd name="connsiteY47" fmla="*/ 172720 h 491771"/>
                  <a:gd name="connsiteX48" fmla="*/ 441404 w 607568"/>
                  <a:gd name="connsiteY48" fmla="*/ 143278 h 491771"/>
                  <a:gd name="connsiteX49" fmla="*/ 439708 w 607568"/>
                  <a:gd name="connsiteY49" fmla="*/ 107438 h 491771"/>
                  <a:gd name="connsiteX50" fmla="*/ 500465 w 607568"/>
                  <a:gd name="connsiteY50" fmla="*/ 66049 h 491771"/>
                  <a:gd name="connsiteX51" fmla="*/ 107100 w 607568"/>
                  <a:gd name="connsiteY51" fmla="*/ 66049 h 491771"/>
                  <a:gd name="connsiteX52" fmla="*/ 171341 w 607568"/>
                  <a:gd name="connsiteY52" fmla="*/ 123618 h 491771"/>
                  <a:gd name="connsiteX53" fmla="*/ 172849 w 607568"/>
                  <a:gd name="connsiteY53" fmla="*/ 143278 h 491771"/>
                  <a:gd name="connsiteX54" fmla="*/ 184246 w 607568"/>
                  <a:gd name="connsiteY54" fmla="*/ 168205 h 491771"/>
                  <a:gd name="connsiteX55" fmla="*/ 167574 w 607568"/>
                  <a:gd name="connsiteY55" fmla="*/ 182503 h 491771"/>
                  <a:gd name="connsiteX56" fmla="*/ 138468 w 607568"/>
                  <a:gd name="connsiteY56" fmla="*/ 223799 h 491771"/>
                  <a:gd name="connsiteX57" fmla="*/ 134794 w 607568"/>
                  <a:gd name="connsiteY57" fmla="*/ 234240 h 491771"/>
                  <a:gd name="connsiteX58" fmla="*/ 137337 w 607568"/>
                  <a:gd name="connsiteY58" fmla="*/ 246281 h 491771"/>
                  <a:gd name="connsiteX59" fmla="*/ 152408 w 607568"/>
                  <a:gd name="connsiteY59" fmla="*/ 261143 h 491771"/>
                  <a:gd name="connsiteX60" fmla="*/ 165596 w 607568"/>
                  <a:gd name="connsiteY60" fmla="*/ 263777 h 491771"/>
                  <a:gd name="connsiteX61" fmla="*/ 179442 w 607568"/>
                  <a:gd name="connsiteY61" fmla="*/ 268856 h 491771"/>
                  <a:gd name="connsiteX62" fmla="*/ 146662 w 607568"/>
                  <a:gd name="connsiteY62" fmla="*/ 310058 h 491771"/>
                  <a:gd name="connsiteX63" fmla="*/ 123867 w 607568"/>
                  <a:gd name="connsiteY63" fmla="*/ 384088 h 491771"/>
                  <a:gd name="connsiteX64" fmla="*/ 27883 w 607568"/>
                  <a:gd name="connsiteY64" fmla="*/ 384088 h 491771"/>
                  <a:gd name="connsiteX65" fmla="*/ 6312 w 607568"/>
                  <a:gd name="connsiteY65" fmla="*/ 373835 h 491771"/>
                  <a:gd name="connsiteX66" fmla="*/ 566 w 607568"/>
                  <a:gd name="connsiteY66" fmla="*/ 350788 h 491771"/>
                  <a:gd name="connsiteX67" fmla="*/ 10268 w 607568"/>
                  <a:gd name="connsiteY67" fmla="*/ 301968 h 491771"/>
                  <a:gd name="connsiteX68" fmla="*/ 48606 w 607568"/>
                  <a:gd name="connsiteY68" fmla="*/ 263777 h 491771"/>
                  <a:gd name="connsiteX69" fmla="*/ 61699 w 607568"/>
                  <a:gd name="connsiteY69" fmla="*/ 261237 h 491771"/>
                  <a:gd name="connsiteX70" fmla="*/ 76770 w 607568"/>
                  <a:gd name="connsiteY70" fmla="*/ 246281 h 491771"/>
                  <a:gd name="connsiteX71" fmla="*/ 79313 w 607568"/>
                  <a:gd name="connsiteY71" fmla="*/ 234240 h 491771"/>
                  <a:gd name="connsiteX72" fmla="*/ 75639 w 607568"/>
                  <a:gd name="connsiteY72" fmla="*/ 223893 h 491771"/>
                  <a:gd name="connsiteX73" fmla="*/ 46628 w 607568"/>
                  <a:gd name="connsiteY73" fmla="*/ 182503 h 491771"/>
                  <a:gd name="connsiteX74" fmla="*/ 27318 w 607568"/>
                  <a:gd name="connsiteY74" fmla="*/ 160962 h 491771"/>
                  <a:gd name="connsiteX75" fmla="*/ 41447 w 607568"/>
                  <a:gd name="connsiteY75" fmla="*/ 130673 h 491771"/>
                  <a:gd name="connsiteX76" fmla="*/ 41824 w 607568"/>
                  <a:gd name="connsiteY76" fmla="*/ 130673 h 491771"/>
                  <a:gd name="connsiteX77" fmla="*/ 107100 w 607568"/>
                  <a:gd name="connsiteY77" fmla="*/ 66049 h 491771"/>
                  <a:gd name="connsiteX78" fmla="*/ 298626 w 607568"/>
                  <a:gd name="connsiteY78" fmla="*/ 0 h 491771"/>
                  <a:gd name="connsiteX79" fmla="*/ 315956 w 607568"/>
                  <a:gd name="connsiteY79" fmla="*/ 0 h 491771"/>
                  <a:gd name="connsiteX80" fmla="*/ 401854 w 607568"/>
                  <a:gd name="connsiteY80" fmla="*/ 85787 h 491771"/>
                  <a:gd name="connsiteX81" fmla="*/ 401854 w 607568"/>
                  <a:gd name="connsiteY81" fmla="*/ 95476 h 491771"/>
                  <a:gd name="connsiteX82" fmla="*/ 421633 w 607568"/>
                  <a:gd name="connsiteY82" fmla="*/ 138840 h 491771"/>
                  <a:gd name="connsiteX83" fmla="*/ 417960 w 607568"/>
                  <a:gd name="connsiteY83" fmla="*/ 149281 h 491771"/>
                  <a:gd name="connsiteX84" fmla="*/ 417112 w 607568"/>
                  <a:gd name="connsiteY84" fmla="*/ 151068 h 491771"/>
                  <a:gd name="connsiteX85" fmla="*/ 411273 w 607568"/>
                  <a:gd name="connsiteY85" fmla="*/ 159534 h 491771"/>
                  <a:gd name="connsiteX86" fmla="*/ 410896 w 607568"/>
                  <a:gd name="connsiteY86" fmla="*/ 159910 h 491771"/>
                  <a:gd name="connsiteX87" fmla="*/ 394037 w 607568"/>
                  <a:gd name="connsiteY87" fmla="*/ 169787 h 491771"/>
                  <a:gd name="connsiteX88" fmla="*/ 384900 w 607568"/>
                  <a:gd name="connsiteY88" fmla="*/ 189541 h 491771"/>
                  <a:gd name="connsiteX89" fmla="*/ 384712 w 607568"/>
                  <a:gd name="connsiteY89" fmla="*/ 189823 h 491771"/>
                  <a:gd name="connsiteX90" fmla="*/ 373316 w 607568"/>
                  <a:gd name="connsiteY90" fmla="*/ 207131 h 491771"/>
                  <a:gd name="connsiteX91" fmla="*/ 372750 w 607568"/>
                  <a:gd name="connsiteY91" fmla="*/ 207789 h 491771"/>
                  <a:gd name="connsiteX92" fmla="*/ 359847 w 607568"/>
                  <a:gd name="connsiteY92" fmla="*/ 222275 h 491771"/>
                  <a:gd name="connsiteX93" fmla="*/ 359188 w 607568"/>
                  <a:gd name="connsiteY93" fmla="*/ 222934 h 491771"/>
                  <a:gd name="connsiteX94" fmla="*/ 345154 w 607568"/>
                  <a:gd name="connsiteY94" fmla="*/ 234598 h 491771"/>
                  <a:gd name="connsiteX95" fmla="*/ 345625 w 607568"/>
                  <a:gd name="connsiteY95" fmla="*/ 236855 h 491771"/>
                  <a:gd name="connsiteX96" fmla="*/ 348639 w 607568"/>
                  <a:gd name="connsiteY96" fmla="*/ 235538 h 491771"/>
                  <a:gd name="connsiteX97" fmla="*/ 355514 w 607568"/>
                  <a:gd name="connsiteY97" fmla="*/ 234033 h 491771"/>
                  <a:gd name="connsiteX98" fmla="*/ 366628 w 607568"/>
                  <a:gd name="connsiteY98" fmla="*/ 237326 h 491771"/>
                  <a:gd name="connsiteX99" fmla="*/ 385371 w 607568"/>
                  <a:gd name="connsiteY99" fmla="*/ 249648 h 491771"/>
                  <a:gd name="connsiteX100" fmla="*/ 399876 w 607568"/>
                  <a:gd name="connsiteY100" fmla="*/ 279373 h 491771"/>
                  <a:gd name="connsiteX101" fmla="*/ 430016 w 607568"/>
                  <a:gd name="connsiteY101" fmla="*/ 289814 h 491771"/>
                  <a:gd name="connsiteX102" fmla="*/ 448382 w 607568"/>
                  <a:gd name="connsiteY102" fmla="*/ 316058 h 491771"/>
                  <a:gd name="connsiteX103" fmla="*/ 481630 w 607568"/>
                  <a:gd name="connsiteY103" fmla="*/ 424515 h 491771"/>
                  <a:gd name="connsiteX104" fmla="*/ 483891 w 607568"/>
                  <a:gd name="connsiteY104" fmla="*/ 436461 h 491771"/>
                  <a:gd name="connsiteX105" fmla="*/ 473718 w 607568"/>
                  <a:gd name="connsiteY105" fmla="*/ 470700 h 491771"/>
                  <a:gd name="connsiteX106" fmla="*/ 443956 w 607568"/>
                  <a:gd name="connsiteY106" fmla="*/ 490360 h 491771"/>
                  <a:gd name="connsiteX107" fmla="*/ 431805 w 607568"/>
                  <a:gd name="connsiteY107" fmla="*/ 491771 h 491771"/>
                  <a:gd name="connsiteX108" fmla="*/ 325375 w 607568"/>
                  <a:gd name="connsiteY108" fmla="*/ 491771 h 491771"/>
                  <a:gd name="connsiteX109" fmla="*/ 337430 w 607568"/>
                  <a:gd name="connsiteY109" fmla="*/ 415296 h 491771"/>
                  <a:gd name="connsiteX110" fmla="*/ 334605 w 607568"/>
                  <a:gd name="connsiteY110" fmla="*/ 389052 h 491771"/>
                  <a:gd name="connsiteX111" fmla="*/ 323962 w 607568"/>
                  <a:gd name="connsiteY111" fmla="*/ 360927 h 491771"/>
                  <a:gd name="connsiteX112" fmla="*/ 337430 w 607568"/>
                  <a:gd name="connsiteY112" fmla="*/ 347476 h 491771"/>
                  <a:gd name="connsiteX113" fmla="*/ 307196 w 607568"/>
                  <a:gd name="connsiteY113" fmla="*/ 317281 h 491771"/>
                  <a:gd name="connsiteX114" fmla="*/ 276868 w 607568"/>
                  <a:gd name="connsiteY114" fmla="*/ 347476 h 491771"/>
                  <a:gd name="connsiteX115" fmla="*/ 290337 w 607568"/>
                  <a:gd name="connsiteY115" fmla="*/ 360927 h 491771"/>
                  <a:gd name="connsiteX116" fmla="*/ 279694 w 607568"/>
                  <a:gd name="connsiteY116" fmla="*/ 389052 h 491771"/>
                  <a:gd name="connsiteX117" fmla="*/ 276963 w 607568"/>
                  <a:gd name="connsiteY117" fmla="*/ 415296 h 491771"/>
                  <a:gd name="connsiteX118" fmla="*/ 288736 w 607568"/>
                  <a:gd name="connsiteY118" fmla="*/ 491771 h 491771"/>
                  <a:gd name="connsiteX119" fmla="*/ 182493 w 607568"/>
                  <a:gd name="connsiteY119" fmla="*/ 491771 h 491771"/>
                  <a:gd name="connsiteX120" fmla="*/ 170437 w 607568"/>
                  <a:gd name="connsiteY120" fmla="*/ 490360 h 491771"/>
                  <a:gd name="connsiteX121" fmla="*/ 140675 w 607568"/>
                  <a:gd name="connsiteY121" fmla="*/ 470700 h 491771"/>
                  <a:gd name="connsiteX122" fmla="*/ 132669 w 607568"/>
                  <a:gd name="connsiteY122" fmla="*/ 424515 h 491771"/>
                  <a:gd name="connsiteX123" fmla="*/ 166011 w 607568"/>
                  <a:gd name="connsiteY123" fmla="*/ 316058 h 491771"/>
                  <a:gd name="connsiteX124" fmla="*/ 184377 w 607568"/>
                  <a:gd name="connsiteY124" fmla="*/ 289814 h 491771"/>
                  <a:gd name="connsiteX125" fmla="*/ 214517 w 607568"/>
                  <a:gd name="connsiteY125" fmla="*/ 279373 h 491771"/>
                  <a:gd name="connsiteX126" fmla="*/ 214517 w 607568"/>
                  <a:gd name="connsiteY126" fmla="*/ 279279 h 491771"/>
                  <a:gd name="connsiteX127" fmla="*/ 229022 w 607568"/>
                  <a:gd name="connsiteY127" fmla="*/ 249648 h 491771"/>
                  <a:gd name="connsiteX128" fmla="*/ 247765 w 607568"/>
                  <a:gd name="connsiteY128" fmla="*/ 237326 h 491771"/>
                  <a:gd name="connsiteX129" fmla="*/ 258879 w 607568"/>
                  <a:gd name="connsiteY129" fmla="*/ 234033 h 491771"/>
                  <a:gd name="connsiteX130" fmla="*/ 265754 w 607568"/>
                  <a:gd name="connsiteY130" fmla="*/ 235538 h 491771"/>
                  <a:gd name="connsiteX131" fmla="*/ 268768 w 607568"/>
                  <a:gd name="connsiteY131" fmla="*/ 236855 h 491771"/>
                  <a:gd name="connsiteX132" fmla="*/ 269239 w 607568"/>
                  <a:gd name="connsiteY132" fmla="*/ 234598 h 491771"/>
                  <a:gd name="connsiteX133" fmla="*/ 255205 w 607568"/>
                  <a:gd name="connsiteY133" fmla="*/ 222934 h 491771"/>
                  <a:gd name="connsiteX134" fmla="*/ 254546 w 607568"/>
                  <a:gd name="connsiteY134" fmla="*/ 222275 h 491771"/>
                  <a:gd name="connsiteX135" fmla="*/ 241548 w 607568"/>
                  <a:gd name="connsiteY135" fmla="*/ 207789 h 491771"/>
                  <a:gd name="connsiteX136" fmla="*/ 241077 w 607568"/>
                  <a:gd name="connsiteY136" fmla="*/ 207225 h 491771"/>
                  <a:gd name="connsiteX137" fmla="*/ 229681 w 607568"/>
                  <a:gd name="connsiteY137" fmla="*/ 189823 h 491771"/>
                  <a:gd name="connsiteX138" fmla="*/ 229493 w 607568"/>
                  <a:gd name="connsiteY138" fmla="*/ 189635 h 491771"/>
                  <a:gd name="connsiteX139" fmla="*/ 220356 w 607568"/>
                  <a:gd name="connsiteY139" fmla="*/ 169787 h 491771"/>
                  <a:gd name="connsiteX140" fmla="*/ 203497 w 607568"/>
                  <a:gd name="connsiteY140" fmla="*/ 159910 h 491771"/>
                  <a:gd name="connsiteX141" fmla="*/ 203120 w 607568"/>
                  <a:gd name="connsiteY141" fmla="*/ 159534 h 491771"/>
                  <a:gd name="connsiteX142" fmla="*/ 197281 w 607568"/>
                  <a:gd name="connsiteY142" fmla="*/ 151068 h 491771"/>
                  <a:gd name="connsiteX143" fmla="*/ 196433 w 607568"/>
                  <a:gd name="connsiteY143" fmla="*/ 149281 h 491771"/>
                  <a:gd name="connsiteX144" fmla="*/ 192666 w 607568"/>
                  <a:gd name="connsiteY144" fmla="*/ 138840 h 491771"/>
                  <a:gd name="connsiteX145" fmla="*/ 212727 w 607568"/>
                  <a:gd name="connsiteY145" fmla="*/ 95476 h 491771"/>
                  <a:gd name="connsiteX146" fmla="*/ 212727 w 607568"/>
                  <a:gd name="connsiteY146" fmla="*/ 85787 h 491771"/>
                  <a:gd name="connsiteX147" fmla="*/ 298626 w 607568"/>
                  <a:gd name="connsiteY147" fmla="*/ 0 h 491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Lst>
                <a:rect l="l" t="t" r="r" b="b"/>
                <a:pathLst>
                  <a:path w="607568" h="491771">
                    <a:moveTo>
                      <a:pt x="355420" y="250307"/>
                    </a:moveTo>
                    <a:cubicBezTo>
                      <a:pt x="354290" y="250307"/>
                      <a:pt x="353160" y="250871"/>
                      <a:pt x="352312" y="251812"/>
                    </a:cubicBezTo>
                    <a:lnTo>
                      <a:pt x="321042" y="289814"/>
                    </a:lnTo>
                    <a:cubicBezTo>
                      <a:pt x="319723" y="291507"/>
                      <a:pt x="319912" y="293953"/>
                      <a:pt x="321513" y="295364"/>
                    </a:cubicBezTo>
                    <a:lnTo>
                      <a:pt x="369736" y="338257"/>
                    </a:lnTo>
                    <a:cubicBezTo>
                      <a:pt x="370396" y="338822"/>
                      <a:pt x="371149" y="339104"/>
                      <a:pt x="371997" y="339104"/>
                    </a:cubicBezTo>
                    <a:cubicBezTo>
                      <a:pt x="372374" y="339104"/>
                      <a:pt x="372750" y="339010"/>
                      <a:pt x="373127" y="338916"/>
                    </a:cubicBezTo>
                    <a:cubicBezTo>
                      <a:pt x="374257" y="338539"/>
                      <a:pt x="375105" y="337505"/>
                      <a:pt x="375293" y="336282"/>
                    </a:cubicBezTo>
                    <a:lnTo>
                      <a:pt x="383676" y="279467"/>
                    </a:lnTo>
                    <a:cubicBezTo>
                      <a:pt x="384618" y="273164"/>
                      <a:pt x="381792" y="266768"/>
                      <a:pt x="376424" y="263287"/>
                    </a:cubicBezTo>
                    <a:lnTo>
                      <a:pt x="357681" y="250965"/>
                    </a:lnTo>
                    <a:cubicBezTo>
                      <a:pt x="357021" y="250495"/>
                      <a:pt x="356174" y="250307"/>
                      <a:pt x="355420" y="250307"/>
                    </a:cubicBezTo>
                    <a:close/>
                    <a:moveTo>
                      <a:pt x="258879" y="250307"/>
                    </a:moveTo>
                    <a:cubicBezTo>
                      <a:pt x="258125" y="250307"/>
                      <a:pt x="257372" y="250495"/>
                      <a:pt x="256712" y="250965"/>
                    </a:cubicBezTo>
                    <a:lnTo>
                      <a:pt x="237969" y="263287"/>
                    </a:lnTo>
                    <a:cubicBezTo>
                      <a:pt x="232601" y="266768"/>
                      <a:pt x="229775" y="273164"/>
                      <a:pt x="230717" y="279467"/>
                    </a:cubicBezTo>
                    <a:lnTo>
                      <a:pt x="239100" y="336282"/>
                    </a:lnTo>
                    <a:cubicBezTo>
                      <a:pt x="239288" y="337505"/>
                      <a:pt x="240136" y="338539"/>
                      <a:pt x="241266" y="338916"/>
                    </a:cubicBezTo>
                    <a:cubicBezTo>
                      <a:pt x="241643" y="339010"/>
                      <a:pt x="242019" y="339104"/>
                      <a:pt x="242396" y="339104"/>
                    </a:cubicBezTo>
                    <a:cubicBezTo>
                      <a:pt x="243244" y="339104"/>
                      <a:pt x="243997" y="338822"/>
                      <a:pt x="244657" y="338257"/>
                    </a:cubicBezTo>
                    <a:lnTo>
                      <a:pt x="292880" y="295364"/>
                    </a:lnTo>
                    <a:cubicBezTo>
                      <a:pt x="294481" y="293953"/>
                      <a:pt x="294670" y="291507"/>
                      <a:pt x="293351" y="289814"/>
                    </a:cubicBezTo>
                    <a:lnTo>
                      <a:pt x="261987" y="251812"/>
                    </a:lnTo>
                    <a:cubicBezTo>
                      <a:pt x="261233" y="250871"/>
                      <a:pt x="260103" y="250307"/>
                      <a:pt x="258879" y="250307"/>
                    </a:cubicBezTo>
                    <a:close/>
                    <a:moveTo>
                      <a:pt x="500465" y="66049"/>
                    </a:moveTo>
                    <a:cubicBezTo>
                      <a:pt x="548129" y="66049"/>
                      <a:pt x="562447" y="93516"/>
                      <a:pt x="565743" y="130673"/>
                    </a:cubicBezTo>
                    <a:cubicBezTo>
                      <a:pt x="565932" y="130673"/>
                      <a:pt x="566026" y="130673"/>
                      <a:pt x="566120" y="130673"/>
                    </a:cubicBezTo>
                    <a:cubicBezTo>
                      <a:pt x="577141" y="133118"/>
                      <a:pt x="583358" y="146664"/>
                      <a:pt x="580250" y="160962"/>
                    </a:cubicBezTo>
                    <a:cubicBezTo>
                      <a:pt x="577706" y="172532"/>
                      <a:pt x="569700" y="180904"/>
                      <a:pt x="560939" y="182503"/>
                    </a:cubicBezTo>
                    <a:cubicBezTo>
                      <a:pt x="554628" y="199529"/>
                      <a:pt x="543796" y="214016"/>
                      <a:pt x="531927" y="223799"/>
                    </a:cubicBezTo>
                    <a:cubicBezTo>
                      <a:pt x="528913" y="226338"/>
                      <a:pt x="527500" y="230383"/>
                      <a:pt x="528253" y="234240"/>
                    </a:cubicBezTo>
                    <a:lnTo>
                      <a:pt x="530797" y="246281"/>
                    </a:lnTo>
                    <a:cubicBezTo>
                      <a:pt x="532304" y="253806"/>
                      <a:pt x="538238" y="259732"/>
                      <a:pt x="545868" y="261143"/>
                    </a:cubicBezTo>
                    <a:lnTo>
                      <a:pt x="558961" y="263777"/>
                    </a:lnTo>
                    <a:cubicBezTo>
                      <a:pt x="578366" y="267634"/>
                      <a:pt x="593437" y="282684"/>
                      <a:pt x="597299" y="301968"/>
                    </a:cubicBezTo>
                    <a:lnTo>
                      <a:pt x="607002" y="350788"/>
                    </a:lnTo>
                    <a:cubicBezTo>
                      <a:pt x="608697" y="358972"/>
                      <a:pt x="606531" y="367438"/>
                      <a:pt x="601256" y="373835"/>
                    </a:cubicBezTo>
                    <a:cubicBezTo>
                      <a:pt x="595981" y="380325"/>
                      <a:pt x="588068" y="384088"/>
                      <a:pt x="579685" y="384088"/>
                    </a:cubicBezTo>
                    <a:lnTo>
                      <a:pt x="490386" y="384088"/>
                    </a:lnTo>
                    <a:lnTo>
                      <a:pt x="467685" y="310058"/>
                    </a:lnTo>
                    <a:cubicBezTo>
                      <a:pt x="461845" y="291150"/>
                      <a:pt x="448563" y="276194"/>
                      <a:pt x="431702" y="267445"/>
                    </a:cubicBezTo>
                    <a:cubicBezTo>
                      <a:pt x="434999" y="265940"/>
                      <a:pt x="438295" y="264529"/>
                      <a:pt x="441969" y="263777"/>
                    </a:cubicBezTo>
                    <a:lnTo>
                      <a:pt x="455157" y="261237"/>
                    </a:lnTo>
                    <a:cubicBezTo>
                      <a:pt x="462692" y="259732"/>
                      <a:pt x="468627" y="253806"/>
                      <a:pt x="470228" y="246281"/>
                    </a:cubicBezTo>
                    <a:lnTo>
                      <a:pt x="472677" y="234240"/>
                    </a:lnTo>
                    <a:cubicBezTo>
                      <a:pt x="473525" y="230383"/>
                      <a:pt x="472112" y="226338"/>
                      <a:pt x="469098" y="223893"/>
                    </a:cubicBezTo>
                    <a:cubicBezTo>
                      <a:pt x="457229" y="214016"/>
                      <a:pt x="446302" y="199529"/>
                      <a:pt x="439991" y="182503"/>
                    </a:cubicBezTo>
                    <a:cubicBezTo>
                      <a:pt x="434716" y="181563"/>
                      <a:pt x="429818" y="177894"/>
                      <a:pt x="426144" y="172720"/>
                    </a:cubicBezTo>
                    <a:cubicBezTo>
                      <a:pt x="433303" y="164725"/>
                      <a:pt x="438861" y="154754"/>
                      <a:pt x="441404" y="143278"/>
                    </a:cubicBezTo>
                    <a:cubicBezTo>
                      <a:pt x="444324" y="130485"/>
                      <a:pt x="443476" y="118068"/>
                      <a:pt x="439708" y="107438"/>
                    </a:cubicBezTo>
                    <a:cubicBezTo>
                      <a:pt x="447244" y="82699"/>
                      <a:pt x="464200" y="66049"/>
                      <a:pt x="500465" y="66049"/>
                    </a:cubicBezTo>
                    <a:close/>
                    <a:moveTo>
                      <a:pt x="107100" y="66049"/>
                    </a:moveTo>
                    <a:cubicBezTo>
                      <a:pt x="151561" y="66049"/>
                      <a:pt x="166820" y="90130"/>
                      <a:pt x="171341" y="123618"/>
                    </a:cubicBezTo>
                    <a:cubicBezTo>
                      <a:pt x="170965" y="129920"/>
                      <a:pt x="171436" y="136505"/>
                      <a:pt x="172849" y="143278"/>
                    </a:cubicBezTo>
                    <a:cubicBezTo>
                      <a:pt x="174921" y="152590"/>
                      <a:pt x="178971" y="161056"/>
                      <a:pt x="184246" y="168205"/>
                    </a:cubicBezTo>
                    <a:cubicBezTo>
                      <a:pt x="180573" y="175919"/>
                      <a:pt x="174356" y="181281"/>
                      <a:pt x="167574" y="182503"/>
                    </a:cubicBezTo>
                    <a:cubicBezTo>
                      <a:pt x="161263" y="199529"/>
                      <a:pt x="150336" y="214016"/>
                      <a:pt x="138468" y="223799"/>
                    </a:cubicBezTo>
                    <a:cubicBezTo>
                      <a:pt x="135453" y="226338"/>
                      <a:pt x="134040" y="230383"/>
                      <a:pt x="134794" y="234240"/>
                    </a:cubicBezTo>
                    <a:lnTo>
                      <a:pt x="137337" y="246281"/>
                    </a:lnTo>
                    <a:cubicBezTo>
                      <a:pt x="138939" y="253806"/>
                      <a:pt x="144873" y="259732"/>
                      <a:pt x="152408" y="261143"/>
                    </a:cubicBezTo>
                    <a:lnTo>
                      <a:pt x="165596" y="263777"/>
                    </a:lnTo>
                    <a:cubicBezTo>
                      <a:pt x="170494" y="264812"/>
                      <a:pt x="175203" y="266505"/>
                      <a:pt x="179442" y="268856"/>
                    </a:cubicBezTo>
                    <a:cubicBezTo>
                      <a:pt x="164088" y="277793"/>
                      <a:pt x="152126" y="292279"/>
                      <a:pt x="146662" y="310058"/>
                    </a:cubicBezTo>
                    <a:lnTo>
                      <a:pt x="123867" y="384088"/>
                    </a:lnTo>
                    <a:lnTo>
                      <a:pt x="27883" y="384088"/>
                    </a:lnTo>
                    <a:cubicBezTo>
                      <a:pt x="19499" y="384088"/>
                      <a:pt x="11587" y="380325"/>
                      <a:pt x="6312" y="373835"/>
                    </a:cubicBezTo>
                    <a:cubicBezTo>
                      <a:pt x="1037" y="367438"/>
                      <a:pt x="-1129" y="358972"/>
                      <a:pt x="566" y="350788"/>
                    </a:cubicBezTo>
                    <a:lnTo>
                      <a:pt x="10268" y="301968"/>
                    </a:lnTo>
                    <a:cubicBezTo>
                      <a:pt x="14130" y="282684"/>
                      <a:pt x="29202" y="267634"/>
                      <a:pt x="48606" y="263777"/>
                    </a:cubicBezTo>
                    <a:lnTo>
                      <a:pt x="61699" y="261237"/>
                    </a:lnTo>
                    <a:cubicBezTo>
                      <a:pt x="69328" y="259732"/>
                      <a:pt x="75263" y="253806"/>
                      <a:pt x="76770" y="246281"/>
                    </a:cubicBezTo>
                    <a:lnTo>
                      <a:pt x="79313" y="234240"/>
                    </a:lnTo>
                    <a:cubicBezTo>
                      <a:pt x="80067" y="230383"/>
                      <a:pt x="78654" y="226338"/>
                      <a:pt x="75639" y="223893"/>
                    </a:cubicBezTo>
                    <a:cubicBezTo>
                      <a:pt x="63771" y="214016"/>
                      <a:pt x="52939" y="199623"/>
                      <a:pt x="46628" y="182503"/>
                    </a:cubicBezTo>
                    <a:cubicBezTo>
                      <a:pt x="37867" y="180904"/>
                      <a:pt x="29861" y="172532"/>
                      <a:pt x="27318" y="160962"/>
                    </a:cubicBezTo>
                    <a:cubicBezTo>
                      <a:pt x="24115" y="146664"/>
                      <a:pt x="30426" y="133118"/>
                      <a:pt x="41447" y="130673"/>
                    </a:cubicBezTo>
                    <a:cubicBezTo>
                      <a:pt x="41541" y="130673"/>
                      <a:pt x="41729" y="130673"/>
                      <a:pt x="41824" y="130673"/>
                    </a:cubicBezTo>
                    <a:cubicBezTo>
                      <a:pt x="45403" y="93516"/>
                      <a:pt x="60192" y="66049"/>
                      <a:pt x="107100" y="66049"/>
                    </a:cubicBezTo>
                    <a:close/>
                    <a:moveTo>
                      <a:pt x="298626" y="0"/>
                    </a:moveTo>
                    <a:lnTo>
                      <a:pt x="315956" y="0"/>
                    </a:lnTo>
                    <a:cubicBezTo>
                      <a:pt x="363426" y="0"/>
                      <a:pt x="401854" y="38378"/>
                      <a:pt x="401854" y="85787"/>
                    </a:cubicBezTo>
                    <a:lnTo>
                      <a:pt x="401854" y="95476"/>
                    </a:lnTo>
                    <a:cubicBezTo>
                      <a:pt x="417301" y="99238"/>
                      <a:pt x="426154" y="118522"/>
                      <a:pt x="421633" y="138840"/>
                    </a:cubicBezTo>
                    <a:cubicBezTo>
                      <a:pt x="420880" y="142602"/>
                      <a:pt x="419467" y="146083"/>
                      <a:pt x="417960" y="149281"/>
                    </a:cubicBezTo>
                    <a:cubicBezTo>
                      <a:pt x="417677" y="149939"/>
                      <a:pt x="417395" y="150504"/>
                      <a:pt x="417112" y="151068"/>
                    </a:cubicBezTo>
                    <a:cubicBezTo>
                      <a:pt x="415417" y="154172"/>
                      <a:pt x="413533" y="157088"/>
                      <a:pt x="411273" y="159534"/>
                    </a:cubicBezTo>
                    <a:cubicBezTo>
                      <a:pt x="411179" y="159628"/>
                      <a:pt x="410990" y="159816"/>
                      <a:pt x="410896" y="159910"/>
                    </a:cubicBezTo>
                    <a:cubicBezTo>
                      <a:pt x="406092" y="165084"/>
                      <a:pt x="400159" y="168658"/>
                      <a:pt x="394037" y="169787"/>
                    </a:cubicBezTo>
                    <a:cubicBezTo>
                      <a:pt x="391494" y="176654"/>
                      <a:pt x="388385" y="183332"/>
                      <a:pt x="384900" y="189541"/>
                    </a:cubicBezTo>
                    <a:cubicBezTo>
                      <a:pt x="384806" y="189635"/>
                      <a:pt x="384806" y="189729"/>
                      <a:pt x="384712" y="189823"/>
                    </a:cubicBezTo>
                    <a:cubicBezTo>
                      <a:pt x="381227" y="196031"/>
                      <a:pt x="377460" y="201769"/>
                      <a:pt x="373316" y="207131"/>
                    </a:cubicBezTo>
                    <a:cubicBezTo>
                      <a:pt x="373127" y="207413"/>
                      <a:pt x="372939" y="207601"/>
                      <a:pt x="372750" y="207789"/>
                    </a:cubicBezTo>
                    <a:cubicBezTo>
                      <a:pt x="368700" y="213057"/>
                      <a:pt x="364368" y="217948"/>
                      <a:pt x="359847" y="222275"/>
                    </a:cubicBezTo>
                    <a:cubicBezTo>
                      <a:pt x="359658" y="222463"/>
                      <a:pt x="359376" y="222651"/>
                      <a:pt x="359188" y="222934"/>
                    </a:cubicBezTo>
                    <a:cubicBezTo>
                      <a:pt x="354667" y="227261"/>
                      <a:pt x="349957" y="231211"/>
                      <a:pt x="345154" y="234598"/>
                    </a:cubicBezTo>
                    <a:lnTo>
                      <a:pt x="345625" y="236855"/>
                    </a:lnTo>
                    <a:cubicBezTo>
                      <a:pt x="346567" y="236385"/>
                      <a:pt x="347603" y="235915"/>
                      <a:pt x="348639" y="235538"/>
                    </a:cubicBezTo>
                    <a:cubicBezTo>
                      <a:pt x="350899" y="234786"/>
                      <a:pt x="353065" y="234033"/>
                      <a:pt x="355514" y="234033"/>
                    </a:cubicBezTo>
                    <a:cubicBezTo>
                      <a:pt x="359470" y="234033"/>
                      <a:pt x="363238" y="235162"/>
                      <a:pt x="366628" y="237326"/>
                    </a:cubicBezTo>
                    <a:cubicBezTo>
                      <a:pt x="366628" y="237326"/>
                      <a:pt x="380756" y="246450"/>
                      <a:pt x="385371" y="249648"/>
                    </a:cubicBezTo>
                    <a:cubicBezTo>
                      <a:pt x="401854" y="261030"/>
                      <a:pt x="399876" y="279373"/>
                      <a:pt x="399876" y="279373"/>
                    </a:cubicBezTo>
                    <a:cubicBezTo>
                      <a:pt x="410990" y="279655"/>
                      <a:pt x="421822" y="283041"/>
                      <a:pt x="430016" y="289814"/>
                    </a:cubicBezTo>
                    <a:cubicBezTo>
                      <a:pt x="445180" y="302324"/>
                      <a:pt x="447535" y="313330"/>
                      <a:pt x="448382" y="316058"/>
                    </a:cubicBezTo>
                    <a:lnTo>
                      <a:pt x="481630" y="424515"/>
                    </a:lnTo>
                    <a:cubicBezTo>
                      <a:pt x="482855" y="428371"/>
                      <a:pt x="483608" y="432416"/>
                      <a:pt x="483891" y="436461"/>
                    </a:cubicBezTo>
                    <a:cubicBezTo>
                      <a:pt x="484644" y="448595"/>
                      <a:pt x="481159" y="460730"/>
                      <a:pt x="473718" y="470700"/>
                    </a:cubicBezTo>
                    <a:cubicBezTo>
                      <a:pt x="466372" y="480671"/>
                      <a:pt x="455823" y="487538"/>
                      <a:pt x="443956" y="490360"/>
                    </a:cubicBezTo>
                    <a:cubicBezTo>
                      <a:pt x="440000" y="491301"/>
                      <a:pt x="435950" y="491771"/>
                      <a:pt x="431805" y="491771"/>
                    </a:cubicBezTo>
                    <a:lnTo>
                      <a:pt x="325375" y="491771"/>
                    </a:lnTo>
                    <a:lnTo>
                      <a:pt x="337430" y="415296"/>
                    </a:lnTo>
                    <a:cubicBezTo>
                      <a:pt x="338749" y="406454"/>
                      <a:pt x="337807" y="397424"/>
                      <a:pt x="334605" y="389052"/>
                    </a:cubicBezTo>
                    <a:lnTo>
                      <a:pt x="323962" y="360927"/>
                    </a:lnTo>
                    <a:lnTo>
                      <a:pt x="337430" y="347476"/>
                    </a:lnTo>
                    <a:lnTo>
                      <a:pt x="307196" y="317281"/>
                    </a:lnTo>
                    <a:lnTo>
                      <a:pt x="276868" y="347476"/>
                    </a:lnTo>
                    <a:lnTo>
                      <a:pt x="290337" y="360927"/>
                    </a:lnTo>
                    <a:lnTo>
                      <a:pt x="279694" y="389052"/>
                    </a:lnTo>
                    <a:cubicBezTo>
                      <a:pt x="276586" y="397424"/>
                      <a:pt x="275644" y="406454"/>
                      <a:pt x="276963" y="415296"/>
                    </a:cubicBezTo>
                    <a:lnTo>
                      <a:pt x="288736" y="491771"/>
                    </a:lnTo>
                    <a:lnTo>
                      <a:pt x="182493" y="491771"/>
                    </a:lnTo>
                    <a:cubicBezTo>
                      <a:pt x="178443" y="491771"/>
                      <a:pt x="174299" y="491301"/>
                      <a:pt x="170437" y="490360"/>
                    </a:cubicBezTo>
                    <a:cubicBezTo>
                      <a:pt x="158570" y="487538"/>
                      <a:pt x="148021" y="480671"/>
                      <a:pt x="140675" y="470700"/>
                    </a:cubicBezTo>
                    <a:cubicBezTo>
                      <a:pt x="130785" y="457343"/>
                      <a:pt x="127865" y="440223"/>
                      <a:pt x="132669" y="424515"/>
                    </a:cubicBezTo>
                    <a:lnTo>
                      <a:pt x="166011" y="316058"/>
                    </a:lnTo>
                    <a:cubicBezTo>
                      <a:pt x="166858" y="313330"/>
                      <a:pt x="170908" y="300631"/>
                      <a:pt x="184377" y="289814"/>
                    </a:cubicBezTo>
                    <a:cubicBezTo>
                      <a:pt x="192666" y="283229"/>
                      <a:pt x="203403" y="279655"/>
                      <a:pt x="214517" y="279373"/>
                    </a:cubicBezTo>
                    <a:lnTo>
                      <a:pt x="214517" y="279279"/>
                    </a:lnTo>
                    <a:cubicBezTo>
                      <a:pt x="214140" y="273447"/>
                      <a:pt x="211880" y="260654"/>
                      <a:pt x="229022" y="249648"/>
                    </a:cubicBezTo>
                    <a:cubicBezTo>
                      <a:pt x="233731" y="246638"/>
                      <a:pt x="247765" y="237326"/>
                      <a:pt x="247765" y="237326"/>
                    </a:cubicBezTo>
                    <a:cubicBezTo>
                      <a:pt x="251061" y="235162"/>
                      <a:pt x="254923" y="234033"/>
                      <a:pt x="258879" y="234033"/>
                    </a:cubicBezTo>
                    <a:cubicBezTo>
                      <a:pt x="261328" y="234033"/>
                      <a:pt x="263494" y="234786"/>
                      <a:pt x="265754" y="235538"/>
                    </a:cubicBezTo>
                    <a:cubicBezTo>
                      <a:pt x="266790" y="236009"/>
                      <a:pt x="267826" y="236385"/>
                      <a:pt x="268768" y="236855"/>
                    </a:cubicBezTo>
                    <a:lnTo>
                      <a:pt x="269239" y="234598"/>
                    </a:lnTo>
                    <a:cubicBezTo>
                      <a:pt x="264436" y="231211"/>
                      <a:pt x="259726" y="227261"/>
                      <a:pt x="255205" y="222934"/>
                    </a:cubicBezTo>
                    <a:cubicBezTo>
                      <a:pt x="254923" y="222651"/>
                      <a:pt x="254735" y="222463"/>
                      <a:pt x="254546" y="222275"/>
                    </a:cubicBezTo>
                    <a:cubicBezTo>
                      <a:pt x="250025" y="217948"/>
                      <a:pt x="245693" y="213057"/>
                      <a:pt x="241548" y="207789"/>
                    </a:cubicBezTo>
                    <a:cubicBezTo>
                      <a:pt x="241454" y="207601"/>
                      <a:pt x="241266" y="207413"/>
                      <a:pt x="241077" y="207225"/>
                    </a:cubicBezTo>
                    <a:cubicBezTo>
                      <a:pt x="236933" y="201769"/>
                      <a:pt x="233072" y="196031"/>
                      <a:pt x="229681" y="189823"/>
                    </a:cubicBezTo>
                    <a:cubicBezTo>
                      <a:pt x="229587" y="189729"/>
                      <a:pt x="229587" y="189635"/>
                      <a:pt x="229493" y="189635"/>
                    </a:cubicBezTo>
                    <a:cubicBezTo>
                      <a:pt x="226008" y="183332"/>
                      <a:pt x="222899" y="176654"/>
                      <a:pt x="220356" y="169787"/>
                    </a:cubicBezTo>
                    <a:cubicBezTo>
                      <a:pt x="214140" y="168658"/>
                      <a:pt x="208301" y="165084"/>
                      <a:pt x="203497" y="159910"/>
                    </a:cubicBezTo>
                    <a:cubicBezTo>
                      <a:pt x="203309" y="159722"/>
                      <a:pt x="203214" y="159628"/>
                      <a:pt x="203120" y="159534"/>
                    </a:cubicBezTo>
                    <a:cubicBezTo>
                      <a:pt x="200860" y="157088"/>
                      <a:pt x="198976" y="154172"/>
                      <a:pt x="197281" y="151068"/>
                    </a:cubicBezTo>
                    <a:cubicBezTo>
                      <a:pt x="196998" y="150504"/>
                      <a:pt x="196716" y="149939"/>
                      <a:pt x="196433" y="149281"/>
                    </a:cubicBezTo>
                    <a:cubicBezTo>
                      <a:pt x="194832" y="146083"/>
                      <a:pt x="193513" y="142602"/>
                      <a:pt x="192666" y="138840"/>
                    </a:cubicBezTo>
                    <a:cubicBezTo>
                      <a:pt x="188145" y="118428"/>
                      <a:pt x="197092" y="99050"/>
                      <a:pt x="212727" y="95476"/>
                    </a:cubicBezTo>
                    <a:lnTo>
                      <a:pt x="212727" y="85787"/>
                    </a:lnTo>
                    <a:cubicBezTo>
                      <a:pt x="212727" y="38378"/>
                      <a:pt x="251155" y="0"/>
                      <a:pt x="298626" y="0"/>
                    </a:cubicBezTo>
                    <a:close/>
                  </a:path>
                </a:pathLst>
              </a:custGeom>
              <a:solidFill>
                <a:schemeClr val="tx1">
                  <a:lumMod val="50000"/>
                  <a:lumOff val="50000"/>
                </a:schemeClr>
              </a:solidFill>
              <a:ln w="25400" cap="flat" cmpd="sng" algn="ctr">
                <a:noFill/>
                <a:prstDash val="solid"/>
                <a:round/>
                <a:headEnd type="none" w="med" len="med"/>
                <a:tailEnd type="none" w="med" len="med"/>
              </a:ln>
              <a:effectLst/>
            </p:spPr>
            <p:txBody>
              <a:bodyPr vert="horz" wrap="square" lIns="91440" tIns="45720" rIns="91440" bIns="45720" numCol="1" anchor="t" anchorCtr="0" compatLnSpc="1">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id-ID">
                  <a:cs typeface="+mn-ea"/>
                  <a:sym typeface="+mn-lt"/>
                </a:endParaRPr>
              </a:p>
            </p:txBody>
          </p:sp>
          <p:grpSp>
            <p:nvGrpSpPr>
              <p:cNvPr id="31" name="组合 30"/>
              <p:cNvGrpSpPr/>
              <p:nvPr/>
            </p:nvGrpSpPr>
            <p:grpSpPr>
              <a:xfrm>
                <a:off x="7559420" y="1457595"/>
                <a:ext cx="3959480" cy="1056347"/>
                <a:chOff x="7137145" y="1586574"/>
                <a:chExt cx="4381755" cy="1056347"/>
              </a:xfrm>
            </p:grpSpPr>
            <p:sp>
              <p:nvSpPr>
                <p:cNvPr id="32" name="矩形 31"/>
                <p:cNvSpPr/>
                <p:nvPr/>
              </p:nvSpPr>
              <p:spPr bwMode="auto">
                <a:xfrm>
                  <a:off x="7137145" y="1999455"/>
                  <a:ext cx="4381755" cy="643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nSpc>
                      <a:spcPct val="150000"/>
                    </a:lnSpc>
                    <a:buFont typeface="Arial" panose="020B0604020202020204" pitchFamily="34" charset="0"/>
                    <a:buChar char="•"/>
                  </a:pPr>
                  <a:r>
                    <a:rPr lang="zh-CN" altLang="en-US" sz="1100" dirty="0"/>
                    <a:t>避免在同一时间段需要参与多个课程的情况</a:t>
                  </a:r>
                  <a:endParaRPr lang="en-US" altLang="zh-CN" sz="1100" dirty="0"/>
                </a:p>
                <a:p>
                  <a:pPr marL="171450" indent="-171450">
                    <a:lnSpc>
                      <a:spcPct val="150000"/>
                    </a:lnSpc>
                    <a:buFont typeface="Arial" panose="020B0604020202020204" pitchFamily="34" charset="0"/>
                    <a:buChar char="•"/>
                  </a:pPr>
                  <a:r>
                    <a:rPr lang="zh-CN" altLang="en-US" sz="1100" dirty="0"/>
                    <a:t>有助于提高时间管理效率，减少冲突和调整的工作量</a:t>
                  </a:r>
                  <a:endParaRPr lang="en-US" altLang="zh-CN" sz="1100" dirty="0">
                    <a:cs typeface="+mn-ea"/>
                    <a:sym typeface="+mn-lt"/>
                  </a:endParaRPr>
                </a:p>
              </p:txBody>
            </p:sp>
            <p:sp>
              <p:nvSpPr>
                <p:cNvPr id="33" name="文本框 32"/>
                <p:cNvSpPr txBox="1"/>
                <p:nvPr/>
              </p:nvSpPr>
              <p:spPr bwMode="auto">
                <a:xfrm>
                  <a:off x="7137145" y="1586574"/>
                  <a:ext cx="4381755" cy="41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spcBef>
                      <a:spcPct val="0"/>
                    </a:spcBef>
                  </a:pPr>
                  <a:r>
                    <a:rPr lang="zh-CN" altLang="en-US" b="1" dirty="0">
                      <a:cs typeface="+mn-ea"/>
                      <a:sym typeface="+mn-lt"/>
                    </a:rPr>
                    <a:t>实时检测冲突</a:t>
                  </a:r>
                  <a:endParaRPr lang="en-US" altLang="zh-CN" b="1" dirty="0">
                    <a:cs typeface="+mn-ea"/>
                    <a:sym typeface="+mn-lt"/>
                  </a:endParaRPr>
                </a:p>
              </p:txBody>
            </p:sp>
          </p:grpSp>
        </p:grpSp>
        <p:grpSp>
          <p:nvGrpSpPr>
            <p:cNvPr id="8" name="组合 7"/>
            <p:cNvGrpSpPr/>
            <p:nvPr/>
          </p:nvGrpSpPr>
          <p:grpSpPr>
            <a:xfrm>
              <a:off x="6161197" y="2837885"/>
              <a:ext cx="5357703" cy="1520437"/>
              <a:chOff x="6161197" y="2837885"/>
              <a:chExt cx="5357703" cy="1520437"/>
            </a:xfrm>
          </p:grpSpPr>
          <p:sp>
            <p:nvSpPr>
              <p:cNvPr id="18" name="矩形 17"/>
              <p:cNvSpPr/>
              <p:nvPr/>
            </p:nvSpPr>
            <p:spPr>
              <a:xfrm>
                <a:off x="6852515" y="3015526"/>
                <a:ext cx="4666385" cy="11651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cs typeface="+mn-ea"/>
                  <a:sym typeface="+mn-lt"/>
                </a:endParaRPr>
              </a:p>
            </p:txBody>
          </p:sp>
          <p:sp>
            <p:nvSpPr>
              <p:cNvPr id="19" name="任意多边形: 形状 18"/>
              <p:cNvSpPr/>
              <p:nvPr/>
            </p:nvSpPr>
            <p:spPr bwMode="auto">
              <a:xfrm flipH="1">
                <a:off x="6161197" y="2837885"/>
                <a:ext cx="691318" cy="1520437"/>
              </a:xfrm>
              <a:custGeom>
                <a:avLst/>
                <a:gdLst>
                  <a:gd name="T0" fmla="*/ 493 w 698"/>
                  <a:gd name="T1" fmla="*/ 204 h 1395"/>
                  <a:gd name="T2" fmla="*/ 0 w 698"/>
                  <a:gd name="T3" fmla="*/ 0 h 1395"/>
                  <a:gd name="T4" fmla="*/ 0 w 698"/>
                  <a:gd name="T5" fmla="*/ 86 h 1395"/>
                  <a:gd name="T6" fmla="*/ 432 w 698"/>
                  <a:gd name="T7" fmla="*/ 265 h 1395"/>
                  <a:gd name="T8" fmla="*/ 611 w 698"/>
                  <a:gd name="T9" fmla="*/ 697 h 1395"/>
                  <a:gd name="T10" fmla="*/ 432 w 698"/>
                  <a:gd name="T11" fmla="*/ 1130 h 1395"/>
                  <a:gd name="T12" fmla="*/ 0 w 698"/>
                  <a:gd name="T13" fmla="*/ 1309 h 1395"/>
                  <a:gd name="T14" fmla="*/ 0 w 698"/>
                  <a:gd name="T15" fmla="*/ 1395 h 1395"/>
                  <a:gd name="T16" fmla="*/ 493 w 698"/>
                  <a:gd name="T17" fmla="*/ 1191 h 1395"/>
                  <a:gd name="T18" fmla="*/ 698 w 698"/>
                  <a:gd name="T19" fmla="*/ 697 h 1395"/>
                  <a:gd name="T20" fmla="*/ 493 w 698"/>
                  <a:gd name="T21" fmla="*/ 204 h 1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98" h="1395">
                    <a:moveTo>
                      <a:pt x="493" y="204"/>
                    </a:moveTo>
                    <a:cubicBezTo>
                      <a:pt x="361" y="72"/>
                      <a:pt x="186" y="0"/>
                      <a:pt x="0" y="0"/>
                    </a:cubicBezTo>
                    <a:cubicBezTo>
                      <a:pt x="0" y="86"/>
                      <a:pt x="0" y="86"/>
                      <a:pt x="0" y="86"/>
                    </a:cubicBezTo>
                    <a:cubicBezTo>
                      <a:pt x="163" y="86"/>
                      <a:pt x="317" y="150"/>
                      <a:pt x="432" y="265"/>
                    </a:cubicBezTo>
                    <a:cubicBezTo>
                      <a:pt x="548" y="381"/>
                      <a:pt x="611" y="534"/>
                      <a:pt x="611" y="697"/>
                    </a:cubicBezTo>
                    <a:cubicBezTo>
                      <a:pt x="611" y="861"/>
                      <a:pt x="548" y="1014"/>
                      <a:pt x="432" y="1130"/>
                    </a:cubicBezTo>
                    <a:cubicBezTo>
                      <a:pt x="317" y="1245"/>
                      <a:pt x="163" y="1309"/>
                      <a:pt x="0" y="1309"/>
                    </a:cubicBezTo>
                    <a:cubicBezTo>
                      <a:pt x="0" y="1395"/>
                      <a:pt x="0" y="1395"/>
                      <a:pt x="0" y="1395"/>
                    </a:cubicBezTo>
                    <a:cubicBezTo>
                      <a:pt x="186" y="1395"/>
                      <a:pt x="361" y="1323"/>
                      <a:pt x="493" y="1191"/>
                    </a:cubicBezTo>
                    <a:cubicBezTo>
                      <a:pt x="625" y="1059"/>
                      <a:pt x="698" y="884"/>
                      <a:pt x="698" y="697"/>
                    </a:cubicBezTo>
                    <a:cubicBezTo>
                      <a:pt x="698" y="511"/>
                      <a:pt x="625" y="336"/>
                      <a:pt x="493" y="204"/>
                    </a:cubicBezTo>
                    <a:close/>
                  </a:path>
                </a:pathLst>
              </a:custGeom>
              <a:solidFill>
                <a:schemeClr val="accent1"/>
              </a:solidFill>
              <a:ln>
                <a:noFill/>
              </a:ln>
            </p:spPr>
            <p:txBody>
              <a:bodyPr vert="horz" wrap="square" lIns="121920" tIns="60960" rIns="121920" bIns="60960" numCol="1" anchor="t" anchorCtr="0" compatLnSpc="1"/>
              <a:lstStyle/>
              <a:p>
                <a:endParaRPr lang="en-US" sz="2400">
                  <a:cs typeface="+mn-ea"/>
                  <a:sym typeface="+mn-lt"/>
                </a:endParaRPr>
              </a:p>
            </p:txBody>
          </p:sp>
          <p:sp>
            <p:nvSpPr>
              <p:cNvPr id="20" name="椭圆 19"/>
              <p:cNvSpPr/>
              <p:nvPr/>
            </p:nvSpPr>
            <p:spPr>
              <a:xfrm>
                <a:off x="6392742" y="3007810"/>
                <a:ext cx="1180587" cy="118058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cs typeface="+mn-ea"/>
                  <a:sym typeface="+mn-lt"/>
                </a:endParaRPr>
              </a:p>
            </p:txBody>
          </p:sp>
          <p:sp>
            <p:nvSpPr>
              <p:cNvPr id="21" name="椭圆 20"/>
              <p:cNvSpPr/>
              <p:nvPr/>
            </p:nvSpPr>
            <p:spPr>
              <a:xfrm>
                <a:off x="6579856" y="3194925"/>
                <a:ext cx="806357" cy="80635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cs typeface="+mn-ea"/>
                  <a:sym typeface="+mn-lt"/>
                </a:endParaRPr>
              </a:p>
            </p:txBody>
          </p:sp>
          <p:sp>
            <p:nvSpPr>
              <p:cNvPr id="22" name="任意多边形: 形状 21"/>
              <p:cNvSpPr/>
              <p:nvPr/>
            </p:nvSpPr>
            <p:spPr bwMode="auto">
              <a:xfrm>
                <a:off x="6788465" y="3410982"/>
                <a:ext cx="389138" cy="374242"/>
              </a:xfrm>
              <a:custGeom>
                <a:avLst/>
                <a:gdLst>
                  <a:gd name="connsiteX0" fmla="*/ 61288 w 609549"/>
                  <a:gd name="connsiteY0" fmla="*/ 383285 h 586216"/>
                  <a:gd name="connsiteX1" fmla="*/ 71162 w 609549"/>
                  <a:gd name="connsiteY1" fmla="*/ 387101 h 586216"/>
                  <a:gd name="connsiteX2" fmla="*/ 120018 w 609549"/>
                  <a:gd name="connsiteY2" fmla="*/ 435892 h 586216"/>
                  <a:gd name="connsiteX3" fmla="*/ 120018 w 609549"/>
                  <a:gd name="connsiteY3" fmla="*/ 454200 h 586216"/>
                  <a:gd name="connsiteX4" fmla="*/ 56639 w 609549"/>
                  <a:gd name="connsiteY4" fmla="*/ 517543 h 586216"/>
                  <a:gd name="connsiteX5" fmla="*/ 35592 w 609549"/>
                  <a:gd name="connsiteY5" fmla="*/ 513644 h 586216"/>
                  <a:gd name="connsiteX6" fmla="*/ 51877 w 609549"/>
                  <a:gd name="connsiteY6" fmla="*/ 388099 h 586216"/>
                  <a:gd name="connsiteX7" fmla="*/ 61288 w 609549"/>
                  <a:gd name="connsiteY7" fmla="*/ 383285 h 586216"/>
                  <a:gd name="connsiteX8" fmla="*/ 235245 w 609549"/>
                  <a:gd name="connsiteY8" fmla="*/ 302810 h 586216"/>
                  <a:gd name="connsiteX9" fmla="*/ 306042 w 609549"/>
                  <a:gd name="connsiteY9" fmla="*/ 373466 h 586216"/>
                  <a:gd name="connsiteX10" fmla="*/ 258717 w 609549"/>
                  <a:gd name="connsiteY10" fmla="*/ 420680 h 586216"/>
                  <a:gd name="connsiteX11" fmla="*/ 230246 w 609549"/>
                  <a:gd name="connsiteY11" fmla="*/ 550152 h 586216"/>
                  <a:gd name="connsiteX12" fmla="*/ 92223 w 609549"/>
                  <a:gd name="connsiteY12" fmla="*/ 575305 h 586216"/>
                  <a:gd name="connsiteX13" fmla="*/ 88748 w 609549"/>
                  <a:gd name="connsiteY13" fmla="*/ 556143 h 586216"/>
                  <a:gd name="connsiteX14" fmla="*/ 165115 w 609549"/>
                  <a:gd name="connsiteY14" fmla="*/ 479877 h 586216"/>
                  <a:gd name="connsiteX15" fmla="*/ 165115 w 609549"/>
                  <a:gd name="connsiteY15" fmla="*/ 446308 h 586216"/>
                  <a:gd name="connsiteX16" fmla="*/ 88700 w 609549"/>
                  <a:gd name="connsiteY16" fmla="*/ 369995 h 586216"/>
                  <a:gd name="connsiteX17" fmla="*/ 92128 w 609549"/>
                  <a:gd name="connsiteY17" fmla="*/ 350976 h 586216"/>
                  <a:gd name="connsiteX18" fmla="*/ 189111 w 609549"/>
                  <a:gd name="connsiteY18" fmla="*/ 348884 h 586216"/>
                  <a:gd name="connsiteX19" fmla="*/ 257958 w 609549"/>
                  <a:gd name="connsiteY19" fmla="*/ 161679 h 586216"/>
                  <a:gd name="connsiteX20" fmla="*/ 317251 w 609549"/>
                  <a:gd name="connsiteY20" fmla="*/ 220879 h 586216"/>
                  <a:gd name="connsiteX21" fmla="*/ 388070 w 609549"/>
                  <a:gd name="connsiteY21" fmla="*/ 291586 h 586216"/>
                  <a:gd name="connsiteX22" fmla="*/ 604906 w 609549"/>
                  <a:gd name="connsiteY22" fmla="*/ 508130 h 586216"/>
                  <a:gd name="connsiteX23" fmla="*/ 604906 w 609549"/>
                  <a:gd name="connsiteY23" fmla="*/ 530526 h 586216"/>
                  <a:gd name="connsiteX24" fmla="*/ 556567 w 609549"/>
                  <a:gd name="connsiteY24" fmla="*/ 578789 h 586216"/>
                  <a:gd name="connsiteX25" fmla="*/ 545327 w 609549"/>
                  <a:gd name="connsiteY25" fmla="*/ 583449 h 586216"/>
                  <a:gd name="connsiteX26" fmla="*/ 534135 w 609549"/>
                  <a:gd name="connsiteY26" fmla="*/ 578789 h 586216"/>
                  <a:gd name="connsiteX27" fmla="*/ 317251 w 609549"/>
                  <a:gd name="connsiteY27" fmla="*/ 362293 h 586216"/>
                  <a:gd name="connsiteX28" fmla="*/ 246481 w 609549"/>
                  <a:gd name="connsiteY28" fmla="*/ 291586 h 586216"/>
                  <a:gd name="connsiteX29" fmla="*/ 187140 w 609549"/>
                  <a:gd name="connsiteY29" fmla="*/ 232339 h 586216"/>
                  <a:gd name="connsiteX30" fmla="*/ 58606 w 609549"/>
                  <a:gd name="connsiteY30" fmla="*/ 160814 h 586216"/>
                  <a:gd name="connsiteX31" fmla="*/ 126401 w 609549"/>
                  <a:gd name="connsiteY31" fmla="*/ 228498 h 586216"/>
                  <a:gd name="connsiteX32" fmla="*/ 111975 w 609549"/>
                  <a:gd name="connsiteY32" fmla="*/ 242899 h 586216"/>
                  <a:gd name="connsiteX33" fmla="*/ 119307 w 609549"/>
                  <a:gd name="connsiteY33" fmla="*/ 250219 h 586216"/>
                  <a:gd name="connsiteX34" fmla="*/ 119307 w 609549"/>
                  <a:gd name="connsiteY34" fmla="*/ 277692 h 586216"/>
                  <a:gd name="connsiteX35" fmla="*/ 115641 w 609549"/>
                  <a:gd name="connsiteY35" fmla="*/ 281352 h 586216"/>
                  <a:gd name="connsiteX36" fmla="*/ 88123 w 609549"/>
                  <a:gd name="connsiteY36" fmla="*/ 281352 h 586216"/>
                  <a:gd name="connsiteX37" fmla="*/ 5712 w 609549"/>
                  <a:gd name="connsiteY37" fmla="*/ 199029 h 586216"/>
                  <a:gd name="connsiteX38" fmla="*/ 5712 w 609549"/>
                  <a:gd name="connsiteY38" fmla="*/ 171604 h 586216"/>
                  <a:gd name="connsiteX39" fmla="*/ 9378 w 609549"/>
                  <a:gd name="connsiteY39" fmla="*/ 167944 h 586216"/>
                  <a:gd name="connsiteX40" fmla="*/ 36849 w 609549"/>
                  <a:gd name="connsiteY40" fmla="*/ 167944 h 586216"/>
                  <a:gd name="connsiteX41" fmla="*/ 44180 w 609549"/>
                  <a:gd name="connsiteY41" fmla="*/ 175264 h 586216"/>
                  <a:gd name="connsiteX42" fmla="*/ 585775 w 609549"/>
                  <a:gd name="connsiteY42" fmla="*/ 66370 h 586216"/>
                  <a:gd name="connsiteX43" fmla="*/ 595263 w 609549"/>
                  <a:gd name="connsiteY43" fmla="*/ 73839 h 586216"/>
                  <a:gd name="connsiteX44" fmla="*/ 578978 w 609549"/>
                  <a:gd name="connsiteY44" fmla="*/ 199341 h 586216"/>
                  <a:gd name="connsiteX45" fmla="*/ 559693 w 609549"/>
                  <a:gd name="connsiteY45" fmla="*/ 200387 h 586216"/>
                  <a:gd name="connsiteX46" fmla="*/ 510789 w 609549"/>
                  <a:gd name="connsiteY46" fmla="*/ 151612 h 586216"/>
                  <a:gd name="connsiteX47" fmla="*/ 510789 w 609549"/>
                  <a:gd name="connsiteY47" fmla="*/ 133262 h 586216"/>
                  <a:gd name="connsiteX48" fmla="*/ 574216 w 609549"/>
                  <a:gd name="connsiteY48" fmla="*/ 69988 h 586216"/>
                  <a:gd name="connsiteX49" fmla="*/ 585775 w 609549"/>
                  <a:gd name="connsiteY49" fmla="*/ 66370 h 586216"/>
                  <a:gd name="connsiteX50" fmla="*/ 158702 w 609549"/>
                  <a:gd name="connsiteY50" fmla="*/ 26758 h 586216"/>
                  <a:gd name="connsiteX51" fmla="*/ 172463 w 609549"/>
                  <a:gd name="connsiteY51" fmla="*/ 32464 h 586216"/>
                  <a:gd name="connsiteX52" fmla="*/ 179701 w 609549"/>
                  <a:gd name="connsiteY52" fmla="*/ 39691 h 586216"/>
                  <a:gd name="connsiteX53" fmla="*/ 246935 w 609549"/>
                  <a:gd name="connsiteY53" fmla="*/ 106831 h 586216"/>
                  <a:gd name="connsiteX54" fmla="*/ 254886 w 609549"/>
                  <a:gd name="connsiteY54" fmla="*/ 114819 h 586216"/>
                  <a:gd name="connsiteX55" fmla="*/ 257600 w 609549"/>
                  <a:gd name="connsiteY55" fmla="*/ 138879 h 586216"/>
                  <a:gd name="connsiteX56" fmla="*/ 254886 w 609549"/>
                  <a:gd name="connsiteY56" fmla="*/ 142255 h 586216"/>
                  <a:gd name="connsiteX57" fmla="*/ 252315 w 609549"/>
                  <a:gd name="connsiteY57" fmla="*/ 144823 h 586216"/>
                  <a:gd name="connsiteX58" fmla="*/ 246696 w 609549"/>
                  <a:gd name="connsiteY58" fmla="*/ 150434 h 586216"/>
                  <a:gd name="connsiteX59" fmla="*/ 175892 w 609549"/>
                  <a:gd name="connsiteY59" fmla="*/ 221140 h 586216"/>
                  <a:gd name="connsiteX60" fmla="*/ 172463 w 609549"/>
                  <a:gd name="connsiteY60" fmla="*/ 224611 h 586216"/>
                  <a:gd name="connsiteX61" fmla="*/ 170130 w 609549"/>
                  <a:gd name="connsiteY61" fmla="*/ 226560 h 586216"/>
                  <a:gd name="connsiteX62" fmla="*/ 162274 w 609549"/>
                  <a:gd name="connsiteY62" fmla="*/ 229936 h 586216"/>
                  <a:gd name="connsiteX63" fmla="*/ 158702 w 609549"/>
                  <a:gd name="connsiteY63" fmla="*/ 230269 h 586216"/>
                  <a:gd name="connsiteX64" fmla="*/ 144942 w 609549"/>
                  <a:gd name="connsiteY64" fmla="*/ 224611 h 586216"/>
                  <a:gd name="connsiteX65" fmla="*/ 137609 w 609549"/>
                  <a:gd name="connsiteY65" fmla="*/ 217288 h 586216"/>
                  <a:gd name="connsiteX66" fmla="*/ 69804 w 609549"/>
                  <a:gd name="connsiteY66" fmla="*/ 149578 h 586216"/>
                  <a:gd name="connsiteX67" fmla="*/ 62519 w 609549"/>
                  <a:gd name="connsiteY67" fmla="*/ 142255 h 586216"/>
                  <a:gd name="connsiteX68" fmla="*/ 62519 w 609549"/>
                  <a:gd name="connsiteY68" fmla="*/ 114819 h 586216"/>
                  <a:gd name="connsiteX69" fmla="*/ 144942 w 609549"/>
                  <a:gd name="connsiteY69" fmla="*/ 32464 h 586216"/>
                  <a:gd name="connsiteX70" fmla="*/ 158702 w 609549"/>
                  <a:gd name="connsiteY70" fmla="*/ 26758 h 586216"/>
                  <a:gd name="connsiteX71" fmla="*/ 254809 w 609549"/>
                  <a:gd name="connsiteY71" fmla="*/ 6542 h 586216"/>
                  <a:gd name="connsiteX72" fmla="*/ 321015 w 609549"/>
                  <a:gd name="connsiteY72" fmla="*/ 29913 h 586216"/>
                  <a:gd name="connsiteX73" fmla="*/ 260017 w 609549"/>
                  <a:gd name="connsiteY73" fmla="*/ 97465 h 586216"/>
                  <a:gd name="connsiteX74" fmla="*/ 193067 w 609549"/>
                  <a:gd name="connsiteY74" fmla="*/ 30626 h 586216"/>
                  <a:gd name="connsiteX75" fmla="*/ 254809 w 609549"/>
                  <a:gd name="connsiteY75" fmla="*/ 6542 h 586216"/>
                  <a:gd name="connsiteX76" fmla="*/ 503105 w 609549"/>
                  <a:gd name="connsiteY76" fmla="*/ 953 h 586216"/>
                  <a:gd name="connsiteX77" fmla="*/ 538560 w 609549"/>
                  <a:gd name="connsiteY77" fmla="*/ 10911 h 586216"/>
                  <a:gd name="connsiteX78" fmla="*/ 542083 w 609549"/>
                  <a:gd name="connsiteY78" fmla="*/ 30073 h 586216"/>
                  <a:gd name="connsiteX79" fmla="*/ 465709 w 609549"/>
                  <a:gd name="connsiteY79" fmla="*/ 106341 h 586216"/>
                  <a:gd name="connsiteX80" fmla="*/ 465709 w 609549"/>
                  <a:gd name="connsiteY80" fmla="*/ 139911 h 586216"/>
                  <a:gd name="connsiteX81" fmla="*/ 542131 w 609549"/>
                  <a:gd name="connsiteY81" fmla="*/ 216227 h 586216"/>
                  <a:gd name="connsiteX82" fmla="*/ 538655 w 609549"/>
                  <a:gd name="connsiteY82" fmla="*/ 235246 h 586216"/>
                  <a:gd name="connsiteX83" fmla="*/ 442187 w 609549"/>
                  <a:gd name="connsiteY83" fmla="*/ 237528 h 586216"/>
                  <a:gd name="connsiteX84" fmla="*/ 399238 w 609549"/>
                  <a:gd name="connsiteY84" fmla="*/ 280370 h 586216"/>
                  <a:gd name="connsiteX85" fmla="*/ 328482 w 609549"/>
                  <a:gd name="connsiteY85" fmla="*/ 209712 h 586216"/>
                  <a:gd name="connsiteX86" fmla="*/ 372240 w 609549"/>
                  <a:gd name="connsiteY86" fmla="*/ 166015 h 586216"/>
                  <a:gd name="connsiteX87" fmla="*/ 400571 w 609549"/>
                  <a:gd name="connsiteY87" fmla="*/ 36064 h 586216"/>
                  <a:gd name="connsiteX88" fmla="*/ 503105 w 609549"/>
                  <a:gd name="connsiteY88" fmla="*/ 953 h 586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Lst>
                <a:rect l="l" t="t" r="r" b="b"/>
                <a:pathLst>
                  <a:path w="609549" h="586216">
                    <a:moveTo>
                      <a:pt x="61288" y="383285"/>
                    </a:moveTo>
                    <a:cubicBezTo>
                      <a:pt x="64829" y="383106"/>
                      <a:pt x="68448" y="384367"/>
                      <a:pt x="71162" y="387101"/>
                    </a:cubicBezTo>
                    <a:lnTo>
                      <a:pt x="120018" y="435892"/>
                    </a:lnTo>
                    <a:cubicBezTo>
                      <a:pt x="125113" y="440933"/>
                      <a:pt x="125113" y="449160"/>
                      <a:pt x="120018" y="454200"/>
                    </a:cubicBezTo>
                    <a:lnTo>
                      <a:pt x="56639" y="517543"/>
                    </a:lnTo>
                    <a:cubicBezTo>
                      <a:pt x="50211" y="523963"/>
                      <a:pt x="39211" y="522013"/>
                      <a:pt x="35592" y="513644"/>
                    </a:cubicBezTo>
                    <a:cubicBezTo>
                      <a:pt x="17783" y="472794"/>
                      <a:pt x="23211" y="424288"/>
                      <a:pt x="51877" y="388099"/>
                    </a:cubicBezTo>
                    <a:cubicBezTo>
                      <a:pt x="54282" y="385079"/>
                      <a:pt x="57746" y="383463"/>
                      <a:pt x="61288" y="383285"/>
                    </a:cubicBezTo>
                    <a:close/>
                    <a:moveTo>
                      <a:pt x="235245" y="302810"/>
                    </a:moveTo>
                    <a:lnTo>
                      <a:pt x="306042" y="373466"/>
                    </a:lnTo>
                    <a:lnTo>
                      <a:pt x="258717" y="420680"/>
                    </a:lnTo>
                    <a:cubicBezTo>
                      <a:pt x="274667" y="464329"/>
                      <a:pt x="265192" y="515300"/>
                      <a:pt x="230246" y="550152"/>
                    </a:cubicBezTo>
                    <a:cubicBezTo>
                      <a:pt x="192919" y="587430"/>
                      <a:pt x="137644" y="595798"/>
                      <a:pt x="92223" y="575305"/>
                    </a:cubicBezTo>
                    <a:cubicBezTo>
                      <a:pt x="84701" y="571882"/>
                      <a:pt x="82892" y="561992"/>
                      <a:pt x="88748" y="556143"/>
                    </a:cubicBezTo>
                    <a:lnTo>
                      <a:pt x="165115" y="479877"/>
                    </a:lnTo>
                    <a:cubicBezTo>
                      <a:pt x="174399" y="470605"/>
                      <a:pt x="174399" y="455580"/>
                      <a:pt x="165115" y="446308"/>
                    </a:cubicBezTo>
                    <a:lnTo>
                      <a:pt x="88700" y="369995"/>
                    </a:lnTo>
                    <a:cubicBezTo>
                      <a:pt x="82844" y="364194"/>
                      <a:pt x="84653" y="354399"/>
                      <a:pt x="92128" y="350976"/>
                    </a:cubicBezTo>
                    <a:cubicBezTo>
                      <a:pt x="122789" y="337092"/>
                      <a:pt x="157973" y="336379"/>
                      <a:pt x="189111" y="348884"/>
                    </a:cubicBezTo>
                    <a:close/>
                    <a:moveTo>
                      <a:pt x="257958" y="161679"/>
                    </a:moveTo>
                    <a:lnTo>
                      <a:pt x="317251" y="220879"/>
                    </a:lnTo>
                    <a:lnTo>
                      <a:pt x="388070" y="291586"/>
                    </a:lnTo>
                    <a:lnTo>
                      <a:pt x="604906" y="508130"/>
                    </a:lnTo>
                    <a:cubicBezTo>
                      <a:pt x="611097" y="514311"/>
                      <a:pt x="611097" y="524344"/>
                      <a:pt x="604906" y="530526"/>
                    </a:cubicBezTo>
                    <a:lnTo>
                      <a:pt x="556567" y="578789"/>
                    </a:lnTo>
                    <a:cubicBezTo>
                      <a:pt x="553471" y="581880"/>
                      <a:pt x="549423" y="583449"/>
                      <a:pt x="545327" y="583449"/>
                    </a:cubicBezTo>
                    <a:cubicBezTo>
                      <a:pt x="541279" y="583449"/>
                      <a:pt x="537231" y="581880"/>
                      <a:pt x="534135" y="578789"/>
                    </a:cubicBezTo>
                    <a:lnTo>
                      <a:pt x="317251" y="362293"/>
                    </a:lnTo>
                    <a:lnTo>
                      <a:pt x="246481" y="291586"/>
                    </a:lnTo>
                    <a:lnTo>
                      <a:pt x="187140" y="232339"/>
                    </a:lnTo>
                    <a:close/>
                    <a:moveTo>
                      <a:pt x="58606" y="160814"/>
                    </a:moveTo>
                    <a:lnTo>
                      <a:pt x="126401" y="228498"/>
                    </a:lnTo>
                    <a:lnTo>
                      <a:pt x="111975" y="242899"/>
                    </a:lnTo>
                    <a:lnTo>
                      <a:pt x="119307" y="250219"/>
                    </a:lnTo>
                    <a:cubicBezTo>
                      <a:pt x="126877" y="257824"/>
                      <a:pt x="126877" y="270087"/>
                      <a:pt x="119307" y="277692"/>
                    </a:cubicBezTo>
                    <a:lnTo>
                      <a:pt x="115641" y="281352"/>
                    </a:lnTo>
                    <a:cubicBezTo>
                      <a:pt x="108024" y="288909"/>
                      <a:pt x="95741" y="288909"/>
                      <a:pt x="88123" y="281352"/>
                    </a:cubicBezTo>
                    <a:lnTo>
                      <a:pt x="5712" y="199029"/>
                    </a:lnTo>
                    <a:cubicBezTo>
                      <a:pt x="-1905" y="191424"/>
                      <a:pt x="-1905" y="179161"/>
                      <a:pt x="5712" y="171604"/>
                    </a:cubicBezTo>
                    <a:lnTo>
                      <a:pt x="9378" y="167944"/>
                    </a:lnTo>
                    <a:cubicBezTo>
                      <a:pt x="16948" y="160339"/>
                      <a:pt x="29231" y="160339"/>
                      <a:pt x="36849" y="167944"/>
                    </a:cubicBezTo>
                    <a:lnTo>
                      <a:pt x="44180" y="175264"/>
                    </a:lnTo>
                    <a:close/>
                    <a:moveTo>
                      <a:pt x="585775" y="66370"/>
                    </a:moveTo>
                    <a:cubicBezTo>
                      <a:pt x="589775" y="67101"/>
                      <a:pt x="593430" y="69680"/>
                      <a:pt x="595263" y="73839"/>
                    </a:cubicBezTo>
                    <a:cubicBezTo>
                      <a:pt x="613072" y="114675"/>
                      <a:pt x="607644" y="163212"/>
                      <a:pt x="578978" y="199341"/>
                    </a:cubicBezTo>
                    <a:cubicBezTo>
                      <a:pt x="574168" y="205379"/>
                      <a:pt x="565121" y="205854"/>
                      <a:pt x="559693" y="200387"/>
                    </a:cubicBezTo>
                    <a:lnTo>
                      <a:pt x="510789" y="151612"/>
                    </a:lnTo>
                    <a:cubicBezTo>
                      <a:pt x="505742" y="146526"/>
                      <a:pt x="505742" y="138349"/>
                      <a:pt x="510789" y="133262"/>
                    </a:cubicBezTo>
                    <a:lnTo>
                      <a:pt x="574216" y="69988"/>
                    </a:lnTo>
                    <a:cubicBezTo>
                      <a:pt x="577430" y="66756"/>
                      <a:pt x="581775" y="65639"/>
                      <a:pt x="585775" y="66370"/>
                    </a:cubicBezTo>
                    <a:close/>
                    <a:moveTo>
                      <a:pt x="158702" y="26758"/>
                    </a:moveTo>
                    <a:cubicBezTo>
                      <a:pt x="163655" y="26758"/>
                      <a:pt x="168654" y="28660"/>
                      <a:pt x="172463" y="32464"/>
                    </a:cubicBezTo>
                    <a:lnTo>
                      <a:pt x="179701" y="39691"/>
                    </a:lnTo>
                    <a:lnTo>
                      <a:pt x="246935" y="106831"/>
                    </a:lnTo>
                    <a:lnTo>
                      <a:pt x="254886" y="114819"/>
                    </a:lnTo>
                    <a:cubicBezTo>
                      <a:pt x="261457" y="121334"/>
                      <a:pt x="262362" y="131414"/>
                      <a:pt x="257600" y="138879"/>
                    </a:cubicBezTo>
                    <a:cubicBezTo>
                      <a:pt x="256839" y="140068"/>
                      <a:pt x="255934" y="141209"/>
                      <a:pt x="254886" y="142255"/>
                    </a:cubicBezTo>
                    <a:lnTo>
                      <a:pt x="252315" y="144823"/>
                    </a:lnTo>
                    <a:lnTo>
                      <a:pt x="246696" y="150434"/>
                    </a:lnTo>
                    <a:lnTo>
                      <a:pt x="175892" y="221140"/>
                    </a:lnTo>
                    <a:lnTo>
                      <a:pt x="172463" y="224611"/>
                    </a:lnTo>
                    <a:cubicBezTo>
                      <a:pt x="171702" y="225324"/>
                      <a:pt x="170940" y="225990"/>
                      <a:pt x="170130" y="226560"/>
                    </a:cubicBezTo>
                    <a:cubicBezTo>
                      <a:pt x="167749" y="228319"/>
                      <a:pt x="165083" y="229413"/>
                      <a:pt x="162274" y="229936"/>
                    </a:cubicBezTo>
                    <a:cubicBezTo>
                      <a:pt x="161083" y="230174"/>
                      <a:pt x="159893" y="230269"/>
                      <a:pt x="158702" y="230269"/>
                    </a:cubicBezTo>
                    <a:cubicBezTo>
                      <a:pt x="153703" y="230269"/>
                      <a:pt x="148751" y="228367"/>
                      <a:pt x="144942" y="224611"/>
                    </a:cubicBezTo>
                    <a:lnTo>
                      <a:pt x="137609" y="217288"/>
                    </a:lnTo>
                    <a:lnTo>
                      <a:pt x="69804" y="149578"/>
                    </a:lnTo>
                    <a:lnTo>
                      <a:pt x="62519" y="142255"/>
                    </a:lnTo>
                    <a:cubicBezTo>
                      <a:pt x="54900" y="134647"/>
                      <a:pt x="54900" y="122380"/>
                      <a:pt x="62519" y="114819"/>
                    </a:cubicBezTo>
                    <a:lnTo>
                      <a:pt x="144942" y="32464"/>
                    </a:lnTo>
                    <a:cubicBezTo>
                      <a:pt x="148751" y="28660"/>
                      <a:pt x="153750" y="26758"/>
                      <a:pt x="158702" y="26758"/>
                    </a:cubicBezTo>
                    <a:close/>
                    <a:moveTo>
                      <a:pt x="254809" y="6542"/>
                    </a:moveTo>
                    <a:cubicBezTo>
                      <a:pt x="277279" y="4029"/>
                      <a:pt x="300492" y="9424"/>
                      <a:pt x="321015" y="29913"/>
                    </a:cubicBezTo>
                    <a:cubicBezTo>
                      <a:pt x="380347" y="89193"/>
                      <a:pt x="337205" y="46124"/>
                      <a:pt x="260017" y="97465"/>
                    </a:cubicBezTo>
                    <a:lnTo>
                      <a:pt x="193067" y="30626"/>
                    </a:lnTo>
                    <a:cubicBezTo>
                      <a:pt x="210614" y="19479"/>
                      <a:pt x="232340" y="9056"/>
                      <a:pt x="254809" y="6542"/>
                    </a:cubicBezTo>
                    <a:close/>
                    <a:moveTo>
                      <a:pt x="503105" y="953"/>
                    </a:moveTo>
                    <a:cubicBezTo>
                      <a:pt x="515252" y="2468"/>
                      <a:pt x="527216" y="5788"/>
                      <a:pt x="538560" y="10911"/>
                    </a:cubicBezTo>
                    <a:cubicBezTo>
                      <a:pt x="546131" y="14334"/>
                      <a:pt x="547940" y="24224"/>
                      <a:pt x="542083" y="30073"/>
                    </a:cubicBezTo>
                    <a:lnTo>
                      <a:pt x="465709" y="106341"/>
                    </a:lnTo>
                    <a:cubicBezTo>
                      <a:pt x="456424" y="115613"/>
                      <a:pt x="456424" y="130639"/>
                      <a:pt x="465709" y="139911"/>
                    </a:cubicBezTo>
                    <a:lnTo>
                      <a:pt x="542131" y="216227"/>
                    </a:lnTo>
                    <a:cubicBezTo>
                      <a:pt x="547940" y="222028"/>
                      <a:pt x="546178" y="231823"/>
                      <a:pt x="538655" y="235246"/>
                    </a:cubicBezTo>
                    <a:cubicBezTo>
                      <a:pt x="508181" y="249035"/>
                      <a:pt x="473184" y="249844"/>
                      <a:pt x="442187" y="237528"/>
                    </a:cubicBezTo>
                    <a:lnTo>
                      <a:pt x="399238" y="280370"/>
                    </a:lnTo>
                    <a:lnTo>
                      <a:pt x="328482" y="209712"/>
                    </a:lnTo>
                    <a:lnTo>
                      <a:pt x="372240" y="166015"/>
                    </a:lnTo>
                    <a:cubicBezTo>
                      <a:pt x="356051" y="122270"/>
                      <a:pt x="365527" y="71060"/>
                      <a:pt x="400571" y="36064"/>
                    </a:cubicBezTo>
                    <a:cubicBezTo>
                      <a:pt x="428569" y="8106"/>
                      <a:pt x="466664" y="-3592"/>
                      <a:pt x="503105" y="953"/>
                    </a:cubicBezTo>
                    <a:close/>
                  </a:path>
                </a:pathLst>
              </a:custGeom>
              <a:solidFill>
                <a:schemeClr val="accent1"/>
              </a:solidFill>
              <a:ln>
                <a:noFill/>
              </a:ln>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cs typeface="+mn-ea"/>
                  <a:sym typeface="+mn-lt"/>
                </a:endParaRPr>
              </a:p>
            </p:txBody>
          </p:sp>
          <p:grpSp>
            <p:nvGrpSpPr>
              <p:cNvPr id="23" name="组合 22"/>
              <p:cNvGrpSpPr/>
              <p:nvPr/>
            </p:nvGrpSpPr>
            <p:grpSpPr>
              <a:xfrm>
                <a:off x="7559420" y="3069930"/>
                <a:ext cx="3959480" cy="1056347"/>
                <a:chOff x="1577477" y="2859469"/>
                <a:chExt cx="4035424" cy="1056347"/>
              </a:xfrm>
            </p:grpSpPr>
            <p:sp>
              <p:nvSpPr>
                <p:cNvPr id="24" name="矩形 23"/>
                <p:cNvSpPr/>
                <p:nvPr/>
              </p:nvSpPr>
              <p:spPr bwMode="auto">
                <a:xfrm>
                  <a:off x="1577477" y="3272350"/>
                  <a:ext cx="4035424" cy="643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nSpc>
                      <a:spcPct val="150000"/>
                    </a:lnSpc>
                    <a:buFont typeface="Arial" panose="020B0604020202020204" pitchFamily="34" charset="0"/>
                    <a:buChar char="•"/>
                  </a:pPr>
                  <a:r>
                    <a:rPr lang="zh-CN" altLang="en-US" sz="1100" dirty="0">
                      <a:solidFill>
                        <a:schemeClr val="bg1"/>
                      </a:solidFill>
                      <a:cs typeface="+mn-ea"/>
                      <a:sym typeface="+mn-lt"/>
                    </a:rPr>
                    <a:t>数据分析更为客观，提供更好的用户体验</a:t>
                  </a:r>
                  <a:endParaRPr lang="en-US" altLang="zh-CN" sz="1100" dirty="0">
                    <a:solidFill>
                      <a:schemeClr val="bg1"/>
                    </a:solidFill>
                    <a:cs typeface="+mn-ea"/>
                    <a:sym typeface="+mn-lt"/>
                  </a:endParaRPr>
                </a:p>
                <a:p>
                  <a:pPr marL="171450" indent="-171450">
                    <a:lnSpc>
                      <a:spcPct val="150000"/>
                    </a:lnSpc>
                    <a:buFont typeface="Arial" panose="020B0604020202020204" pitchFamily="34" charset="0"/>
                    <a:buChar char="•"/>
                  </a:pPr>
                  <a:r>
                    <a:rPr lang="zh-CN" altLang="en-US" sz="1100" dirty="0">
                      <a:solidFill>
                        <a:schemeClr val="bg1"/>
                      </a:solidFill>
                      <a:cs typeface="+mn-ea"/>
                      <a:sym typeface="+mn-lt"/>
                    </a:rPr>
                    <a:t>有助于分析课程情况，为学校课程提供调整思路</a:t>
                  </a:r>
                  <a:endParaRPr lang="en-US" altLang="zh-CN" sz="1100" dirty="0">
                    <a:solidFill>
                      <a:schemeClr val="bg1"/>
                    </a:solidFill>
                    <a:cs typeface="+mn-ea"/>
                    <a:sym typeface="+mn-lt"/>
                  </a:endParaRPr>
                </a:p>
              </p:txBody>
            </p:sp>
            <p:sp>
              <p:nvSpPr>
                <p:cNvPr id="25" name="文本框 24"/>
                <p:cNvSpPr txBox="1"/>
                <p:nvPr/>
              </p:nvSpPr>
              <p:spPr bwMode="auto">
                <a:xfrm>
                  <a:off x="1577477" y="2859469"/>
                  <a:ext cx="4035424" cy="41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buFontTx/>
                    <a:buNone/>
                  </a:pPr>
                  <a:r>
                    <a:rPr lang="zh-CN" altLang="en-US" sz="1800" b="1" dirty="0">
                      <a:solidFill>
                        <a:schemeClr val="bg1"/>
                      </a:solidFill>
                      <a:cs typeface="+mn-ea"/>
                      <a:sym typeface="+mn-lt"/>
                    </a:rPr>
                    <a:t>可视化结果集成</a:t>
                  </a:r>
                  <a:endParaRPr lang="en-US" altLang="zh-CN" sz="1800" b="1" dirty="0">
                    <a:solidFill>
                      <a:schemeClr val="bg1"/>
                    </a:solidFill>
                    <a:cs typeface="+mn-ea"/>
                    <a:sym typeface="+mn-lt"/>
                  </a:endParaRPr>
                </a:p>
              </p:txBody>
            </p:sp>
          </p:grpSp>
        </p:grpSp>
        <p:grpSp>
          <p:nvGrpSpPr>
            <p:cNvPr id="9" name="组合 8"/>
            <p:cNvGrpSpPr/>
            <p:nvPr/>
          </p:nvGrpSpPr>
          <p:grpSpPr>
            <a:xfrm>
              <a:off x="6161197" y="4518413"/>
              <a:ext cx="5357703" cy="1520437"/>
              <a:chOff x="6161197" y="4518413"/>
              <a:chExt cx="5357703" cy="1520437"/>
            </a:xfrm>
          </p:grpSpPr>
          <p:sp>
            <p:nvSpPr>
              <p:cNvPr id="10" name="矩形 9"/>
              <p:cNvSpPr/>
              <p:nvPr/>
            </p:nvSpPr>
            <p:spPr>
              <a:xfrm>
                <a:off x="6852515" y="4690527"/>
                <a:ext cx="4666385" cy="11762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cs typeface="+mn-ea"/>
                  <a:sym typeface="+mn-lt"/>
                </a:endParaRPr>
              </a:p>
            </p:txBody>
          </p:sp>
          <p:sp>
            <p:nvSpPr>
              <p:cNvPr id="11" name="任意多边形: 形状 10"/>
              <p:cNvSpPr/>
              <p:nvPr/>
            </p:nvSpPr>
            <p:spPr bwMode="auto">
              <a:xfrm flipH="1">
                <a:off x="6161197" y="4518413"/>
                <a:ext cx="691318" cy="1520437"/>
              </a:xfrm>
              <a:custGeom>
                <a:avLst/>
                <a:gdLst>
                  <a:gd name="T0" fmla="*/ 493 w 698"/>
                  <a:gd name="T1" fmla="*/ 204 h 1395"/>
                  <a:gd name="T2" fmla="*/ 0 w 698"/>
                  <a:gd name="T3" fmla="*/ 0 h 1395"/>
                  <a:gd name="T4" fmla="*/ 0 w 698"/>
                  <a:gd name="T5" fmla="*/ 86 h 1395"/>
                  <a:gd name="T6" fmla="*/ 432 w 698"/>
                  <a:gd name="T7" fmla="*/ 265 h 1395"/>
                  <a:gd name="T8" fmla="*/ 611 w 698"/>
                  <a:gd name="T9" fmla="*/ 697 h 1395"/>
                  <a:gd name="T10" fmla="*/ 432 w 698"/>
                  <a:gd name="T11" fmla="*/ 1130 h 1395"/>
                  <a:gd name="T12" fmla="*/ 0 w 698"/>
                  <a:gd name="T13" fmla="*/ 1309 h 1395"/>
                  <a:gd name="T14" fmla="*/ 0 w 698"/>
                  <a:gd name="T15" fmla="*/ 1395 h 1395"/>
                  <a:gd name="T16" fmla="*/ 493 w 698"/>
                  <a:gd name="T17" fmla="*/ 1191 h 1395"/>
                  <a:gd name="T18" fmla="*/ 698 w 698"/>
                  <a:gd name="T19" fmla="*/ 697 h 1395"/>
                  <a:gd name="T20" fmla="*/ 493 w 698"/>
                  <a:gd name="T21" fmla="*/ 204 h 1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98" h="1395">
                    <a:moveTo>
                      <a:pt x="493" y="204"/>
                    </a:moveTo>
                    <a:cubicBezTo>
                      <a:pt x="361" y="72"/>
                      <a:pt x="186" y="0"/>
                      <a:pt x="0" y="0"/>
                    </a:cubicBezTo>
                    <a:cubicBezTo>
                      <a:pt x="0" y="86"/>
                      <a:pt x="0" y="86"/>
                      <a:pt x="0" y="86"/>
                    </a:cubicBezTo>
                    <a:cubicBezTo>
                      <a:pt x="163" y="86"/>
                      <a:pt x="317" y="150"/>
                      <a:pt x="432" y="265"/>
                    </a:cubicBezTo>
                    <a:cubicBezTo>
                      <a:pt x="548" y="381"/>
                      <a:pt x="611" y="534"/>
                      <a:pt x="611" y="697"/>
                    </a:cubicBezTo>
                    <a:cubicBezTo>
                      <a:pt x="611" y="861"/>
                      <a:pt x="548" y="1014"/>
                      <a:pt x="432" y="1130"/>
                    </a:cubicBezTo>
                    <a:cubicBezTo>
                      <a:pt x="317" y="1245"/>
                      <a:pt x="163" y="1309"/>
                      <a:pt x="0" y="1309"/>
                    </a:cubicBezTo>
                    <a:cubicBezTo>
                      <a:pt x="0" y="1395"/>
                      <a:pt x="0" y="1395"/>
                      <a:pt x="0" y="1395"/>
                    </a:cubicBezTo>
                    <a:cubicBezTo>
                      <a:pt x="186" y="1395"/>
                      <a:pt x="361" y="1323"/>
                      <a:pt x="493" y="1191"/>
                    </a:cubicBezTo>
                    <a:cubicBezTo>
                      <a:pt x="625" y="1059"/>
                      <a:pt x="698" y="884"/>
                      <a:pt x="698" y="697"/>
                    </a:cubicBezTo>
                    <a:cubicBezTo>
                      <a:pt x="698" y="511"/>
                      <a:pt x="625" y="336"/>
                      <a:pt x="493" y="204"/>
                    </a:cubicBezTo>
                    <a:close/>
                  </a:path>
                </a:pathLst>
              </a:custGeom>
              <a:solidFill>
                <a:schemeClr val="bg1">
                  <a:lumMod val="95000"/>
                </a:schemeClr>
              </a:solidFill>
              <a:ln>
                <a:noFill/>
              </a:ln>
            </p:spPr>
            <p:txBody>
              <a:bodyPr vert="horz" wrap="square" lIns="121920" tIns="60960" rIns="121920" bIns="60960" numCol="1" anchor="t" anchorCtr="0" compatLnSpc="1"/>
              <a:lstStyle/>
              <a:p>
                <a:endParaRPr lang="en-US" sz="2400">
                  <a:cs typeface="+mn-ea"/>
                  <a:sym typeface="+mn-lt"/>
                </a:endParaRPr>
              </a:p>
            </p:txBody>
          </p:sp>
          <p:sp>
            <p:nvSpPr>
              <p:cNvPr id="12" name="椭圆 11"/>
              <p:cNvSpPr/>
              <p:nvPr/>
            </p:nvSpPr>
            <p:spPr>
              <a:xfrm>
                <a:off x="6392742" y="4688338"/>
                <a:ext cx="1180587" cy="1180587"/>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cs typeface="+mn-ea"/>
                  <a:sym typeface="+mn-lt"/>
                </a:endParaRPr>
              </a:p>
            </p:txBody>
          </p:sp>
          <p:sp>
            <p:nvSpPr>
              <p:cNvPr id="13" name="椭圆 12"/>
              <p:cNvSpPr/>
              <p:nvPr/>
            </p:nvSpPr>
            <p:spPr>
              <a:xfrm>
                <a:off x="6579856" y="4875453"/>
                <a:ext cx="806357" cy="806357"/>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cs typeface="+mn-ea"/>
                  <a:sym typeface="+mn-lt"/>
                </a:endParaRPr>
              </a:p>
            </p:txBody>
          </p:sp>
          <p:sp>
            <p:nvSpPr>
              <p:cNvPr id="14" name="任意多边形: 形状 13"/>
              <p:cNvSpPr/>
              <p:nvPr/>
            </p:nvSpPr>
            <p:spPr bwMode="auto">
              <a:xfrm>
                <a:off x="6769779" y="5073475"/>
                <a:ext cx="426508" cy="410312"/>
              </a:xfrm>
              <a:custGeom>
                <a:avLst/>
                <a:gdLst>
                  <a:gd name="connsiteX0" fmla="*/ 195114 w 608814"/>
                  <a:gd name="connsiteY0" fmla="*/ 351627 h 585693"/>
                  <a:gd name="connsiteX1" fmla="*/ 258290 w 608814"/>
                  <a:gd name="connsiteY1" fmla="*/ 351627 h 585693"/>
                  <a:gd name="connsiteX2" fmla="*/ 282731 w 608814"/>
                  <a:gd name="connsiteY2" fmla="*/ 376018 h 585693"/>
                  <a:gd name="connsiteX3" fmla="*/ 282731 w 608814"/>
                  <a:gd name="connsiteY3" fmla="*/ 561210 h 585693"/>
                  <a:gd name="connsiteX4" fmla="*/ 258290 w 608814"/>
                  <a:gd name="connsiteY4" fmla="*/ 585693 h 585693"/>
                  <a:gd name="connsiteX5" fmla="*/ 195114 w 608814"/>
                  <a:gd name="connsiteY5" fmla="*/ 585693 h 585693"/>
                  <a:gd name="connsiteX6" fmla="*/ 170673 w 608814"/>
                  <a:gd name="connsiteY6" fmla="*/ 561210 h 585693"/>
                  <a:gd name="connsiteX7" fmla="*/ 170673 w 608814"/>
                  <a:gd name="connsiteY7" fmla="*/ 376018 h 585693"/>
                  <a:gd name="connsiteX8" fmla="*/ 195114 w 608814"/>
                  <a:gd name="connsiteY8" fmla="*/ 351627 h 585693"/>
                  <a:gd name="connsiteX9" fmla="*/ 358100 w 608814"/>
                  <a:gd name="connsiteY9" fmla="*/ 249872 h 585693"/>
                  <a:gd name="connsiteX10" fmla="*/ 421316 w 608814"/>
                  <a:gd name="connsiteY10" fmla="*/ 249872 h 585693"/>
                  <a:gd name="connsiteX11" fmla="*/ 445737 w 608814"/>
                  <a:gd name="connsiteY11" fmla="*/ 274267 h 585693"/>
                  <a:gd name="connsiteX12" fmla="*/ 445737 w 608814"/>
                  <a:gd name="connsiteY12" fmla="*/ 561206 h 585693"/>
                  <a:gd name="connsiteX13" fmla="*/ 421316 w 608814"/>
                  <a:gd name="connsiteY13" fmla="*/ 585693 h 585693"/>
                  <a:gd name="connsiteX14" fmla="*/ 358100 w 608814"/>
                  <a:gd name="connsiteY14" fmla="*/ 585693 h 585693"/>
                  <a:gd name="connsiteX15" fmla="*/ 333679 w 608814"/>
                  <a:gd name="connsiteY15" fmla="*/ 561206 h 585693"/>
                  <a:gd name="connsiteX16" fmla="*/ 333679 w 608814"/>
                  <a:gd name="connsiteY16" fmla="*/ 274267 h 585693"/>
                  <a:gd name="connsiteX17" fmla="*/ 358100 w 608814"/>
                  <a:gd name="connsiteY17" fmla="*/ 249872 h 585693"/>
                  <a:gd name="connsiteX18" fmla="*/ 140260 w 608814"/>
                  <a:gd name="connsiteY18" fmla="*/ 224680 h 585693"/>
                  <a:gd name="connsiteX19" fmla="*/ 191844 w 608814"/>
                  <a:gd name="connsiteY19" fmla="*/ 276122 h 585693"/>
                  <a:gd name="connsiteX20" fmla="*/ 140260 w 608814"/>
                  <a:gd name="connsiteY20" fmla="*/ 327564 h 585693"/>
                  <a:gd name="connsiteX21" fmla="*/ 88676 w 608814"/>
                  <a:gd name="connsiteY21" fmla="*/ 276122 h 585693"/>
                  <a:gd name="connsiteX22" fmla="*/ 140260 w 608814"/>
                  <a:gd name="connsiteY22" fmla="*/ 224680 h 585693"/>
                  <a:gd name="connsiteX23" fmla="*/ 521177 w 608814"/>
                  <a:gd name="connsiteY23" fmla="*/ 148117 h 585693"/>
                  <a:gd name="connsiteX24" fmla="*/ 584301 w 608814"/>
                  <a:gd name="connsiteY24" fmla="*/ 148117 h 585693"/>
                  <a:gd name="connsiteX25" fmla="*/ 608814 w 608814"/>
                  <a:gd name="connsiteY25" fmla="*/ 172601 h 585693"/>
                  <a:gd name="connsiteX26" fmla="*/ 608814 w 608814"/>
                  <a:gd name="connsiteY26" fmla="*/ 561209 h 585693"/>
                  <a:gd name="connsiteX27" fmla="*/ 584301 w 608814"/>
                  <a:gd name="connsiteY27" fmla="*/ 585693 h 585693"/>
                  <a:gd name="connsiteX28" fmla="*/ 521177 w 608814"/>
                  <a:gd name="connsiteY28" fmla="*/ 585693 h 585693"/>
                  <a:gd name="connsiteX29" fmla="*/ 496756 w 608814"/>
                  <a:gd name="connsiteY29" fmla="*/ 561209 h 585693"/>
                  <a:gd name="connsiteX30" fmla="*/ 496756 w 608814"/>
                  <a:gd name="connsiteY30" fmla="*/ 172601 h 585693"/>
                  <a:gd name="connsiteX31" fmla="*/ 521177 w 608814"/>
                  <a:gd name="connsiteY31" fmla="*/ 148117 h 585693"/>
                  <a:gd name="connsiteX32" fmla="*/ 116229 w 608814"/>
                  <a:gd name="connsiteY32" fmla="*/ 131322 h 585693"/>
                  <a:gd name="connsiteX33" fmla="*/ 164246 w 608814"/>
                  <a:gd name="connsiteY33" fmla="*/ 131322 h 585693"/>
                  <a:gd name="connsiteX34" fmla="*/ 184061 w 608814"/>
                  <a:gd name="connsiteY34" fmla="*/ 151113 h 585693"/>
                  <a:gd name="connsiteX35" fmla="*/ 184061 w 608814"/>
                  <a:gd name="connsiteY35" fmla="*/ 171457 h 585693"/>
                  <a:gd name="connsiteX36" fmla="*/ 208669 w 608814"/>
                  <a:gd name="connsiteY36" fmla="*/ 186094 h 585693"/>
                  <a:gd name="connsiteX37" fmla="*/ 226641 w 608814"/>
                  <a:gd name="connsiteY37" fmla="*/ 175692 h 585693"/>
                  <a:gd name="connsiteX38" fmla="*/ 253737 w 608814"/>
                  <a:gd name="connsiteY38" fmla="*/ 182964 h 585693"/>
                  <a:gd name="connsiteX39" fmla="*/ 277792 w 608814"/>
                  <a:gd name="connsiteY39" fmla="*/ 224572 h 585693"/>
                  <a:gd name="connsiteX40" fmla="*/ 279727 w 608814"/>
                  <a:gd name="connsiteY40" fmla="*/ 239577 h 585693"/>
                  <a:gd name="connsiteX41" fmla="*/ 270511 w 608814"/>
                  <a:gd name="connsiteY41" fmla="*/ 251544 h 585693"/>
                  <a:gd name="connsiteX42" fmla="*/ 252355 w 608814"/>
                  <a:gd name="connsiteY42" fmla="*/ 262038 h 585693"/>
                  <a:gd name="connsiteX43" fmla="*/ 253829 w 608814"/>
                  <a:gd name="connsiteY43" fmla="*/ 276122 h 585693"/>
                  <a:gd name="connsiteX44" fmla="*/ 252355 w 608814"/>
                  <a:gd name="connsiteY44" fmla="*/ 290206 h 585693"/>
                  <a:gd name="connsiteX45" fmla="*/ 270511 w 608814"/>
                  <a:gd name="connsiteY45" fmla="*/ 300700 h 585693"/>
                  <a:gd name="connsiteX46" fmla="*/ 278714 w 608814"/>
                  <a:gd name="connsiteY46" fmla="*/ 325094 h 585693"/>
                  <a:gd name="connsiteX47" fmla="*/ 258253 w 608814"/>
                  <a:gd name="connsiteY47" fmla="*/ 321136 h 585693"/>
                  <a:gd name="connsiteX48" fmla="*/ 195858 w 608814"/>
                  <a:gd name="connsiteY48" fmla="*/ 321136 h 585693"/>
                  <a:gd name="connsiteX49" fmla="*/ 212171 w 608814"/>
                  <a:gd name="connsiteY49" fmla="*/ 276122 h 585693"/>
                  <a:gd name="connsiteX50" fmla="*/ 140191 w 608814"/>
                  <a:gd name="connsiteY50" fmla="*/ 204320 h 585693"/>
                  <a:gd name="connsiteX51" fmla="*/ 68304 w 608814"/>
                  <a:gd name="connsiteY51" fmla="*/ 276122 h 585693"/>
                  <a:gd name="connsiteX52" fmla="*/ 140191 w 608814"/>
                  <a:gd name="connsiteY52" fmla="*/ 348016 h 585693"/>
                  <a:gd name="connsiteX53" fmla="*/ 148486 w 608814"/>
                  <a:gd name="connsiteY53" fmla="*/ 347095 h 585693"/>
                  <a:gd name="connsiteX54" fmla="*/ 140099 w 608814"/>
                  <a:gd name="connsiteY54" fmla="*/ 376000 h 585693"/>
                  <a:gd name="connsiteX55" fmla="*/ 140099 w 608814"/>
                  <a:gd name="connsiteY55" fmla="*/ 420922 h 585693"/>
                  <a:gd name="connsiteX56" fmla="*/ 116229 w 608814"/>
                  <a:gd name="connsiteY56" fmla="*/ 420922 h 585693"/>
                  <a:gd name="connsiteX57" fmla="*/ 96413 w 608814"/>
                  <a:gd name="connsiteY57" fmla="*/ 401131 h 585693"/>
                  <a:gd name="connsiteX58" fmla="*/ 96413 w 608814"/>
                  <a:gd name="connsiteY58" fmla="*/ 380787 h 585693"/>
                  <a:gd name="connsiteX59" fmla="*/ 71806 w 608814"/>
                  <a:gd name="connsiteY59" fmla="*/ 366150 h 585693"/>
                  <a:gd name="connsiteX60" fmla="*/ 53742 w 608814"/>
                  <a:gd name="connsiteY60" fmla="*/ 376552 h 585693"/>
                  <a:gd name="connsiteX61" fmla="*/ 38719 w 608814"/>
                  <a:gd name="connsiteY61" fmla="*/ 378577 h 585693"/>
                  <a:gd name="connsiteX62" fmla="*/ 26738 w 608814"/>
                  <a:gd name="connsiteY62" fmla="*/ 369372 h 585693"/>
                  <a:gd name="connsiteX63" fmla="*/ 2683 w 608814"/>
                  <a:gd name="connsiteY63" fmla="*/ 327764 h 585693"/>
                  <a:gd name="connsiteX64" fmla="*/ 9872 w 608814"/>
                  <a:gd name="connsiteY64" fmla="*/ 300700 h 585693"/>
                  <a:gd name="connsiteX65" fmla="*/ 28120 w 608814"/>
                  <a:gd name="connsiteY65" fmla="*/ 290206 h 585693"/>
                  <a:gd name="connsiteX66" fmla="*/ 26645 w 608814"/>
                  <a:gd name="connsiteY66" fmla="*/ 276122 h 585693"/>
                  <a:gd name="connsiteX67" fmla="*/ 28120 w 608814"/>
                  <a:gd name="connsiteY67" fmla="*/ 262038 h 585693"/>
                  <a:gd name="connsiteX68" fmla="*/ 9872 w 608814"/>
                  <a:gd name="connsiteY68" fmla="*/ 251544 h 585693"/>
                  <a:gd name="connsiteX69" fmla="*/ 2683 w 608814"/>
                  <a:gd name="connsiteY69" fmla="*/ 224572 h 585693"/>
                  <a:gd name="connsiteX70" fmla="*/ 26738 w 608814"/>
                  <a:gd name="connsiteY70" fmla="*/ 182964 h 585693"/>
                  <a:gd name="connsiteX71" fmla="*/ 38719 w 608814"/>
                  <a:gd name="connsiteY71" fmla="*/ 173759 h 585693"/>
                  <a:gd name="connsiteX72" fmla="*/ 53742 w 608814"/>
                  <a:gd name="connsiteY72" fmla="*/ 175692 h 585693"/>
                  <a:gd name="connsiteX73" fmla="*/ 71806 w 608814"/>
                  <a:gd name="connsiteY73" fmla="*/ 186094 h 585693"/>
                  <a:gd name="connsiteX74" fmla="*/ 96413 w 608814"/>
                  <a:gd name="connsiteY74" fmla="*/ 171457 h 585693"/>
                  <a:gd name="connsiteX75" fmla="*/ 96413 w 608814"/>
                  <a:gd name="connsiteY75" fmla="*/ 151113 h 585693"/>
                  <a:gd name="connsiteX76" fmla="*/ 116229 w 608814"/>
                  <a:gd name="connsiteY76" fmla="*/ 131322 h 585693"/>
                  <a:gd name="connsiteX77" fmla="*/ 445756 w 608814"/>
                  <a:gd name="connsiteY77" fmla="*/ 83476 h 585693"/>
                  <a:gd name="connsiteX78" fmla="*/ 414140 w 608814"/>
                  <a:gd name="connsiteY78" fmla="*/ 115044 h 585693"/>
                  <a:gd name="connsiteX79" fmla="*/ 445756 w 608814"/>
                  <a:gd name="connsiteY79" fmla="*/ 146520 h 585693"/>
                  <a:gd name="connsiteX80" fmla="*/ 477371 w 608814"/>
                  <a:gd name="connsiteY80" fmla="*/ 115044 h 585693"/>
                  <a:gd name="connsiteX81" fmla="*/ 445756 w 608814"/>
                  <a:gd name="connsiteY81" fmla="*/ 83476 h 585693"/>
                  <a:gd name="connsiteX82" fmla="*/ 426676 w 608814"/>
                  <a:gd name="connsiteY82" fmla="*/ 0 h 585693"/>
                  <a:gd name="connsiteX83" fmla="*/ 464835 w 608814"/>
                  <a:gd name="connsiteY83" fmla="*/ 0 h 585693"/>
                  <a:gd name="connsiteX84" fmla="*/ 480597 w 608814"/>
                  <a:gd name="connsiteY84" fmla="*/ 15738 h 585693"/>
                  <a:gd name="connsiteX85" fmla="*/ 480597 w 608814"/>
                  <a:gd name="connsiteY85" fmla="*/ 31936 h 585693"/>
                  <a:gd name="connsiteX86" fmla="*/ 500138 w 608814"/>
                  <a:gd name="connsiteY86" fmla="*/ 43533 h 585693"/>
                  <a:gd name="connsiteX87" fmla="*/ 514425 w 608814"/>
                  <a:gd name="connsiteY87" fmla="*/ 35249 h 585693"/>
                  <a:gd name="connsiteX88" fmla="*/ 535901 w 608814"/>
                  <a:gd name="connsiteY88" fmla="*/ 40956 h 585693"/>
                  <a:gd name="connsiteX89" fmla="*/ 554981 w 608814"/>
                  <a:gd name="connsiteY89" fmla="*/ 73996 h 585693"/>
                  <a:gd name="connsiteX90" fmla="*/ 556640 w 608814"/>
                  <a:gd name="connsiteY90" fmla="*/ 85961 h 585693"/>
                  <a:gd name="connsiteX91" fmla="*/ 549266 w 608814"/>
                  <a:gd name="connsiteY91" fmla="*/ 95440 h 585693"/>
                  <a:gd name="connsiteX92" fmla="*/ 534887 w 608814"/>
                  <a:gd name="connsiteY92" fmla="*/ 103815 h 585693"/>
                  <a:gd name="connsiteX93" fmla="*/ 535993 w 608814"/>
                  <a:gd name="connsiteY93" fmla="*/ 115044 h 585693"/>
                  <a:gd name="connsiteX94" fmla="*/ 535717 w 608814"/>
                  <a:gd name="connsiteY94" fmla="*/ 117621 h 585693"/>
                  <a:gd name="connsiteX95" fmla="*/ 521153 w 608814"/>
                  <a:gd name="connsiteY95" fmla="*/ 117621 h 585693"/>
                  <a:gd name="connsiteX96" fmla="*/ 466126 w 608814"/>
                  <a:gd name="connsiteY96" fmla="*/ 172565 h 585693"/>
                  <a:gd name="connsiteX97" fmla="*/ 466126 w 608814"/>
                  <a:gd name="connsiteY97" fmla="*/ 229719 h 585693"/>
                  <a:gd name="connsiteX98" fmla="*/ 466126 w 608814"/>
                  <a:gd name="connsiteY98" fmla="*/ 242604 h 585693"/>
                  <a:gd name="connsiteX99" fmla="*/ 453590 w 608814"/>
                  <a:gd name="connsiteY99" fmla="*/ 229995 h 585693"/>
                  <a:gd name="connsiteX100" fmla="*/ 421330 w 608814"/>
                  <a:gd name="connsiteY100" fmla="*/ 219319 h 585693"/>
                  <a:gd name="connsiteX101" fmla="*/ 411928 w 608814"/>
                  <a:gd name="connsiteY101" fmla="*/ 219319 h 585693"/>
                  <a:gd name="connsiteX102" fmla="*/ 410914 w 608814"/>
                  <a:gd name="connsiteY102" fmla="*/ 214257 h 585693"/>
                  <a:gd name="connsiteX103" fmla="*/ 410914 w 608814"/>
                  <a:gd name="connsiteY103" fmla="*/ 198059 h 585693"/>
                  <a:gd name="connsiteX104" fmla="*/ 391373 w 608814"/>
                  <a:gd name="connsiteY104" fmla="*/ 186463 h 585693"/>
                  <a:gd name="connsiteX105" fmla="*/ 377086 w 608814"/>
                  <a:gd name="connsiteY105" fmla="*/ 194746 h 585693"/>
                  <a:gd name="connsiteX106" fmla="*/ 365104 w 608814"/>
                  <a:gd name="connsiteY106" fmla="*/ 196310 h 585693"/>
                  <a:gd name="connsiteX107" fmla="*/ 355610 w 608814"/>
                  <a:gd name="connsiteY107" fmla="*/ 189040 h 585693"/>
                  <a:gd name="connsiteX108" fmla="*/ 336530 w 608814"/>
                  <a:gd name="connsiteY108" fmla="*/ 155999 h 585693"/>
                  <a:gd name="connsiteX109" fmla="*/ 342245 w 608814"/>
                  <a:gd name="connsiteY109" fmla="*/ 134463 h 585693"/>
                  <a:gd name="connsiteX110" fmla="*/ 356716 w 608814"/>
                  <a:gd name="connsiteY110" fmla="*/ 126180 h 585693"/>
                  <a:gd name="connsiteX111" fmla="*/ 355518 w 608814"/>
                  <a:gd name="connsiteY111" fmla="*/ 115044 h 585693"/>
                  <a:gd name="connsiteX112" fmla="*/ 356716 w 608814"/>
                  <a:gd name="connsiteY112" fmla="*/ 103815 h 585693"/>
                  <a:gd name="connsiteX113" fmla="*/ 342245 w 608814"/>
                  <a:gd name="connsiteY113" fmla="*/ 95440 h 585693"/>
                  <a:gd name="connsiteX114" fmla="*/ 336530 w 608814"/>
                  <a:gd name="connsiteY114" fmla="*/ 73996 h 585693"/>
                  <a:gd name="connsiteX115" fmla="*/ 355610 w 608814"/>
                  <a:gd name="connsiteY115" fmla="*/ 40956 h 585693"/>
                  <a:gd name="connsiteX116" fmla="*/ 365104 w 608814"/>
                  <a:gd name="connsiteY116" fmla="*/ 33685 h 585693"/>
                  <a:gd name="connsiteX117" fmla="*/ 377086 w 608814"/>
                  <a:gd name="connsiteY117" fmla="*/ 35249 h 585693"/>
                  <a:gd name="connsiteX118" fmla="*/ 391373 w 608814"/>
                  <a:gd name="connsiteY118" fmla="*/ 43533 h 585693"/>
                  <a:gd name="connsiteX119" fmla="*/ 410914 w 608814"/>
                  <a:gd name="connsiteY119" fmla="*/ 31936 h 585693"/>
                  <a:gd name="connsiteX120" fmla="*/ 410914 w 608814"/>
                  <a:gd name="connsiteY120" fmla="*/ 15738 h 585693"/>
                  <a:gd name="connsiteX121" fmla="*/ 426676 w 608814"/>
                  <a:gd name="connsiteY121" fmla="*/ 0 h 5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608814" h="585693">
                    <a:moveTo>
                      <a:pt x="195114" y="351627"/>
                    </a:moveTo>
                    <a:lnTo>
                      <a:pt x="258290" y="351627"/>
                    </a:lnTo>
                    <a:cubicBezTo>
                      <a:pt x="271848" y="351627"/>
                      <a:pt x="282731" y="362580"/>
                      <a:pt x="282731" y="376018"/>
                    </a:cubicBezTo>
                    <a:lnTo>
                      <a:pt x="282731" y="561210"/>
                    </a:lnTo>
                    <a:cubicBezTo>
                      <a:pt x="282731" y="574740"/>
                      <a:pt x="271848" y="585693"/>
                      <a:pt x="258290" y="585693"/>
                    </a:cubicBezTo>
                    <a:lnTo>
                      <a:pt x="195114" y="585693"/>
                    </a:lnTo>
                    <a:cubicBezTo>
                      <a:pt x="181556" y="585693"/>
                      <a:pt x="170673" y="574740"/>
                      <a:pt x="170673" y="561210"/>
                    </a:cubicBezTo>
                    <a:lnTo>
                      <a:pt x="170673" y="376018"/>
                    </a:lnTo>
                    <a:cubicBezTo>
                      <a:pt x="170673" y="362580"/>
                      <a:pt x="181556" y="351627"/>
                      <a:pt x="195114" y="351627"/>
                    </a:cubicBezTo>
                    <a:close/>
                    <a:moveTo>
                      <a:pt x="358100" y="249872"/>
                    </a:moveTo>
                    <a:lnTo>
                      <a:pt x="421316" y="249872"/>
                    </a:lnTo>
                    <a:cubicBezTo>
                      <a:pt x="434771" y="249872"/>
                      <a:pt x="445737" y="260735"/>
                      <a:pt x="445737" y="274267"/>
                    </a:cubicBezTo>
                    <a:lnTo>
                      <a:pt x="445737" y="561206"/>
                    </a:lnTo>
                    <a:cubicBezTo>
                      <a:pt x="445737" y="574738"/>
                      <a:pt x="434771" y="585693"/>
                      <a:pt x="421316" y="585693"/>
                    </a:cubicBezTo>
                    <a:lnTo>
                      <a:pt x="358100" y="585693"/>
                    </a:lnTo>
                    <a:cubicBezTo>
                      <a:pt x="344645" y="585693"/>
                      <a:pt x="333679" y="574738"/>
                      <a:pt x="333679" y="561206"/>
                    </a:cubicBezTo>
                    <a:lnTo>
                      <a:pt x="333679" y="274267"/>
                    </a:lnTo>
                    <a:cubicBezTo>
                      <a:pt x="333679" y="260735"/>
                      <a:pt x="344645" y="249872"/>
                      <a:pt x="358100" y="249872"/>
                    </a:cubicBezTo>
                    <a:close/>
                    <a:moveTo>
                      <a:pt x="140260" y="224680"/>
                    </a:moveTo>
                    <a:cubicBezTo>
                      <a:pt x="168749" y="224680"/>
                      <a:pt x="191844" y="247711"/>
                      <a:pt x="191844" y="276122"/>
                    </a:cubicBezTo>
                    <a:cubicBezTo>
                      <a:pt x="191844" y="304533"/>
                      <a:pt x="168749" y="327564"/>
                      <a:pt x="140260" y="327564"/>
                    </a:cubicBezTo>
                    <a:cubicBezTo>
                      <a:pt x="111771" y="327564"/>
                      <a:pt x="88676" y="304533"/>
                      <a:pt x="88676" y="276122"/>
                    </a:cubicBezTo>
                    <a:cubicBezTo>
                      <a:pt x="88676" y="247711"/>
                      <a:pt x="111771" y="224680"/>
                      <a:pt x="140260" y="224680"/>
                    </a:cubicBezTo>
                    <a:close/>
                    <a:moveTo>
                      <a:pt x="521177" y="148117"/>
                    </a:moveTo>
                    <a:lnTo>
                      <a:pt x="584301" y="148117"/>
                    </a:lnTo>
                    <a:cubicBezTo>
                      <a:pt x="597848" y="148117"/>
                      <a:pt x="608814" y="159070"/>
                      <a:pt x="608814" y="172601"/>
                    </a:cubicBezTo>
                    <a:lnTo>
                      <a:pt x="608814" y="561209"/>
                    </a:lnTo>
                    <a:cubicBezTo>
                      <a:pt x="608814" y="574740"/>
                      <a:pt x="597848" y="585693"/>
                      <a:pt x="584301" y="585693"/>
                    </a:cubicBezTo>
                    <a:lnTo>
                      <a:pt x="521177" y="585693"/>
                    </a:lnTo>
                    <a:cubicBezTo>
                      <a:pt x="507722" y="585693"/>
                      <a:pt x="496756" y="574740"/>
                      <a:pt x="496756" y="561209"/>
                    </a:cubicBezTo>
                    <a:lnTo>
                      <a:pt x="496756" y="172601"/>
                    </a:lnTo>
                    <a:cubicBezTo>
                      <a:pt x="496756" y="159070"/>
                      <a:pt x="507722" y="148117"/>
                      <a:pt x="521177" y="148117"/>
                    </a:cubicBezTo>
                    <a:close/>
                    <a:moveTo>
                      <a:pt x="116229" y="131322"/>
                    </a:moveTo>
                    <a:lnTo>
                      <a:pt x="164246" y="131322"/>
                    </a:lnTo>
                    <a:cubicBezTo>
                      <a:pt x="175214" y="131322"/>
                      <a:pt x="184061" y="140159"/>
                      <a:pt x="184061" y="151113"/>
                    </a:cubicBezTo>
                    <a:lnTo>
                      <a:pt x="184061" y="171457"/>
                    </a:lnTo>
                    <a:cubicBezTo>
                      <a:pt x="193001" y="175231"/>
                      <a:pt x="201019" y="180386"/>
                      <a:pt x="208669" y="186094"/>
                    </a:cubicBezTo>
                    <a:lnTo>
                      <a:pt x="226641" y="175692"/>
                    </a:lnTo>
                    <a:cubicBezTo>
                      <a:pt x="236134" y="170261"/>
                      <a:pt x="248300" y="173482"/>
                      <a:pt x="253737" y="182964"/>
                    </a:cubicBezTo>
                    <a:lnTo>
                      <a:pt x="277792" y="224572"/>
                    </a:lnTo>
                    <a:cubicBezTo>
                      <a:pt x="280465" y="229083"/>
                      <a:pt x="281110" y="234514"/>
                      <a:pt x="279727" y="239577"/>
                    </a:cubicBezTo>
                    <a:cubicBezTo>
                      <a:pt x="278437" y="244640"/>
                      <a:pt x="275119" y="248966"/>
                      <a:pt x="270511" y="251544"/>
                    </a:cubicBezTo>
                    <a:lnTo>
                      <a:pt x="252355" y="262038"/>
                    </a:lnTo>
                    <a:cubicBezTo>
                      <a:pt x="253000" y="266733"/>
                      <a:pt x="253829" y="271335"/>
                      <a:pt x="253829" y="276122"/>
                    </a:cubicBezTo>
                    <a:cubicBezTo>
                      <a:pt x="253829" y="281001"/>
                      <a:pt x="253000" y="285604"/>
                      <a:pt x="252355" y="290206"/>
                    </a:cubicBezTo>
                    <a:lnTo>
                      <a:pt x="270511" y="300700"/>
                    </a:lnTo>
                    <a:cubicBezTo>
                      <a:pt x="279174" y="305671"/>
                      <a:pt x="282308" y="316165"/>
                      <a:pt x="278714" y="325094"/>
                    </a:cubicBezTo>
                    <a:cubicBezTo>
                      <a:pt x="272354" y="322609"/>
                      <a:pt x="265442" y="321136"/>
                      <a:pt x="258253" y="321136"/>
                    </a:cubicBezTo>
                    <a:lnTo>
                      <a:pt x="195858" y="321136"/>
                    </a:lnTo>
                    <a:cubicBezTo>
                      <a:pt x="205904" y="308709"/>
                      <a:pt x="212171" y="293244"/>
                      <a:pt x="212171" y="276122"/>
                    </a:cubicBezTo>
                    <a:cubicBezTo>
                      <a:pt x="212171" y="236539"/>
                      <a:pt x="179914" y="204320"/>
                      <a:pt x="140191" y="204320"/>
                    </a:cubicBezTo>
                    <a:cubicBezTo>
                      <a:pt x="100561" y="204320"/>
                      <a:pt x="68304" y="236539"/>
                      <a:pt x="68304" y="276122"/>
                    </a:cubicBezTo>
                    <a:cubicBezTo>
                      <a:pt x="68304" y="315797"/>
                      <a:pt x="100561" y="348016"/>
                      <a:pt x="140191" y="348016"/>
                    </a:cubicBezTo>
                    <a:cubicBezTo>
                      <a:pt x="143048" y="348016"/>
                      <a:pt x="145721" y="347463"/>
                      <a:pt x="148486" y="347095"/>
                    </a:cubicBezTo>
                    <a:cubicBezTo>
                      <a:pt x="143233" y="355564"/>
                      <a:pt x="140099" y="365414"/>
                      <a:pt x="140099" y="376000"/>
                    </a:cubicBezTo>
                    <a:lnTo>
                      <a:pt x="140099" y="420922"/>
                    </a:lnTo>
                    <a:lnTo>
                      <a:pt x="116229" y="420922"/>
                    </a:lnTo>
                    <a:cubicBezTo>
                      <a:pt x="105261" y="420922"/>
                      <a:pt x="96413" y="412085"/>
                      <a:pt x="96413" y="401131"/>
                    </a:cubicBezTo>
                    <a:lnTo>
                      <a:pt x="96413" y="380787"/>
                    </a:lnTo>
                    <a:cubicBezTo>
                      <a:pt x="87474" y="377013"/>
                      <a:pt x="79455" y="371950"/>
                      <a:pt x="71806" y="366150"/>
                    </a:cubicBezTo>
                    <a:lnTo>
                      <a:pt x="53742" y="376552"/>
                    </a:lnTo>
                    <a:cubicBezTo>
                      <a:pt x="49226" y="379222"/>
                      <a:pt x="43788" y="379866"/>
                      <a:pt x="38719" y="378577"/>
                    </a:cubicBezTo>
                    <a:cubicBezTo>
                      <a:pt x="33650" y="377197"/>
                      <a:pt x="29318" y="373883"/>
                      <a:pt x="26738" y="369372"/>
                    </a:cubicBezTo>
                    <a:lnTo>
                      <a:pt x="2683" y="327764"/>
                    </a:lnTo>
                    <a:cubicBezTo>
                      <a:pt x="-2847" y="318282"/>
                      <a:pt x="471" y="306131"/>
                      <a:pt x="9872" y="300700"/>
                    </a:cubicBezTo>
                    <a:lnTo>
                      <a:pt x="28120" y="290206"/>
                    </a:lnTo>
                    <a:cubicBezTo>
                      <a:pt x="27475" y="285604"/>
                      <a:pt x="26645" y="281001"/>
                      <a:pt x="26645" y="276122"/>
                    </a:cubicBezTo>
                    <a:cubicBezTo>
                      <a:pt x="26645" y="271335"/>
                      <a:pt x="27475" y="266733"/>
                      <a:pt x="28120" y="262038"/>
                    </a:cubicBezTo>
                    <a:lnTo>
                      <a:pt x="9872" y="251544"/>
                    </a:lnTo>
                    <a:cubicBezTo>
                      <a:pt x="471" y="246113"/>
                      <a:pt x="-2847" y="233962"/>
                      <a:pt x="2683" y="224572"/>
                    </a:cubicBezTo>
                    <a:lnTo>
                      <a:pt x="26738" y="182964"/>
                    </a:lnTo>
                    <a:cubicBezTo>
                      <a:pt x="29318" y="178361"/>
                      <a:pt x="33650" y="175139"/>
                      <a:pt x="38719" y="173759"/>
                    </a:cubicBezTo>
                    <a:cubicBezTo>
                      <a:pt x="43788" y="172378"/>
                      <a:pt x="49226" y="173114"/>
                      <a:pt x="53742" y="175692"/>
                    </a:cubicBezTo>
                    <a:lnTo>
                      <a:pt x="71806" y="186094"/>
                    </a:lnTo>
                    <a:cubicBezTo>
                      <a:pt x="79455" y="180386"/>
                      <a:pt x="87474" y="175231"/>
                      <a:pt x="96413" y="171457"/>
                    </a:cubicBezTo>
                    <a:lnTo>
                      <a:pt x="96413" y="151113"/>
                    </a:lnTo>
                    <a:cubicBezTo>
                      <a:pt x="96413" y="140159"/>
                      <a:pt x="105261" y="131322"/>
                      <a:pt x="116229" y="131322"/>
                    </a:cubicBezTo>
                    <a:close/>
                    <a:moveTo>
                      <a:pt x="445756" y="83476"/>
                    </a:moveTo>
                    <a:cubicBezTo>
                      <a:pt x="428335" y="83476"/>
                      <a:pt x="414140" y="97557"/>
                      <a:pt x="414140" y="115044"/>
                    </a:cubicBezTo>
                    <a:cubicBezTo>
                      <a:pt x="414140" y="132438"/>
                      <a:pt x="428335" y="146520"/>
                      <a:pt x="445756" y="146520"/>
                    </a:cubicBezTo>
                    <a:cubicBezTo>
                      <a:pt x="463176" y="146520"/>
                      <a:pt x="477371" y="132438"/>
                      <a:pt x="477371" y="115044"/>
                    </a:cubicBezTo>
                    <a:cubicBezTo>
                      <a:pt x="477371" y="97557"/>
                      <a:pt x="463176" y="83476"/>
                      <a:pt x="445756" y="83476"/>
                    </a:cubicBezTo>
                    <a:close/>
                    <a:moveTo>
                      <a:pt x="426676" y="0"/>
                    </a:moveTo>
                    <a:lnTo>
                      <a:pt x="464835" y="0"/>
                    </a:lnTo>
                    <a:cubicBezTo>
                      <a:pt x="473500" y="0"/>
                      <a:pt x="480597" y="7087"/>
                      <a:pt x="480597" y="15738"/>
                    </a:cubicBezTo>
                    <a:lnTo>
                      <a:pt x="480597" y="31936"/>
                    </a:lnTo>
                    <a:cubicBezTo>
                      <a:pt x="487694" y="34881"/>
                      <a:pt x="494054" y="38931"/>
                      <a:pt x="500138" y="43533"/>
                    </a:cubicBezTo>
                    <a:lnTo>
                      <a:pt x="514425" y="35249"/>
                    </a:lnTo>
                    <a:cubicBezTo>
                      <a:pt x="521983" y="30924"/>
                      <a:pt x="531569" y="33501"/>
                      <a:pt x="535901" y="40956"/>
                    </a:cubicBezTo>
                    <a:lnTo>
                      <a:pt x="554981" y="73996"/>
                    </a:lnTo>
                    <a:cubicBezTo>
                      <a:pt x="557101" y="77585"/>
                      <a:pt x="557654" y="81911"/>
                      <a:pt x="556640" y="85961"/>
                    </a:cubicBezTo>
                    <a:cubicBezTo>
                      <a:pt x="555534" y="89918"/>
                      <a:pt x="552861" y="93415"/>
                      <a:pt x="549266" y="95440"/>
                    </a:cubicBezTo>
                    <a:lnTo>
                      <a:pt x="534887" y="103815"/>
                    </a:lnTo>
                    <a:cubicBezTo>
                      <a:pt x="535348" y="107497"/>
                      <a:pt x="535993" y="111178"/>
                      <a:pt x="535993" y="115044"/>
                    </a:cubicBezTo>
                    <a:cubicBezTo>
                      <a:pt x="535993" y="115872"/>
                      <a:pt x="535809" y="116700"/>
                      <a:pt x="535717" y="117621"/>
                    </a:cubicBezTo>
                    <a:lnTo>
                      <a:pt x="521153" y="117621"/>
                    </a:lnTo>
                    <a:cubicBezTo>
                      <a:pt x="490828" y="117621"/>
                      <a:pt x="466126" y="142286"/>
                      <a:pt x="466126" y="172565"/>
                    </a:cubicBezTo>
                    <a:lnTo>
                      <a:pt x="466126" y="229719"/>
                    </a:lnTo>
                    <a:lnTo>
                      <a:pt x="466126" y="242604"/>
                    </a:lnTo>
                    <a:cubicBezTo>
                      <a:pt x="462715" y="237726"/>
                      <a:pt x="458383" y="233493"/>
                      <a:pt x="453590" y="229995"/>
                    </a:cubicBezTo>
                    <a:cubicBezTo>
                      <a:pt x="444465" y="223369"/>
                      <a:pt x="433404" y="219319"/>
                      <a:pt x="421330" y="219319"/>
                    </a:cubicBezTo>
                    <a:lnTo>
                      <a:pt x="411928" y="219319"/>
                    </a:lnTo>
                    <a:cubicBezTo>
                      <a:pt x="411375" y="217755"/>
                      <a:pt x="410914" y="216098"/>
                      <a:pt x="410914" y="214257"/>
                    </a:cubicBezTo>
                    <a:lnTo>
                      <a:pt x="410914" y="198059"/>
                    </a:lnTo>
                    <a:cubicBezTo>
                      <a:pt x="403817" y="195114"/>
                      <a:pt x="397457" y="191064"/>
                      <a:pt x="391373" y="186463"/>
                    </a:cubicBezTo>
                    <a:lnTo>
                      <a:pt x="377086" y="194746"/>
                    </a:lnTo>
                    <a:cubicBezTo>
                      <a:pt x="373492" y="196863"/>
                      <a:pt x="369160" y="197415"/>
                      <a:pt x="365104" y="196310"/>
                    </a:cubicBezTo>
                    <a:cubicBezTo>
                      <a:pt x="361140" y="195206"/>
                      <a:pt x="357638" y="192629"/>
                      <a:pt x="355610" y="189040"/>
                    </a:cubicBezTo>
                    <a:lnTo>
                      <a:pt x="336530" y="155999"/>
                    </a:lnTo>
                    <a:cubicBezTo>
                      <a:pt x="332198" y="148452"/>
                      <a:pt x="334687" y="138881"/>
                      <a:pt x="342245" y="134463"/>
                    </a:cubicBezTo>
                    <a:lnTo>
                      <a:pt x="356716" y="126180"/>
                    </a:lnTo>
                    <a:cubicBezTo>
                      <a:pt x="356163" y="122498"/>
                      <a:pt x="355518" y="118817"/>
                      <a:pt x="355518" y="115044"/>
                    </a:cubicBezTo>
                    <a:cubicBezTo>
                      <a:pt x="355518" y="111178"/>
                      <a:pt x="356163" y="107497"/>
                      <a:pt x="356716" y="103815"/>
                    </a:cubicBezTo>
                    <a:lnTo>
                      <a:pt x="342245" y="95440"/>
                    </a:lnTo>
                    <a:cubicBezTo>
                      <a:pt x="334687" y="91115"/>
                      <a:pt x="332198" y="81543"/>
                      <a:pt x="336530" y="73996"/>
                    </a:cubicBezTo>
                    <a:lnTo>
                      <a:pt x="355610" y="40956"/>
                    </a:lnTo>
                    <a:cubicBezTo>
                      <a:pt x="357638" y="37366"/>
                      <a:pt x="361140" y="34789"/>
                      <a:pt x="365104" y="33685"/>
                    </a:cubicBezTo>
                    <a:cubicBezTo>
                      <a:pt x="369160" y="32580"/>
                      <a:pt x="373492" y="33133"/>
                      <a:pt x="377086" y="35249"/>
                    </a:cubicBezTo>
                    <a:lnTo>
                      <a:pt x="391373" y="43533"/>
                    </a:lnTo>
                    <a:cubicBezTo>
                      <a:pt x="397457" y="38931"/>
                      <a:pt x="403817" y="34881"/>
                      <a:pt x="410914" y="31936"/>
                    </a:cubicBezTo>
                    <a:lnTo>
                      <a:pt x="410914" y="15738"/>
                    </a:lnTo>
                    <a:cubicBezTo>
                      <a:pt x="410914" y="7087"/>
                      <a:pt x="418011" y="0"/>
                      <a:pt x="426676" y="0"/>
                    </a:cubicBezTo>
                    <a:close/>
                  </a:path>
                </a:pathLst>
              </a:custGeom>
              <a:solidFill>
                <a:schemeClr val="tx1">
                  <a:lumMod val="50000"/>
                  <a:lumOff val="50000"/>
                </a:schemeClr>
              </a:solidFill>
              <a:ln>
                <a:noFill/>
              </a:ln>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cs typeface="+mn-ea"/>
                  <a:sym typeface="+mn-lt"/>
                </a:endParaRPr>
              </a:p>
            </p:txBody>
          </p:sp>
          <p:grpSp>
            <p:nvGrpSpPr>
              <p:cNvPr id="15" name="组合 14"/>
              <p:cNvGrpSpPr/>
              <p:nvPr/>
            </p:nvGrpSpPr>
            <p:grpSpPr>
              <a:xfrm>
                <a:off x="7559420" y="4750458"/>
                <a:ext cx="3959480" cy="1056347"/>
                <a:chOff x="1577477" y="2859469"/>
                <a:chExt cx="4035424" cy="1056347"/>
              </a:xfrm>
            </p:grpSpPr>
            <p:sp>
              <p:nvSpPr>
                <p:cNvPr id="16" name="矩形 15"/>
                <p:cNvSpPr/>
                <p:nvPr/>
              </p:nvSpPr>
              <p:spPr bwMode="auto">
                <a:xfrm>
                  <a:off x="1577477" y="3272350"/>
                  <a:ext cx="4035424" cy="643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nSpc>
                      <a:spcPct val="150000"/>
                    </a:lnSpc>
                    <a:buFont typeface="Arial" panose="020B0604020202020204" pitchFamily="34" charset="0"/>
                    <a:buChar char="•"/>
                  </a:pPr>
                  <a:r>
                    <a:rPr lang="zh-CN" altLang="en-US" sz="1100" dirty="0"/>
                    <a:t>更轻松地进行排课和资源管理</a:t>
                  </a:r>
                  <a:endParaRPr lang="en-US" altLang="zh-CN" sz="1100" dirty="0"/>
                </a:p>
                <a:p>
                  <a:pPr marL="171450" indent="-171450">
                    <a:lnSpc>
                      <a:spcPct val="150000"/>
                    </a:lnSpc>
                    <a:buFont typeface="Arial" panose="020B0604020202020204" pitchFamily="34" charset="0"/>
                    <a:buChar char="•"/>
                  </a:pPr>
                  <a:r>
                    <a:rPr lang="zh-CN" altLang="en-US" sz="1100" dirty="0"/>
                    <a:t>更方便地选择课程，更高效地管理课程</a:t>
                  </a:r>
                  <a:endParaRPr lang="en-US" altLang="zh-CN" sz="1100" dirty="0"/>
                </a:p>
              </p:txBody>
            </p:sp>
            <p:sp>
              <p:nvSpPr>
                <p:cNvPr id="17" name="文本框 16"/>
                <p:cNvSpPr txBox="1"/>
                <p:nvPr/>
              </p:nvSpPr>
              <p:spPr bwMode="auto">
                <a:xfrm>
                  <a:off x="1577477" y="2859469"/>
                  <a:ext cx="4035424" cy="41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eaLnBrk="1" hangingPunct="1">
                    <a:lnSpc>
                      <a:spcPct val="100000"/>
                    </a:lnSpc>
                    <a:spcBef>
                      <a:spcPct val="0"/>
                    </a:spcBef>
                    <a:buFontTx/>
                    <a:buNone/>
                  </a:pPr>
                  <a:r>
                    <a:rPr lang="zh-CN" altLang="en-US" b="1" dirty="0"/>
                    <a:t>用户体验提升</a:t>
                  </a:r>
                  <a:endParaRPr lang="en-US" altLang="zh-CN" sz="1800" b="1" dirty="0">
                    <a:cs typeface="+mn-ea"/>
                    <a:sym typeface="+mn-lt"/>
                  </a:endParaRPr>
                </a:p>
              </p:txBody>
            </p:sp>
          </p:grpSp>
        </p:grpSp>
      </p:grpSp>
    </p:spTree>
    <p:extLst>
      <p:ext uri="{BB962C8B-B14F-4D97-AF65-F5344CB8AC3E}">
        <p14:creationId xmlns:p14="http://schemas.microsoft.com/office/powerpoint/2010/main" val="41003378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n-lt"/>
                <a:ea typeface="+mn-ea"/>
                <a:cs typeface="+mn-ea"/>
                <a:sym typeface="+mn-lt"/>
              </a:rPr>
              <a:t>项目遗憾</a:t>
            </a:r>
          </a:p>
        </p:txBody>
      </p:sp>
      <p:sp>
        <p:nvSpPr>
          <p:cNvPr id="3" name="页脚占位符 2"/>
          <p:cNvSpPr>
            <a:spLocks noGrp="1"/>
          </p:cNvSpPr>
          <p:nvPr>
            <p:ph type="ftr" sz="quarter" idx="11"/>
          </p:nvPr>
        </p:nvSpPr>
        <p:spPr/>
        <p:txBody>
          <a:bodyPr/>
          <a:lstStyle/>
          <a:p>
            <a:r>
              <a:rPr lang="zh-CN" altLang="en-US" dirty="0">
                <a:cs typeface="+mn-ea"/>
                <a:sym typeface="+mn-lt"/>
              </a:rPr>
              <a:t>课程管理系统</a:t>
            </a:r>
          </a:p>
        </p:txBody>
      </p:sp>
      <p:sp>
        <p:nvSpPr>
          <p:cNvPr id="4" name="灯片编号占位符 3"/>
          <p:cNvSpPr>
            <a:spLocks noGrp="1"/>
          </p:cNvSpPr>
          <p:nvPr>
            <p:ph type="sldNum" sz="quarter" idx="12"/>
          </p:nvPr>
        </p:nvSpPr>
        <p:spPr/>
        <p:txBody>
          <a:bodyPr/>
          <a:lstStyle/>
          <a:p>
            <a:fld id="{5DD3DB80-B894-403A-B48E-6FDC1A72010E}" type="slidenum">
              <a:rPr lang="zh-CN" altLang="en-US" b="1" smtClean="0">
                <a:solidFill>
                  <a:schemeClr val="tx1"/>
                </a:solidFill>
                <a:cs typeface="+mn-ea"/>
                <a:sym typeface="+mn-lt"/>
              </a:rPr>
              <a:t>24</a:t>
            </a:fld>
            <a:endParaRPr lang="zh-CN" altLang="en-US" b="1" dirty="0">
              <a:solidFill>
                <a:schemeClr val="tx1"/>
              </a:solidFill>
              <a:cs typeface="+mn-ea"/>
              <a:sym typeface="+mn-lt"/>
            </a:endParaRPr>
          </a:p>
        </p:txBody>
      </p:sp>
      <p:grpSp>
        <p:nvGrpSpPr>
          <p:cNvPr id="5" name="组合 4"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nvGrpSpPr>
        <p:grpSpPr>
          <a:xfrm>
            <a:off x="669925" y="1834194"/>
            <a:ext cx="10850563" cy="4233630"/>
            <a:chOff x="669925" y="1834194"/>
            <a:chExt cx="10850563" cy="4233630"/>
          </a:xfrm>
        </p:grpSpPr>
        <p:sp>
          <p:nvSpPr>
            <p:cNvPr id="11" name="文本框 10"/>
            <p:cNvSpPr txBox="1"/>
            <p:nvPr/>
          </p:nvSpPr>
          <p:spPr>
            <a:xfrm>
              <a:off x="7817948" y="1936419"/>
              <a:ext cx="3702539" cy="392512"/>
            </a:xfrm>
            <a:prstGeom prst="rect">
              <a:avLst/>
            </a:prstGeom>
            <a:noFill/>
            <a:ln>
              <a:noFill/>
            </a:ln>
          </p:spPr>
          <p:txBody>
            <a:bodyPr wrap="none" lIns="91440" tIns="45720" rIns="91440" bIns="45720" anchor="ctr" anchorCtr="0">
              <a:normAutofit lnSpcReduction="10000"/>
            </a:bodyPr>
            <a:lstStyle/>
            <a:p>
              <a:pPr>
                <a:buSzPct val="25000"/>
              </a:pPr>
              <a:r>
                <a:rPr lang="zh-CN" altLang="en-US" sz="2000" b="1" dirty="0">
                  <a:cs typeface="+mn-ea"/>
                  <a:sym typeface="+mn-lt"/>
                </a:rPr>
                <a:t>未完成课程系统全貌</a:t>
              </a:r>
              <a:endParaRPr lang="de-DE" sz="2000" b="1" dirty="0">
                <a:cs typeface="+mn-ea"/>
                <a:sym typeface="+mn-lt"/>
              </a:endParaRPr>
            </a:p>
          </p:txBody>
        </p:sp>
        <p:grpSp>
          <p:nvGrpSpPr>
            <p:cNvPr id="6" name="组合 5"/>
            <p:cNvGrpSpPr/>
            <p:nvPr/>
          </p:nvGrpSpPr>
          <p:grpSpPr>
            <a:xfrm>
              <a:off x="4390780" y="1834194"/>
              <a:ext cx="3410441" cy="3608712"/>
              <a:chOff x="4390780" y="1834194"/>
              <a:chExt cx="3410441" cy="3608712"/>
            </a:xfrm>
          </p:grpSpPr>
          <p:sp>
            <p:nvSpPr>
              <p:cNvPr id="19" name="矩形: 圆角 18"/>
              <p:cNvSpPr/>
              <p:nvPr/>
            </p:nvSpPr>
            <p:spPr>
              <a:xfrm>
                <a:off x="5782952" y="2328931"/>
                <a:ext cx="1506804" cy="1506804"/>
              </a:xfrm>
              <a:prstGeom prst="roundRect">
                <a:avLst/>
              </a:prstGeom>
              <a:solidFill>
                <a:schemeClr val="accent1"/>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b="1" dirty="0">
                    <a:cs typeface="+mn-ea"/>
                    <a:sym typeface="+mn-lt"/>
                  </a:rPr>
                  <a:t>复杂</a:t>
                </a:r>
                <a:endParaRPr b="1" dirty="0">
                  <a:cs typeface="+mn-ea"/>
                  <a:sym typeface="+mn-lt"/>
                </a:endParaRPr>
              </a:p>
            </p:txBody>
          </p:sp>
          <p:sp>
            <p:nvSpPr>
              <p:cNvPr id="20" name="矩形: 圆角 19"/>
              <p:cNvSpPr/>
              <p:nvPr/>
            </p:nvSpPr>
            <p:spPr>
              <a:xfrm>
                <a:off x="4899204" y="3091312"/>
                <a:ext cx="1265229" cy="1265229"/>
              </a:xfrm>
              <a:prstGeom prst="roundRect">
                <a:avLst/>
              </a:prstGeom>
              <a:solidFill>
                <a:schemeClr val="bg1">
                  <a:lumMod val="75000"/>
                </a:schemeClr>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b="1" dirty="0">
                    <a:cs typeface="+mn-ea"/>
                    <a:sym typeface="+mn-lt"/>
                  </a:rPr>
                  <a:t>受限</a:t>
                </a:r>
                <a:endParaRPr lang="en-US" altLang="zh-CN" b="1" dirty="0">
                  <a:cs typeface="+mn-ea"/>
                  <a:sym typeface="+mn-lt"/>
                </a:endParaRPr>
              </a:p>
            </p:txBody>
          </p:sp>
          <p:sp>
            <p:nvSpPr>
              <p:cNvPr id="21" name="矩形: 圆角 20"/>
              <p:cNvSpPr/>
              <p:nvPr/>
            </p:nvSpPr>
            <p:spPr>
              <a:xfrm>
                <a:off x="7306484" y="1834194"/>
                <a:ext cx="494737" cy="494737"/>
              </a:xfrm>
              <a:prstGeom prst="roundRect">
                <a:avLst/>
              </a:prstGeom>
              <a:solidFill>
                <a:schemeClr val="accent1"/>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altLang="zh-CN" dirty="0">
                    <a:cs typeface="+mn-ea"/>
                    <a:sym typeface="+mn-lt"/>
                  </a:rPr>
                  <a:t>01</a:t>
                </a:r>
                <a:endParaRPr dirty="0">
                  <a:cs typeface="+mn-ea"/>
                  <a:sym typeface="+mn-lt"/>
                </a:endParaRPr>
              </a:p>
            </p:txBody>
          </p:sp>
          <p:sp>
            <p:nvSpPr>
              <p:cNvPr id="22" name="矩形: 圆角 21"/>
              <p:cNvSpPr/>
              <p:nvPr/>
            </p:nvSpPr>
            <p:spPr>
              <a:xfrm>
                <a:off x="4390780" y="2609694"/>
                <a:ext cx="494737" cy="494737"/>
              </a:xfrm>
              <a:prstGeom prst="roundRect">
                <a:avLst/>
              </a:prstGeom>
              <a:solidFill>
                <a:schemeClr val="bg1">
                  <a:lumMod val="75000"/>
                </a:schemeClr>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altLang="zh-CN" dirty="0">
                    <a:cs typeface="+mn-ea"/>
                    <a:sym typeface="+mn-lt"/>
                  </a:rPr>
                  <a:t>02</a:t>
                </a:r>
                <a:endParaRPr dirty="0">
                  <a:cs typeface="+mn-ea"/>
                  <a:sym typeface="+mn-lt"/>
                </a:endParaRPr>
              </a:p>
            </p:txBody>
          </p:sp>
          <p:sp>
            <p:nvSpPr>
              <p:cNvPr id="23" name="任意多边形: 形状 22"/>
              <p:cNvSpPr/>
              <p:nvPr/>
            </p:nvSpPr>
            <p:spPr>
              <a:xfrm>
                <a:off x="7099160" y="2176859"/>
                <a:ext cx="345201" cy="358381"/>
              </a:xfrm>
              <a:custGeom>
                <a:avLst/>
                <a:gdLst>
                  <a:gd name="connsiteX0" fmla="*/ 323406 w 540544"/>
                  <a:gd name="connsiteY0" fmla="*/ 0 h 561182"/>
                  <a:gd name="connsiteX1" fmla="*/ 540544 w 540544"/>
                  <a:gd name="connsiteY1" fmla="*/ 0 h 561182"/>
                  <a:gd name="connsiteX2" fmla="*/ 540544 w 540544"/>
                  <a:gd name="connsiteY2" fmla="*/ 239285 h 561182"/>
                  <a:gd name="connsiteX3" fmla="*/ 529037 w 540544"/>
                  <a:gd name="connsiteY3" fmla="*/ 238125 h 561182"/>
                  <a:gd name="connsiteX4" fmla="*/ 279402 w 540544"/>
                  <a:gd name="connsiteY4" fmla="*/ 487760 h 561182"/>
                  <a:gd name="connsiteX5" fmla="*/ 284474 w 540544"/>
                  <a:gd name="connsiteY5" fmla="*/ 538070 h 561182"/>
                  <a:gd name="connsiteX6" fmla="*/ 291649 w 540544"/>
                  <a:gd name="connsiteY6" fmla="*/ 561182 h 561182"/>
                  <a:gd name="connsiteX7" fmla="*/ 0 w 540544"/>
                  <a:gd name="connsiteY7" fmla="*/ 561182 h 561182"/>
                  <a:gd name="connsiteX8" fmla="*/ 0 w 540544"/>
                  <a:gd name="connsiteY8" fmla="*/ 249200 h 561182"/>
                  <a:gd name="connsiteX9" fmla="*/ 24701 w 540544"/>
                  <a:gd name="connsiteY9" fmla="*/ 256868 h 561182"/>
                  <a:gd name="connsiteX10" fmla="*/ 75011 w 540544"/>
                  <a:gd name="connsiteY10" fmla="*/ 261940 h 561182"/>
                  <a:gd name="connsiteX11" fmla="*/ 324646 w 540544"/>
                  <a:gd name="connsiteY11" fmla="*/ 12305 h 561182"/>
                  <a:gd name="connsiteX12" fmla="*/ 323406 w 540544"/>
                  <a:gd name="connsiteY12" fmla="*/ 0 h 561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40544" h="561182">
                    <a:moveTo>
                      <a:pt x="323406" y="0"/>
                    </a:moveTo>
                    <a:lnTo>
                      <a:pt x="540544" y="0"/>
                    </a:lnTo>
                    <a:lnTo>
                      <a:pt x="540544" y="239285"/>
                    </a:lnTo>
                    <a:lnTo>
                      <a:pt x="529037" y="238125"/>
                    </a:lnTo>
                    <a:cubicBezTo>
                      <a:pt x="391167" y="238125"/>
                      <a:pt x="279402" y="349890"/>
                      <a:pt x="279402" y="487760"/>
                    </a:cubicBezTo>
                    <a:cubicBezTo>
                      <a:pt x="279402" y="504994"/>
                      <a:pt x="281149" y="521820"/>
                      <a:pt x="284474" y="538070"/>
                    </a:cubicBezTo>
                    <a:lnTo>
                      <a:pt x="291649" y="561182"/>
                    </a:lnTo>
                    <a:lnTo>
                      <a:pt x="0" y="561182"/>
                    </a:lnTo>
                    <a:lnTo>
                      <a:pt x="0" y="249200"/>
                    </a:lnTo>
                    <a:lnTo>
                      <a:pt x="24701" y="256868"/>
                    </a:lnTo>
                    <a:cubicBezTo>
                      <a:pt x="40952" y="260194"/>
                      <a:pt x="57777" y="261940"/>
                      <a:pt x="75011" y="261940"/>
                    </a:cubicBezTo>
                    <a:cubicBezTo>
                      <a:pt x="212881" y="261940"/>
                      <a:pt x="324646" y="150175"/>
                      <a:pt x="324646" y="12305"/>
                    </a:cubicBezTo>
                    <a:lnTo>
                      <a:pt x="323406" y="0"/>
                    </a:lnTo>
                    <a:close/>
                  </a:path>
                </a:pathLst>
              </a:custGeom>
              <a:solidFill>
                <a:schemeClr val="accent1"/>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24" name="矩形: 圆角 23"/>
              <p:cNvSpPr/>
              <p:nvPr/>
            </p:nvSpPr>
            <p:spPr>
              <a:xfrm>
                <a:off x="6219178" y="3882443"/>
                <a:ext cx="1070579" cy="1070578"/>
              </a:xfrm>
              <a:prstGeom prst="roundRect">
                <a:avLst/>
              </a:prstGeom>
              <a:solidFill>
                <a:schemeClr val="tx1">
                  <a:lumMod val="50000"/>
                  <a:lumOff val="50000"/>
                </a:schemeClr>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b="1" dirty="0">
                    <a:cs typeface="+mn-ea"/>
                    <a:sym typeface="+mn-lt"/>
                  </a:rPr>
                  <a:t>基础</a:t>
                </a:r>
                <a:endParaRPr lang="en-US" altLang="zh-CN" b="1" dirty="0">
                  <a:cs typeface="+mn-ea"/>
                  <a:sym typeface="+mn-lt"/>
                </a:endParaRPr>
              </a:p>
            </p:txBody>
          </p:sp>
          <p:sp>
            <p:nvSpPr>
              <p:cNvPr id="25" name="矩形: 圆角 24"/>
              <p:cNvSpPr/>
              <p:nvPr/>
            </p:nvSpPr>
            <p:spPr>
              <a:xfrm>
                <a:off x="5716331" y="4940059"/>
                <a:ext cx="502847" cy="502847"/>
              </a:xfrm>
              <a:prstGeom prst="roundRect">
                <a:avLst/>
              </a:prstGeom>
              <a:solidFill>
                <a:schemeClr val="tx1">
                  <a:lumMod val="50000"/>
                  <a:lumOff val="50000"/>
                </a:schemeClr>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altLang="zh-CN" dirty="0">
                    <a:cs typeface="+mn-ea"/>
                    <a:sym typeface="+mn-lt"/>
                  </a:rPr>
                  <a:t>03</a:t>
                </a:r>
                <a:endParaRPr dirty="0">
                  <a:cs typeface="+mn-ea"/>
                  <a:sym typeface="+mn-lt"/>
                </a:endParaRPr>
              </a:p>
            </p:txBody>
          </p:sp>
          <p:sp>
            <p:nvSpPr>
              <p:cNvPr id="26" name="任意多边形: 形状 25"/>
              <p:cNvSpPr/>
              <p:nvPr/>
            </p:nvSpPr>
            <p:spPr>
              <a:xfrm flipH="1" flipV="1">
                <a:off x="6144664" y="4828974"/>
                <a:ext cx="186794" cy="193925"/>
              </a:xfrm>
              <a:custGeom>
                <a:avLst/>
                <a:gdLst>
                  <a:gd name="connsiteX0" fmla="*/ 323406 w 540544"/>
                  <a:gd name="connsiteY0" fmla="*/ 0 h 561182"/>
                  <a:gd name="connsiteX1" fmla="*/ 540544 w 540544"/>
                  <a:gd name="connsiteY1" fmla="*/ 0 h 561182"/>
                  <a:gd name="connsiteX2" fmla="*/ 540544 w 540544"/>
                  <a:gd name="connsiteY2" fmla="*/ 239285 h 561182"/>
                  <a:gd name="connsiteX3" fmla="*/ 529037 w 540544"/>
                  <a:gd name="connsiteY3" fmla="*/ 238125 h 561182"/>
                  <a:gd name="connsiteX4" fmla="*/ 279402 w 540544"/>
                  <a:gd name="connsiteY4" fmla="*/ 487760 h 561182"/>
                  <a:gd name="connsiteX5" fmla="*/ 284474 w 540544"/>
                  <a:gd name="connsiteY5" fmla="*/ 538070 h 561182"/>
                  <a:gd name="connsiteX6" fmla="*/ 291649 w 540544"/>
                  <a:gd name="connsiteY6" fmla="*/ 561182 h 561182"/>
                  <a:gd name="connsiteX7" fmla="*/ 0 w 540544"/>
                  <a:gd name="connsiteY7" fmla="*/ 561182 h 561182"/>
                  <a:gd name="connsiteX8" fmla="*/ 0 w 540544"/>
                  <a:gd name="connsiteY8" fmla="*/ 249200 h 561182"/>
                  <a:gd name="connsiteX9" fmla="*/ 24701 w 540544"/>
                  <a:gd name="connsiteY9" fmla="*/ 256868 h 561182"/>
                  <a:gd name="connsiteX10" fmla="*/ 75011 w 540544"/>
                  <a:gd name="connsiteY10" fmla="*/ 261940 h 561182"/>
                  <a:gd name="connsiteX11" fmla="*/ 324646 w 540544"/>
                  <a:gd name="connsiteY11" fmla="*/ 12305 h 561182"/>
                  <a:gd name="connsiteX12" fmla="*/ 323406 w 540544"/>
                  <a:gd name="connsiteY12" fmla="*/ 0 h 561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40544" h="561182">
                    <a:moveTo>
                      <a:pt x="323406" y="0"/>
                    </a:moveTo>
                    <a:lnTo>
                      <a:pt x="540544" y="0"/>
                    </a:lnTo>
                    <a:lnTo>
                      <a:pt x="540544" y="239285"/>
                    </a:lnTo>
                    <a:lnTo>
                      <a:pt x="529037" y="238125"/>
                    </a:lnTo>
                    <a:cubicBezTo>
                      <a:pt x="391167" y="238125"/>
                      <a:pt x="279402" y="349890"/>
                      <a:pt x="279402" y="487760"/>
                    </a:cubicBezTo>
                    <a:cubicBezTo>
                      <a:pt x="279402" y="504994"/>
                      <a:pt x="281149" y="521820"/>
                      <a:pt x="284474" y="538070"/>
                    </a:cubicBezTo>
                    <a:lnTo>
                      <a:pt x="291649" y="561182"/>
                    </a:lnTo>
                    <a:lnTo>
                      <a:pt x="0" y="561182"/>
                    </a:lnTo>
                    <a:lnTo>
                      <a:pt x="0" y="249200"/>
                    </a:lnTo>
                    <a:lnTo>
                      <a:pt x="24701" y="256868"/>
                    </a:lnTo>
                    <a:cubicBezTo>
                      <a:pt x="40952" y="260194"/>
                      <a:pt x="57777" y="261940"/>
                      <a:pt x="75011" y="261940"/>
                    </a:cubicBezTo>
                    <a:cubicBezTo>
                      <a:pt x="212881" y="261940"/>
                      <a:pt x="324646" y="150175"/>
                      <a:pt x="324646" y="12305"/>
                    </a:cubicBezTo>
                    <a:lnTo>
                      <a:pt x="323406" y="0"/>
                    </a:lnTo>
                    <a:close/>
                  </a:path>
                </a:pathLst>
              </a:custGeom>
              <a:solidFill>
                <a:schemeClr val="tx1">
                  <a:lumMod val="50000"/>
                  <a:lumOff val="50000"/>
                </a:schemeClr>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sp>
            <p:nvSpPr>
              <p:cNvPr id="27" name="任意多边形: 形状 26"/>
              <p:cNvSpPr/>
              <p:nvPr/>
            </p:nvSpPr>
            <p:spPr>
              <a:xfrm flipH="1">
                <a:off x="4781475" y="2984419"/>
                <a:ext cx="262829" cy="272864"/>
              </a:xfrm>
              <a:custGeom>
                <a:avLst/>
                <a:gdLst>
                  <a:gd name="connsiteX0" fmla="*/ 323406 w 540544"/>
                  <a:gd name="connsiteY0" fmla="*/ 0 h 561182"/>
                  <a:gd name="connsiteX1" fmla="*/ 540544 w 540544"/>
                  <a:gd name="connsiteY1" fmla="*/ 0 h 561182"/>
                  <a:gd name="connsiteX2" fmla="*/ 540544 w 540544"/>
                  <a:gd name="connsiteY2" fmla="*/ 239285 h 561182"/>
                  <a:gd name="connsiteX3" fmla="*/ 529037 w 540544"/>
                  <a:gd name="connsiteY3" fmla="*/ 238125 h 561182"/>
                  <a:gd name="connsiteX4" fmla="*/ 279402 w 540544"/>
                  <a:gd name="connsiteY4" fmla="*/ 487760 h 561182"/>
                  <a:gd name="connsiteX5" fmla="*/ 284474 w 540544"/>
                  <a:gd name="connsiteY5" fmla="*/ 538070 h 561182"/>
                  <a:gd name="connsiteX6" fmla="*/ 291649 w 540544"/>
                  <a:gd name="connsiteY6" fmla="*/ 561182 h 561182"/>
                  <a:gd name="connsiteX7" fmla="*/ 0 w 540544"/>
                  <a:gd name="connsiteY7" fmla="*/ 561182 h 561182"/>
                  <a:gd name="connsiteX8" fmla="*/ 0 w 540544"/>
                  <a:gd name="connsiteY8" fmla="*/ 249200 h 561182"/>
                  <a:gd name="connsiteX9" fmla="*/ 24701 w 540544"/>
                  <a:gd name="connsiteY9" fmla="*/ 256868 h 561182"/>
                  <a:gd name="connsiteX10" fmla="*/ 75011 w 540544"/>
                  <a:gd name="connsiteY10" fmla="*/ 261940 h 561182"/>
                  <a:gd name="connsiteX11" fmla="*/ 324646 w 540544"/>
                  <a:gd name="connsiteY11" fmla="*/ 12305 h 561182"/>
                  <a:gd name="connsiteX12" fmla="*/ 323406 w 540544"/>
                  <a:gd name="connsiteY12" fmla="*/ 0 h 561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40544" h="561182">
                    <a:moveTo>
                      <a:pt x="323406" y="0"/>
                    </a:moveTo>
                    <a:lnTo>
                      <a:pt x="540544" y="0"/>
                    </a:lnTo>
                    <a:lnTo>
                      <a:pt x="540544" y="239285"/>
                    </a:lnTo>
                    <a:lnTo>
                      <a:pt x="529037" y="238125"/>
                    </a:lnTo>
                    <a:cubicBezTo>
                      <a:pt x="391167" y="238125"/>
                      <a:pt x="279402" y="349890"/>
                      <a:pt x="279402" y="487760"/>
                    </a:cubicBezTo>
                    <a:cubicBezTo>
                      <a:pt x="279402" y="504994"/>
                      <a:pt x="281149" y="521820"/>
                      <a:pt x="284474" y="538070"/>
                    </a:cubicBezTo>
                    <a:lnTo>
                      <a:pt x="291649" y="561182"/>
                    </a:lnTo>
                    <a:lnTo>
                      <a:pt x="0" y="561182"/>
                    </a:lnTo>
                    <a:lnTo>
                      <a:pt x="0" y="249200"/>
                    </a:lnTo>
                    <a:lnTo>
                      <a:pt x="24701" y="256868"/>
                    </a:lnTo>
                    <a:cubicBezTo>
                      <a:pt x="40952" y="260194"/>
                      <a:pt x="57777" y="261940"/>
                      <a:pt x="75011" y="261940"/>
                    </a:cubicBezTo>
                    <a:cubicBezTo>
                      <a:pt x="212881" y="261940"/>
                      <a:pt x="324646" y="150175"/>
                      <a:pt x="324646" y="12305"/>
                    </a:cubicBezTo>
                    <a:lnTo>
                      <a:pt x="323406" y="0"/>
                    </a:lnTo>
                    <a:close/>
                  </a:path>
                </a:pathLst>
              </a:custGeom>
              <a:solidFill>
                <a:schemeClr val="bg1">
                  <a:lumMod val="75000"/>
                </a:schemeClr>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cs typeface="+mn-ea"/>
                  <a:sym typeface="+mn-lt"/>
                </a:endParaRPr>
              </a:p>
            </p:txBody>
          </p:sp>
        </p:grpSp>
        <p:cxnSp>
          <p:nvCxnSpPr>
            <p:cNvPr id="8" name="直接连接符 7"/>
            <p:cNvCxnSpPr/>
            <p:nvPr/>
          </p:nvCxnSpPr>
          <p:spPr>
            <a:xfrm>
              <a:off x="7896000" y="2328931"/>
              <a:ext cx="3624488" cy="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flipH="1">
              <a:off x="669925" y="3104431"/>
              <a:ext cx="3626075" cy="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6331458" y="5442906"/>
              <a:ext cx="5189030" cy="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a:xfrm>
              <a:off x="7817948" y="2328931"/>
              <a:ext cx="3702539" cy="624918"/>
            </a:xfrm>
            <a:prstGeom prst="rect">
              <a:avLst/>
            </a:prstGeom>
            <a:noFill/>
            <a:ln>
              <a:noFill/>
            </a:ln>
          </p:spPr>
          <p:txBody>
            <a:bodyPr lIns="91440" tIns="45720" rIns="91440" bIns="45720" anchor="t" anchorCtr="0">
              <a:noAutofit/>
            </a:bodyPr>
            <a:lstStyle/>
            <a:p>
              <a:pPr>
                <a:lnSpc>
                  <a:spcPct val="150000"/>
                </a:lnSpc>
                <a:buSzPct val="25000"/>
              </a:pPr>
              <a:r>
                <a:rPr lang="zh-CN" altLang="en-US" sz="1200" dirty="0">
                  <a:cs typeface="+mn-ea"/>
                  <a:sym typeface="+mn-lt"/>
                </a:rPr>
                <a:t>实际的课程管理系统更为复杂，需要学习的知识较多</a:t>
              </a:r>
              <a:endParaRPr lang="en-US" altLang="zh-CN" sz="1200" dirty="0">
                <a:cs typeface="+mn-ea"/>
                <a:sym typeface="+mn-lt"/>
              </a:endParaRPr>
            </a:p>
            <a:p>
              <a:pPr>
                <a:lnSpc>
                  <a:spcPct val="150000"/>
                </a:lnSpc>
                <a:buSzPct val="25000"/>
              </a:pPr>
              <a:r>
                <a:rPr lang="zh-CN" altLang="en-US" sz="1200" dirty="0">
                  <a:cs typeface="+mn-ea"/>
                  <a:sym typeface="+mn-lt"/>
                </a:rPr>
                <a:t>项目开发时间有限，不得不做出一些取舍</a:t>
              </a:r>
              <a:endParaRPr lang="de-DE" sz="1200" dirty="0">
                <a:cs typeface="+mn-ea"/>
                <a:sym typeface="+mn-lt"/>
              </a:endParaRPr>
            </a:p>
          </p:txBody>
        </p:sp>
        <p:sp>
          <p:nvSpPr>
            <p:cNvPr id="13" name="文本框 12"/>
            <p:cNvSpPr txBox="1"/>
            <p:nvPr/>
          </p:nvSpPr>
          <p:spPr>
            <a:xfrm>
              <a:off x="6331458" y="5050394"/>
              <a:ext cx="5189030" cy="392512"/>
            </a:xfrm>
            <a:prstGeom prst="rect">
              <a:avLst/>
            </a:prstGeom>
            <a:noFill/>
            <a:ln>
              <a:noFill/>
            </a:ln>
          </p:spPr>
          <p:txBody>
            <a:bodyPr wrap="none" lIns="91440" tIns="45720" rIns="91440" bIns="45720" anchor="ctr" anchorCtr="0">
              <a:normAutofit lnSpcReduction="10000"/>
            </a:bodyPr>
            <a:lstStyle/>
            <a:p>
              <a:pPr>
                <a:buSzPct val="25000"/>
              </a:pPr>
              <a:r>
                <a:rPr lang="zh-CN" altLang="en-US" sz="2000" b="1" dirty="0">
                  <a:cs typeface="+mn-ea"/>
                  <a:sym typeface="+mn-lt"/>
                </a:rPr>
                <a:t>出现了众多疑惑与不解</a:t>
              </a:r>
              <a:endParaRPr lang="de-DE" sz="2000" b="1" dirty="0">
                <a:cs typeface="+mn-ea"/>
                <a:sym typeface="+mn-lt"/>
              </a:endParaRPr>
            </a:p>
          </p:txBody>
        </p:sp>
        <p:sp>
          <p:nvSpPr>
            <p:cNvPr id="14" name="文本框 13"/>
            <p:cNvSpPr txBox="1"/>
            <p:nvPr/>
          </p:nvSpPr>
          <p:spPr>
            <a:xfrm>
              <a:off x="6331458" y="5442906"/>
              <a:ext cx="5189030" cy="624918"/>
            </a:xfrm>
            <a:prstGeom prst="rect">
              <a:avLst/>
            </a:prstGeom>
            <a:noFill/>
            <a:ln>
              <a:noFill/>
            </a:ln>
          </p:spPr>
          <p:txBody>
            <a:bodyPr lIns="91440" tIns="45720" rIns="91440" bIns="45720" anchor="t" anchorCtr="0">
              <a:noAutofit/>
            </a:bodyPr>
            <a:lstStyle/>
            <a:p>
              <a:pPr>
                <a:lnSpc>
                  <a:spcPct val="150000"/>
                </a:lnSpc>
                <a:buSzPct val="25000"/>
              </a:pPr>
              <a:r>
                <a:rPr lang="zh-CN" altLang="en-US" sz="1200" dirty="0">
                  <a:cs typeface="+mn-ea"/>
                  <a:sym typeface="+mn-lt"/>
                </a:rPr>
                <a:t>在完成项目的过程中，遇到了一些不熟悉的内容</a:t>
              </a:r>
              <a:endParaRPr lang="en-US" altLang="zh-CN" sz="1200" dirty="0">
                <a:cs typeface="+mn-ea"/>
                <a:sym typeface="+mn-lt"/>
              </a:endParaRPr>
            </a:p>
            <a:p>
              <a:pPr>
                <a:lnSpc>
                  <a:spcPct val="150000"/>
                </a:lnSpc>
                <a:buSzPct val="25000"/>
              </a:pPr>
              <a:r>
                <a:rPr lang="zh-CN" altLang="en-US" sz="1200" dirty="0">
                  <a:cs typeface="+mn-ea"/>
                  <a:sym typeface="+mn-lt"/>
                </a:rPr>
                <a:t>对于一些语言内容并不知晓其底层原理</a:t>
              </a:r>
              <a:endParaRPr lang="de-DE" sz="1200" dirty="0">
                <a:cs typeface="+mn-ea"/>
                <a:sym typeface="+mn-lt"/>
              </a:endParaRPr>
            </a:p>
          </p:txBody>
        </p:sp>
        <p:sp>
          <p:nvSpPr>
            <p:cNvPr id="15" name="文本框 14"/>
            <p:cNvSpPr txBox="1"/>
            <p:nvPr/>
          </p:nvSpPr>
          <p:spPr>
            <a:xfrm>
              <a:off x="671513" y="2711919"/>
              <a:ext cx="3624487" cy="392512"/>
            </a:xfrm>
            <a:prstGeom prst="rect">
              <a:avLst/>
            </a:prstGeom>
            <a:noFill/>
            <a:ln>
              <a:noFill/>
            </a:ln>
          </p:spPr>
          <p:txBody>
            <a:bodyPr wrap="none" lIns="91440" tIns="45720" rIns="91440" bIns="45720" anchor="ctr" anchorCtr="0">
              <a:normAutofit lnSpcReduction="10000"/>
            </a:bodyPr>
            <a:lstStyle/>
            <a:p>
              <a:pPr>
                <a:buSzPct val="25000"/>
              </a:pPr>
              <a:r>
                <a:rPr lang="zh-CN" altLang="en-US" sz="2000" b="1" dirty="0">
                  <a:cs typeface="+mn-ea"/>
                  <a:sym typeface="+mn-lt"/>
                </a:rPr>
                <a:t>一些想法未能实现</a:t>
              </a:r>
              <a:endParaRPr lang="de-DE" sz="2000" b="1" dirty="0">
                <a:cs typeface="+mn-ea"/>
                <a:sym typeface="+mn-lt"/>
              </a:endParaRPr>
            </a:p>
          </p:txBody>
        </p:sp>
        <p:sp>
          <p:nvSpPr>
            <p:cNvPr id="16" name="文本框 15"/>
            <p:cNvSpPr txBox="1"/>
            <p:nvPr/>
          </p:nvSpPr>
          <p:spPr>
            <a:xfrm>
              <a:off x="671513" y="3104431"/>
              <a:ext cx="3624487" cy="624918"/>
            </a:xfrm>
            <a:prstGeom prst="rect">
              <a:avLst/>
            </a:prstGeom>
            <a:noFill/>
            <a:ln>
              <a:noFill/>
            </a:ln>
          </p:spPr>
          <p:txBody>
            <a:bodyPr lIns="91440" tIns="45720" rIns="91440" bIns="45720" anchor="t" anchorCtr="0">
              <a:noAutofit/>
            </a:bodyPr>
            <a:lstStyle/>
            <a:p>
              <a:pPr>
                <a:lnSpc>
                  <a:spcPct val="150000"/>
                </a:lnSpc>
                <a:buSzPct val="25000"/>
              </a:pPr>
              <a:r>
                <a:rPr lang="zh-CN" altLang="en-US" sz="1200" dirty="0">
                  <a:cs typeface="+mn-ea"/>
                  <a:sym typeface="+mn-lt"/>
                </a:rPr>
                <a:t>受限于知识掌握程度与深度以及技术基础，一些创新想法未能实现</a:t>
              </a:r>
              <a:endParaRPr lang="de-DE" sz="1200" dirty="0">
                <a:cs typeface="+mn-ea"/>
                <a:sym typeface="+mn-lt"/>
              </a:endParaRPr>
            </a:p>
          </p:txBody>
        </p:sp>
      </p:grpSp>
      <p:sp>
        <p:nvSpPr>
          <p:cNvPr id="28" name="任意多边形: 形状 27">
            <a:extLst>
              <a:ext uri="{FF2B5EF4-FFF2-40B4-BE49-F238E27FC236}">
                <a16:creationId xmlns:a16="http://schemas.microsoft.com/office/drawing/2014/main" id="{5B9F257D-4C15-C939-C939-0EE589EEF3FE}"/>
              </a:ext>
            </a:extLst>
          </p:cNvPr>
          <p:cNvSpPr/>
          <p:nvPr/>
        </p:nvSpPr>
        <p:spPr>
          <a:xfrm>
            <a:off x="11146740" y="4924769"/>
            <a:ext cx="372160" cy="502847"/>
          </a:xfrm>
          <a:custGeom>
            <a:avLst/>
            <a:gdLst>
              <a:gd name="connsiteX0" fmla="*/ 130371 w 393461"/>
              <a:gd name="connsiteY0" fmla="*/ 316620 h 556947"/>
              <a:gd name="connsiteX1" fmla="*/ 116277 w 393461"/>
              <a:gd name="connsiteY1" fmla="*/ 355307 h 556947"/>
              <a:gd name="connsiteX2" fmla="*/ 130371 w 393461"/>
              <a:gd name="connsiteY2" fmla="*/ 355307 h 556947"/>
              <a:gd name="connsiteX3" fmla="*/ 200841 w 393461"/>
              <a:gd name="connsiteY3" fmla="*/ 102085 h 556947"/>
              <a:gd name="connsiteX4" fmla="*/ 213761 w 393461"/>
              <a:gd name="connsiteY4" fmla="*/ 129048 h 556947"/>
              <a:gd name="connsiteX5" fmla="*/ 241949 w 393461"/>
              <a:gd name="connsiteY5" fmla="*/ 120842 h 556947"/>
              <a:gd name="connsiteX6" fmla="*/ 237251 w 393461"/>
              <a:gd name="connsiteY6" fmla="*/ 144289 h 556947"/>
              <a:gd name="connsiteX7" fmla="*/ 259567 w 393461"/>
              <a:gd name="connsiteY7" fmla="*/ 152495 h 556947"/>
              <a:gd name="connsiteX8" fmla="*/ 261916 w 393461"/>
              <a:gd name="connsiteY8" fmla="*/ 148978 h 556947"/>
              <a:gd name="connsiteX9" fmla="*/ 327688 w 393461"/>
              <a:gd name="connsiteY9" fmla="*/ 215801 h 556947"/>
              <a:gd name="connsiteX10" fmla="*/ 325339 w 393461"/>
              <a:gd name="connsiteY10" fmla="*/ 218145 h 556947"/>
              <a:gd name="connsiteX11" fmla="*/ 245473 w 393461"/>
              <a:gd name="connsiteY11" fmla="*/ 314276 h 556947"/>
              <a:gd name="connsiteX12" fmla="*/ 245473 w 393461"/>
              <a:gd name="connsiteY12" fmla="*/ 355307 h 556947"/>
              <a:gd name="connsiteX13" fmla="*/ 393461 w 393461"/>
              <a:gd name="connsiteY13" fmla="*/ 355307 h 556947"/>
              <a:gd name="connsiteX14" fmla="*/ 393461 w 393461"/>
              <a:gd name="connsiteY14" fmla="*/ 385788 h 556947"/>
              <a:gd name="connsiteX15" fmla="*/ 369971 w 393461"/>
              <a:gd name="connsiteY15" fmla="*/ 385788 h 556947"/>
              <a:gd name="connsiteX16" fmla="*/ 369971 w 393461"/>
              <a:gd name="connsiteY16" fmla="*/ 556947 h 556947"/>
              <a:gd name="connsiteX17" fmla="*/ 355877 w 393461"/>
              <a:gd name="connsiteY17" fmla="*/ 556947 h 556947"/>
              <a:gd name="connsiteX18" fmla="*/ 355877 w 393461"/>
              <a:gd name="connsiteY18" fmla="*/ 385788 h 556947"/>
              <a:gd name="connsiteX19" fmla="*/ 245473 w 393461"/>
              <a:gd name="connsiteY19" fmla="*/ 385788 h 556947"/>
              <a:gd name="connsiteX20" fmla="*/ 245473 w 393461"/>
              <a:gd name="connsiteY20" fmla="*/ 406889 h 556947"/>
              <a:gd name="connsiteX21" fmla="*/ 266614 w 393461"/>
              <a:gd name="connsiteY21" fmla="*/ 406889 h 556947"/>
              <a:gd name="connsiteX22" fmla="*/ 266614 w 393461"/>
              <a:gd name="connsiteY22" fmla="*/ 417440 h 556947"/>
              <a:gd name="connsiteX23" fmla="*/ 248996 w 393461"/>
              <a:gd name="connsiteY23" fmla="*/ 417440 h 556947"/>
              <a:gd name="connsiteX24" fmla="*/ 248996 w 393461"/>
              <a:gd name="connsiteY24" fmla="*/ 548741 h 556947"/>
              <a:gd name="connsiteX25" fmla="*/ 203190 w 393461"/>
              <a:gd name="connsiteY25" fmla="*/ 548741 h 556947"/>
              <a:gd name="connsiteX26" fmla="*/ 203190 w 393461"/>
              <a:gd name="connsiteY26" fmla="*/ 417440 h 556947"/>
              <a:gd name="connsiteX27" fmla="*/ 172653 w 393461"/>
              <a:gd name="connsiteY27" fmla="*/ 417440 h 556947"/>
              <a:gd name="connsiteX28" fmla="*/ 172653 w 393461"/>
              <a:gd name="connsiteY28" fmla="*/ 548741 h 556947"/>
              <a:gd name="connsiteX29" fmla="*/ 128022 w 393461"/>
              <a:gd name="connsiteY29" fmla="*/ 548741 h 556947"/>
              <a:gd name="connsiteX30" fmla="*/ 128022 w 393461"/>
              <a:gd name="connsiteY30" fmla="*/ 417440 h 556947"/>
              <a:gd name="connsiteX31" fmla="*/ 106880 w 393461"/>
              <a:gd name="connsiteY31" fmla="*/ 417440 h 556947"/>
              <a:gd name="connsiteX32" fmla="*/ 106880 w 393461"/>
              <a:gd name="connsiteY32" fmla="*/ 406889 h 556947"/>
              <a:gd name="connsiteX33" fmla="*/ 131545 w 393461"/>
              <a:gd name="connsiteY33" fmla="*/ 406889 h 556947"/>
              <a:gd name="connsiteX34" fmla="*/ 130371 w 393461"/>
              <a:gd name="connsiteY34" fmla="*/ 385788 h 556947"/>
              <a:gd name="connsiteX35" fmla="*/ 32886 w 393461"/>
              <a:gd name="connsiteY35" fmla="*/ 385788 h 556947"/>
              <a:gd name="connsiteX36" fmla="*/ 32886 w 393461"/>
              <a:gd name="connsiteY36" fmla="*/ 556947 h 556947"/>
              <a:gd name="connsiteX37" fmla="*/ 18792 w 393461"/>
              <a:gd name="connsiteY37" fmla="*/ 556947 h 556947"/>
              <a:gd name="connsiteX38" fmla="*/ 18792 w 393461"/>
              <a:gd name="connsiteY38" fmla="*/ 385788 h 556947"/>
              <a:gd name="connsiteX39" fmla="*/ 0 w 393461"/>
              <a:gd name="connsiteY39" fmla="*/ 385788 h 556947"/>
              <a:gd name="connsiteX40" fmla="*/ 0 w 393461"/>
              <a:gd name="connsiteY40" fmla="*/ 355307 h 556947"/>
              <a:gd name="connsiteX41" fmla="*/ 84565 w 393461"/>
              <a:gd name="connsiteY41" fmla="*/ 355307 h 556947"/>
              <a:gd name="connsiteX42" fmla="*/ 115102 w 393461"/>
              <a:gd name="connsiteY42" fmla="*/ 272072 h 556947"/>
              <a:gd name="connsiteX43" fmla="*/ 153861 w 393461"/>
              <a:gd name="connsiteY43" fmla="*/ 263866 h 556947"/>
              <a:gd name="connsiteX44" fmla="*/ 186747 w 393461"/>
              <a:gd name="connsiteY44" fmla="*/ 290829 h 556947"/>
              <a:gd name="connsiteX45" fmla="*/ 218459 w 393461"/>
              <a:gd name="connsiteY45" fmla="*/ 263866 h 556947"/>
              <a:gd name="connsiteX46" fmla="*/ 238426 w 393461"/>
              <a:gd name="connsiteY46" fmla="*/ 267383 h 556947"/>
              <a:gd name="connsiteX47" fmla="*/ 279533 w 393461"/>
              <a:gd name="connsiteY47" fmla="*/ 216973 h 556947"/>
              <a:gd name="connsiteX48" fmla="*/ 250171 w 393461"/>
              <a:gd name="connsiteY48" fmla="*/ 187665 h 556947"/>
              <a:gd name="connsiteX49" fmla="*/ 251345 w 393461"/>
              <a:gd name="connsiteY49" fmla="*/ 190009 h 556947"/>
              <a:gd name="connsiteX50" fmla="*/ 187922 w 393461"/>
              <a:gd name="connsiteY50" fmla="*/ 253315 h 556947"/>
              <a:gd name="connsiteX51" fmla="*/ 124498 w 393461"/>
              <a:gd name="connsiteY51" fmla="*/ 190009 h 556947"/>
              <a:gd name="connsiteX52" fmla="*/ 124498 w 393461"/>
              <a:gd name="connsiteY52" fmla="*/ 180631 h 556947"/>
              <a:gd name="connsiteX53" fmla="*/ 126847 w 393461"/>
              <a:gd name="connsiteY53" fmla="*/ 172425 h 556947"/>
              <a:gd name="connsiteX54" fmla="*/ 109229 w 393461"/>
              <a:gd name="connsiteY54" fmla="*/ 156012 h 556947"/>
              <a:gd name="connsiteX55" fmla="*/ 130371 w 393461"/>
              <a:gd name="connsiteY55" fmla="*/ 148978 h 556947"/>
              <a:gd name="connsiteX56" fmla="*/ 119800 w 393461"/>
              <a:gd name="connsiteY56" fmla="*/ 124359 h 556947"/>
              <a:gd name="connsiteX57" fmla="*/ 149163 w 393461"/>
              <a:gd name="connsiteY57" fmla="*/ 133738 h 556947"/>
              <a:gd name="connsiteX58" fmla="*/ 157384 w 393461"/>
              <a:gd name="connsiteY58" fmla="*/ 105602 h 556947"/>
              <a:gd name="connsiteX59" fmla="*/ 176177 w 393461"/>
              <a:gd name="connsiteY59" fmla="*/ 126704 h 556947"/>
              <a:gd name="connsiteX60" fmla="*/ 180815 w 393461"/>
              <a:gd name="connsiteY60" fmla="*/ 57446 h 556947"/>
              <a:gd name="connsiteX61" fmla="*/ 203229 w 393461"/>
              <a:gd name="connsiteY61" fmla="*/ 57446 h 556947"/>
              <a:gd name="connsiteX62" fmla="*/ 203229 w 393461"/>
              <a:gd name="connsiteY62" fmla="*/ 78541 h 556947"/>
              <a:gd name="connsiteX63" fmla="*/ 180815 w 393461"/>
              <a:gd name="connsiteY63" fmla="*/ 78541 h 556947"/>
              <a:gd name="connsiteX64" fmla="*/ 193811 w 393461"/>
              <a:gd name="connsiteY64" fmla="*/ 0 h 556947"/>
              <a:gd name="connsiteX65" fmla="*/ 207915 w 393461"/>
              <a:gd name="connsiteY65" fmla="*/ 2346 h 556947"/>
              <a:gd name="connsiteX66" fmla="*/ 216142 w 393461"/>
              <a:gd name="connsiteY66" fmla="*/ 7037 h 556947"/>
              <a:gd name="connsiteX67" fmla="*/ 220843 w 393461"/>
              <a:gd name="connsiteY67" fmla="*/ 15248 h 556947"/>
              <a:gd name="connsiteX68" fmla="*/ 223194 w 393461"/>
              <a:gd name="connsiteY68" fmla="*/ 22285 h 556947"/>
              <a:gd name="connsiteX69" fmla="*/ 222019 w 393461"/>
              <a:gd name="connsiteY69" fmla="*/ 30496 h 556947"/>
              <a:gd name="connsiteX70" fmla="*/ 218493 w 393461"/>
              <a:gd name="connsiteY70" fmla="*/ 35187 h 556947"/>
              <a:gd name="connsiteX71" fmla="*/ 213792 w 393461"/>
              <a:gd name="connsiteY71" fmla="*/ 38706 h 556947"/>
              <a:gd name="connsiteX72" fmla="*/ 207915 w 393461"/>
              <a:gd name="connsiteY72" fmla="*/ 42225 h 556947"/>
              <a:gd name="connsiteX73" fmla="*/ 205565 w 393461"/>
              <a:gd name="connsiteY73" fmla="*/ 43398 h 556947"/>
              <a:gd name="connsiteX74" fmla="*/ 203214 w 393461"/>
              <a:gd name="connsiteY74" fmla="*/ 45743 h 556947"/>
              <a:gd name="connsiteX75" fmla="*/ 202039 w 393461"/>
              <a:gd name="connsiteY75" fmla="*/ 48089 h 556947"/>
              <a:gd name="connsiteX76" fmla="*/ 202039 w 393461"/>
              <a:gd name="connsiteY76" fmla="*/ 51608 h 556947"/>
              <a:gd name="connsiteX77" fmla="*/ 182059 w 393461"/>
              <a:gd name="connsiteY77" fmla="*/ 51608 h 556947"/>
              <a:gd name="connsiteX78" fmla="*/ 182059 w 393461"/>
              <a:gd name="connsiteY78" fmla="*/ 46916 h 556947"/>
              <a:gd name="connsiteX79" fmla="*/ 183234 w 393461"/>
              <a:gd name="connsiteY79" fmla="*/ 42225 h 556947"/>
              <a:gd name="connsiteX80" fmla="*/ 185584 w 393461"/>
              <a:gd name="connsiteY80" fmla="*/ 36360 h 556947"/>
              <a:gd name="connsiteX81" fmla="*/ 190286 w 393461"/>
              <a:gd name="connsiteY81" fmla="*/ 32841 h 556947"/>
              <a:gd name="connsiteX82" fmla="*/ 192636 w 393461"/>
              <a:gd name="connsiteY82" fmla="*/ 30496 h 556947"/>
              <a:gd name="connsiteX83" fmla="*/ 196162 w 393461"/>
              <a:gd name="connsiteY83" fmla="*/ 29323 h 556947"/>
              <a:gd name="connsiteX84" fmla="*/ 198513 w 393461"/>
              <a:gd name="connsiteY84" fmla="*/ 26977 h 556947"/>
              <a:gd name="connsiteX85" fmla="*/ 199688 w 393461"/>
              <a:gd name="connsiteY85" fmla="*/ 23458 h 556947"/>
              <a:gd name="connsiteX86" fmla="*/ 193811 w 393461"/>
              <a:gd name="connsiteY86" fmla="*/ 18767 h 556947"/>
              <a:gd name="connsiteX87" fmla="*/ 187935 w 393461"/>
              <a:gd name="connsiteY87" fmla="*/ 21112 h 556947"/>
              <a:gd name="connsiteX88" fmla="*/ 186760 w 393461"/>
              <a:gd name="connsiteY88" fmla="*/ 28150 h 556947"/>
              <a:gd name="connsiteX89" fmla="*/ 164429 w 393461"/>
              <a:gd name="connsiteY89" fmla="*/ 28150 h 556947"/>
              <a:gd name="connsiteX90" fmla="*/ 165604 w 393461"/>
              <a:gd name="connsiteY90" fmla="*/ 17594 h 556947"/>
              <a:gd name="connsiteX91" fmla="*/ 171481 w 393461"/>
              <a:gd name="connsiteY91" fmla="*/ 8210 h 556947"/>
              <a:gd name="connsiteX92" fmla="*/ 180883 w 393461"/>
              <a:gd name="connsiteY92" fmla="*/ 2346 h 556947"/>
              <a:gd name="connsiteX93" fmla="*/ 193811 w 393461"/>
              <a:gd name="connsiteY93" fmla="*/ 0 h 556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393461" h="556947">
                <a:moveTo>
                  <a:pt x="130371" y="316620"/>
                </a:moveTo>
                <a:lnTo>
                  <a:pt x="116277" y="355307"/>
                </a:lnTo>
                <a:lnTo>
                  <a:pt x="130371" y="355307"/>
                </a:lnTo>
                <a:close/>
                <a:moveTo>
                  <a:pt x="200841" y="102085"/>
                </a:moveTo>
                <a:lnTo>
                  <a:pt x="213761" y="129048"/>
                </a:lnTo>
                <a:lnTo>
                  <a:pt x="241949" y="120842"/>
                </a:lnTo>
                <a:lnTo>
                  <a:pt x="237251" y="144289"/>
                </a:lnTo>
                <a:lnTo>
                  <a:pt x="259567" y="152495"/>
                </a:lnTo>
                <a:lnTo>
                  <a:pt x="261916" y="148978"/>
                </a:lnTo>
                <a:lnTo>
                  <a:pt x="327688" y="215801"/>
                </a:lnTo>
                <a:lnTo>
                  <a:pt x="325339" y="218145"/>
                </a:lnTo>
                <a:lnTo>
                  <a:pt x="245473" y="314276"/>
                </a:lnTo>
                <a:lnTo>
                  <a:pt x="245473" y="355307"/>
                </a:lnTo>
                <a:lnTo>
                  <a:pt x="393461" y="355307"/>
                </a:lnTo>
                <a:lnTo>
                  <a:pt x="393461" y="385788"/>
                </a:lnTo>
                <a:lnTo>
                  <a:pt x="369971" y="385788"/>
                </a:lnTo>
                <a:lnTo>
                  <a:pt x="369971" y="556947"/>
                </a:lnTo>
                <a:lnTo>
                  <a:pt x="355877" y="556947"/>
                </a:lnTo>
                <a:lnTo>
                  <a:pt x="355877" y="385788"/>
                </a:lnTo>
                <a:lnTo>
                  <a:pt x="245473" y="385788"/>
                </a:lnTo>
                <a:lnTo>
                  <a:pt x="245473" y="406889"/>
                </a:lnTo>
                <a:lnTo>
                  <a:pt x="266614" y="406889"/>
                </a:lnTo>
                <a:lnTo>
                  <a:pt x="266614" y="417440"/>
                </a:lnTo>
                <a:lnTo>
                  <a:pt x="248996" y="417440"/>
                </a:lnTo>
                <a:lnTo>
                  <a:pt x="248996" y="548741"/>
                </a:lnTo>
                <a:lnTo>
                  <a:pt x="203190" y="548741"/>
                </a:lnTo>
                <a:lnTo>
                  <a:pt x="203190" y="417440"/>
                </a:lnTo>
                <a:lnTo>
                  <a:pt x="172653" y="417440"/>
                </a:lnTo>
                <a:lnTo>
                  <a:pt x="172653" y="548741"/>
                </a:lnTo>
                <a:lnTo>
                  <a:pt x="128022" y="548741"/>
                </a:lnTo>
                <a:lnTo>
                  <a:pt x="128022" y="417440"/>
                </a:lnTo>
                <a:lnTo>
                  <a:pt x="106880" y="417440"/>
                </a:lnTo>
                <a:lnTo>
                  <a:pt x="106880" y="406889"/>
                </a:lnTo>
                <a:lnTo>
                  <a:pt x="131545" y="406889"/>
                </a:lnTo>
                <a:lnTo>
                  <a:pt x="130371" y="385788"/>
                </a:lnTo>
                <a:lnTo>
                  <a:pt x="32886" y="385788"/>
                </a:lnTo>
                <a:lnTo>
                  <a:pt x="32886" y="556947"/>
                </a:lnTo>
                <a:lnTo>
                  <a:pt x="18792" y="556947"/>
                </a:lnTo>
                <a:lnTo>
                  <a:pt x="18792" y="385788"/>
                </a:lnTo>
                <a:lnTo>
                  <a:pt x="0" y="385788"/>
                </a:lnTo>
                <a:lnTo>
                  <a:pt x="0" y="355307"/>
                </a:lnTo>
                <a:lnTo>
                  <a:pt x="84565" y="355307"/>
                </a:lnTo>
                <a:lnTo>
                  <a:pt x="115102" y="272072"/>
                </a:lnTo>
                <a:lnTo>
                  <a:pt x="153861" y="263866"/>
                </a:lnTo>
                <a:cubicBezTo>
                  <a:pt x="153861" y="263866"/>
                  <a:pt x="162082" y="293174"/>
                  <a:pt x="186747" y="290829"/>
                </a:cubicBezTo>
                <a:cubicBezTo>
                  <a:pt x="210237" y="289657"/>
                  <a:pt x="218459" y="263866"/>
                  <a:pt x="218459" y="263866"/>
                </a:cubicBezTo>
                <a:lnTo>
                  <a:pt x="238426" y="267383"/>
                </a:lnTo>
                <a:lnTo>
                  <a:pt x="279533" y="216973"/>
                </a:lnTo>
                <a:lnTo>
                  <a:pt x="250171" y="187665"/>
                </a:lnTo>
                <a:cubicBezTo>
                  <a:pt x="250171" y="188837"/>
                  <a:pt x="251345" y="190009"/>
                  <a:pt x="251345" y="190009"/>
                </a:cubicBezTo>
                <a:cubicBezTo>
                  <a:pt x="251345" y="225179"/>
                  <a:pt x="221982" y="253315"/>
                  <a:pt x="187922" y="253315"/>
                </a:cubicBezTo>
                <a:cubicBezTo>
                  <a:pt x="152686" y="253315"/>
                  <a:pt x="124498" y="225179"/>
                  <a:pt x="124498" y="190009"/>
                </a:cubicBezTo>
                <a:cubicBezTo>
                  <a:pt x="124498" y="186492"/>
                  <a:pt x="124498" y="182975"/>
                  <a:pt x="124498" y="180631"/>
                </a:cubicBezTo>
                <a:cubicBezTo>
                  <a:pt x="125673" y="177114"/>
                  <a:pt x="125673" y="174769"/>
                  <a:pt x="126847" y="172425"/>
                </a:cubicBezTo>
                <a:lnTo>
                  <a:pt x="109229" y="156012"/>
                </a:lnTo>
                <a:lnTo>
                  <a:pt x="130371" y="148978"/>
                </a:lnTo>
                <a:lnTo>
                  <a:pt x="119800" y="124359"/>
                </a:lnTo>
                <a:lnTo>
                  <a:pt x="149163" y="133738"/>
                </a:lnTo>
                <a:lnTo>
                  <a:pt x="157384" y="105602"/>
                </a:lnTo>
                <a:lnTo>
                  <a:pt x="176177" y="126704"/>
                </a:lnTo>
                <a:close/>
                <a:moveTo>
                  <a:pt x="180815" y="57446"/>
                </a:moveTo>
                <a:lnTo>
                  <a:pt x="203229" y="57446"/>
                </a:lnTo>
                <a:lnTo>
                  <a:pt x="203229" y="78541"/>
                </a:lnTo>
                <a:lnTo>
                  <a:pt x="180815" y="78541"/>
                </a:lnTo>
                <a:close/>
                <a:moveTo>
                  <a:pt x="193811" y="0"/>
                </a:moveTo>
                <a:cubicBezTo>
                  <a:pt x="199688" y="0"/>
                  <a:pt x="204389" y="1173"/>
                  <a:pt x="207915" y="2346"/>
                </a:cubicBezTo>
                <a:cubicBezTo>
                  <a:pt x="211441" y="3519"/>
                  <a:pt x="213792" y="5865"/>
                  <a:pt x="216142" y="7037"/>
                </a:cubicBezTo>
                <a:cubicBezTo>
                  <a:pt x="218493" y="9383"/>
                  <a:pt x="220843" y="11729"/>
                  <a:pt x="220843" y="15248"/>
                </a:cubicBezTo>
                <a:cubicBezTo>
                  <a:pt x="222019" y="17594"/>
                  <a:pt x="223194" y="19939"/>
                  <a:pt x="223194" y="22285"/>
                </a:cubicBezTo>
                <a:cubicBezTo>
                  <a:pt x="223194" y="25804"/>
                  <a:pt x="223194" y="28150"/>
                  <a:pt x="222019" y="30496"/>
                </a:cubicBezTo>
                <a:cubicBezTo>
                  <a:pt x="220843" y="32841"/>
                  <a:pt x="219668" y="34014"/>
                  <a:pt x="218493" y="35187"/>
                </a:cubicBezTo>
                <a:cubicBezTo>
                  <a:pt x="217317" y="36360"/>
                  <a:pt x="214967" y="37533"/>
                  <a:pt x="213792" y="38706"/>
                </a:cubicBezTo>
                <a:cubicBezTo>
                  <a:pt x="211441" y="39879"/>
                  <a:pt x="210266" y="41052"/>
                  <a:pt x="207915" y="42225"/>
                </a:cubicBezTo>
                <a:cubicBezTo>
                  <a:pt x="206740" y="42225"/>
                  <a:pt x="206740" y="43398"/>
                  <a:pt x="205565" y="43398"/>
                </a:cubicBezTo>
                <a:cubicBezTo>
                  <a:pt x="204389" y="44571"/>
                  <a:pt x="204389" y="44571"/>
                  <a:pt x="203214" y="45743"/>
                </a:cubicBezTo>
                <a:cubicBezTo>
                  <a:pt x="203214" y="46916"/>
                  <a:pt x="203214" y="46916"/>
                  <a:pt x="202039" y="48089"/>
                </a:cubicBezTo>
                <a:cubicBezTo>
                  <a:pt x="202039" y="49262"/>
                  <a:pt x="202039" y="50435"/>
                  <a:pt x="202039" y="51608"/>
                </a:cubicBezTo>
                <a:lnTo>
                  <a:pt x="182059" y="51608"/>
                </a:lnTo>
                <a:cubicBezTo>
                  <a:pt x="182059" y="50435"/>
                  <a:pt x="182059" y="49262"/>
                  <a:pt x="182059" y="46916"/>
                </a:cubicBezTo>
                <a:cubicBezTo>
                  <a:pt x="182059" y="45743"/>
                  <a:pt x="182059" y="43398"/>
                  <a:pt x="183234" y="42225"/>
                </a:cubicBezTo>
                <a:cubicBezTo>
                  <a:pt x="183234" y="39879"/>
                  <a:pt x="184409" y="38706"/>
                  <a:pt x="185584" y="36360"/>
                </a:cubicBezTo>
                <a:cubicBezTo>
                  <a:pt x="185584" y="35187"/>
                  <a:pt x="187935" y="34014"/>
                  <a:pt x="190286" y="32841"/>
                </a:cubicBezTo>
                <a:cubicBezTo>
                  <a:pt x="190286" y="31669"/>
                  <a:pt x="191461" y="31669"/>
                  <a:pt x="192636" y="30496"/>
                </a:cubicBezTo>
                <a:cubicBezTo>
                  <a:pt x="193811" y="30496"/>
                  <a:pt x="194987" y="29323"/>
                  <a:pt x="196162" y="29323"/>
                </a:cubicBezTo>
                <a:cubicBezTo>
                  <a:pt x="197337" y="28150"/>
                  <a:pt x="198513" y="28150"/>
                  <a:pt x="198513" y="26977"/>
                </a:cubicBezTo>
                <a:cubicBezTo>
                  <a:pt x="199688" y="25804"/>
                  <a:pt x="199688" y="24631"/>
                  <a:pt x="199688" y="23458"/>
                </a:cubicBezTo>
                <a:cubicBezTo>
                  <a:pt x="199688" y="19939"/>
                  <a:pt x="197337" y="18767"/>
                  <a:pt x="193811" y="18767"/>
                </a:cubicBezTo>
                <a:cubicBezTo>
                  <a:pt x="191461" y="18767"/>
                  <a:pt x="189110" y="18767"/>
                  <a:pt x="187935" y="21112"/>
                </a:cubicBezTo>
                <a:cubicBezTo>
                  <a:pt x="186760" y="23458"/>
                  <a:pt x="186760" y="24631"/>
                  <a:pt x="186760" y="28150"/>
                </a:cubicBezTo>
                <a:lnTo>
                  <a:pt x="164429" y="28150"/>
                </a:lnTo>
                <a:cubicBezTo>
                  <a:pt x="164429" y="24631"/>
                  <a:pt x="165604" y="21112"/>
                  <a:pt x="165604" y="17594"/>
                </a:cubicBezTo>
                <a:cubicBezTo>
                  <a:pt x="166780" y="14075"/>
                  <a:pt x="169130" y="11729"/>
                  <a:pt x="171481" y="8210"/>
                </a:cubicBezTo>
                <a:cubicBezTo>
                  <a:pt x="173831" y="5865"/>
                  <a:pt x="177357" y="3519"/>
                  <a:pt x="180883" y="2346"/>
                </a:cubicBezTo>
                <a:cubicBezTo>
                  <a:pt x="184409" y="1173"/>
                  <a:pt x="189110" y="0"/>
                  <a:pt x="193811" y="0"/>
                </a:cubicBezTo>
                <a:close/>
              </a:path>
            </a:pathLst>
          </a:cu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任意多边形: 形状 28">
            <a:extLst>
              <a:ext uri="{FF2B5EF4-FFF2-40B4-BE49-F238E27FC236}">
                <a16:creationId xmlns:a16="http://schemas.microsoft.com/office/drawing/2014/main" id="{AC05833E-0431-C799-5349-E054F5D7CB3B}"/>
              </a:ext>
            </a:extLst>
          </p:cNvPr>
          <p:cNvSpPr/>
          <p:nvPr/>
        </p:nvSpPr>
        <p:spPr>
          <a:xfrm>
            <a:off x="11024163" y="1848387"/>
            <a:ext cx="494737" cy="494737"/>
          </a:xfrm>
          <a:custGeom>
            <a:avLst/>
            <a:gdLst>
              <a:gd name="T0" fmla="*/ 372171 w 604011"/>
              <a:gd name="T1" fmla="*/ 372171 w 604011"/>
              <a:gd name="T2" fmla="*/ 372171 w 604011"/>
              <a:gd name="T3" fmla="*/ 372171 w 604011"/>
              <a:gd name="T4" fmla="*/ 372171 w 604011"/>
              <a:gd name="T5" fmla="*/ 372171 w 604011"/>
              <a:gd name="T6" fmla="*/ 372171 w 604011"/>
              <a:gd name="T7" fmla="*/ 372171 w 604011"/>
              <a:gd name="T8" fmla="*/ 372171 w 604011"/>
              <a:gd name="T9" fmla="*/ 372171 w 604011"/>
              <a:gd name="T10" fmla="*/ 372171 w 604011"/>
              <a:gd name="T11" fmla="*/ 372171 w 604011"/>
              <a:gd name="T12" fmla="*/ 372171 w 604011"/>
              <a:gd name="T13" fmla="*/ 372171 w 604011"/>
              <a:gd name="T14" fmla="*/ 372171 w 604011"/>
              <a:gd name="T15" fmla="*/ 372171 w 604011"/>
              <a:gd name="T16" fmla="*/ 372171 w 604011"/>
              <a:gd name="T17" fmla="*/ 372171 w 604011"/>
              <a:gd name="T18" fmla="*/ 372171 w 604011"/>
              <a:gd name="T19" fmla="*/ 372171 w 604011"/>
              <a:gd name="T20" fmla="*/ 372171 w 604011"/>
              <a:gd name="T21" fmla="*/ 372171 w 604011"/>
              <a:gd name="T22" fmla="*/ 372171 w 604011"/>
              <a:gd name="T23" fmla="*/ 372171 w 604011"/>
              <a:gd name="T24" fmla="*/ 372171 w 604011"/>
              <a:gd name="T25" fmla="*/ 372171 w 604011"/>
              <a:gd name="T26" fmla="*/ 372171 w 604011"/>
              <a:gd name="T27" fmla="*/ 372171 w 604011"/>
              <a:gd name="T28" fmla="*/ 372171 w 604011"/>
              <a:gd name="T29" fmla="*/ 372171 w 604011"/>
              <a:gd name="T30" fmla="*/ 372171 w 604011"/>
              <a:gd name="T31" fmla="*/ 372171 w 604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344" h="7196">
                <a:moveTo>
                  <a:pt x="2138" y="5190"/>
                </a:moveTo>
                <a:cubicBezTo>
                  <a:pt x="3130" y="6206"/>
                  <a:pt x="4877" y="6246"/>
                  <a:pt x="5960" y="5190"/>
                </a:cubicBezTo>
                <a:cubicBezTo>
                  <a:pt x="6430" y="4720"/>
                  <a:pt x="6708" y="4097"/>
                  <a:pt x="6749" y="3432"/>
                </a:cubicBezTo>
                <a:cubicBezTo>
                  <a:pt x="6016" y="3349"/>
                  <a:pt x="5337" y="3030"/>
                  <a:pt x="4810" y="2504"/>
                </a:cubicBezTo>
                <a:cubicBezTo>
                  <a:pt x="4298" y="1992"/>
                  <a:pt x="3980" y="1300"/>
                  <a:pt x="3897" y="580"/>
                </a:cubicBezTo>
                <a:cubicBezTo>
                  <a:pt x="3233" y="621"/>
                  <a:pt x="2624" y="898"/>
                  <a:pt x="2138" y="1369"/>
                </a:cubicBezTo>
                <a:cubicBezTo>
                  <a:pt x="1140" y="2320"/>
                  <a:pt x="1064" y="4102"/>
                  <a:pt x="2138" y="5190"/>
                </a:cubicBezTo>
                <a:close/>
                <a:moveTo>
                  <a:pt x="1765" y="5578"/>
                </a:moveTo>
                <a:cubicBezTo>
                  <a:pt x="1114" y="5049"/>
                  <a:pt x="0" y="2844"/>
                  <a:pt x="1765" y="982"/>
                </a:cubicBezTo>
                <a:cubicBezTo>
                  <a:pt x="2401" y="345"/>
                  <a:pt x="3260" y="0"/>
                  <a:pt x="4160" y="26"/>
                </a:cubicBezTo>
                <a:cubicBezTo>
                  <a:pt x="4298" y="26"/>
                  <a:pt x="4422" y="150"/>
                  <a:pt x="4422" y="289"/>
                </a:cubicBezTo>
                <a:cubicBezTo>
                  <a:pt x="4436" y="981"/>
                  <a:pt x="4726" y="1632"/>
                  <a:pt x="5212" y="2130"/>
                </a:cubicBezTo>
                <a:cubicBezTo>
                  <a:pt x="5696" y="2614"/>
                  <a:pt x="6361" y="2905"/>
                  <a:pt x="7053" y="2920"/>
                </a:cubicBezTo>
                <a:cubicBezTo>
                  <a:pt x="7192" y="2920"/>
                  <a:pt x="7316" y="3044"/>
                  <a:pt x="7316" y="3182"/>
                </a:cubicBezTo>
                <a:cubicBezTo>
                  <a:pt x="7344" y="4082"/>
                  <a:pt x="7012" y="4941"/>
                  <a:pt x="6361" y="5577"/>
                </a:cubicBezTo>
                <a:cubicBezTo>
                  <a:pt x="4770" y="7196"/>
                  <a:pt x="2460" y="6430"/>
                  <a:pt x="1765" y="5578"/>
                </a:cubicBezTo>
                <a:close/>
              </a:path>
            </a:pathLst>
          </a:custGeom>
          <a:solidFill>
            <a:schemeClr val="accent1"/>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任意多边形: 形状 29">
            <a:extLst>
              <a:ext uri="{FF2B5EF4-FFF2-40B4-BE49-F238E27FC236}">
                <a16:creationId xmlns:a16="http://schemas.microsoft.com/office/drawing/2014/main" id="{AD271203-FD1A-4B88-C94E-84FE33CEBDB1}"/>
              </a:ext>
            </a:extLst>
          </p:cNvPr>
          <p:cNvSpPr/>
          <p:nvPr/>
        </p:nvSpPr>
        <p:spPr>
          <a:xfrm>
            <a:off x="3796632" y="2568089"/>
            <a:ext cx="494737" cy="494737"/>
          </a:xfrm>
          <a:custGeom>
            <a:avLst/>
            <a:gdLst>
              <a:gd name="connsiteX0" fmla="*/ 121763 h 600884"/>
              <a:gd name="connsiteY0" fmla="*/ 121763 h 600884"/>
              <a:gd name="connsiteX1" fmla="*/ 121763 h 600884"/>
              <a:gd name="connsiteY1" fmla="*/ 121763 h 600884"/>
              <a:gd name="connsiteX2" fmla="*/ 121763 h 600884"/>
              <a:gd name="connsiteY2" fmla="*/ 121763 h 600884"/>
              <a:gd name="connsiteX3" fmla="*/ 121763 h 600884"/>
              <a:gd name="connsiteY3" fmla="*/ 121763 h 600884"/>
              <a:gd name="connsiteX4" fmla="*/ 121763 h 600884"/>
              <a:gd name="connsiteY4" fmla="*/ 121763 h 600884"/>
              <a:gd name="connsiteX5" fmla="*/ 121763 h 600884"/>
              <a:gd name="connsiteY5" fmla="*/ 121763 h 600884"/>
              <a:gd name="connsiteX6" fmla="*/ 121763 h 600884"/>
              <a:gd name="connsiteY6" fmla="*/ 121763 h 600884"/>
              <a:gd name="connsiteX7" fmla="*/ 121763 h 600884"/>
              <a:gd name="connsiteY7" fmla="*/ 121763 h 600884"/>
              <a:gd name="connsiteX8" fmla="*/ 121763 h 600884"/>
              <a:gd name="connsiteY8" fmla="*/ 121763 h 600884"/>
              <a:gd name="connsiteX9" fmla="*/ 121763 h 600884"/>
              <a:gd name="connsiteY9" fmla="*/ 121763 h 600884"/>
              <a:gd name="connsiteX10" fmla="*/ 121763 h 600884"/>
              <a:gd name="connsiteY10" fmla="*/ 121763 h 600884"/>
              <a:gd name="connsiteX11" fmla="*/ 121763 h 600884"/>
              <a:gd name="connsiteY11" fmla="*/ 121763 h 600884"/>
              <a:gd name="connsiteX12" fmla="*/ 121763 h 600884"/>
              <a:gd name="connsiteY12" fmla="*/ 121763 h 600884"/>
              <a:gd name="connsiteX13" fmla="*/ 121763 h 600884"/>
              <a:gd name="connsiteY13" fmla="*/ 121763 h 600884"/>
              <a:gd name="connsiteX14" fmla="*/ 121763 h 600884"/>
              <a:gd name="connsiteY14" fmla="*/ 121763 h 600884"/>
              <a:gd name="connsiteX15" fmla="*/ 121763 h 600884"/>
              <a:gd name="connsiteY15" fmla="*/ 121763 h 600884"/>
              <a:gd name="connsiteX16" fmla="*/ 121763 h 600884"/>
              <a:gd name="connsiteY16" fmla="*/ 121763 h 600884"/>
              <a:gd name="connsiteX17" fmla="*/ 121763 h 600884"/>
              <a:gd name="connsiteY17" fmla="*/ 121763 h 600884"/>
              <a:gd name="connsiteX18" fmla="*/ 121763 h 600884"/>
              <a:gd name="connsiteY18" fmla="*/ 121763 h 600884"/>
              <a:gd name="connsiteX19" fmla="*/ 121763 h 600884"/>
              <a:gd name="connsiteY19" fmla="*/ 121763 h 600884"/>
              <a:gd name="connsiteX20" fmla="*/ 121763 h 600884"/>
              <a:gd name="connsiteY20" fmla="*/ 121763 h 600884"/>
              <a:gd name="connsiteX21" fmla="*/ 121763 h 600884"/>
              <a:gd name="connsiteY21" fmla="*/ 121763 h 600884"/>
              <a:gd name="connsiteX22" fmla="*/ 121763 h 600884"/>
              <a:gd name="connsiteY22" fmla="*/ 121763 h 600884"/>
              <a:gd name="connsiteX23" fmla="*/ 121763 h 600884"/>
              <a:gd name="connsiteY23" fmla="*/ 121763 h 600884"/>
              <a:gd name="connsiteX24" fmla="*/ 121763 h 600884"/>
              <a:gd name="connsiteY24" fmla="*/ 121763 h 600884"/>
              <a:gd name="connsiteX25" fmla="*/ 121763 h 600884"/>
              <a:gd name="connsiteY25" fmla="*/ 121763 h 600884"/>
              <a:gd name="connsiteX26" fmla="*/ 121763 h 600884"/>
              <a:gd name="connsiteY26" fmla="*/ 121763 h 600884"/>
              <a:gd name="connsiteX27" fmla="*/ 121763 h 600884"/>
              <a:gd name="connsiteY27" fmla="*/ 121763 h 600884"/>
              <a:gd name="connsiteX28" fmla="*/ 121763 h 600884"/>
              <a:gd name="connsiteY28" fmla="*/ 121763 h 600884"/>
              <a:gd name="connsiteX29" fmla="*/ 121763 h 600884"/>
              <a:gd name="connsiteY29" fmla="*/ 121763 h 600884"/>
              <a:gd name="connsiteX30" fmla="*/ 121763 h 600884"/>
              <a:gd name="connsiteY30" fmla="*/ 121763 h 600884"/>
              <a:gd name="connsiteX31" fmla="*/ 121763 h 600884"/>
              <a:gd name="connsiteY31" fmla="*/ 121763 h 600884"/>
              <a:gd name="connsiteX32" fmla="*/ 121763 h 600884"/>
              <a:gd name="connsiteY32" fmla="*/ 121763 h 600884"/>
              <a:gd name="connsiteX33" fmla="*/ 121763 h 600884"/>
              <a:gd name="connsiteY33" fmla="*/ 121763 h 600884"/>
              <a:gd name="connsiteX34" fmla="*/ 121763 h 600884"/>
              <a:gd name="connsiteY34" fmla="*/ 121763 h 600884"/>
              <a:gd name="connsiteX35" fmla="*/ 121763 h 600884"/>
              <a:gd name="connsiteY35" fmla="*/ 121763 h 600884"/>
              <a:gd name="connsiteX36" fmla="*/ 121763 h 600884"/>
              <a:gd name="connsiteY36" fmla="*/ 121763 h 600884"/>
              <a:gd name="connsiteX37" fmla="*/ 121763 h 600884"/>
              <a:gd name="connsiteY37" fmla="*/ 121763 h 600884"/>
              <a:gd name="connsiteX38" fmla="*/ 121763 h 600884"/>
              <a:gd name="connsiteY38" fmla="*/ 121763 h 600884"/>
              <a:gd name="connsiteX39" fmla="*/ 121763 h 600884"/>
              <a:gd name="connsiteY39" fmla="*/ 121763 h 600884"/>
              <a:gd name="connsiteX40" fmla="*/ 121763 h 600884"/>
              <a:gd name="connsiteY40" fmla="*/ 121763 h 600884"/>
              <a:gd name="connsiteX41" fmla="*/ 121763 h 600884"/>
              <a:gd name="connsiteY41" fmla="*/ 121763 h 600884"/>
              <a:gd name="connsiteX42" fmla="*/ 121763 h 600884"/>
              <a:gd name="connsiteY42" fmla="*/ 121763 h 600884"/>
              <a:gd name="connsiteX43" fmla="*/ 121763 h 600884"/>
              <a:gd name="connsiteY43" fmla="*/ 121763 h 600884"/>
              <a:gd name="connsiteX44" fmla="*/ 121763 h 600884"/>
              <a:gd name="connsiteY44" fmla="*/ 121763 h 600884"/>
              <a:gd name="connsiteX45" fmla="*/ 121763 h 600884"/>
              <a:gd name="connsiteY45" fmla="*/ 121763 h 600884"/>
              <a:gd name="connsiteX46" fmla="*/ 121763 h 600884"/>
              <a:gd name="connsiteY46" fmla="*/ 121763 h 600884"/>
              <a:gd name="connsiteX47" fmla="*/ 121763 h 600884"/>
              <a:gd name="connsiteY47" fmla="*/ 121763 h 600884"/>
              <a:gd name="connsiteX48" fmla="*/ 121763 h 600884"/>
              <a:gd name="connsiteY48" fmla="*/ 121763 h 600884"/>
              <a:gd name="connsiteX49" fmla="*/ 121763 h 600884"/>
              <a:gd name="connsiteY49" fmla="*/ 121763 h 600884"/>
              <a:gd name="connsiteX50" fmla="*/ 121763 h 600884"/>
              <a:gd name="connsiteY50" fmla="*/ 121763 h 600884"/>
              <a:gd name="connsiteX51" fmla="*/ 121763 h 600884"/>
              <a:gd name="connsiteY51" fmla="*/ 121763 h 600884"/>
              <a:gd name="connsiteX52" fmla="*/ 121763 h 600884"/>
              <a:gd name="connsiteY52" fmla="*/ 121763 h 600884"/>
              <a:gd name="connsiteX53" fmla="*/ 121763 h 600884"/>
              <a:gd name="connsiteY53" fmla="*/ 121763 h 600884"/>
              <a:gd name="connsiteX54" fmla="*/ 121763 h 600884"/>
              <a:gd name="connsiteY54" fmla="*/ 121763 h 600884"/>
              <a:gd name="connsiteX55" fmla="*/ 121763 h 600884"/>
              <a:gd name="connsiteY55" fmla="*/ 121763 h 600884"/>
              <a:gd name="connsiteX56" fmla="*/ 121763 h 600884"/>
              <a:gd name="connsiteY56" fmla="*/ 121763 h 600884"/>
              <a:gd name="connsiteX57" fmla="*/ 121763 h 600884"/>
              <a:gd name="connsiteY57" fmla="*/ 121763 h 600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556267" h="606087">
                <a:moveTo>
                  <a:pt x="176272" y="555492"/>
                </a:moveTo>
                <a:lnTo>
                  <a:pt x="380065" y="555492"/>
                </a:lnTo>
                <a:cubicBezTo>
                  <a:pt x="379680" y="561937"/>
                  <a:pt x="379295" y="568381"/>
                  <a:pt x="379295" y="574730"/>
                </a:cubicBezTo>
                <a:lnTo>
                  <a:pt x="379295" y="606087"/>
                </a:lnTo>
                <a:lnTo>
                  <a:pt x="177043" y="606087"/>
                </a:lnTo>
                <a:lnTo>
                  <a:pt x="177043" y="580116"/>
                </a:lnTo>
                <a:cubicBezTo>
                  <a:pt x="177043" y="571844"/>
                  <a:pt x="176657" y="563668"/>
                  <a:pt x="176272" y="555492"/>
                </a:cubicBezTo>
                <a:close/>
                <a:moveTo>
                  <a:pt x="170486" y="504967"/>
                </a:moveTo>
                <a:lnTo>
                  <a:pt x="386134" y="504967"/>
                </a:lnTo>
                <a:cubicBezTo>
                  <a:pt x="384593" y="513443"/>
                  <a:pt x="383245" y="521824"/>
                  <a:pt x="382185" y="530300"/>
                </a:cubicBezTo>
                <a:lnTo>
                  <a:pt x="174050" y="530300"/>
                </a:lnTo>
                <a:cubicBezTo>
                  <a:pt x="173087" y="521727"/>
                  <a:pt x="171931" y="513347"/>
                  <a:pt x="170486" y="504967"/>
                </a:cubicBezTo>
                <a:close/>
                <a:moveTo>
                  <a:pt x="481527" y="380419"/>
                </a:moveTo>
                <a:lnTo>
                  <a:pt x="525359" y="405623"/>
                </a:lnTo>
                <a:lnTo>
                  <a:pt x="512643" y="427557"/>
                </a:lnTo>
                <a:lnTo>
                  <a:pt x="468907" y="402256"/>
                </a:lnTo>
                <a:close/>
                <a:moveTo>
                  <a:pt x="74740" y="380419"/>
                </a:moveTo>
                <a:lnTo>
                  <a:pt x="87360" y="402353"/>
                </a:lnTo>
                <a:lnTo>
                  <a:pt x="43528" y="427557"/>
                </a:lnTo>
                <a:lnTo>
                  <a:pt x="30908" y="405720"/>
                </a:lnTo>
                <a:close/>
                <a:moveTo>
                  <a:pt x="505742" y="265115"/>
                </a:moveTo>
                <a:lnTo>
                  <a:pt x="556267" y="265115"/>
                </a:lnTo>
                <a:lnTo>
                  <a:pt x="556267" y="290448"/>
                </a:lnTo>
                <a:lnTo>
                  <a:pt x="505742" y="290448"/>
                </a:lnTo>
                <a:close/>
                <a:moveTo>
                  <a:pt x="0" y="265115"/>
                </a:moveTo>
                <a:lnTo>
                  <a:pt x="50525" y="265115"/>
                </a:lnTo>
                <a:lnTo>
                  <a:pt x="50525" y="290448"/>
                </a:lnTo>
                <a:lnTo>
                  <a:pt x="0" y="290448"/>
                </a:lnTo>
                <a:close/>
                <a:moveTo>
                  <a:pt x="512739" y="128006"/>
                </a:moveTo>
                <a:lnTo>
                  <a:pt x="525359" y="149823"/>
                </a:lnTo>
                <a:lnTo>
                  <a:pt x="481527" y="175003"/>
                </a:lnTo>
                <a:lnTo>
                  <a:pt x="468907" y="153186"/>
                </a:lnTo>
                <a:close/>
                <a:moveTo>
                  <a:pt x="43528" y="127935"/>
                </a:moveTo>
                <a:lnTo>
                  <a:pt x="87360" y="153197"/>
                </a:lnTo>
                <a:lnTo>
                  <a:pt x="74740" y="175002"/>
                </a:lnTo>
                <a:lnTo>
                  <a:pt x="30908" y="149836"/>
                </a:lnTo>
                <a:close/>
                <a:moveTo>
                  <a:pt x="297059" y="76575"/>
                </a:moveTo>
                <a:cubicBezTo>
                  <a:pt x="336834" y="80411"/>
                  <a:pt x="374049" y="96623"/>
                  <a:pt x="404602" y="124032"/>
                </a:cubicBezTo>
                <a:cubicBezTo>
                  <a:pt x="444761" y="159808"/>
                  <a:pt x="467778" y="211357"/>
                  <a:pt x="467778" y="265117"/>
                </a:cubicBezTo>
                <a:cubicBezTo>
                  <a:pt x="467778" y="298874"/>
                  <a:pt x="458726" y="332053"/>
                  <a:pt x="441583" y="361098"/>
                </a:cubicBezTo>
                <a:cubicBezTo>
                  <a:pt x="418567" y="400144"/>
                  <a:pt x="402002" y="439767"/>
                  <a:pt x="391794" y="479775"/>
                </a:cubicBezTo>
                <a:lnTo>
                  <a:pt x="165285" y="479775"/>
                </a:lnTo>
                <a:cubicBezTo>
                  <a:pt x="155462" y="438709"/>
                  <a:pt x="139861" y="400529"/>
                  <a:pt x="118192" y="366676"/>
                </a:cubicBezTo>
                <a:cubicBezTo>
                  <a:pt x="94405" y="329649"/>
                  <a:pt x="84678" y="286660"/>
                  <a:pt x="89879" y="242420"/>
                </a:cubicBezTo>
                <a:cubicBezTo>
                  <a:pt x="99894" y="156057"/>
                  <a:pt x="170100" y="86524"/>
                  <a:pt x="256582" y="76907"/>
                </a:cubicBezTo>
                <a:cubicBezTo>
                  <a:pt x="270258" y="75392"/>
                  <a:pt x="283800" y="75296"/>
                  <a:pt x="297059" y="76575"/>
                </a:cubicBezTo>
                <a:close/>
                <a:moveTo>
                  <a:pt x="150042" y="30978"/>
                </a:moveTo>
                <a:lnTo>
                  <a:pt x="175284" y="74605"/>
                </a:lnTo>
                <a:lnTo>
                  <a:pt x="153414" y="87289"/>
                </a:lnTo>
                <a:lnTo>
                  <a:pt x="128076" y="43566"/>
                </a:lnTo>
                <a:close/>
                <a:moveTo>
                  <a:pt x="406225" y="30837"/>
                </a:moveTo>
                <a:lnTo>
                  <a:pt x="428191" y="43441"/>
                </a:lnTo>
                <a:lnTo>
                  <a:pt x="402853" y="87219"/>
                </a:lnTo>
                <a:lnTo>
                  <a:pt x="380983" y="74615"/>
                </a:lnTo>
                <a:close/>
                <a:moveTo>
                  <a:pt x="265538" y="0"/>
                </a:moveTo>
                <a:lnTo>
                  <a:pt x="290730" y="0"/>
                </a:lnTo>
                <a:lnTo>
                  <a:pt x="290730" y="50525"/>
                </a:lnTo>
                <a:lnTo>
                  <a:pt x="265538" y="50525"/>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37056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n-lt"/>
                <a:ea typeface="+mn-ea"/>
                <a:cs typeface="+mn-ea"/>
                <a:sym typeface="+mn-lt"/>
              </a:rPr>
              <a:t>总体改进方向</a:t>
            </a:r>
          </a:p>
        </p:txBody>
      </p:sp>
      <p:sp>
        <p:nvSpPr>
          <p:cNvPr id="3" name="页脚占位符 2"/>
          <p:cNvSpPr>
            <a:spLocks noGrp="1"/>
          </p:cNvSpPr>
          <p:nvPr>
            <p:ph type="ftr" sz="quarter" idx="11"/>
          </p:nvPr>
        </p:nvSpPr>
        <p:spPr/>
        <p:txBody>
          <a:bodyPr/>
          <a:lstStyle/>
          <a:p>
            <a:r>
              <a:rPr lang="zh-CN" altLang="en-US" dirty="0">
                <a:cs typeface="+mn-ea"/>
                <a:sym typeface="+mn-lt"/>
              </a:rPr>
              <a:t>课程管理系统</a:t>
            </a:r>
          </a:p>
        </p:txBody>
      </p:sp>
      <p:sp>
        <p:nvSpPr>
          <p:cNvPr id="4" name="灯片编号占位符 3"/>
          <p:cNvSpPr>
            <a:spLocks noGrp="1"/>
          </p:cNvSpPr>
          <p:nvPr>
            <p:ph type="sldNum" sz="quarter" idx="12"/>
          </p:nvPr>
        </p:nvSpPr>
        <p:spPr/>
        <p:txBody>
          <a:bodyPr/>
          <a:lstStyle/>
          <a:p>
            <a:fld id="{5DD3DB80-B894-403A-B48E-6FDC1A72010E}" type="slidenum">
              <a:rPr lang="zh-CN" altLang="en-US" b="1" smtClean="0">
                <a:solidFill>
                  <a:schemeClr val="tx1"/>
                </a:solidFill>
                <a:cs typeface="+mn-ea"/>
                <a:sym typeface="+mn-lt"/>
              </a:rPr>
              <a:t>25</a:t>
            </a:fld>
            <a:endParaRPr lang="zh-CN" altLang="en-US" b="1" dirty="0">
              <a:solidFill>
                <a:schemeClr val="tx1"/>
              </a:solidFill>
              <a:cs typeface="+mn-ea"/>
              <a:sym typeface="+mn-lt"/>
            </a:endParaRPr>
          </a:p>
        </p:txBody>
      </p:sp>
      <p:grpSp>
        <p:nvGrpSpPr>
          <p:cNvPr id="228" name="组合 227"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nvGrpSpPr>
        <p:grpSpPr>
          <a:xfrm>
            <a:off x="0" y="1104171"/>
            <a:ext cx="12177677" cy="5763026"/>
            <a:chOff x="0" y="1130300"/>
            <a:chExt cx="12177676" cy="5763026"/>
          </a:xfrm>
        </p:grpSpPr>
        <p:grpSp>
          <p:nvGrpSpPr>
            <p:cNvPr id="229" name="组合 228"/>
            <p:cNvGrpSpPr/>
            <p:nvPr/>
          </p:nvGrpSpPr>
          <p:grpSpPr>
            <a:xfrm>
              <a:off x="0" y="4452497"/>
              <a:ext cx="12177676" cy="2440829"/>
              <a:chOff x="0" y="4466341"/>
              <a:chExt cx="9144000" cy="1832773"/>
            </a:xfrm>
          </p:grpSpPr>
          <p:sp>
            <p:nvSpPr>
              <p:cNvPr id="259" name="任意多边形: 形状 258"/>
              <p:cNvSpPr/>
              <p:nvPr/>
            </p:nvSpPr>
            <p:spPr bwMode="auto">
              <a:xfrm>
                <a:off x="772875" y="4678733"/>
                <a:ext cx="4359944" cy="1392352"/>
              </a:xfrm>
              <a:custGeom>
                <a:avLst/>
                <a:gdLst>
                  <a:gd name="T0" fmla="*/ 1027 w 1478"/>
                  <a:gd name="T1" fmla="*/ 471 h 473"/>
                  <a:gd name="T2" fmla="*/ 972 w 1478"/>
                  <a:gd name="T3" fmla="*/ 473 h 473"/>
                  <a:gd name="T4" fmla="*/ 970 w 1478"/>
                  <a:gd name="T5" fmla="*/ 473 h 473"/>
                  <a:gd name="T6" fmla="*/ 995 w 1478"/>
                  <a:gd name="T7" fmla="*/ 117 h 473"/>
                  <a:gd name="T8" fmla="*/ 996 w 1478"/>
                  <a:gd name="T9" fmla="*/ 105 h 473"/>
                  <a:gd name="T10" fmla="*/ 1006 w 1478"/>
                  <a:gd name="T11" fmla="*/ 117 h 473"/>
                  <a:gd name="T12" fmla="*/ 1010 w 1478"/>
                  <a:gd name="T13" fmla="*/ 471 h 473"/>
                  <a:gd name="T14" fmla="*/ 1461 w 1478"/>
                  <a:gd name="T15" fmla="*/ 105 h 473"/>
                  <a:gd name="T16" fmla="*/ 1465 w 1478"/>
                  <a:gd name="T17" fmla="*/ 105 h 473"/>
                  <a:gd name="T18" fmla="*/ 1475 w 1478"/>
                  <a:gd name="T19" fmla="*/ 155 h 473"/>
                  <a:gd name="T20" fmla="*/ 1478 w 1478"/>
                  <a:gd name="T21" fmla="*/ 473 h 473"/>
                  <a:gd name="T22" fmla="*/ 1465 w 1478"/>
                  <a:gd name="T23" fmla="*/ 473 h 473"/>
                  <a:gd name="T24" fmla="*/ 1423 w 1478"/>
                  <a:gd name="T25" fmla="*/ 473 h 473"/>
                  <a:gd name="T26" fmla="*/ 1415 w 1478"/>
                  <a:gd name="T27" fmla="*/ 207 h 473"/>
                  <a:gd name="T28" fmla="*/ 1423 w 1478"/>
                  <a:gd name="T29" fmla="*/ 155 h 473"/>
                  <a:gd name="T30" fmla="*/ 1427 w 1478"/>
                  <a:gd name="T31" fmla="*/ 105 h 473"/>
                  <a:gd name="T32" fmla="*/ 1442 w 1478"/>
                  <a:gd name="T33" fmla="*/ 23 h 473"/>
                  <a:gd name="T34" fmla="*/ 1461 w 1478"/>
                  <a:gd name="T35" fmla="*/ 105 h 473"/>
                  <a:gd name="T36" fmla="*/ 1285 w 1478"/>
                  <a:gd name="T37" fmla="*/ 190 h 473"/>
                  <a:gd name="T38" fmla="*/ 1335 w 1478"/>
                  <a:gd name="T39" fmla="*/ 473 h 473"/>
                  <a:gd name="T40" fmla="*/ 1285 w 1478"/>
                  <a:gd name="T41" fmla="*/ 190 h 473"/>
                  <a:gd name="T42" fmla="*/ 1176 w 1478"/>
                  <a:gd name="T43" fmla="*/ 243 h 473"/>
                  <a:gd name="T44" fmla="*/ 1216 w 1478"/>
                  <a:gd name="T45" fmla="*/ 473 h 473"/>
                  <a:gd name="T46" fmla="*/ 1176 w 1478"/>
                  <a:gd name="T47" fmla="*/ 243 h 473"/>
                  <a:gd name="T48" fmla="*/ 1083 w 1478"/>
                  <a:gd name="T49" fmla="*/ 167 h 473"/>
                  <a:gd name="T50" fmla="*/ 1125 w 1478"/>
                  <a:gd name="T51" fmla="*/ 473 h 473"/>
                  <a:gd name="T52" fmla="*/ 1083 w 1478"/>
                  <a:gd name="T53" fmla="*/ 167 h 473"/>
                  <a:gd name="T54" fmla="*/ 849 w 1478"/>
                  <a:gd name="T55" fmla="*/ 295 h 473"/>
                  <a:gd name="T56" fmla="*/ 884 w 1478"/>
                  <a:gd name="T57" fmla="*/ 473 h 473"/>
                  <a:gd name="T58" fmla="*/ 849 w 1478"/>
                  <a:gd name="T59" fmla="*/ 295 h 473"/>
                  <a:gd name="T60" fmla="*/ 631 w 1478"/>
                  <a:gd name="T61" fmla="*/ 373 h 473"/>
                  <a:gd name="T62" fmla="*/ 643 w 1478"/>
                  <a:gd name="T63" fmla="*/ 318 h 473"/>
                  <a:gd name="T64" fmla="*/ 667 w 1478"/>
                  <a:gd name="T65" fmla="*/ 306 h 473"/>
                  <a:gd name="T66" fmla="*/ 702 w 1478"/>
                  <a:gd name="T67" fmla="*/ 234 h 473"/>
                  <a:gd name="T68" fmla="*/ 723 w 1478"/>
                  <a:gd name="T69" fmla="*/ 306 h 473"/>
                  <a:gd name="T70" fmla="*/ 702 w 1478"/>
                  <a:gd name="T71" fmla="*/ 473 h 473"/>
                  <a:gd name="T72" fmla="*/ 687 w 1478"/>
                  <a:gd name="T73" fmla="*/ 473 h 473"/>
                  <a:gd name="T74" fmla="*/ 643 w 1478"/>
                  <a:gd name="T75" fmla="*/ 473 h 473"/>
                  <a:gd name="T76" fmla="*/ 631 w 1478"/>
                  <a:gd name="T77" fmla="*/ 373 h 473"/>
                  <a:gd name="T78" fmla="*/ 581 w 1478"/>
                  <a:gd name="T79" fmla="*/ 255 h 473"/>
                  <a:gd name="T80" fmla="*/ 623 w 1478"/>
                  <a:gd name="T81" fmla="*/ 473 h 473"/>
                  <a:gd name="T82" fmla="*/ 581 w 1478"/>
                  <a:gd name="T83" fmla="*/ 255 h 473"/>
                  <a:gd name="T84" fmla="*/ 532 w 1478"/>
                  <a:gd name="T85" fmla="*/ 314 h 473"/>
                  <a:gd name="T86" fmla="*/ 557 w 1478"/>
                  <a:gd name="T87" fmla="*/ 356 h 473"/>
                  <a:gd name="T88" fmla="*/ 532 w 1478"/>
                  <a:gd name="T89" fmla="*/ 473 h 473"/>
                  <a:gd name="T90" fmla="*/ 455 w 1478"/>
                  <a:gd name="T91" fmla="*/ 473 h 473"/>
                  <a:gd name="T92" fmla="*/ 455 w 1478"/>
                  <a:gd name="T93" fmla="*/ 302 h 473"/>
                  <a:gd name="T94" fmla="*/ 488 w 1478"/>
                  <a:gd name="T95" fmla="*/ 356 h 473"/>
                  <a:gd name="T96" fmla="*/ 532 w 1478"/>
                  <a:gd name="T97" fmla="*/ 314 h 473"/>
                  <a:gd name="T98" fmla="*/ 360 w 1478"/>
                  <a:gd name="T99" fmla="*/ 293 h 473"/>
                  <a:gd name="T100" fmla="*/ 426 w 1478"/>
                  <a:gd name="T101" fmla="*/ 473 h 473"/>
                  <a:gd name="T102" fmla="*/ 360 w 1478"/>
                  <a:gd name="T103" fmla="*/ 293 h 473"/>
                  <a:gd name="T104" fmla="*/ 287 w 1478"/>
                  <a:gd name="T105" fmla="*/ 209 h 473"/>
                  <a:gd name="T106" fmla="*/ 350 w 1478"/>
                  <a:gd name="T107" fmla="*/ 473 h 473"/>
                  <a:gd name="T108" fmla="*/ 287 w 1478"/>
                  <a:gd name="T109" fmla="*/ 209 h 473"/>
                  <a:gd name="T110" fmla="*/ 195 w 1478"/>
                  <a:gd name="T111" fmla="*/ 184 h 473"/>
                  <a:gd name="T112" fmla="*/ 241 w 1478"/>
                  <a:gd name="T113" fmla="*/ 473 h 473"/>
                  <a:gd name="T114" fmla="*/ 195 w 1478"/>
                  <a:gd name="T115" fmla="*/ 184 h 473"/>
                  <a:gd name="T116" fmla="*/ 31 w 1478"/>
                  <a:gd name="T117" fmla="*/ 264 h 473"/>
                  <a:gd name="T118" fmla="*/ 92 w 1478"/>
                  <a:gd name="T119" fmla="*/ 473 h 473"/>
                  <a:gd name="T120" fmla="*/ 31 w 1478"/>
                  <a:gd name="T121" fmla="*/ 473 h 473"/>
                  <a:gd name="T122" fmla="*/ 0 w 1478"/>
                  <a:gd name="T123" fmla="*/ 331 h 473"/>
                  <a:gd name="T124" fmla="*/ 31 w 1478"/>
                  <a:gd name="T125" fmla="*/ 264 h 4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478" h="473">
                    <a:moveTo>
                      <a:pt x="1010" y="471"/>
                    </a:moveTo>
                    <a:lnTo>
                      <a:pt x="1027" y="471"/>
                    </a:lnTo>
                    <a:lnTo>
                      <a:pt x="1027" y="473"/>
                    </a:lnTo>
                    <a:lnTo>
                      <a:pt x="972" y="473"/>
                    </a:lnTo>
                    <a:lnTo>
                      <a:pt x="972" y="473"/>
                    </a:lnTo>
                    <a:lnTo>
                      <a:pt x="970" y="473"/>
                    </a:lnTo>
                    <a:lnTo>
                      <a:pt x="970" y="117"/>
                    </a:lnTo>
                    <a:lnTo>
                      <a:pt x="995" y="117"/>
                    </a:lnTo>
                    <a:lnTo>
                      <a:pt x="996" y="75"/>
                    </a:lnTo>
                    <a:lnTo>
                      <a:pt x="996" y="105"/>
                    </a:lnTo>
                    <a:lnTo>
                      <a:pt x="1002" y="105"/>
                    </a:lnTo>
                    <a:lnTo>
                      <a:pt x="1006" y="117"/>
                    </a:lnTo>
                    <a:lnTo>
                      <a:pt x="1010" y="117"/>
                    </a:lnTo>
                    <a:lnTo>
                      <a:pt x="1010" y="471"/>
                    </a:lnTo>
                    <a:lnTo>
                      <a:pt x="1010" y="471"/>
                    </a:lnTo>
                    <a:close/>
                    <a:moveTo>
                      <a:pt x="1461" y="105"/>
                    </a:moveTo>
                    <a:lnTo>
                      <a:pt x="1463" y="0"/>
                    </a:lnTo>
                    <a:lnTo>
                      <a:pt x="1465" y="105"/>
                    </a:lnTo>
                    <a:lnTo>
                      <a:pt x="1475" y="105"/>
                    </a:lnTo>
                    <a:lnTo>
                      <a:pt x="1475" y="155"/>
                    </a:lnTo>
                    <a:lnTo>
                      <a:pt x="1478" y="155"/>
                    </a:lnTo>
                    <a:lnTo>
                      <a:pt x="1478" y="473"/>
                    </a:lnTo>
                    <a:lnTo>
                      <a:pt x="1475" y="473"/>
                    </a:lnTo>
                    <a:lnTo>
                      <a:pt x="1465" y="473"/>
                    </a:lnTo>
                    <a:lnTo>
                      <a:pt x="1427" y="473"/>
                    </a:lnTo>
                    <a:lnTo>
                      <a:pt x="1423" y="473"/>
                    </a:lnTo>
                    <a:lnTo>
                      <a:pt x="1415" y="473"/>
                    </a:lnTo>
                    <a:lnTo>
                      <a:pt x="1415" y="207"/>
                    </a:lnTo>
                    <a:lnTo>
                      <a:pt x="1423" y="207"/>
                    </a:lnTo>
                    <a:lnTo>
                      <a:pt x="1423" y="155"/>
                    </a:lnTo>
                    <a:lnTo>
                      <a:pt x="1427" y="155"/>
                    </a:lnTo>
                    <a:lnTo>
                      <a:pt x="1427" y="105"/>
                    </a:lnTo>
                    <a:lnTo>
                      <a:pt x="1440" y="105"/>
                    </a:lnTo>
                    <a:lnTo>
                      <a:pt x="1442" y="23"/>
                    </a:lnTo>
                    <a:lnTo>
                      <a:pt x="1444" y="105"/>
                    </a:lnTo>
                    <a:lnTo>
                      <a:pt x="1461" y="105"/>
                    </a:lnTo>
                    <a:lnTo>
                      <a:pt x="1461" y="105"/>
                    </a:lnTo>
                    <a:close/>
                    <a:moveTo>
                      <a:pt x="1285" y="190"/>
                    </a:moveTo>
                    <a:lnTo>
                      <a:pt x="1335" y="190"/>
                    </a:lnTo>
                    <a:lnTo>
                      <a:pt x="1335" y="473"/>
                    </a:lnTo>
                    <a:lnTo>
                      <a:pt x="1285" y="473"/>
                    </a:lnTo>
                    <a:lnTo>
                      <a:pt x="1285" y="190"/>
                    </a:lnTo>
                    <a:lnTo>
                      <a:pt x="1285" y="190"/>
                    </a:lnTo>
                    <a:close/>
                    <a:moveTo>
                      <a:pt x="1176" y="243"/>
                    </a:moveTo>
                    <a:lnTo>
                      <a:pt x="1216" y="243"/>
                    </a:lnTo>
                    <a:lnTo>
                      <a:pt x="1216" y="473"/>
                    </a:lnTo>
                    <a:lnTo>
                      <a:pt x="1176" y="473"/>
                    </a:lnTo>
                    <a:lnTo>
                      <a:pt x="1176" y="243"/>
                    </a:lnTo>
                    <a:lnTo>
                      <a:pt x="1176" y="243"/>
                    </a:lnTo>
                    <a:close/>
                    <a:moveTo>
                      <a:pt x="1083" y="167"/>
                    </a:moveTo>
                    <a:lnTo>
                      <a:pt x="1125" y="167"/>
                    </a:lnTo>
                    <a:lnTo>
                      <a:pt x="1125" y="473"/>
                    </a:lnTo>
                    <a:lnTo>
                      <a:pt x="1083" y="473"/>
                    </a:lnTo>
                    <a:lnTo>
                      <a:pt x="1083" y="167"/>
                    </a:lnTo>
                    <a:lnTo>
                      <a:pt x="1083" y="167"/>
                    </a:lnTo>
                    <a:close/>
                    <a:moveTo>
                      <a:pt x="849" y="295"/>
                    </a:moveTo>
                    <a:lnTo>
                      <a:pt x="884" y="295"/>
                    </a:lnTo>
                    <a:lnTo>
                      <a:pt x="884" y="473"/>
                    </a:lnTo>
                    <a:lnTo>
                      <a:pt x="849" y="473"/>
                    </a:lnTo>
                    <a:lnTo>
                      <a:pt x="849" y="295"/>
                    </a:lnTo>
                    <a:lnTo>
                      <a:pt x="849" y="295"/>
                    </a:lnTo>
                    <a:close/>
                    <a:moveTo>
                      <a:pt x="631" y="373"/>
                    </a:moveTo>
                    <a:lnTo>
                      <a:pt x="643" y="373"/>
                    </a:lnTo>
                    <a:lnTo>
                      <a:pt x="643" y="318"/>
                    </a:lnTo>
                    <a:lnTo>
                      <a:pt x="667" y="318"/>
                    </a:lnTo>
                    <a:lnTo>
                      <a:pt x="667" y="306"/>
                    </a:lnTo>
                    <a:lnTo>
                      <a:pt x="667" y="234"/>
                    </a:lnTo>
                    <a:lnTo>
                      <a:pt x="702" y="234"/>
                    </a:lnTo>
                    <a:lnTo>
                      <a:pt x="702" y="306"/>
                    </a:lnTo>
                    <a:lnTo>
                      <a:pt x="723" y="306"/>
                    </a:lnTo>
                    <a:lnTo>
                      <a:pt x="723" y="473"/>
                    </a:lnTo>
                    <a:lnTo>
                      <a:pt x="702" y="473"/>
                    </a:lnTo>
                    <a:lnTo>
                      <a:pt x="698" y="473"/>
                    </a:lnTo>
                    <a:lnTo>
                      <a:pt x="687" y="473"/>
                    </a:lnTo>
                    <a:lnTo>
                      <a:pt x="667" y="473"/>
                    </a:lnTo>
                    <a:lnTo>
                      <a:pt x="643" y="473"/>
                    </a:lnTo>
                    <a:lnTo>
                      <a:pt x="631" y="473"/>
                    </a:lnTo>
                    <a:lnTo>
                      <a:pt x="631" y="373"/>
                    </a:lnTo>
                    <a:lnTo>
                      <a:pt x="631" y="373"/>
                    </a:lnTo>
                    <a:close/>
                    <a:moveTo>
                      <a:pt x="581" y="255"/>
                    </a:moveTo>
                    <a:lnTo>
                      <a:pt x="623" y="255"/>
                    </a:lnTo>
                    <a:lnTo>
                      <a:pt x="623" y="473"/>
                    </a:lnTo>
                    <a:lnTo>
                      <a:pt x="581" y="473"/>
                    </a:lnTo>
                    <a:lnTo>
                      <a:pt x="581" y="255"/>
                    </a:lnTo>
                    <a:lnTo>
                      <a:pt x="581" y="255"/>
                    </a:lnTo>
                    <a:close/>
                    <a:moveTo>
                      <a:pt x="532" y="314"/>
                    </a:moveTo>
                    <a:lnTo>
                      <a:pt x="557" y="314"/>
                    </a:lnTo>
                    <a:lnTo>
                      <a:pt x="557" y="356"/>
                    </a:lnTo>
                    <a:lnTo>
                      <a:pt x="557" y="473"/>
                    </a:lnTo>
                    <a:lnTo>
                      <a:pt x="532" y="473"/>
                    </a:lnTo>
                    <a:lnTo>
                      <a:pt x="488" y="473"/>
                    </a:lnTo>
                    <a:lnTo>
                      <a:pt x="455" y="473"/>
                    </a:lnTo>
                    <a:lnTo>
                      <a:pt x="455" y="356"/>
                    </a:lnTo>
                    <a:lnTo>
                      <a:pt x="455" y="302"/>
                    </a:lnTo>
                    <a:lnTo>
                      <a:pt x="488" y="302"/>
                    </a:lnTo>
                    <a:lnTo>
                      <a:pt x="488" y="356"/>
                    </a:lnTo>
                    <a:lnTo>
                      <a:pt x="532" y="356"/>
                    </a:lnTo>
                    <a:lnTo>
                      <a:pt x="532" y="314"/>
                    </a:lnTo>
                    <a:lnTo>
                      <a:pt x="532" y="314"/>
                    </a:lnTo>
                    <a:close/>
                    <a:moveTo>
                      <a:pt x="360" y="293"/>
                    </a:moveTo>
                    <a:lnTo>
                      <a:pt x="426" y="293"/>
                    </a:lnTo>
                    <a:lnTo>
                      <a:pt x="426" y="473"/>
                    </a:lnTo>
                    <a:lnTo>
                      <a:pt x="360" y="473"/>
                    </a:lnTo>
                    <a:lnTo>
                      <a:pt x="360" y="293"/>
                    </a:lnTo>
                    <a:lnTo>
                      <a:pt x="360" y="293"/>
                    </a:lnTo>
                    <a:close/>
                    <a:moveTo>
                      <a:pt x="287" y="209"/>
                    </a:moveTo>
                    <a:lnTo>
                      <a:pt x="350" y="209"/>
                    </a:lnTo>
                    <a:lnTo>
                      <a:pt x="350" y="473"/>
                    </a:lnTo>
                    <a:lnTo>
                      <a:pt x="287" y="473"/>
                    </a:lnTo>
                    <a:lnTo>
                      <a:pt x="287" y="209"/>
                    </a:lnTo>
                    <a:lnTo>
                      <a:pt x="287" y="209"/>
                    </a:lnTo>
                    <a:close/>
                    <a:moveTo>
                      <a:pt x="195" y="184"/>
                    </a:moveTo>
                    <a:lnTo>
                      <a:pt x="241" y="184"/>
                    </a:lnTo>
                    <a:lnTo>
                      <a:pt x="241" y="473"/>
                    </a:lnTo>
                    <a:lnTo>
                      <a:pt x="195" y="473"/>
                    </a:lnTo>
                    <a:lnTo>
                      <a:pt x="195" y="184"/>
                    </a:lnTo>
                    <a:lnTo>
                      <a:pt x="195" y="184"/>
                    </a:lnTo>
                    <a:close/>
                    <a:moveTo>
                      <a:pt x="31" y="264"/>
                    </a:moveTo>
                    <a:lnTo>
                      <a:pt x="92" y="264"/>
                    </a:lnTo>
                    <a:lnTo>
                      <a:pt x="92" y="473"/>
                    </a:lnTo>
                    <a:lnTo>
                      <a:pt x="61" y="473"/>
                    </a:lnTo>
                    <a:lnTo>
                      <a:pt x="31" y="473"/>
                    </a:lnTo>
                    <a:lnTo>
                      <a:pt x="0" y="473"/>
                    </a:lnTo>
                    <a:lnTo>
                      <a:pt x="0" y="331"/>
                    </a:lnTo>
                    <a:lnTo>
                      <a:pt x="31" y="331"/>
                    </a:lnTo>
                    <a:lnTo>
                      <a:pt x="31" y="264"/>
                    </a:lnTo>
                    <a:lnTo>
                      <a:pt x="31" y="264"/>
                    </a:lnTo>
                    <a:close/>
                  </a:path>
                </a:pathLst>
              </a:custGeom>
              <a:solidFill>
                <a:schemeClr val="bg1">
                  <a:lumMod val="85000"/>
                  <a:alpha val="19000"/>
                </a:schemeClr>
              </a:solidFill>
              <a:ln>
                <a:noFill/>
              </a:ln>
            </p:spPr>
            <p:txBody>
              <a:bodyPr vert="horz" wrap="square" lIns="91440" tIns="45720" rIns="91440" bIns="45720" numCol="1" anchor="t" anchorCtr="0" compatLnSpc="1">
                <a:normAutofit/>
              </a:bodyPr>
              <a:lstStyle/>
              <a:p>
                <a:endParaRPr lang="en-US">
                  <a:cs typeface="+mn-ea"/>
                  <a:sym typeface="+mn-lt"/>
                </a:endParaRPr>
              </a:p>
            </p:txBody>
          </p:sp>
          <p:sp>
            <p:nvSpPr>
              <p:cNvPr id="260" name="任意多边形: 形状 259"/>
              <p:cNvSpPr/>
              <p:nvPr/>
            </p:nvSpPr>
            <p:spPr bwMode="auto">
              <a:xfrm>
                <a:off x="117996" y="5321000"/>
                <a:ext cx="5994189" cy="750090"/>
              </a:xfrm>
              <a:custGeom>
                <a:avLst/>
                <a:gdLst>
                  <a:gd name="T0" fmla="*/ 2006 w 2031"/>
                  <a:gd name="T1" fmla="*/ 347 h 347"/>
                  <a:gd name="T2" fmla="*/ 2031 w 2031"/>
                  <a:gd name="T3" fmla="*/ 347 h 347"/>
                  <a:gd name="T4" fmla="*/ 2018 w 2031"/>
                  <a:gd name="T5" fmla="*/ 306 h 347"/>
                  <a:gd name="T6" fmla="*/ 2006 w 2031"/>
                  <a:gd name="T7" fmla="*/ 324 h 347"/>
                  <a:gd name="T8" fmla="*/ 1972 w 2031"/>
                  <a:gd name="T9" fmla="*/ 293 h 347"/>
                  <a:gd name="T10" fmla="*/ 1972 w 2031"/>
                  <a:gd name="T11" fmla="*/ 347 h 347"/>
                  <a:gd name="T12" fmla="*/ 13 w 2031"/>
                  <a:gd name="T13" fmla="*/ 176 h 347"/>
                  <a:gd name="T14" fmla="*/ 13 w 2031"/>
                  <a:gd name="T15" fmla="*/ 347 h 347"/>
                  <a:gd name="T16" fmla="*/ 73 w 2031"/>
                  <a:gd name="T17" fmla="*/ 176 h 347"/>
                  <a:gd name="T18" fmla="*/ 65 w 2031"/>
                  <a:gd name="T19" fmla="*/ 159 h 347"/>
                  <a:gd name="T20" fmla="*/ 8 w 2031"/>
                  <a:gd name="T21" fmla="*/ 159 h 347"/>
                  <a:gd name="T22" fmla="*/ 235 w 2031"/>
                  <a:gd name="T23" fmla="*/ 347 h 347"/>
                  <a:gd name="T24" fmla="*/ 174 w 2031"/>
                  <a:gd name="T25" fmla="*/ 347 h 347"/>
                  <a:gd name="T26" fmla="*/ 413 w 2031"/>
                  <a:gd name="T27" fmla="*/ 129 h 347"/>
                  <a:gd name="T28" fmla="*/ 388 w 2031"/>
                  <a:gd name="T29" fmla="*/ 134 h 347"/>
                  <a:gd name="T30" fmla="*/ 362 w 2031"/>
                  <a:gd name="T31" fmla="*/ 347 h 347"/>
                  <a:gd name="T32" fmla="*/ 442 w 2031"/>
                  <a:gd name="T33" fmla="*/ 347 h 347"/>
                  <a:gd name="T34" fmla="*/ 438 w 2031"/>
                  <a:gd name="T35" fmla="*/ 150 h 347"/>
                  <a:gd name="T36" fmla="*/ 413 w 2031"/>
                  <a:gd name="T37" fmla="*/ 134 h 347"/>
                  <a:gd name="T38" fmla="*/ 547 w 2031"/>
                  <a:gd name="T39" fmla="*/ 138 h 347"/>
                  <a:gd name="T40" fmla="*/ 484 w 2031"/>
                  <a:gd name="T41" fmla="*/ 347 h 347"/>
                  <a:gd name="T42" fmla="*/ 601 w 2031"/>
                  <a:gd name="T43" fmla="*/ 220 h 347"/>
                  <a:gd name="T44" fmla="*/ 559 w 2031"/>
                  <a:gd name="T45" fmla="*/ 205 h 347"/>
                  <a:gd name="T46" fmla="*/ 583 w 2031"/>
                  <a:gd name="T47" fmla="*/ 347 h 347"/>
                  <a:gd name="T48" fmla="*/ 666 w 2031"/>
                  <a:gd name="T49" fmla="*/ 347 h 347"/>
                  <a:gd name="T50" fmla="*/ 641 w 2031"/>
                  <a:gd name="T51" fmla="*/ 347 h 347"/>
                  <a:gd name="T52" fmla="*/ 719 w 2031"/>
                  <a:gd name="T53" fmla="*/ 347 h 347"/>
                  <a:gd name="T54" fmla="*/ 694 w 2031"/>
                  <a:gd name="T55" fmla="*/ 347 h 347"/>
                  <a:gd name="T56" fmla="*/ 763 w 2031"/>
                  <a:gd name="T57" fmla="*/ 347 h 347"/>
                  <a:gd name="T58" fmla="*/ 725 w 2031"/>
                  <a:gd name="T59" fmla="*/ 347 h 347"/>
                  <a:gd name="T60" fmla="*/ 876 w 2031"/>
                  <a:gd name="T61" fmla="*/ 347 h 347"/>
                  <a:gd name="T62" fmla="*/ 838 w 2031"/>
                  <a:gd name="T63" fmla="*/ 347 h 347"/>
                  <a:gd name="T64" fmla="*/ 972 w 2031"/>
                  <a:gd name="T65" fmla="*/ 347 h 347"/>
                  <a:gd name="T66" fmla="*/ 939 w 2031"/>
                  <a:gd name="T67" fmla="*/ 347 h 347"/>
                  <a:gd name="T68" fmla="*/ 1086 w 2031"/>
                  <a:gd name="T69" fmla="*/ 347 h 347"/>
                  <a:gd name="T70" fmla="*/ 1012 w 2031"/>
                  <a:gd name="T71" fmla="*/ 347 h 347"/>
                  <a:gd name="T72" fmla="*/ 1217 w 2031"/>
                  <a:gd name="T73" fmla="*/ 347 h 347"/>
                  <a:gd name="T74" fmla="*/ 1199 w 2031"/>
                  <a:gd name="T75" fmla="*/ 6 h 347"/>
                  <a:gd name="T76" fmla="*/ 1142 w 2031"/>
                  <a:gd name="T77" fmla="*/ 347 h 347"/>
                  <a:gd name="T78" fmla="*/ 1477 w 2031"/>
                  <a:gd name="T79" fmla="*/ 289 h 347"/>
                  <a:gd name="T80" fmla="*/ 1431 w 2031"/>
                  <a:gd name="T81" fmla="*/ 289 h 347"/>
                  <a:gd name="T82" fmla="*/ 1480 w 2031"/>
                  <a:gd name="T83" fmla="*/ 347 h 347"/>
                  <a:gd name="T84" fmla="*/ 1477 w 2031"/>
                  <a:gd name="T85" fmla="*/ 289 h 347"/>
                  <a:gd name="T86" fmla="*/ 1528 w 2031"/>
                  <a:gd name="T87" fmla="*/ 253 h 347"/>
                  <a:gd name="T88" fmla="*/ 1502 w 2031"/>
                  <a:gd name="T89" fmla="*/ 347 h 347"/>
                  <a:gd name="T90" fmla="*/ 1565 w 2031"/>
                  <a:gd name="T91" fmla="*/ 285 h 347"/>
                  <a:gd name="T92" fmla="*/ 1632 w 2031"/>
                  <a:gd name="T93" fmla="*/ 347 h 347"/>
                  <a:gd name="T94" fmla="*/ 1628 w 2031"/>
                  <a:gd name="T95" fmla="*/ 155 h 347"/>
                  <a:gd name="T96" fmla="*/ 1618 w 2031"/>
                  <a:gd name="T97" fmla="*/ 155 h 347"/>
                  <a:gd name="T98" fmla="*/ 1607 w 2031"/>
                  <a:gd name="T99" fmla="*/ 163 h 347"/>
                  <a:gd name="T100" fmla="*/ 1601 w 2031"/>
                  <a:gd name="T101" fmla="*/ 153 h 347"/>
                  <a:gd name="T102" fmla="*/ 1595 w 2031"/>
                  <a:gd name="T103" fmla="*/ 163 h 347"/>
                  <a:gd name="T104" fmla="*/ 1584 w 2031"/>
                  <a:gd name="T105" fmla="*/ 155 h 347"/>
                  <a:gd name="T106" fmla="*/ 1574 w 2031"/>
                  <a:gd name="T107" fmla="*/ 155 h 347"/>
                  <a:gd name="T108" fmla="*/ 1568 w 2031"/>
                  <a:gd name="T109" fmla="*/ 347 h 347"/>
                  <a:gd name="T110" fmla="*/ 1750 w 2031"/>
                  <a:gd name="T111" fmla="*/ 129 h 347"/>
                  <a:gd name="T112" fmla="*/ 1683 w 2031"/>
                  <a:gd name="T113" fmla="*/ 180 h 347"/>
                  <a:gd name="T114" fmla="*/ 1756 w 2031"/>
                  <a:gd name="T115" fmla="*/ 180 h 347"/>
                  <a:gd name="T116" fmla="*/ 1894 w 2031"/>
                  <a:gd name="T117" fmla="*/ 308 h 347"/>
                  <a:gd name="T118" fmla="*/ 1873 w 2031"/>
                  <a:gd name="T119" fmla="*/ 308 h 347"/>
                  <a:gd name="T120" fmla="*/ 1848 w 2031"/>
                  <a:gd name="T121" fmla="*/ 285 h 347"/>
                  <a:gd name="T122" fmla="*/ 1840 w 2031"/>
                  <a:gd name="T123" fmla="*/ 335 h 347"/>
                  <a:gd name="T124" fmla="*/ 1894 w 2031"/>
                  <a:gd name="T125" fmla="*/ 308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31" h="347">
                    <a:moveTo>
                      <a:pt x="1972" y="347"/>
                    </a:moveTo>
                    <a:lnTo>
                      <a:pt x="2001" y="347"/>
                    </a:lnTo>
                    <a:lnTo>
                      <a:pt x="2006" y="347"/>
                    </a:lnTo>
                    <a:lnTo>
                      <a:pt x="2018" y="347"/>
                    </a:lnTo>
                    <a:lnTo>
                      <a:pt x="2022" y="347"/>
                    </a:lnTo>
                    <a:lnTo>
                      <a:pt x="2031" y="347"/>
                    </a:lnTo>
                    <a:lnTo>
                      <a:pt x="2031" y="314"/>
                    </a:lnTo>
                    <a:lnTo>
                      <a:pt x="2018" y="314"/>
                    </a:lnTo>
                    <a:lnTo>
                      <a:pt x="2018" y="306"/>
                    </a:lnTo>
                    <a:lnTo>
                      <a:pt x="2006" y="306"/>
                    </a:lnTo>
                    <a:lnTo>
                      <a:pt x="2006" y="314"/>
                    </a:lnTo>
                    <a:lnTo>
                      <a:pt x="2006" y="324"/>
                    </a:lnTo>
                    <a:lnTo>
                      <a:pt x="2001" y="324"/>
                    </a:lnTo>
                    <a:lnTo>
                      <a:pt x="2001" y="293"/>
                    </a:lnTo>
                    <a:lnTo>
                      <a:pt x="1972" y="293"/>
                    </a:lnTo>
                    <a:lnTo>
                      <a:pt x="1972" y="324"/>
                    </a:lnTo>
                    <a:lnTo>
                      <a:pt x="1972" y="347"/>
                    </a:lnTo>
                    <a:lnTo>
                      <a:pt x="1972" y="347"/>
                    </a:lnTo>
                    <a:close/>
                    <a:moveTo>
                      <a:pt x="8" y="159"/>
                    </a:moveTo>
                    <a:lnTo>
                      <a:pt x="13" y="159"/>
                    </a:lnTo>
                    <a:lnTo>
                      <a:pt x="13" y="176"/>
                    </a:lnTo>
                    <a:lnTo>
                      <a:pt x="0" y="176"/>
                    </a:lnTo>
                    <a:lnTo>
                      <a:pt x="0" y="347"/>
                    </a:lnTo>
                    <a:lnTo>
                      <a:pt x="13" y="347"/>
                    </a:lnTo>
                    <a:lnTo>
                      <a:pt x="59" y="347"/>
                    </a:lnTo>
                    <a:lnTo>
                      <a:pt x="73" y="347"/>
                    </a:lnTo>
                    <a:lnTo>
                      <a:pt x="73" y="176"/>
                    </a:lnTo>
                    <a:lnTo>
                      <a:pt x="59" y="176"/>
                    </a:lnTo>
                    <a:lnTo>
                      <a:pt x="59" y="159"/>
                    </a:lnTo>
                    <a:lnTo>
                      <a:pt x="65" y="159"/>
                    </a:lnTo>
                    <a:lnTo>
                      <a:pt x="65" y="153"/>
                    </a:lnTo>
                    <a:lnTo>
                      <a:pt x="8" y="153"/>
                    </a:lnTo>
                    <a:lnTo>
                      <a:pt x="8" y="159"/>
                    </a:lnTo>
                    <a:lnTo>
                      <a:pt x="8" y="159"/>
                    </a:lnTo>
                    <a:close/>
                    <a:moveTo>
                      <a:pt x="174" y="347"/>
                    </a:moveTo>
                    <a:lnTo>
                      <a:pt x="235" y="347"/>
                    </a:lnTo>
                    <a:lnTo>
                      <a:pt x="235" y="79"/>
                    </a:lnTo>
                    <a:lnTo>
                      <a:pt x="174" y="79"/>
                    </a:lnTo>
                    <a:lnTo>
                      <a:pt x="174" y="347"/>
                    </a:lnTo>
                    <a:lnTo>
                      <a:pt x="174" y="347"/>
                    </a:lnTo>
                    <a:close/>
                    <a:moveTo>
                      <a:pt x="413" y="134"/>
                    </a:moveTo>
                    <a:lnTo>
                      <a:pt x="413" y="129"/>
                    </a:lnTo>
                    <a:lnTo>
                      <a:pt x="406" y="129"/>
                    </a:lnTo>
                    <a:lnTo>
                      <a:pt x="406" y="134"/>
                    </a:lnTo>
                    <a:lnTo>
                      <a:pt x="388" y="134"/>
                    </a:lnTo>
                    <a:lnTo>
                      <a:pt x="388" y="150"/>
                    </a:lnTo>
                    <a:lnTo>
                      <a:pt x="362" y="150"/>
                    </a:lnTo>
                    <a:lnTo>
                      <a:pt x="362" y="347"/>
                    </a:lnTo>
                    <a:lnTo>
                      <a:pt x="367" y="347"/>
                    </a:lnTo>
                    <a:lnTo>
                      <a:pt x="438" y="347"/>
                    </a:lnTo>
                    <a:lnTo>
                      <a:pt x="442" y="347"/>
                    </a:lnTo>
                    <a:lnTo>
                      <a:pt x="442" y="167"/>
                    </a:lnTo>
                    <a:lnTo>
                      <a:pt x="438" y="167"/>
                    </a:lnTo>
                    <a:lnTo>
                      <a:pt x="438" y="150"/>
                    </a:lnTo>
                    <a:lnTo>
                      <a:pt x="413" y="150"/>
                    </a:lnTo>
                    <a:lnTo>
                      <a:pt x="413" y="134"/>
                    </a:lnTo>
                    <a:lnTo>
                      <a:pt x="413" y="134"/>
                    </a:lnTo>
                    <a:close/>
                    <a:moveTo>
                      <a:pt x="484" y="347"/>
                    </a:moveTo>
                    <a:lnTo>
                      <a:pt x="547" y="347"/>
                    </a:lnTo>
                    <a:lnTo>
                      <a:pt x="547" y="138"/>
                    </a:lnTo>
                    <a:lnTo>
                      <a:pt x="484" y="138"/>
                    </a:lnTo>
                    <a:lnTo>
                      <a:pt x="484" y="347"/>
                    </a:lnTo>
                    <a:lnTo>
                      <a:pt x="484" y="347"/>
                    </a:lnTo>
                    <a:close/>
                    <a:moveTo>
                      <a:pt x="583" y="347"/>
                    </a:moveTo>
                    <a:lnTo>
                      <a:pt x="601" y="347"/>
                    </a:lnTo>
                    <a:lnTo>
                      <a:pt x="601" y="220"/>
                    </a:lnTo>
                    <a:lnTo>
                      <a:pt x="583" y="220"/>
                    </a:lnTo>
                    <a:lnTo>
                      <a:pt x="583" y="205"/>
                    </a:lnTo>
                    <a:lnTo>
                      <a:pt x="559" y="205"/>
                    </a:lnTo>
                    <a:lnTo>
                      <a:pt x="559" y="220"/>
                    </a:lnTo>
                    <a:lnTo>
                      <a:pt x="559" y="347"/>
                    </a:lnTo>
                    <a:lnTo>
                      <a:pt x="583" y="347"/>
                    </a:lnTo>
                    <a:lnTo>
                      <a:pt x="583" y="347"/>
                    </a:lnTo>
                    <a:close/>
                    <a:moveTo>
                      <a:pt x="641" y="347"/>
                    </a:moveTo>
                    <a:lnTo>
                      <a:pt x="666" y="347"/>
                    </a:lnTo>
                    <a:lnTo>
                      <a:pt x="666" y="236"/>
                    </a:lnTo>
                    <a:lnTo>
                      <a:pt x="641" y="236"/>
                    </a:lnTo>
                    <a:lnTo>
                      <a:pt x="641" y="347"/>
                    </a:lnTo>
                    <a:lnTo>
                      <a:pt x="641" y="347"/>
                    </a:lnTo>
                    <a:close/>
                    <a:moveTo>
                      <a:pt x="694" y="347"/>
                    </a:moveTo>
                    <a:lnTo>
                      <a:pt x="719" y="347"/>
                    </a:lnTo>
                    <a:lnTo>
                      <a:pt x="719" y="280"/>
                    </a:lnTo>
                    <a:lnTo>
                      <a:pt x="694" y="280"/>
                    </a:lnTo>
                    <a:lnTo>
                      <a:pt x="694" y="347"/>
                    </a:lnTo>
                    <a:lnTo>
                      <a:pt x="694" y="347"/>
                    </a:lnTo>
                    <a:close/>
                    <a:moveTo>
                      <a:pt x="725" y="347"/>
                    </a:moveTo>
                    <a:lnTo>
                      <a:pt x="763" y="347"/>
                    </a:lnTo>
                    <a:lnTo>
                      <a:pt x="763" y="92"/>
                    </a:lnTo>
                    <a:lnTo>
                      <a:pt x="725" y="92"/>
                    </a:lnTo>
                    <a:lnTo>
                      <a:pt x="725" y="347"/>
                    </a:lnTo>
                    <a:lnTo>
                      <a:pt x="725" y="347"/>
                    </a:lnTo>
                    <a:close/>
                    <a:moveTo>
                      <a:pt x="838" y="347"/>
                    </a:moveTo>
                    <a:lnTo>
                      <a:pt x="876" y="347"/>
                    </a:lnTo>
                    <a:lnTo>
                      <a:pt x="876" y="257"/>
                    </a:lnTo>
                    <a:lnTo>
                      <a:pt x="838" y="257"/>
                    </a:lnTo>
                    <a:lnTo>
                      <a:pt x="838" y="347"/>
                    </a:lnTo>
                    <a:lnTo>
                      <a:pt x="838" y="347"/>
                    </a:lnTo>
                    <a:close/>
                    <a:moveTo>
                      <a:pt x="939" y="347"/>
                    </a:moveTo>
                    <a:lnTo>
                      <a:pt x="972" y="347"/>
                    </a:lnTo>
                    <a:lnTo>
                      <a:pt x="972" y="236"/>
                    </a:lnTo>
                    <a:lnTo>
                      <a:pt x="939" y="236"/>
                    </a:lnTo>
                    <a:lnTo>
                      <a:pt x="939" y="347"/>
                    </a:lnTo>
                    <a:lnTo>
                      <a:pt x="939" y="347"/>
                    </a:lnTo>
                    <a:close/>
                    <a:moveTo>
                      <a:pt x="1012" y="347"/>
                    </a:moveTo>
                    <a:lnTo>
                      <a:pt x="1086" y="347"/>
                    </a:lnTo>
                    <a:lnTo>
                      <a:pt x="1086" y="0"/>
                    </a:lnTo>
                    <a:lnTo>
                      <a:pt x="1012" y="0"/>
                    </a:lnTo>
                    <a:lnTo>
                      <a:pt x="1012" y="347"/>
                    </a:lnTo>
                    <a:lnTo>
                      <a:pt x="1012" y="347"/>
                    </a:lnTo>
                    <a:close/>
                    <a:moveTo>
                      <a:pt x="1199" y="347"/>
                    </a:moveTo>
                    <a:lnTo>
                      <a:pt x="1217" y="347"/>
                    </a:lnTo>
                    <a:lnTo>
                      <a:pt x="1217" y="276"/>
                    </a:lnTo>
                    <a:lnTo>
                      <a:pt x="1199" y="276"/>
                    </a:lnTo>
                    <a:lnTo>
                      <a:pt x="1199" y="6"/>
                    </a:lnTo>
                    <a:lnTo>
                      <a:pt x="1125" y="6"/>
                    </a:lnTo>
                    <a:lnTo>
                      <a:pt x="1125" y="347"/>
                    </a:lnTo>
                    <a:lnTo>
                      <a:pt x="1142" y="347"/>
                    </a:lnTo>
                    <a:lnTo>
                      <a:pt x="1199" y="347"/>
                    </a:lnTo>
                    <a:lnTo>
                      <a:pt x="1199" y="347"/>
                    </a:lnTo>
                    <a:close/>
                    <a:moveTo>
                      <a:pt x="1477" y="289"/>
                    </a:moveTo>
                    <a:lnTo>
                      <a:pt x="1477" y="146"/>
                    </a:lnTo>
                    <a:lnTo>
                      <a:pt x="1431" y="146"/>
                    </a:lnTo>
                    <a:lnTo>
                      <a:pt x="1431" y="289"/>
                    </a:lnTo>
                    <a:lnTo>
                      <a:pt x="1417" y="289"/>
                    </a:lnTo>
                    <a:lnTo>
                      <a:pt x="1417" y="347"/>
                    </a:lnTo>
                    <a:lnTo>
                      <a:pt x="1480" y="347"/>
                    </a:lnTo>
                    <a:lnTo>
                      <a:pt x="1480" y="289"/>
                    </a:lnTo>
                    <a:lnTo>
                      <a:pt x="1477" y="289"/>
                    </a:lnTo>
                    <a:lnTo>
                      <a:pt x="1477" y="289"/>
                    </a:lnTo>
                    <a:close/>
                    <a:moveTo>
                      <a:pt x="1565" y="285"/>
                    </a:moveTo>
                    <a:lnTo>
                      <a:pt x="1565" y="253"/>
                    </a:lnTo>
                    <a:lnTo>
                      <a:pt x="1528" y="253"/>
                    </a:lnTo>
                    <a:lnTo>
                      <a:pt x="1528" y="285"/>
                    </a:lnTo>
                    <a:lnTo>
                      <a:pt x="1502" y="285"/>
                    </a:lnTo>
                    <a:lnTo>
                      <a:pt x="1502" y="347"/>
                    </a:lnTo>
                    <a:lnTo>
                      <a:pt x="1565" y="347"/>
                    </a:lnTo>
                    <a:lnTo>
                      <a:pt x="1565" y="314"/>
                    </a:lnTo>
                    <a:lnTo>
                      <a:pt x="1565" y="285"/>
                    </a:lnTo>
                    <a:lnTo>
                      <a:pt x="1565" y="285"/>
                    </a:lnTo>
                    <a:close/>
                    <a:moveTo>
                      <a:pt x="1568" y="347"/>
                    </a:moveTo>
                    <a:lnTo>
                      <a:pt x="1632" y="347"/>
                    </a:lnTo>
                    <a:lnTo>
                      <a:pt x="1632" y="163"/>
                    </a:lnTo>
                    <a:lnTo>
                      <a:pt x="1628" y="163"/>
                    </a:lnTo>
                    <a:lnTo>
                      <a:pt x="1628" y="155"/>
                    </a:lnTo>
                    <a:lnTo>
                      <a:pt x="1626" y="155"/>
                    </a:lnTo>
                    <a:lnTo>
                      <a:pt x="1622" y="153"/>
                    </a:lnTo>
                    <a:lnTo>
                      <a:pt x="1618" y="155"/>
                    </a:lnTo>
                    <a:lnTo>
                      <a:pt x="1616" y="155"/>
                    </a:lnTo>
                    <a:lnTo>
                      <a:pt x="1616" y="163"/>
                    </a:lnTo>
                    <a:lnTo>
                      <a:pt x="1607" y="163"/>
                    </a:lnTo>
                    <a:lnTo>
                      <a:pt x="1607" y="155"/>
                    </a:lnTo>
                    <a:lnTo>
                      <a:pt x="1605" y="155"/>
                    </a:lnTo>
                    <a:lnTo>
                      <a:pt x="1601" y="153"/>
                    </a:lnTo>
                    <a:lnTo>
                      <a:pt x="1597" y="155"/>
                    </a:lnTo>
                    <a:lnTo>
                      <a:pt x="1595" y="155"/>
                    </a:lnTo>
                    <a:lnTo>
                      <a:pt x="1595" y="163"/>
                    </a:lnTo>
                    <a:lnTo>
                      <a:pt x="1586" y="163"/>
                    </a:lnTo>
                    <a:lnTo>
                      <a:pt x="1586" y="155"/>
                    </a:lnTo>
                    <a:lnTo>
                      <a:pt x="1584" y="155"/>
                    </a:lnTo>
                    <a:lnTo>
                      <a:pt x="1580" y="153"/>
                    </a:lnTo>
                    <a:lnTo>
                      <a:pt x="1576" y="155"/>
                    </a:lnTo>
                    <a:lnTo>
                      <a:pt x="1574" y="155"/>
                    </a:lnTo>
                    <a:lnTo>
                      <a:pt x="1574" y="163"/>
                    </a:lnTo>
                    <a:lnTo>
                      <a:pt x="1568" y="163"/>
                    </a:lnTo>
                    <a:lnTo>
                      <a:pt x="1568" y="347"/>
                    </a:lnTo>
                    <a:lnTo>
                      <a:pt x="1568" y="347"/>
                    </a:lnTo>
                    <a:close/>
                    <a:moveTo>
                      <a:pt x="1750" y="180"/>
                    </a:moveTo>
                    <a:lnTo>
                      <a:pt x="1750" y="129"/>
                    </a:lnTo>
                    <a:lnTo>
                      <a:pt x="1704" y="129"/>
                    </a:lnTo>
                    <a:lnTo>
                      <a:pt x="1704" y="180"/>
                    </a:lnTo>
                    <a:lnTo>
                      <a:pt x="1683" y="180"/>
                    </a:lnTo>
                    <a:lnTo>
                      <a:pt x="1683" y="347"/>
                    </a:lnTo>
                    <a:lnTo>
                      <a:pt x="1756" y="347"/>
                    </a:lnTo>
                    <a:lnTo>
                      <a:pt x="1756" y="180"/>
                    </a:lnTo>
                    <a:lnTo>
                      <a:pt x="1750" y="180"/>
                    </a:lnTo>
                    <a:lnTo>
                      <a:pt x="1750" y="180"/>
                    </a:lnTo>
                    <a:close/>
                    <a:moveTo>
                      <a:pt x="1894" y="308"/>
                    </a:moveTo>
                    <a:lnTo>
                      <a:pt x="1894" y="278"/>
                    </a:lnTo>
                    <a:lnTo>
                      <a:pt x="1873" y="278"/>
                    </a:lnTo>
                    <a:lnTo>
                      <a:pt x="1873" y="308"/>
                    </a:lnTo>
                    <a:lnTo>
                      <a:pt x="1869" y="308"/>
                    </a:lnTo>
                    <a:lnTo>
                      <a:pt x="1869" y="285"/>
                    </a:lnTo>
                    <a:lnTo>
                      <a:pt x="1848" y="285"/>
                    </a:lnTo>
                    <a:lnTo>
                      <a:pt x="1848" y="308"/>
                    </a:lnTo>
                    <a:lnTo>
                      <a:pt x="1840" y="308"/>
                    </a:lnTo>
                    <a:lnTo>
                      <a:pt x="1840" y="335"/>
                    </a:lnTo>
                    <a:lnTo>
                      <a:pt x="1911" y="335"/>
                    </a:lnTo>
                    <a:lnTo>
                      <a:pt x="1911" y="308"/>
                    </a:lnTo>
                    <a:lnTo>
                      <a:pt x="1894" y="308"/>
                    </a:lnTo>
                    <a:lnTo>
                      <a:pt x="1894" y="308"/>
                    </a:lnTo>
                    <a:close/>
                  </a:path>
                </a:pathLst>
              </a:custGeom>
              <a:solidFill>
                <a:schemeClr val="bg1">
                  <a:lumMod val="85000"/>
                  <a:alpha val="19000"/>
                </a:schemeClr>
              </a:solidFill>
              <a:ln>
                <a:noFill/>
              </a:ln>
            </p:spPr>
            <p:txBody>
              <a:bodyPr vert="horz" wrap="square" lIns="91440" tIns="45720" rIns="91440" bIns="45720" numCol="1" anchor="t" anchorCtr="0" compatLnSpc="1">
                <a:normAutofit/>
              </a:bodyPr>
              <a:lstStyle/>
              <a:p>
                <a:endParaRPr lang="en-US">
                  <a:cs typeface="+mn-ea"/>
                  <a:sym typeface="+mn-lt"/>
                </a:endParaRPr>
              </a:p>
            </p:txBody>
          </p:sp>
          <p:sp>
            <p:nvSpPr>
              <p:cNvPr id="261" name="任意多边形: 形状 260"/>
              <p:cNvSpPr/>
              <p:nvPr/>
            </p:nvSpPr>
            <p:spPr bwMode="auto">
              <a:xfrm>
                <a:off x="430686" y="4891127"/>
                <a:ext cx="306789" cy="1162261"/>
              </a:xfrm>
              <a:custGeom>
                <a:avLst/>
                <a:gdLst>
                  <a:gd name="T0" fmla="*/ 42 w 105"/>
                  <a:gd name="T1" fmla="*/ 17 h 394"/>
                  <a:gd name="T2" fmla="*/ 92 w 105"/>
                  <a:gd name="T3" fmla="*/ 0 h 394"/>
                  <a:gd name="T4" fmla="*/ 102 w 105"/>
                  <a:gd name="T5" fmla="*/ 0 h 394"/>
                  <a:gd name="T6" fmla="*/ 102 w 105"/>
                  <a:gd name="T7" fmla="*/ 29 h 394"/>
                  <a:gd name="T8" fmla="*/ 105 w 105"/>
                  <a:gd name="T9" fmla="*/ 29 h 394"/>
                  <a:gd name="T10" fmla="*/ 105 w 105"/>
                  <a:gd name="T11" fmla="*/ 122 h 394"/>
                  <a:gd name="T12" fmla="*/ 105 w 105"/>
                  <a:gd name="T13" fmla="*/ 155 h 394"/>
                  <a:gd name="T14" fmla="*/ 105 w 105"/>
                  <a:gd name="T15" fmla="*/ 205 h 394"/>
                  <a:gd name="T16" fmla="*/ 105 w 105"/>
                  <a:gd name="T17" fmla="*/ 218 h 394"/>
                  <a:gd name="T18" fmla="*/ 105 w 105"/>
                  <a:gd name="T19" fmla="*/ 298 h 394"/>
                  <a:gd name="T20" fmla="*/ 105 w 105"/>
                  <a:gd name="T21" fmla="*/ 331 h 394"/>
                  <a:gd name="T22" fmla="*/ 105 w 105"/>
                  <a:gd name="T23" fmla="*/ 394 h 394"/>
                  <a:gd name="T24" fmla="*/ 0 w 105"/>
                  <a:gd name="T25" fmla="*/ 394 h 394"/>
                  <a:gd name="T26" fmla="*/ 0 w 105"/>
                  <a:gd name="T27" fmla="*/ 218 h 394"/>
                  <a:gd name="T28" fmla="*/ 10 w 105"/>
                  <a:gd name="T29" fmla="*/ 218 h 394"/>
                  <a:gd name="T30" fmla="*/ 10 w 105"/>
                  <a:gd name="T31" fmla="*/ 155 h 394"/>
                  <a:gd name="T32" fmla="*/ 21 w 105"/>
                  <a:gd name="T33" fmla="*/ 155 h 394"/>
                  <a:gd name="T34" fmla="*/ 21 w 105"/>
                  <a:gd name="T35" fmla="*/ 122 h 394"/>
                  <a:gd name="T36" fmla="*/ 39 w 105"/>
                  <a:gd name="T37" fmla="*/ 122 h 394"/>
                  <a:gd name="T38" fmla="*/ 39 w 105"/>
                  <a:gd name="T39" fmla="*/ 29 h 394"/>
                  <a:gd name="T40" fmla="*/ 42 w 105"/>
                  <a:gd name="T41" fmla="*/ 29 h 394"/>
                  <a:gd name="T42" fmla="*/ 42 w 105"/>
                  <a:gd name="T43" fmla="*/ 17 h 394"/>
                  <a:gd name="T44" fmla="*/ 42 w 105"/>
                  <a:gd name="T45" fmla="*/ 17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05" h="394">
                    <a:moveTo>
                      <a:pt x="42" y="17"/>
                    </a:moveTo>
                    <a:lnTo>
                      <a:pt x="92" y="0"/>
                    </a:lnTo>
                    <a:lnTo>
                      <a:pt x="102" y="0"/>
                    </a:lnTo>
                    <a:lnTo>
                      <a:pt x="102" y="29"/>
                    </a:lnTo>
                    <a:lnTo>
                      <a:pt x="105" y="29"/>
                    </a:lnTo>
                    <a:lnTo>
                      <a:pt x="105" y="122"/>
                    </a:lnTo>
                    <a:lnTo>
                      <a:pt x="105" y="155"/>
                    </a:lnTo>
                    <a:lnTo>
                      <a:pt x="105" y="205"/>
                    </a:lnTo>
                    <a:lnTo>
                      <a:pt x="105" y="218"/>
                    </a:lnTo>
                    <a:lnTo>
                      <a:pt x="105" y="298"/>
                    </a:lnTo>
                    <a:lnTo>
                      <a:pt x="105" y="331"/>
                    </a:lnTo>
                    <a:lnTo>
                      <a:pt x="105" y="394"/>
                    </a:lnTo>
                    <a:lnTo>
                      <a:pt x="0" y="394"/>
                    </a:lnTo>
                    <a:lnTo>
                      <a:pt x="0" y="218"/>
                    </a:lnTo>
                    <a:lnTo>
                      <a:pt x="10" y="218"/>
                    </a:lnTo>
                    <a:lnTo>
                      <a:pt x="10" y="155"/>
                    </a:lnTo>
                    <a:lnTo>
                      <a:pt x="21" y="155"/>
                    </a:lnTo>
                    <a:lnTo>
                      <a:pt x="21" y="122"/>
                    </a:lnTo>
                    <a:lnTo>
                      <a:pt x="39" y="122"/>
                    </a:lnTo>
                    <a:lnTo>
                      <a:pt x="39" y="29"/>
                    </a:lnTo>
                    <a:lnTo>
                      <a:pt x="42" y="29"/>
                    </a:lnTo>
                    <a:lnTo>
                      <a:pt x="42" y="17"/>
                    </a:lnTo>
                    <a:lnTo>
                      <a:pt x="42" y="17"/>
                    </a:lnTo>
                    <a:close/>
                  </a:path>
                </a:pathLst>
              </a:custGeom>
              <a:solidFill>
                <a:schemeClr val="bg1">
                  <a:lumMod val="85000"/>
                  <a:alpha val="19000"/>
                </a:schemeClr>
              </a:solidFill>
              <a:ln>
                <a:noFill/>
              </a:ln>
            </p:spPr>
            <p:txBody>
              <a:bodyPr vert="horz" wrap="square" lIns="91440" tIns="45720" rIns="91440" bIns="45720" numCol="1" anchor="t" anchorCtr="0" compatLnSpc="1">
                <a:normAutofit/>
              </a:bodyPr>
              <a:lstStyle/>
              <a:p>
                <a:endParaRPr lang="en-US">
                  <a:cs typeface="+mn-ea"/>
                  <a:sym typeface="+mn-lt"/>
                </a:endParaRPr>
              </a:p>
            </p:txBody>
          </p:sp>
          <p:sp>
            <p:nvSpPr>
              <p:cNvPr id="262" name="任意多边形: 形状 261"/>
              <p:cNvSpPr/>
              <p:nvPr/>
            </p:nvSpPr>
            <p:spPr bwMode="auto">
              <a:xfrm>
                <a:off x="908568" y="5251015"/>
                <a:ext cx="1103260" cy="802372"/>
              </a:xfrm>
              <a:custGeom>
                <a:avLst/>
                <a:gdLst>
                  <a:gd name="T0" fmla="*/ 109 w 375"/>
                  <a:gd name="T1" fmla="*/ 163 h 272"/>
                  <a:gd name="T2" fmla="*/ 138 w 375"/>
                  <a:gd name="T3" fmla="*/ 151 h 272"/>
                  <a:gd name="T4" fmla="*/ 145 w 375"/>
                  <a:gd name="T5" fmla="*/ 140 h 272"/>
                  <a:gd name="T6" fmla="*/ 147 w 375"/>
                  <a:gd name="T7" fmla="*/ 140 h 272"/>
                  <a:gd name="T8" fmla="*/ 155 w 375"/>
                  <a:gd name="T9" fmla="*/ 151 h 272"/>
                  <a:gd name="T10" fmla="*/ 183 w 375"/>
                  <a:gd name="T11" fmla="*/ 163 h 272"/>
                  <a:gd name="T12" fmla="*/ 183 w 375"/>
                  <a:gd name="T13" fmla="*/ 169 h 272"/>
                  <a:gd name="T14" fmla="*/ 178 w 375"/>
                  <a:gd name="T15" fmla="*/ 169 h 272"/>
                  <a:gd name="T16" fmla="*/ 178 w 375"/>
                  <a:gd name="T17" fmla="*/ 190 h 272"/>
                  <a:gd name="T18" fmla="*/ 358 w 375"/>
                  <a:gd name="T19" fmla="*/ 190 h 272"/>
                  <a:gd name="T20" fmla="*/ 358 w 375"/>
                  <a:gd name="T21" fmla="*/ 199 h 272"/>
                  <a:gd name="T22" fmla="*/ 375 w 375"/>
                  <a:gd name="T23" fmla="*/ 199 h 272"/>
                  <a:gd name="T24" fmla="*/ 375 w 375"/>
                  <a:gd name="T25" fmla="*/ 272 h 272"/>
                  <a:gd name="T26" fmla="*/ 0 w 375"/>
                  <a:gd name="T27" fmla="*/ 272 h 272"/>
                  <a:gd name="T28" fmla="*/ 0 w 375"/>
                  <a:gd name="T29" fmla="*/ 199 h 272"/>
                  <a:gd name="T30" fmla="*/ 17 w 375"/>
                  <a:gd name="T31" fmla="*/ 199 h 272"/>
                  <a:gd name="T32" fmla="*/ 17 w 375"/>
                  <a:gd name="T33" fmla="*/ 190 h 272"/>
                  <a:gd name="T34" fmla="*/ 27 w 375"/>
                  <a:gd name="T35" fmla="*/ 190 h 272"/>
                  <a:gd name="T36" fmla="*/ 27 w 375"/>
                  <a:gd name="T37" fmla="*/ 71 h 272"/>
                  <a:gd name="T38" fmla="*/ 30 w 375"/>
                  <a:gd name="T39" fmla="*/ 71 h 272"/>
                  <a:gd name="T40" fmla="*/ 30 w 375"/>
                  <a:gd name="T41" fmla="*/ 50 h 272"/>
                  <a:gd name="T42" fmla="*/ 34 w 375"/>
                  <a:gd name="T43" fmla="*/ 50 h 272"/>
                  <a:gd name="T44" fmla="*/ 34 w 375"/>
                  <a:gd name="T45" fmla="*/ 27 h 272"/>
                  <a:gd name="T46" fmla="*/ 38 w 375"/>
                  <a:gd name="T47" fmla="*/ 27 h 272"/>
                  <a:gd name="T48" fmla="*/ 38 w 375"/>
                  <a:gd name="T49" fmla="*/ 18 h 272"/>
                  <a:gd name="T50" fmla="*/ 42 w 375"/>
                  <a:gd name="T51" fmla="*/ 18 h 272"/>
                  <a:gd name="T52" fmla="*/ 51 w 375"/>
                  <a:gd name="T53" fmla="*/ 0 h 272"/>
                  <a:gd name="T54" fmla="*/ 55 w 375"/>
                  <a:gd name="T55" fmla="*/ 0 h 272"/>
                  <a:gd name="T56" fmla="*/ 65 w 375"/>
                  <a:gd name="T57" fmla="*/ 18 h 272"/>
                  <a:gd name="T58" fmla="*/ 69 w 375"/>
                  <a:gd name="T59" fmla="*/ 18 h 272"/>
                  <a:gd name="T60" fmla="*/ 69 w 375"/>
                  <a:gd name="T61" fmla="*/ 27 h 272"/>
                  <a:gd name="T62" fmla="*/ 73 w 375"/>
                  <a:gd name="T63" fmla="*/ 27 h 272"/>
                  <a:gd name="T64" fmla="*/ 73 w 375"/>
                  <a:gd name="T65" fmla="*/ 50 h 272"/>
                  <a:gd name="T66" fmla="*/ 76 w 375"/>
                  <a:gd name="T67" fmla="*/ 50 h 272"/>
                  <a:gd name="T68" fmla="*/ 76 w 375"/>
                  <a:gd name="T69" fmla="*/ 71 h 272"/>
                  <a:gd name="T70" fmla="*/ 80 w 375"/>
                  <a:gd name="T71" fmla="*/ 71 h 272"/>
                  <a:gd name="T72" fmla="*/ 80 w 375"/>
                  <a:gd name="T73" fmla="*/ 190 h 272"/>
                  <a:gd name="T74" fmla="*/ 115 w 375"/>
                  <a:gd name="T75" fmla="*/ 190 h 272"/>
                  <a:gd name="T76" fmla="*/ 115 w 375"/>
                  <a:gd name="T77" fmla="*/ 169 h 272"/>
                  <a:gd name="T78" fmla="*/ 109 w 375"/>
                  <a:gd name="T79" fmla="*/ 169 h 272"/>
                  <a:gd name="T80" fmla="*/ 109 w 375"/>
                  <a:gd name="T81" fmla="*/ 163 h 272"/>
                  <a:gd name="T82" fmla="*/ 109 w 375"/>
                  <a:gd name="T83" fmla="*/ 163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75" h="272">
                    <a:moveTo>
                      <a:pt x="109" y="163"/>
                    </a:moveTo>
                    <a:lnTo>
                      <a:pt x="138" y="151"/>
                    </a:lnTo>
                    <a:lnTo>
                      <a:pt x="145" y="140"/>
                    </a:lnTo>
                    <a:lnTo>
                      <a:pt x="147" y="140"/>
                    </a:lnTo>
                    <a:lnTo>
                      <a:pt x="155" y="151"/>
                    </a:lnTo>
                    <a:lnTo>
                      <a:pt x="183" y="163"/>
                    </a:lnTo>
                    <a:lnTo>
                      <a:pt x="183" y="169"/>
                    </a:lnTo>
                    <a:lnTo>
                      <a:pt x="178" y="169"/>
                    </a:lnTo>
                    <a:lnTo>
                      <a:pt x="178" y="190"/>
                    </a:lnTo>
                    <a:lnTo>
                      <a:pt x="358" y="190"/>
                    </a:lnTo>
                    <a:lnTo>
                      <a:pt x="358" y="199"/>
                    </a:lnTo>
                    <a:lnTo>
                      <a:pt x="375" y="199"/>
                    </a:lnTo>
                    <a:lnTo>
                      <a:pt x="375" y="272"/>
                    </a:lnTo>
                    <a:lnTo>
                      <a:pt x="0" y="272"/>
                    </a:lnTo>
                    <a:lnTo>
                      <a:pt x="0" y="199"/>
                    </a:lnTo>
                    <a:lnTo>
                      <a:pt x="17" y="199"/>
                    </a:lnTo>
                    <a:lnTo>
                      <a:pt x="17" y="190"/>
                    </a:lnTo>
                    <a:lnTo>
                      <a:pt x="27" y="190"/>
                    </a:lnTo>
                    <a:lnTo>
                      <a:pt x="27" y="71"/>
                    </a:lnTo>
                    <a:lnTo>
                      <a:pt x="30" y="71"/>
                    </a:lnTo>
                    <a:lnTo>
                      <a:pt x="30" y="50"/>
                    </a:lnTo>
                    <a:lnTo>
                      <a:pt x="34" y="50"/>
                    </a:lnTo>
                    <a:lnTo>
                      <a:pt x="34" y="27"/>
                    </a:lnTo>
                    <a:lnTo>
                      <a:pt x="38" y="27"/>
                    </a:lnTo>
                    <a:lnTo>
                      <a:pt x="38" y="18"/>
                    </a:lnTo>
                    <a:lnTo>
                      <a:pt x="42" y="18"/>
                    </a:lnTo>
                    <a:lnTo>
                      <a:pt x="51" y="0"/>
                    </a:lnTo>
                    <a:lnTo>
                      <a:pt x="55" y="0"/>
                    </a:lnTo>
                    <a:lnTo>
                      <a:pt x="65" y="18"/>
                    </a:lnTo>
                    <a:lnTo>
                      <a:pt x="69" y="18"/>
                    </a:lnTo>
                    <a:lnTo>
                      <a:pt x="69" y="27"/>
                    </a:lnTo>
                    <a:lnTo>
                      <a:pt x="73" y="27"/>
                    </a:lnTo>
                    <a:lnTo>
                      <a:pt x="73" y="50"/>
                    </a:lnTo>
                    <a:lnTo>
                      <a:pt x="76" y="50"/>
                    </a:lnTo>
                    <a:lnTo>
                      <a:pt x="76" y="71"/>
                    </a:lnTo>
                    <a:lnTo>
                      <a:pt x="80" y="71"/>
                    </a:lnTo>
                    <a:lnTo>
                      <a:pt x="80" y="190"/>
                    </a:lnTo>
                    <a:lnTo>
                      <a:pt x="115" y="190"/>
                    </a:lnTo>
                    <a:lnTo>
                      <a:pt x="115" y="169"/>
                    </a:lnTo>
                    <a:lnTo>
                      <a:pt x="109" y="169"/>
                    </a:lnTo>
                    <a:lnTo>
                      <a:pt x="109" y="163"/>
                    </a:lnTo>
                    <a:lnTo>
                      <a:pt x="109" y="163"/>
                    </a:lnTo>
                    <a:close/>
                  </a:path>
                </a:pathLst>
              </a:custGeom>
              <a:solidFill>
                <a:schemeClr val="bg1">
                  <a:lumMod val="85000"/>
                  <a:alpha val="19000"/>
                </a:schemeClr>
              </a:solidFill>
              <a:ln>
                <a:noFill/>
              </a:ln>
            </p:spPr>
            <p:txBody>
              <a:bodyPr vert="horz" wrap="square" lIns="91440" tIns="45720" rIns="91440" bIns="45720" numCol="1" anchor="t" anchorCtr="0" compatLnSpc="1">
                <a:normAutofit/>
              </a:bodyPr>
              <a:lstStyle/>
              <a:p>
                <a:endParaRPr lang="en-US" dirty="0">
                  <a:cs typeface="+mn-ea"/>
                  <a:sym typeface="+mn-lt"/>
                </a:endParaRPr>
              </a:p>
            </p:txBody>
          </p:sp>
          <p:sp>
            <p:nvSpPr>
              <p:cNvPr id="263" name="任意多边形: 形状 262"/>
              <p:cNvSpPr/>
              <p:nvPr/>
            </p:nvSpPr>
            <p:spPr bwMode="auto">
              <a:xfrm>
                <a:off x="2041328" y="5852794"/>
                <a:ext cx="106196" cy="200593"/>
              </a:xfrm>
              <a:custGeom>
                <a:avLst/>
                <a:gdLst>
                  <a:gd name="T0" fmla="*/ 0 w 37"/>
                  <a:gd name="T1" fmla="*/ 0 h 67"/>
                  <a:gd name="T2" fmla="*/ 37 w 37"/>
                  <a:gd name="T3" fmla="*/ 0 h 67"/>
                  <a:gd name="T4" fmla="*/ 37 w 37"/>
                  <a:gd name="T5" fmla="*/ 67 h 67"/>
                  <a:gd name="T6" fmla="*/ 0 w 37"/>
                  <a:gd name="T7" fmla="*/ 67 h 67"/>
                  <a:gd name="T8" fmla="*/ 0 w 37"/>
                  <a:gd name="T9" fmla="*/ 0 h 67"/>
                  <a:gd name="T10" fmla="*/ 0 w 37"/>
                  <a:gd name="T11" fmla="*/ 0 h 67"/>
                </a:gdLst>
                <a:ahLst/>
                <a:cxnLst>
                  <a:cxn ang="0">
                    <a:pos x="T0" y="T1"/>
                  </a:cxn>
                  <a:cxn ang="0">
                    <a:pos x="T2" y="T3"/>
                  </a:cxn>
                  <a:cxn ang="0">
                    <a:pos x="T4" y="T5"/>
                  </a:cxn>
                  <a:cxn ang="0">
                    <a:pos x="T6" y="T7"/>
                  </a:cxn>
                  <a:cxn ang="0">
                    <a:pos x="T8" y="T9"/>
                  </a:cxn>
                  <a:cxn ang="0">
                    <a:pos x="T10" y="T11"/>
                  </a:cxn>
                </a:cxnLst>
                <a:rect l="0" t="0" r="r" b="b"/>
                <a:pathLst>
                  <a:path w="37" h="67">
                    <a:moveTo>
                      <a:pt x="0" y="0"/>
                    </a:moveTo>
                    <a:lnTo>
                      <a:pt x="37" y="0"/>
                    </a:lnTo>
                    <a:lnTo>
                      <a:pt x="37" y="67"/>
                    </a:lnTo>
                    <a:lnTo>
                      <a:pt x="0" y="67"/>
                    </a:lnTo>
                    <a:lnTo>
                      <a:pt x="0" y="0"/>
                    </a:lnTo>
                    <a:lnTo>
                      <a:pt x="0" y="0"/>
                    </a:lnTo>
                    <a:close/>
                  </a:path>
                </a:pathLst>
              </a:custGeom>
              <a:solidFill>
                <a:schemeClr val="bg1">
                  <a:lumMod val="85000"/>
                  <a:alpha val="19000"/>
                </a:schemeClr>
              </a:solidFill>
              <a:ln>
                <a:noFill/>
              </a:ln>
            </p:spPr>
            <p:txBody>
              <a:bodyPr vert="horz" wrap="square" lIns="91440" tIns="45720" rIns="91440" bIns="45720" numCol="1" anchor="t" anchorCtr="0" compatLnSpc="1">
                <a:normAutofit fontScale="77500" lnSpcReduction="20000"/>
              </a:bodyPr>
              <a:lstStyle/>
              <a:p>
                <a:endParaRPr lang="en-US">
                  <a:cs typeface="+mn-ea"/>
                  <a:sym typeface="+mn-lt"/>
                </a:endParaRPr>
              </a:p>
            </p:txBody>
          </p:sp>
          <p:sp>
            <p:nvSpPr>
              <p:cNvPr id="264" name="任意多边形: 形状 263"/>
              <p:cNvSpPr/>
              <p:nvPr/>
            </p:nvSpPr>
            <p:spPr bwMode="auto">
              <a:xfrm>
                <a:off x="2118028" y="5905891"/>
                <a:ext cx="318589" cy="147496"/>
              </a:xfrm>
              <a:custGeom>
                <a:avLst/>
                <a:gdLst>
                  <a:gd name="T0" fmla="*/ 63 w 109"/>
                  <a:gd name="T1" fmla="*/ 0 h 50"/>
                  <a:gd name="T2" fmla="*/ 109 w 109"/>
                  <a:gd name="T3" fmla="*/ 0 h 50"/>
                  <a:gd name="T4" fmla="*/ 109 w 109"/>
                  <a:gd name="T5" fmla="*/ 25 h 50"/>
                  <a:gd name="T6" fmla="*/ 109 w 109"/>
                  <a:gd name="T7" fmla="*/ 50 h 50"/>
                  <a:gd name="T8" fmla="*/ 63 w 109"/>
                  <a:gd name="T9" fmla="*/ 50 h 50"/>
                  <a:gd name="T10" fmla="*/ 0 w 109"/>
                  <a:gd name="T11" fmla="*/ 50 h 50"/>
                  <a:gd name="T12" fmla="*/ 0 w 109"/>
                  <a:gd name="T13" fmla="*/ 25 h 50"/>
                  <a:gd name="T14" fmla="*/ 63 w 109"/>
                  <a:gd name="T15" fmla="*/ 25 h 50"/>
                  <a:gd name="T16" fmla="*/ 63 w 109"/>
                  <a:gd name="T17" fmla="*/ 0 h 50"/>
                  <a:gd name="T18" fmla="*/ 63 w 109"/>
                  <a:gd name="T19"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9" h="50">
                    <a:moveTo>
                      <a:pt x="63" y="0"/>
                    </a:moveTo>
                    <a:lnTo>
                      <a:pt x="109" y="0"/>
                    </a:lnTo>
                    <a:lnTo>
                      <a:pt x="109" y="25"/>
                    </a:lnTo>
                    <a:lnTo>
                      <a:pt x="109" y="50"/>
                    </a:lnTo>
                    <a:lnTo>
                      <a:pt x="63" y="50"/>
                    </a:lnTo>
                    <a:lnTo>
                      <a:pt x="0" y="50"/>
                    </a:lnTo>
                    <a:lnTo>
                      <a:pt x="0" y="25"/>
                    </a:lnTo>
                    <a:lnTo>
                      <a:pt x="63" y="25"/>
                    </a:lnTo>
                    <a:lnTo>
                      <a:pt x="63" y="0"/>
                    </a:lnTo>
                    <a:lnTo>
                      <a:pt x="63" y="0"/>
                    </a:lnTo>
                    <a:close/>
                  </a:path>
                </a:pathLst>
              </a:custGeom>
              <a:solidFill>
                <a:schemeClr val="bg1">
                  <a:lumMod val="85000"/>
                  <a:alpha val="19000"/>
                </a:schemeClr>
              </a:solidFill>
              <a:ln>
                <a:noFill/>
              </a:ln>
            </p:spPr>
            <p:txBody>
              <a:bodyPr vert="horz" wrap="square" lIns="91440" tIns="45720" rIns="91440" bIns="45720" numCol="1" anchor="t" anchorCtr="0" compatLnSpc="1">
                <a:normAutofit fontScale="40000" lnSpcReduction="20000"/>
              </a:bodyPr>
              <a:lstStyle/>
              <a:p>
                <a:endParaRPr lang="en-US">
                  <a:cs typeface="+mn-ea"/>
                  <a:sym typeface="+mn-lt"/>
                </a:endParaRPr>
              </a:p>
            </p:txBody>
          </p:sp>
          <p:sp>
            <p:nvSpPr>
              <p:cNvPr id="265" name="任意多边形: 形状 264"/>
              <p:cNvSpPr/>
              <p:nvPr/>
            </p:nvSpPr>
            <p:spPr bwMode="auto">
              <a:xfrm>
                <a:off x="2348117" y="5522406"/>
                <a:ext cx="277288" cy="530981"/>
              </a:xfrm>
              <a:custGeom>
                <a:avLst/>
                <a:gdLst>
                  <a:gd name="T0" fmla="*/ 30 w 93"/>
                  <a:gd name="T1" fmla="*/ 27 h 180"/>
                  <a:gd name="T2" fmla="*/ 44 w 93"/>
                  <a:gd name="T3" fmla="*/ 0 h 180"/>
                  <a:gd name="T4" fmla="*/ 49 w 93"/>
                  <a:gd name="T5" fmla="*/ 0 h 180"/>
                  <a:gd name="T6" fmla="*/ 63 w 93"/>
                  <a:gd name="T7" fmla="*/ 27 h 180"/>
                  <a:gd name="T8" fmla="*/ 68 w 93"/>
                  <a:gd name="T9" fmla="*/ 27 h 180"/>
                  <a:gd name="T10" fmla="*/ 68 w 93"/>
                  <a:gd name="T11" fmla="*/ 59 h 180"/>
                  <a:gd name="T12" fmla="*/ 93 w 93"/>
                  <a:gd name="T13" fmla="*/ 59 h 180"/>
                  <a:gd name="T14" fmla="*/ 93 w 93"/>
                  <a:gd name="T15" fmla="*/ 180 h 180"/>
                  <a:gd name="T16" fmla="*/ 0 w 93"/>
                  <a:gd name="T17" fmla="*/ 180 h 180"/>
                  <a:gd name="T18" fmla="*/ 0 w 93"/>
                  <a:gd name="T19" fmla="*/ 59 h 180"/>
                  <a:gd name="T20" fmla="*/ 24 w 93"/>
                  <a:gd name="T21" fmla="*/ 59 h 180"/>
                  <a:gd name="T22" fmla="*/ 24 w 93"/>
                  <a:gd name="T23" fmla="*/ 27 h 180"/>
                  <a:gd name="T24" fmla="*/ 30 w 93"/>
                  <a:gd name="T25" fmla="*/ 27 h 180"/>
                  <a:gd name="T26" fmla="*/ 30 w 93"/>
                  <a:gd name="T27" fmla="*/ 27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3" h="180">
                    <a:moveTo>
                      <a:pt x="30" y="27"/>
                    </a:moveTo>
                    <a:lnTo>
                      <a:pt x="44" y="0"/>
                    </a:lnTo>
                    <a:lnTo>
                      <a:pt x="49" y="0"/>
                    </a:lnTo>
                    <a:lnTo>
                      <a:pt x="63" y="27"/>
                    </a:lnTo>
                    <a:lnTo>
                      <a:pt x="68" y="27"/>
                    </a:lnTo>
                    <a:lnTo>
                      <a:pt x="68" y="59"/>
                    </a:lnTo>
                    <a:lnTo>
                      <a:pt x="93" y="59"/>
                    </a:lnTo>
                    <a:lnTo>
                      <a:pt x="93" y="180"/>
                    </a:lnTo>
                    <a:lnTo>
                      <a:pt x="0" y="180"/>
                    </a:lnTo>
                    <a:lnTo>
                      <a:pt x="0" y="59"/>
                    </a:lnTo>
                    <a:lnTo>
                      <a:pt x="24" y="59"/>
                    </a:lnTo>
                    <a:lnTo>
                      <a:pt x="24" y="27"/>
                    </a:lnTo>
                    <a:lnTo>
                      <a:pt x="30" y="27"/>
                    </a:lnTo>
                    <a:lnTo>
                      <a:pt x="30" y="27"/>
                    </a:lnTo>
                    <a:close/>
                  </a:path>
                </a:pathLst>
              </a:custGeom>
              <a:solidFill>
                <a:schemeClr val="bg1">
                  <a:lumMod val="85000"/>
                  <a:alpha val="19000"/>
                </a:schemeClr>
              </a:solidFill>
              <a:ln>
                <a:noFill/>
              </a:ln>
            </p:spPr>
            <p:txBody>
              <a:bodyPr vert="horz" wrap="square" lIns="91440" tIns="45720" rIns="91440" bIns="45720" numCol="1" anchor="t" anchorCtr="0" compatLnSpc="1">
                <a:normAutofit/>
              </a:bodyPr>
              <a:lstStyle/>
              <a:p>
                <a:endParaRPr lang="en-US">
                  <a:cs typeface="+mn-ea"/>
                  <a:sym typeface="+mn-lt"/>
                </a:endParaRPr>
              </a:p>
            </p:txBody>
          </p:sp>
          <p:sp>
            <p:nvSpPr>
              <p:cNvPr id="266" name="任意多边形: 形状 265"/>
              <p:cNvSpPr/>
              <p:nvPr/>
            </p:nvSpPr>
            <p:spPr bwMode="auto">
              <a:xfrm>
                <a:off x="2660808" y="5882292"/>
                <a:ext cx="117995" cy="171096"/>
              </a:xfrm>
              <a:custGeom>
                <a:avLst/>
                <a:gdLst>
                  <a:gd name="T0" fmla="*/ 0 w 40"/>
                  <a:gd name="T1" fmla="*/ 0 h 58"/>
                  <a:gd name="T2" fmla="*/ 40 w 40"/>
                  <a:gd name="T3" fmla="*/ 0 h 58"/>
                  <a:gd name="T4" fmla="*/ 40 w 40"/>
                  <a:gd name="T5" fmla="*/ 58 h 58"/>
                  <a:gd name="T6" fmla="*/ 0 w 40"/>
                  <a:gd name="T7" fmla="*/ 58 h 58"/>
                  <a:gd name="T8" fmla="*/ 0 w 40"/>
                  <a:gd name="T9" fmla="*/ 0 h 58"/>
                  <a:gd name="T10" fmla="*/ 0 w 40"/>
                  <a:gd name="T11" fmla="*/ 0 h 58"/>
                </a:gdLst>
                <a:ahLst/>
                <a:cxnLst>
                  <a:cxn ang="0">
                    <a:pos x="T0" y="T1"/>
                  </a:cxn>
                  <a:cxn ang="0">
                    <a:pos x="T2" y="T3"/>
                  </a:cxn>
                  <a:cxn ang="0">
                    <a:pos x="T4" y="T5"/>
                  </a:cxn>
                  <a:cxn ang="0">
                    <a:pos x="T6" y="T7"/>
                  </a:cxn>
                  <a:cxn ang="0">
                    <a:pos x="T8" y="T9"/>
                  </a:cxn>
                  <a:cxn ang="0">
                    <a:pos x="T10" y="T11"/>
                  </a:cxn>
                </a:cxnLst>
                <a:rect l="0" t="0" r="r" b="b"/>
                <a:pathLst>
                  <a:path w="40" h="58">
                    <a:moveTo>
                      <a:pt x="0" y="0"/>
                    </a:moveTo>
                    <a:lnTo>
                      <a:pt x="40" y="0"/>
                    </a:lnTo>
                    <a:lnTo>
                      <a:pt x="40" y="58"/>
                    </a:lnTo>
                    <a:lnTo>
                      <a:pt x="0" y="58"/>
                    </a:lnTo>
                    <a:lnTo>
                      <a:pt x="0" y="0"/>
                    </a:lnTo>
                    <a:lnTo>
                      <a:pt x="0" y="0"/>
                    </a:lnTo>
                    <a:close/>
                  </a:path>
                </a:pathLst>
              </a:custGeom>
              <a:solidFill>
                <a:schemeClr val="bg1">
                  <a:lumMod val="85000"/>
                  <a:alpha val="19000"/>
                </a:schemeClr>
              </a:solidFill>
              <a:ln>
                <a:noFill/>
              </a:ln>
            </p:spPr>
            <p:txBody>
              <a:bodyPr vert="horz" wrap="square" lIns="91440" tIns="45720" rIns="91440" bIns="45720" numCol="1" anchor="t" anchorCtr="0" compatLnSpc="1">
                <a:normAutofit fontScale="62500" lnSpcReduction="20000"/>
              </a:bodyPr>
              <a:lstStyle/>
              <a:p>
                <a:endParaRPr lang="en-US">
                  <a:cs typeface="+mn-ea"/>
                  <a:sym typeface="+mn-lt"/>
                </a:endParaRPr>
              </a:p>
            </p:txBody>
          </p:sp>
          <p:sp>
            <p:nvSpPr>
              <p:cNvPr id="267" name="任意多边形: 形状 266"/>
              <p:cNvSpPr/>
              <p:nvPr/>
            </p:nvSpPr>
            <p:spPr bwMode="auto">
              <a:xfrm>
                <a:off x="2796502" y="5823294"/>
                <a:ext cx="112094" cy="230094"/>
              </a:xfrm>
              <a:custGeom>
                <a:avLst/>
                <a:gdLst>
                  <a:gd name="T0" fmla="*/ 0 w 38"/>
                  <a:gd name="T1" fmla="*/ 0 h 79"/>
                  <a:gd name="T2" fmla="*/ 38 w 38"/>
                  <a:gd name="T3" fmla="*/ 0 h 79"/>
                  <a:gd name="T4" fmla="*/ 38 w 38"/>
                  <a:gd name="T5" fmla="*/ 79 h 79"/>
                  <a:gd name="T6" fmla="*/ 0 w 38"/>
                  <a:gd name="T7" fmla="*/ 79 h 79"/>
                  <a:gd name="T8" fmla="*/ 0 w 38"/>
                  <a:gd name="T9" fmla="*/ 0 h 79"/>
                  <a:gd name="T10" fmla="*/ 0 w 38"/>
                  <a:gd name="T11" fmla="*/ 0 h 79"/>
                </a:gdLst>
                <a:ahLst/>
                <a:cxnLst>
                  <a:cxn ang="0">
                    <a:pos x="T0" y="T1"/>
                  </a:cxn>
                  <a:cxn ang="0">
                    <a:pos x="T2" y="T3"/>
                  </a:cxn>
                  <a:cxn ang="0">
                    <a:pos x="T4" y="T5"/>
                  </a:cxn>
                  <a:cxn ang="0">
                    <a:pos x="T6" y="T7"/>
                  </a:cxn>
                  <a:cxn ang="0">
                    <a:pos x="T8" y="T9"/>
                  </a:cxn>
                  <a:cxn ang="0">
                    <a:pos x="T10" y="T11"/>
                  </a:cxn>
                </a:cxnLst>
                <a:rect l="0" t="0" r="r" b="b"/>
                <a:pathLst>
                  <a:path w="38" h="79">
                    <a:moveTo>
                      <a:pt x="0" y="0"/>
                    </a:moveTo>
                    <a:lnTo>
                      <a:pt x="38" y="0"/>
                    </a:lnTo>
                    <a:lnTo>
                      <a:pt x="38" y="79"/>
                    </a:lnTo>
                    <a:lnTo>
                      <a:pt x="0" y="79"/>
                    </a:lnTo>
                    <a:lnTo>
                      <a:pt x="0" y="0"/>
                    </a:lnTo>
                    <a:lnTo>
                      <a:pt x="0" y="0"/>
                    </a:lnTo>
                    <a:close/>
                  </a:path>
                </a:pathLst>
              </a:custGeom>
              <a:solidFill>
                <a:schemeClr val="bg1">
                  <a:lumMod val="85000"/>
                  <a:alpha val="19000"/>
                </a:schemeClr>
              </a:solidFill>
              <a:ln>
                <a:noFill/>
              </a:ln>
            </p:spPr>
            <p:txBody>
              <a:bodyPr vert="horz" wrap="square" lIns="91440" tIns="45720" rIns="91440" bIns="45720" numCol="1" anchor="t" anchorCtr="0" compatLnSpc="1">
                <a:normAutofit fontScale="92500" lnSpcReduction="20000"/>
              </a:bodyPr>
              <a:lstStyle/>
              <a:p>
                <a:endParaRPr lang="en-US">
                  <a:cs typeface="+mn-ea"/>
                  <a:sym typeface="+mn-lt"/>
                </a:endParaRPr>
              </a:p>
            </p:txBody>
          </p:sp>
          <p:sp>
            <p:nvSpPr>
              <p:cNvPr id="268" name="任意多边形: 形状 267"/>
              <p:cNvSpPr/>
              <p:nvPr/>
            </p:nvSpPr>
            <p:spPr bwMode="auto">
              <a:xfrm>
                <a:off x="3421880" y="5610901"/>
                <a:ext cx="147494" cy="442486"/>
              </a:xfrm>
              <a:custGeom>
                <a:avLst/>
                <a:gdLst>
                  <a:gd name="T0" fmla="*/ 9 w 50"/>
                  <a:gd name="T1" fmla="*/ 23 h 149"/>
                  <a:gd name="T2" fmla="*/ 13 w 50"/>
                  <a:gd name="T3" fmla="*/ 23 h 149"/>
                  <a:gd name="T4" fmla="*/ 23 w 50"/>
                  <a:gd name="T5" fmla="*/ 0 h 149"/>
                  <a:gd name="T6" fmla="*/ 29 w 50"/>
                  <a:gd name="T7" fmla="*/ 0 h 149"/>
                  <a:gd name="T8" fmla="*/ 36 w 50"/>
                  <a:gd name="T9" fmla="*/ 23 h 149"/>
                  <a:gd name="T10" fmla="*/ 42 w 50"/>
                  <a:gd name="T11" fmla="*/ 23 h 149"/>
                  <a:gd name="T12" fmla="*/ 42 w 50"/>
                  <a:gd name="T13" fmla="*/ 36 h 149"/>
                  <a:gd name="T14" fmla="*/ 44 w 50"/>
                  <a:gd name="T15" fmla="*/ 42 h 149"/>
                  <a:gd name="T16" fmla="*/ 50 w 50"/>
                  <a:gd name="T17" fmla="*/ 42 h 149"/>
                  <a:gd name="T18" fmla="*/ 50 w 50"/>
                  <a:gd name="T19" fmla="*/ 149 h 149"/>
                  <a:gd name="T20" fmla="*/ 0 w 50"/>
                  <a:gd name="T21" fmla="*/ 149 h 149"/>
                  <a:gd name="T22" fmla="*/ 0 w 50"/>
                  <a:gd name="T23" fmla="*/ 42 h 149"/>
                  <a:gd name="T24" fmla="*/ 8 w 50"/>
                  <a:gd name="T25" fmla="*/ 42 h 149"/>
                  <a:gd name="T26" fmla="*/ 9 w 50"/>
                  <a:gd name="T27" fmla="*/ 36 h 149"/>
                  <a:gd name="T28" fmla="*/ 9 w 50"/>
                  <a:gd name="T29" fmla="*/ 23 h 149"/>
                  <a:gd name="T30" fmla="*/ 9 w 50"/>
                  <a:gd name="T31" fmla="*/ 23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0" h="149">
                    <a:moveTo>
                      <a:pt x="9" y="23"/>
                    </a:moveTo>
                    <a:lnTo>
                      <a:pt x="13" y="23"/>
                    </a:lnTo>
                    <a:lnTo>
                      <a:pt x="23" y="0"/>
                    </a:lnTo>
                    <a:lnTo>
                      <a:pt x="29" y="0"/>
                    </a:lnTo>
                    <a:lnTo>
                      <a:pt x="36" y="23"/>
                    </a:lnTo>
                    <a:lnTo>
                      <a:pt x="42" y="23"/>
                    </a:lnTo>
                    <a:lnTo>
                      <a:pt x="42" y="36"/>
                    </a:lnTo>
                    <a:lnTo>
                      <a:pt x="44" y="42"/>
                    </a:lnTo>
                    <a:lnTo>
                      <a:pt x="50" y="42"/>
                    </a:lnTo>
                    <a:lnTo>
                      <a:pt x="50" y="149"/>
                    </a:lnTo>
                    <a:lnTo>
                      <a:pt x="0" y="149"/>
                    </a:lnTo>
                    <a:lnTo>
                      <a:pt x="0" y="42"/>
                    </a:lnTo>
                    <a:lnTo>
                      <a:pt x="8" y="42"/>
                    </a:lnTo>
                    <a:lnTo>
                      <a:pt x="9" y="36"/>
                    </a:lnTo>
                    <a:lnTo>
                      <a:pt x="9" y="23"/>
                    </a:lnTo>
                    <a:lnTo>
                      <a:pt x="9" y="23"/>
                    </a:lnTo>
                    <a:close/>
                  </a:path>
                </a:pathLst>
              </a:custGeom>
              <a:solidFill>
                <a:schemeClr val="bg1">
                  <a:lumMod val="85000"/>
                  <a:alpha val="19000"/>
                </a:schemeClr>
              </a:solidFill>
              <a:ln>
                <a:noFill/>
              </a:ln>
            </p:spPr>
            <p:txBody>
              <a:bodyPr vert="horz" wrap="square" lIns="91440" tIns="45720" rIns="91440" bIns="45720" numCol="1" anchor="t" anchorCtr="0" compatLnSpc="1">
                <a:normAutofit/>
              </a:bodyPr>
              <a:lstStyle/>
              <a:p>
                <a:endParaRPr lang="en-US">
                  <a:cs typeface="+mn-ea"/>
                  <a:sym typeface="+mn-lt"/>
                </a:endParaRPr>
              </a:p>
            </p:txBody>
          </p:sp>
          <p:sp>
            <p:nvSpPr>
              <p:cNvPr id="269" name="任意多边形: 形状 268"/>
              <p:cNvSpPr/>
              <p:nvPr/>
            </p:nvSpPr>
            <p:spPr bwMode="auto">
              <a:xfrm>
                <a:off x="3646071" y="5964889"/>
                <a:ext cx="82597" cy="88498"/>
              </a:xfrm>
              <a:custGeom>
                <a:avLst/>
                <a:gdLst>
                  <a:gd name="T0" fmla="*/ 0 w 28"/>
                  <a:gd name="T1" fmla="*/ 0 h 31"/>
                  <a:gd name="T2" fmla="*/ 28 w 28"/>
                  <a:gd name="T3" fmla="*/ 0 h 31"/>
                  <a:gd name="T4" fmla="*/ 28 w 28"/>
                  <a:gd name="T5" fmla="*/ 31 h 31"/>
                  <a:gd name="T6" fmla="*/ 0 w 28"/>
                  <a:gd name="T7" fmla="*/ 31 h 31"/>
                  <a:gd name="T8" fmla="*/ 0 w 28"/>
                  <a:gd name="T9" fmla="*/ 0 h 31"/>
                  <a:gd name="T10" fmla="*/ 0 w 28"/>
                  <a:gd name="T11" fmla="*/ 0 h 31"/>
                </a:gdLst>
                <a:ahLst/>
                <a:cxnLst>
                  <a:cxn ang="0">
                    <a:pos x="T0" y="T1"/>
                  </a:cxn>
                  <a:cxn ang="0">
                    <a:pos x="T2" y="T3"/>
                  </a:cxn>
                  <a:cxn ang="0">
                    <a:pos x="T4" y="T5"/>
                  </a:cxn>
                  <a:cxn ang="0">
                    <a:pos x="T6" y="T7"/>
                  </a:cxn>
                  <a:cxn ang="0">
                    <a:pos x="T8" y="T9"/>
                  </a:cxn>
                  <a:cxn ang="0">
                    <a:pos x="T10" y="T11"/>
                  </a:cxn>
                </a:cxnLst>
                <a:rect l="0" t="0" r="r" b="b"/>
                <a:pathLst>
                  <a:path w="28" h="31">
                    <a:moveTo>
                      <a:pt x="0" y="0"/>
                    </a:moveTo>
                    <a:lnTo>
                      <a:pt x="28" y="0"/>
                    </a:lnTo>
                    <a:lnTo>
                      <a:pt x="28" y="31"/>
                    </a:lnTo>
                    <a:lnTo>
                      <a:pt x="0" y="31"/>
                    </a:lnTo>
                    <a:lnTo>
                      <a:pt x="0" y="0"/>
                    </a:lnTo>
                    <a:lnTo>
                      <a:pt x="0" y="0"/>
                    </a:lnTo>
                    <a:close/>
                  </a:path>
                </a:pathLst>
              </a:custGeom>
              <a:solidFill>
                <a:schemeClr val="bg1">
                  <a:lumMod val="85000"/>
                  <a:alpha val="19000"/>
                </a:schemeClr>
              </a:solidFill>
              <a:ln>
                <a:noFill/>
              </a:ln>
            </p:spPr>
            <p:txBody>
              <a:bodyPr vert="horz" wrap="square" lIns="91440" tIns="45720" rIns="91440" bIns="45720" numCol="1" anchor="t" anchorCtr="0" compatLnSpc="1">
                <a:normAutofit fontScale="25000" lnSpcReduction="20000"/>
              </a:bodyPr>
              <a:lstStyle/>
              <a:p>
                <a:endParaRPr lang="en-US">
                  <a:cs typeface="+mn-ea"/>
                  <a:sym typeface="+mn-lt"/>
                </a:endParaRPr>
              </a:p>
            </p:txBody>
          </p:sp>
          <p:sp>
            <p:nvSpPr>
              <p:cNvPr id="270" name="任意多边形: 形状 269"/>
              <p:cNvSpPr/>
              <p:nvPr/>
            </p:nvSpPr>
            <p:spPr bwMode="auto">
              <a:xfrm>
                <a:off x="3675572" y="5021474"/>
                <a:ext cx="778773" cy="1031913"/>
              </a:xfrm>
              <a:custGeom>
                <a:avLst/>
                <a:gdLst>
                  <a:gd name="T0" fmla="*/ 124 w 266"/>
                  <a:gd name="T1" fmla="*/ 0 h 476"/>
                  <a:gd name="T2" fmla="*/ 203 w 266"/>
                  <a:gd name="T3" fmla="*/ 0 h 476"/>
                  <a:gd name="T4" fmla="*/ 203 w 266"/>
                  <a:gd name="T5" fmla="*/ 5 h 476"/>
                  <a:gd name="T6" fmla="*/ 209 w 266"/>
                  <a:gd name="T7" fmla="*/ 5 h 476"/>
                  <a:gd name="T8" fmla="*/ 209 w 266"/>
                  <a:gd name="T9" fmla="*/ 9 h 476"/>
                  <a:gd name="T10" fmla="*/ 214 w 266"/>
                  <a:gd name="T11" fmla="*/ 9 h 476"/>
                  <a:gd name="T12" fmla="*/ 214 w 266"/>
                  <a:gd name="T13" fmla="*/ 17 h 476"/>
                  <a:gd name="T14" fmla="*/ 222 w 266"/>
                  <a:gd name="T15" fmla="*/ 17 h 476"/>
                  <a:gd name="T16" fmla="*/ 222 w 266"/>
                  <a:gd name="T17" fmla="*/ 430 h 476"/>
                  <a:gd name="T18" fmla="*/ 230 w 266"/>
                  <a:gd name="T19" fmla="*/ 430 h 476"/>
                  <a:gd name="T20" fmla="*/ 230 w 266"/>
                  <a:gd name="T21" fmla="*/ 453 h 476"/>
                  <a:gd name="T22" fmla="*/ 230 w 266"/>
                  <a:gd name="T23" fmla="*/ 462 h 476"/>
                  <a:gd name="T24" fmla="*/ 266 w 266"/>
                  <a:gd name="T25" fmla="*/ 462 h 476"/>
                  <a:gd name="T26" fmla="*/ 266 w 266"/>
                  <a:gd name="T27" fmla="*/ 476 h 476"/>
                  <a:gd name="T28" fmla="*/ 230 w 266"/>
                  <a:gd name="T29" fmla="*/ 476 h 476"/>
                  <a:gd name="T30" fmla="*/ 222 w 266"/>
                  <a:gd name="T31" fmla="*/ 476 h 476"/>
                  <a:gd name="T32" fmla="*/ 199 w 266"/>
                  <a:gd name="T33" fmla="*/ 476 h 476"/>
                  <a:gd name="T34" fmla="*/ 124 w 266"/>
                  <a:gd name="T35" fmla="*/ 476 h 476"/>
                  <a:gd name="T36" fmla="*/ 48 w 266"/>
                  <a:gd name="T37" fmla="*/ 476 h 476"/>
                  <a:gd name="T38" fmla="*/ 0 w 266"/>
                  <a:gd name="T39" fmla="*/ 476 h 476"/>
                  <a:gd name="T40" fmla="*/ 0 w 266"/>
                  <a:gd name="T41" fmla="*/ 453 h 476"/>
                  <a:gd name="T42" fmla="*/ 0 w 266"/>
                  <a:gd name="T43" fmla="*/ 411 h 476"/>
                  <a:gd name="T44" fmla="*/ 10 w 266"/>
                  <a:gd name="T45" fmla="*/ 411 h 476"/>
                  <a:gd name="T46" fmla="*/ 10 w 266"/>
                  <a:gd name="T47" fmla="*/ 166 h 476"/>
                  <a:gd name="T48" fmla="*/ 17 w 266"/>
                  <a:gd name="T49" fmla="*/ 166 h 476"/>
                  <a:gd name="T50" fmla="*/ 17 w 266"/>
                  <a:gd name="T51" fmla="*/ 155 h 476"/>
                  <a:gd name="T52" fmla="*/ 23 w 266"/>
                  <a:gd name="T53" fmla="*/ 155 h 476"/>
                  <a:gd name="T54" fmla="*/ 23 w 266"/>
                  <a:gd name="T55" fmla="*/ 143 h 476"/>
                  <a:gd name="T56" fmla="*/ 25 w 266"/>
                  <a:gd name="T57" fmla="*/ 143 h 476"/>
                  <a:gd name="T58" fmla="*/ 44 w 266"/>
                  <a:gd name="T59" fmla="*/ 111 h 476"/>
                  <a:gd name="T60" fmla="*/ 46 w 266"/>
                  <a:gd name="T61" fmla="*/ 111 h 476"/>
                  <a:gd name="T62" fmla="*/ 48 w 266"/>
                  <a:gd name="T63" fmla="*/ 111 h 476"/>
                  <a:gd name="T64" fmla="*/ 48 w 266"/>
                  <a:gd name="T65" fmla="*/ 76 h 476"/>
                  <a:gd name="T66" fmla="*/ 50 w 266"/>
                  <a:gd name="T67" fmla="*/ 76 h 476"/>
                  <a:gd name="T68" fmla="*/ 50 w 266"/>
                  <a:gd name="T69" fmla="*/ 113 h 476"/>
                  <a:gd name="T70" fmla="*/ 69 w 266"/>
                  <a:gd name="T71" fmla="*/ 143 h 476"/>
                  <a:gd name="T72" fmla="*/ 71 w 266"/>
                  <a:gd name="T73" fmla="*/ 143 h 476"/>
                  <a:gd name="T74" fmla="*/ 71 w 266"/>
                  <a:gd name="T75" fmla="*/ 155 h 476"/>
                  <a:gd name="T76" fmla="*/ 75 w 266"/>
                  <a:gd name="T77" fmla="*/ 155 h 476"/>
                  <a:gd name="T78" fmla="*/ 75 w 266"/>
                  <a:gd name="T79" fmla="*/ 166 h 476"/>
                  <a:gd name="T80" fmla="*/ 82 w 266"/>
                  <a:gd name="T81" fmla="*/ 166 h 476"/>
                  <a:gd name="T82" fmla="*/ 82 w 266"/>
                  <a:gd name="T83" fmla="*/ 453 h 476"/>
                  <a:gd name="T84" fmla="*/ 124 w 266"/>
                  <a:gd name="T85" fmla="*/ 453 h 476"/>
                  <a:gd name="T86" fmla="*/ 124 w 266"/>
                  <a:gd name="T87" fmla="*/ 23 h 476"/>
                  <a:gd name="T88" fmla="*/ 124 w 266"/>
                  <a:gd name="T89" fmla="*/ 17 h 476"/>
                  <a:gd name="T90" fmla="*/ 124 w 266"/>
                  <a:gd name="T91" fmla="*/ 17 h 476"/>
                  <a:gd name="T92" fmla="*/ 124 w 266"/>
                  <a:gd name="T93" fmla="*/ 11 h 476"/>
                  <a:gd name="T94" fmla="*/ 124 w 266"/>
                  <a:gd name="T95" fmla="*/ 9 h 476"/>
                  <a:gd name="T96" fmla="*/ 124 w 266"/>
                  <a:gd name="T97" fmla="*/ 5 h 476"/>
                  <a:gd name="T98" fmla="*/ 124 w 266"/>
                  <a:gd name="T99" fmla="*/ 0 h 476"/>
                  <a:gd name="T100" fmla="*/ 124 w 266"/>
                  <a:gd name="T101" fmla="*/ 0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66" h="476">
                    <a:moveTo>
                      <a:pt x="124" y="0"/>
                    </a:moveTo>
                    <a:lnTo>
                      <a:pt x="203" y="0"/>
                    </a:lnTo>
                    <a:lnTo>
                      <a:pt x="203" y="5"/>
                    </a:lnTo>
                    <a:lnTo>
                      <a:pt x="209" y="5"/>
                    </a:lnTo>
                    <a:lnTo>
                      <a:pt x="209" y="9"/>
                    </a:lnTo>
                    <a:lnTo>
                      <a:pt x="214" y="9"/>
                    </a:lnTo>
                    <a:lnTo>
                      <a:pt x="214" y="17"/>
                    </a:lnTo>
                    <a:lnTo>
                      <a:pt x="222" y="17"/>
                    </a:lnTo>
                    <a:lnTo>
                      <a:pt x="222" y="430"/>
                    </a:lnTo>
                    <a:lnTo>
                      <a:pt x="230" y="430"/>
                    </a:lnTo>
                    <a:lnTo>
                      <a:pt x="230" y="453"/>
                    </a:lnTo>
                    <a:lnTo>
                      <a:pt x="230" y="462"/>
                    </a:lnTo>
                    <a:lnTo>
                      <a:pt x="266" y="462"/>
                    </a:lnTo>
                    <a:lnTo>
                      <a:pt x="266" y="476"/>
                    </a:lnTo>
                    <a:lnTo>
                      <a:pt x="230" y="476"/>
                    </a:lnTo>
                    <a:lnTo>
                      <a:pt x="222" y="476"/>
                    </a:lnTo>
                    <a:lnTo>
                      <a:pt x="199" y="476"/>
                    </a:lnTo>
                    <a:lnTo>
                      <a:pt x="124" y="476"/>
                    </a:lnTo>
                    <a:lnTo>
                      <a:pt x="48" y="476"/>
                    </a:lnTo>
                    <a:lnTo>
                      <a:pt x="0" y="476"/>
                    </a:lnTo>
                    <a:lnTo>
                      <a:pt x="0" y="453"/>
                    </a:lnTo>
                    <a:lnTo>
                      <a:pt x="0" y="411"/>
                    </a:lnTo>
                    <a:lnTo>
                      <a:pt x="10" y="411"/>
                    </a:lnTo>
                    <a:lnTo>
                      <a:pt x="10" y="166"/>
                    </a:lnTo>
                    <a:lnTo>
                      <a:pt x="17" y="166"/>
                    </a:lnTo>
                    <a:lnTo>
                      <a:pt x="17" y="155"/>
                    </a:lnTo>
                    <a:lnTo>
                      <a:pt x="23" y="155"/>
                    </a:lnTo>
                    <a:lnTo>
                      <a:pt x="23" y="143"/>
                    </a:lnTo>
                    <a:lnTo>
                      <a:pt x="25" y="143"/>
                    </a:lnTo>
                    <a:lnTo>
                      <a:pt x="44" y="111"/>
                    </a:lnTo>
                    <a:lnTo>
                      <a:pt x="46" y="111"/>
                    </a:lnTo>
                    <a:lnTo>
                      <a:pt x="48" y="111"/>
                    </a:lnTo>
                    <a:lnTo>
                      <a:pt x="48" y="76"/>
                    </a:lnTo>
                    <a:lnTo>
                      <a:pt x="50" y="76"/>
                    </a:lnTo>
                    <a:lnTo>
                      <a:pt x="50" y="113"/>
                    </a:lnTo>
                    <a:lnTo>
                      <a:pt x="69" y="143"/>
                    </a:lnTo>
                    <a:lnTo>
                      <a:pt x="71" y="143"/>
                    </a:lnTo>
                    <a:lnTo>
                      <a:pt x="71" y="155"/>
                    </a:lnTo>
                    <a:lnTo>
                      <a:pt x="75" y="155"/>
                    </a:lnTo>
                    <a:lnTo>
                      <a:pt x="75" y="166"/>
                    </a:lnTo>
                    <a:lnTo>
                      <a:pt x="82" y="166"/>
                    </a:lnTo>
                    <a:lnTo>
                      <a:pt x="82" y="453"/>
                    </a:lnTo>
                    <a:lnTo>
                      <a:pt x="124" y="453"/>
                    </a:lnTo>
                    <a:lnTo>
                      <a:pt x="124" y="23"/>
                    </a:lnTo>
                    <a:lnTo>
                      <a:pt x="124" y="17"/>
                    </a:lnTo>
                    <a:lnTo>
                      <a:pt x="124" y="17"/>
                    </a:lnTo>
                    <a:lnTo>
                      <a:pt x="124" y="11"/>
                    </a:lnTo>
                    <a:lnTo>
                      <a:pt x="124" y="9"/>
                    </a:lnTo>
                    <a:lnTo>
                      <a:pt x="124" y="5"/>
                    </a:lnTo>
                    <a:lnTo>
                      <a:pt x="124" y="0"/>
                    </a:lnTo>
                    <a:lnTo>
                      <a:pt x="124" y="0"/>
                    </a:lnTo>
                    <a:close/>
                  </a:path>
                </a:pathLst>
              </a:custGeom>
              <a:solidFill>
                <a:schemeClr val="bg1">
                  <a:lumMod val="85000"/>
                  <a:alpha val="19000"/>
                </a:schemeClr>
              </a:solidFill>
              <a:ln>
                <a:noFill/>
              </a:ln>
            </p:spPr>
            <p:txBody>
              <a:bodyPr vert="horz" wrap="square" lIns="91440" tIns="45720" rIns="91440" bIns="45720" numCol="1" anchor="t" anchorCtr="0" compatLnSpc="1">
                <a:normAutofit/>
              </a:bodyPr>
              <a:lstStyle/>
              <a:p>
                <a:endParaRPr lang="en-US">
                  <a:cs typeface="+mn-ea"/>
                  <a:sym typeface="+mn-lt"/>
                </a:endParaRPr>
              </a:p>
            </p:txBody>
          </p:sp>
          <p:sp>
            <p:nvSpPr>
              <p:cNvPr id="271" name="任意多边形: 形状 270"/>
              <p:cNvSpPr/>
              <p:nvPr/>
            </p:nvSpPr>
            <p:spPr bwMode="auto">
              <a:xfrm>
                <a:off x="4383548" y="5622700"/>
                <a:ext cx="306789" cy="430687"/>
              </a:xfrm>
              <a:custGeom>
                <a:avLst/>
                <a:gdLst>
                  <a:gd name="T0" fmla="*/ 48 w 103"/>
                  <a:gd name="T1" fmla="*/ 112 h 145"/>
                  <a:gd name="T2" fmla="*/ 103 w 103"/>
                  <a:gd name="T3" fmla="*/ 112 h 145"/>
                  <a:gd name="T4" fmla="*/ 103 w 103"/>
                  <a:gd name="T5" fmla="*/ 145 h 145"/>
                  <a:gd name="T6" fmla="*/ 48 w 103"/>
                  <a:gd name="T7" fmla="*/ 145 h 145"/>
                  <a:gd name="T8" fmla="*/ 23 w 103"/>
                  <a:gd name="T9" fmla="*/ 145 h 145"/>
                  <a:gd name="T10" fmla="*/ 0 w 103"/>
                  <a:gd name="T11" fmla="*/ 145 h 145"/>
                  <a:gd name="T12" fmla="*/ 0 w 103"/>
                  <a:gd name="T13" fmla="*/ 11 h 145"/>
                  <a:gd name="T14" fmla="*/ 6 w 103"/>
                  <a:gd name="T15" fmla="*/ 11 h 145"/>
                  <a:gd name="T16" fmla="*/ 6 w 103"/>
                  <a:gd name="T17" fmla="*/ 0 h 145"/>
                  <a:gd name="T18" fmla="*/ 34 w 103"/>
                  <a:gd name="T19" fmla="*/ 0 h 145"/>
                  <a:gd name="T20" fmla="*/ 34 w 103"/>
                  <a:gd name="T21" fmla="*/ 11 h 145"/>
                  <a:gd name="T22" fmla="*/ 48 w 103"/>
                  <a:gd name="T23" fmla="*/ 11 h 145"/>
                  <a:gd name="T24" fmla="*/ 48 w 103"/>
                  <a:gd name="T25" fmla="*/ 112 h 145"/>
                  <a:gd name="T26" fmla="*/ 48 w 103"/>
                  <a:gd name="T27" fmla="*/ 112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3" h="145">
                    <a:moveTo>
                      <a:pt x="48" y="112"/>
                    </a:moveTo>
                    <a:lnTo>
                      <a:pt x="103" y="112"/>
                    </a:lnTo>
                    <a:lnTo>
                      <a:pt x="103" y="145"/>
                    </a:lnTo>
                    <a:lnTo>
                      <a:pt x="48" y="145"/>
                    </a:lnTo>
                    <a:lnTo>
                      <a:pt x="23" y="145"/>
                    </a:lnTo>
                    <a:lnTo>
                      <a:pt x="0" y="145"/>
                    </a:lnTo>
                    <a:lnTo>
                      <a:pt x="0" y="11"/>
                    </a:lnTo>
                    <a:lnTo>
                      <a:pt x="6" y="11"/>
                    </a:lnTo>
                    <a:lnTo>
                      <a:pt x="6" y="0"/>
                    </a:lnTo>
                    <a:lnTo>
                      <a:pt x="34" y="0"/>
                    </a:lnTo>
                    <a:lnTo>
                      <a:pt x="34" y="11"/>
                    </a:lnTo>
                    <a:lnTo>
                      <a:pt x="48" y="11"/>
                    </a:lnTo>
                    <a:lnTo>
                      <a:pt x="48" y="112"/>
                    </a:lnTo>
                    <a:lnTo>
                      <a:pt x="48" y="112"/>
                    </a:lnTo>
                    <a:close/>
                  </a:path>
                </a:pathLst>
              </a:custGeom>
              <a:solidFill>
                <a:schemeClr val="bg1">
                  <a:lumMod val="85000"/>
                  <a:alpha val="19000"/>
                </a:schemeClr>
              </a:solidFill>
              <a:ln>
                <a:noFill/>
              </a:ln>
            </p:spPr>
            <p:txBody>
              <a:bodyPr vert="horz" wrap="square" lIns="91440" tIns="45720" rIns="91440" bIns="45720" numCol="1" anchor="t" anchorCtr="0" compatLnSpc="1">
                <a:normAutofit/>
              </a:bodyPr>
              <a:lstStyle/>
              <a:p>
                <a:endParaRPr lang="en-US">
                  <a:cs typeface="+mn-ea"/>
                  <a:sym typeface="+mn-lt"/>
                </a:endParaRPr>
              </a:p>
            </p:txBody>
          </p:sp>
          <p:sp>
            <p:nvSpPr>
              <p:cNvPr id="272" name="任意多边形: 形状 271"/>
              <p:cNvSpPr/>
              <p:nvPr/>
            </p:nvSpPr>
            <p:spPr bwMode="auto">
              <a:xfrm>
                <a:off x="4908627" y="5634500"/>
                <a:ext cx="365788" cy="418888"/>
              </a:xfrm>
              <a:custGeom>
                <a:avLst/>
                <a:gdLst>
                  <a:gd name="T0" fmla="*/ 0 w 124"/>
                  <a:gd name="T1" fmla="*/ 0 h 142"/>
                  <a:gd name="T2" fmla="*/ 124 w 124"/>
                  <a:gd name="T3" fmla="*/ 0 h 142"/>
                  <a:gd name="T4" fmla="*/ 124 w 124"/>
                  <a:gd name="T5" fmla="*/ 142 h 142"/>
                  <a:gd name="T6" fmla="*/ 0 w 124"/>
                  <a:gd name="T7" fmla="*/ 142 h 142"/>
                  <a:gd name="T8" fmla="*/ 0 w 124"/>
                  <a:gd name="T9" fmla="*/ 0 h 142"/>
                  <a:gd name="T10" fmla="*/ 0 w 124"/>
                  <a:gd name="T11" fmla="*/ 0 h 142"/>
                </a:gdLst>
                <a:ahLst/>
                <a:cxnLst>
                  <a:cxn ang="0">
                    <a:pos x="T0" y="T1"/>
                  </a:cxn>
                  <a:cxn ang="0">
                    <a:pos x="T2" y="T3"/>
                  </a:cxn>
                  <a:cxn ang="0">
                    <a:pos x="T4" y="T5"/>
                  </a:cxn>
                  <a:cxn ang="0">
                    <a:pos x="T6" y="T7"/>
                  </a:cxn>
                  <a:cxn ang="0">
                    <a:pos x="T8" y="T9"/>
                  </a:cxn>
                  <a:cxn ang="0">
                    <a:pos x="T10" y="T11"/>
                  </a:cxn>
                </a:cxnLst>
                <a:rect l="0" t="0" r="r" b="b"/>
                <a:pathLst>
                  <a:path w="124" h="142">
                    <a:moveTo>
                      <a:pt x="0" y="0"/>
                    </a:moveTo>
                    <a:lnTo>
                      <a:pt x="124" y="0"/>
                    </a:lnTo>
                    <a:lnTo>
                      <a:pt x="124" y="142"/>
                    </a:lnTo>
                    <a:lnTo>
                      <a:pt x="0" y="142"/>
                    </a:lnTo>
                    <a:lnTo>
                      <a:pt x="0" y="0"/>
                    </a:lnTo>
                    <a:lnTo>
                      <a:pt x="0" y="0"/>
                    </a:lnTo>
                    <a:close/>
                  </a:path>
                </a:pathLst>
              </a:custGeom>
              <a:solidFill>
                <a:schemeClr val="bg1">
                  <a:lumMod val="85000"/>
                  <a:alpha val="19000"/>
                </a:schemeClr>
              </a:solidFill>
              <a:ln>
                <a:noFill/>
              </a:ln>
            </p:spPr>
            <p:txBody>
              <a:bodyPr vert="horz" wrap="square" lIns="91440" tIns="45720" rIns="91440" bIns="45720" numCol="1" anchor="t" anchorCtr="0" compatLnSpc="1">
                <a:normAutofit/>
              </a:bodyPr>
              <a:lstStyle/>
              <a:p>
                <a:endParaRPr lang="en-US">
                  <a:cs typeface="+mn-ea"/>
                  <a:sym typeface="+mn-lt"/>
                </a:endParaRPr>
              </a:p>
            </p:txBody>
          </p:sp>
          <p:sp>
            <p:nvSpPr>
              <p:cNvPr id="273" name="任意多边形: 形状 272"/>
              <p:cNvSpPr/>
              <p:nvPr/>
            </p:nvSpPr>
            <p:spPr bwMode="auto">
              <a:xfrm>
                <a:off x="5303915" y="5410309"/>
                <a:ext cx="873170" cy="643080"/>
              </a:xfrm>
              <a:custGeom>
                <a:avLst/>
                <a:gdLst>
                  <a:gd name="T0" fmla="*/ 84 w 296"/>
                  <a:gd name="T1" fmla="*/ 193 h 218"/>
                  <a:gd name="T2" fmla="*/ 94 w 296"/>
                  <a:gd name="T3" fmla="*/ 193 h 218"/>
                  <a:gd name="T4" fmla="*/ 94 w 296"/>
                  <a:gd name="T5" fmla="*/ 199 h 218"/>
                  <a:gd name="T6" fmla="*/ 113 w 296"/>
                  <a:gd name="T7" fmla="*/ 199 h 218"/>
                  <a:gd name="T8" fmla="*/ 113 w 296"/>
                  <a:gd name="T9" fmla="*/ 206 h 218"/>
                  <a:gd name="T10" fmla="*/ 160 w 296"/>
                  <a:gd name="T11" fmla="*/ 206 h 218"/>
                  <a:gd name="T12" fmla="*/ 160 w 296"/>
                  <a:gd name="T13" fmla="*/ 9 h 218"/>
                  <a:gd name="T14" fmla="*/ 178 w 296"/>
                  <a:gd name="T15" fmla="*/ 9 h 218"/>
                  <a:gd name="T16" fmla="*/ 178 w 296"/>
                  <a:gd name="T17" fmla="*/ 0 h 218"/>
                  <a:gd name="T18" fmla="*/ 218 w 296"/>
                  <a:gd name="T19" fmla="*/ 0 h 218"/>
                  <a:gd name="T20" fmla="*/ 218 w 296"/>
                  <a:gd name="T21" fmla="*/ 9 h 218"/>
                  <a:gd name="T22" fmla="*/ 231 w 296"/>
                  <a:gd name="T23" fmla="*/ 9 h 218"/>
                  <a:gd name="T24" fmla="*/ 231 w 296"/>
                  <a:gd name="T25" fmla="*/ 206 h 218"/>
                  <a:gd name="T26" fmla="*/ 245 w 296"/>
                  <a:gd name="T27" fmla="*/ 206 h 218"/>
                  <a:gd name="T28" fmla="*/ 245 w 296"/>
                  <a:gd name="T29" fmla="*/ 214 h 218"/>
                  <a:gd name="T30" fmla="*/ 296 w 296"/>
                  <a:gd name="T31" fmla="*/ 214 h 218"/>
                  <a:gd name="T32" fmla="*/ 296 w 296"/>
                  <a:gd name="T33" fmla="*/ 218 h 218"/>
                  <a:gd name="T34" fmla="*/ 245 w 296"/>
                  <a:gd name="T35" fmla="*/ 218 h 218"/>
                  <a:gd name="T36" fmla="*/ 231 w 296"/>
                  <a:gd name="T37" fmla="*/ 218 h 218"/>
                  <a:gd name="T38" fmla="*/ 160 w 296"/>
                  <a:gd name="T39" fmla="*/ 218 h 218"/>
                  <a:gd name="T40" fmla="*/ 130 w 296"/>
                  <a:gd name="T41" fmla="*/ 218 h 218"/>
                  <a:gd name="T42" fmla="*/ 84 w 296"/>
                  <a:gd name="T43" fmla="*/ 218 h 218"/>
                  <a:gd name="T44" fmla="*/ 80 w 296"/>
                  <a:gd name="T45" fmla="*/ 218 h 218"/>
                  <a:gd name="T46" fmla="*/ 50 w 296"/>
                  <a:gd name="T47" fmla="*/ 218 h 218"/>
                  <a:gd name="T48" fmla="*/ 0 w 296"/>
                  <a:gd name="T49" fmla="*/ 218 h 218"/>
                  <a:gd name="T50" fmla="*/ 0 w 296"/>
                  <a:gd name="T51" fmla="*/ 4 h 218"/>
                  <a:gd name="T52" fmla="*/ 50 w 296"/>
                  <a:gd name="T53" fmla="*/ 4 h 218"/>
                  <a:gd name="T54" fmla="*/ 50 w 296"/>
                  <a:gd name="T55" fmla="*/ 25 h 218"/>
                  <a:gd name="T56" fmla="*/ 84 w 296"/>
                  <a:gd name="T57" fmla="*/ 25 h 218"/>
                  <a:gd name="T58" fmla="*/ 84 w 296"/>
                  <a:gd name="T59" fmla="*/ 193 h 218"/>
                  <a:gd name="T60" fmla="*/ 84 w 296"/>
                  <a:gd name="T61" fmla="*/ 193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96" h="218">
                    <a:moveTo>
                      <a:pt x="84" y="193"/>
                    </a:moveTo>
                    <a:lnTo>
                      <a:pt x="94" y="193"/>
                    </a:lnTo>
                    <a:lnTo>
                      <a:pt x="94" y="199"/>
                    </a:lnTo>
                    <a:lnTo>
                      <a:pt x="113" y="199"/>
                    </a:lnTo>
                    <a:lnTo>
                      <a:pt x="113" y="206"/>
                    </a:lnTo>
                    <a:lnTo>
                      <a:pt x="160" y="206"/>
                    </a:lnTo>
                    <a:lnTo>
                      <a:pt x="160" y="9"/>
                    </a:lnTo>
                    <a:lnTo>
                      <a:pt x="178" y="9"/>
                    </a:lnTo>
                    <a:lnTo>
                      <a:pt x="178" y="0"/>
                    </a:lnTo>
                    <a:lnTo>
                      <a:pt x="218" y="0"/>
                    </a:lnTo>
                    <a:lnTo>
                      <a:pt x="218" y="9"/>
                    </a:lnTo>
                    <a:lnTo>
                      <a:pt x="231" y="9"/>
                    </a:lnTo>
                    <a:lnTo>
                      <a:pt x="231" y="206"/>
                    </a:lnTo>
                    <a:lnTo>
                      <a:pt x="245" y="206"/>
                    </a:lnTo>
                    <a:lnTo>
                      <a:pt x="245" y="214"/>
                    </a:lnTo>
                    <a:lnTo>
                      <a:pt x="296" y="214"/>
                    </a:lnTo>
                    <a:lnTo>
                      <a:pt x="296" y="218"/>
                    </a:lnTo>
                    <a:lnTo>
                      <a:pt x="245" y="218"/>
                    </a:lnTo>
                    <a:lnTo>
                      <a:pt x="231" y="218"/>
                    </a:lnTo>
                    <a:lnTo>
                      <a:pt x="160" y="218"/>
                    </a:lnTo>
                    <a:lnTo>
                      <a:pt x="130" y="218"/>
                    </a:lnTo>
                    <a:lnTo>
                      <a:pt x="84" y="218"/>
                    </a:lnTo>
                    <a:lnTo>
                      <a:pt x="80" y="218"/>
                    </a:lnTo>
                    <a:lnTo>
                      <a:pt x="50" y="218"/>
                    </a:lnTo>
                    <a:lnTo>
                      <a:pt x="0" y="218"/>
                    </a:lnTo>
                    <a:lnTo>
                      <a:pt x="0" y="4"/>
                    </a:lnTo>
                    <a:lnTo>
                      <a:pt x="50" y="4"/>
                    </a:lnTo>
                    <a:lnTo>
                      <a:pt x="50" y="25"/>
                    </a:lnTo>
                    <a:lnTo>
                      <a:pt x="84" y="25"/>
                    </a:lnTo>
                    <a:lnTo>
                      <a:pt x="84" y="193"/>
                    </a:lnTo>
                    <a:lnTo>
                      <a:pt x="84" y="193"/>
                    </a:lnTo>
                    <a:close/>
                  </a:path>
                </a:pathLst>
              </a:custGeom>
              <a:solidFill>
                <a:schemeClr val="bg1">
                  <a:lumMod val="85000"/>
                  <a:alpha val="19000"/>
                </a:schemeClr>
              </a:solidFill>
              <a:ln>
                <a:noFill/>
              </a:ln>
            </p:spPr>
            <p:txBody>
              <a:bodyPr vert="horz" wrap="square" lIns="91440" tIns="45720" rIns="91440" bIns="45720" numCol="1" anchor="t" anchorCtr="0" compatLnSpc="1">
                <a:normAutofit/>
              </a:bodyPr>
              <a:lstStyle/>
              <a:p>
                <a:endParaRPr lang="en-US">
                  <a:cs typeface="+mn-ea"/>
                  <a:sym typeface="+mn-lt"/>
                </a:endParaRPr>
              </a:p>
            </p:txBody>
          </p:sp>
          <p:sp>
            <p:nvSpPr>
              <p:cNvPr id="274" name="任意多边形: 形状 273"/>
              <p:cNvSpPr/>
              <p:nvPr/>
            </p:nvSpPr>
            <p:spPr bwMode="auto">
              <a:xfrm>
                <a:off x="35399" y="5882292"/>
                <a:ext cx="377587" cy="171096"/>
              </a:xfrm>
              <a:custGeom>
                <a:avLst/>
                <a:gdLst>
                  <a:gd name="T0" fmla="*/ 0 w 129"/>
                  <a:gd name="T1" fmla="*/ 0 h 58"/>
                  <a:gd name="T2" fmla="*/ 129 w 129"/>
                  <a:gd name="T3" fmla="*/ 0 h 58"/>
                  <a:gd name="T4" fmla="*/ 129 w 129"/>
                  <a:gd name="T5" fmla="*/ 58 h 58"/>
                  <a:gd name="T6" fmla="*/ 0 w 129"/>
                  <a:gd name="T7" fmla="*/ 58 h 58"/>
                  <a:gd name="T8" fmla="*/ 0 w 129"/>
                  <a:gd name="T9" fmla="*/ 0 h 58"/>
                  <a:gd name="T10" fmla="*/ 0 w 129"/>
                  <a:gd name="T11" fmla="*/ 0 h 58"/>
                </a:gdLst>
                <a:ahLst/>
                <a:cxnLst>
                  <a:cxn ang="0">
                    <a:pos x="T0" y="T1"/>
                  </a:cxn>
                  <a:cxn ang="0">
                    <a:pos x="T2" y="T3"/>
                  </a:cxn>
                  <a:cxn ang="0">
                    <a:pos x="T4" y="T5"/>
                  </a:cxn>
                  <a:cxn ang="0">
                    <a:pos x="T6" y="T7"/>
                  </a:cxn>
                  <a:cxn ang="0">
                    <a:pos x="T8" y="T9"/>
                  </a:cxn>
                  <a:cxn ang="0">
                    <a:pos x="T10" y="T11"/>
                  </a:cxn>
                </a:cxnLst>
                <a:rect l="0" t="0" r="r" b="b"/>
                <a:pathLst>
                  <a:path w="129" h="58">
                    <a:moveTo>
                      <a:pt x="0" y="0"/>
                    </a:moveTo>
                    <a:lnTo>
                      <a:pt x="129" y="0"/>
                    </a:lnTo>
                    <a:lnTo>
                      <a:pt x="129" y="58"/>
                    </a:lnTo>
                    <a:lnTo>
                      <a:pt x="0" y="58"/>
                    </a:lnTo>
                    <a:lnTo>
                      <a:pt x="0" y="0"/>
                    </a:lnTo>
                    <a:lnTo>
                      <a:pt x="0" y="0"/>
                    </a:lnTo>
                    <a:close/>
                  </a:path>
                </a:pathLst>
              </a:custGeom>
              <a:solidFill>
                <a:schemeClr val="bg1">
                  <a:lumMod val="85000"/>
                  <a:alpha val="19000"/>
                </a:schemeClr>
              </a:solidFill>
              <a:ln>
                <a:noFill/>
              </a:ln>
            </p:spPr>
            <p:txBody>
              <a:bodyPr vert="horz" wrap="square" lIns="91440" tIns="45720" rIns="91440" bIns="45720" numCol="1" anchor="t" anchorCtr="0" compatLnSpc="1">
                <a:normAutofit fontScale="62500" lnSpcReduction="20000"/>
              </a:bodyPr>
              <a:lstStyle/>
              <a:p>
                <a:endParaRPr lang="en-US">
                  <a:cs typeface="+mn-ea"/>
                  <a:sym typeface="+mn-lt"/>
                </a:endParaRPr>
              </a:p>
            </p:txBody>
          </p:sp>
          <p:sp>
            <p:nvSpPr>
              <p:cNvPr id="275" name="任意多边形: 形状 274"/>
              <p:cNvSpPr/>
              <p:nvPr/>
            </p:nvSpPr>
            <p:spPr bwMode="auto">
              <a:xfrm>
                <a:off x="2796502" y="4887064"/>
                <a:ext cx="595877" cy="1166323"/>
              </a:xfrm>
              <a:custGeom>
                <a:avLst/>
                <a:gdLst>
                  <a:gd name="T0" fmla="*/ 145 w 200"/>
                  <a:gd name="T1" fmla="*/ 446 h 538"/>
                  <a:gd name="T2" fmla="*/ 195 w 200"/>
                  <a:gd name="T3" fmla="*/ 446 h 538"/>
                  <a:gd name="T4" fmla="*/ 195 w 200"/>
                  <a:gd name="T5" fmla="*/ 456 h 538"/>
                  <a:gd name="T6" fmla="*/ 200 w 200"/>
                  <a:gd name="T7" fmla="*/ 456 h 538"/>
                  <a:gd name="T8" fmla="*/ 200 w 200"/>
                  <a:gd name="T9" fmla="*/ 538 h 538"/>
                  <a:gd name="T10" fmla="*/ 145 w 200"/>
                  <a:gd name="T11" fmla="*/ 538 h 538"/>
                  <a:gd name="T12" fmla="*/ 95 w 200"/>
                  <a:gd name="T13" fmla="*/ 538 h 538"/>
                  <a:gd name="T14" fmla="*/ 46 w 200"/>
                  <a:gd name="T15" fmla="*/ 538 h 538"/>
                  <a:gd name="T16" fmla="*/ 34 w 200"/>
                  <a:gd name="T17" fmla="*/ 538 h 538"/>
                  <a:gd name="T18" fmla="*/ 0 w 200"/>
                  <a:gd name="T19" fmla="*/ 538 h 538"/>
                  <a:gd name="T20" fmla="*/ 0 w 200"/>
                  <a:gd name="T21" fmla="*/ 482 h 538"/>
                  <a:gd name="T22" fmla="*/ 34 w 200"/>
                  <a:gd name="T23" fmla="*/ 482 h 538"/>
                  <a:gd name="T24" fmla="*/ 34 w 200"/>
                  <a:gd name="T25" fmla="*/ 287 h 538"/>
                  <a:gd name="T26" fmla="*/ 55 w 200"/>
                  <a:gd name="T27" fmla="*/ 287 h 538"/>
                  <a:gd name="T28" fmla="*/ 55 w 200"/>
                  <a:gd name="T29" fmla="*/ 152 h 538"/>
                  <a:gd name="T30" fmla="*/ 55 w 200"/>
                  <a:gd name="T31" fmla="*/ 146 h 538"/>
                  <a:gd name="T32" fmla="*/ 67 w 200"/>
                  <a:gd name="T33" fmla="*/ 146 h 538"/>
                  <a:gd name="T34" fmla="*/ 67 w 200"/>
                  <a:gd name="T35" fmla="*/ 64 h 538"/>
                  <a:gd name="T36" fmla="*/ 72 w 200"/>
                  <a:gd name="T37" fmla="*/ 64 h 538"/>
                  <a:gd name="T38" fmla="*/ 74 w 200"/>
                  <a:gd name="T39" fmla="*/ 31 h 538"/>
                  <a:gd name="T40" fmla="*/ 76 w 200"/>
                  <a:gd name="T41" fmla="*/ 64 h 538"/>
                  <a:gd name="T42" fmla="*/ 84 w 200"/>
                  <a:gd name="T43" fmla="*/ 64 h 538"/>
                  <a:gd name="T44" fmla="*/ 86 w 200"/>
                  <a:gd name="T45" fmla="*/ 0 h 538"/>
                  <a:gd name="T46" fmla="*/ 88 w 200"/>
                  <a:gd name="T47" fmla="*/ 64 h 538"/>
                  <a:gd name="T48" fmla="*/ 99 w 200"/>
                  <a:gd name="T49" fmla="*/ 64 h 538"/>
                  <a:gd name="T50" fmla="*/ 99 w 200"/>
                  <a:gd name="T51" fmla="*/ 64 h 538"/>
                  <a:gd name="T52" fmla="*/ 95 w 200"/>
                  <a:gd name="T53" fmla="*/ 64 h 538"/>
                  <a:gd name="T54" fmla="*/ 97 w 200"/>
                  <a:gd name="T55" fmla="*/ 23 h 538"/>
                  <a:gd name="T56" fmla="*/ 99 w 200"/>
                  <a:gd name="T57" fmla="*/ 60 h 538"/>
                  <a:gd name="T58" fmla="*/ 109 w 200"/>
                  <a:gd name="T59" fmla="*/ 60 h 538"/>
                  <a:gd name="T60" fmla="*/ 109 w 200"/>
                  <a:gd name="T61" fmla="*/ 52 h 538"/>
                  <a:gd name="T62" fmla="*/ 111 w 200"/>
                  <a:gd name="T63" fmla="*/ 64 h 538"/>
                  <a:gd name="T64" fmla="*/ 109 w 200"/>
                  <a:gd name="T65" fmla="*/ 64 h 538"/>
                  <a:gd name="T66" fmla="*/ 109 w 200"/>
                  <a:gd name="T67" fmla="*/ 64 h 538"/>
                  <a:gd name="T68" fmla="*/ 111 w 200"/>
                  <a:gd name="T69" fmla="*/ 64 h 538"/>
                  <a:gd name="T70" fmla="*/ 111 w 200"/>
                  <a:gd name="T71" fmla="*/ 146 h 538"/>
                  <a:gd name="T72" fmla="*/ 120 w 200"/>
                  <a:gd name="T73" fmla="*/ 146 h 538"/>
                  <a:gd name="T74" fmla="*/ 120 w 200"/>
                  <a:gd name="T75" fmla="*/ 152 h 538"/>
                  <a:gd name="T76" fmla="*/ 128 w 200"/>
                  <a:gd name="T77" fmla="*/ 152 h 538"/>
                  <a:gd name="T78" fmla="*/ 128 w 200"/>
                  <a:gd name="T79" fmla="*/ 287 h 538"/>
                  <a:gd name="T80" fmla="*/ 145 w 200"/>
                  <a:gd name="T81" fmla="*/ 287 h 538"/>
                  <a:gd name="T82" fmla="*/ 145 w 200"/>
                  <a:gd name="T83" fmla="*/ 446 h 538"/>
                  <a:gd name="T84" fmla="*/ 145 w 200"/>
                  <a:gd name="T85" fmla="*/ 446 h 5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00" h="538">
                    <a:moveTo>
                      <a:pt x="145" y="446"/>
                    </a:moveTo>
                    <a:lnTo>
                      <a:pt x="195" y="446"/>
                    </a:lnTo>
                    <a:lnTo>
                      <a:pt x="195" y="456"/>
                    </a:lnTo>
                    <a:lnTo>
                      <a:pt x="200" y="456"/>
                    </a:lnTo>
                    <a:lnTo>
                      <a:pt x="200" y="538"/>
                    </a:lnTo>
                    <a:lnTo>
                      <a:pt x="145" y="538"/>
                    </a:lnTo>
                    <a:lnTo>
                      <a:pt x="95" y="538"/>
                    </a:lnTo>
                    <a:lnTo>
                      <a:pt x="46" y="538"/>
                    </a:lnTo>
                    <a:lnTo>
                      <a:pt x="34" y="538"/>
                    </a:lnTo>
                    <a:lnTo>
                      <a:pt x="0" y="538"/>
                    </a:lnTo>
                    <a:lnTo>
                      <a:pt x="0" y="482"/>
                    </a:lnTo>
                    <a:lnTo>
                      <a:pt x="34" y="482"/>
                    </a:lnTo>
                    <a:lnTo>
                      <a:pt x="34" y="287"/>
                    </a:lnTo>
                    <a:lnTo>
                      <a:pt x="55" y="287"/>
                    </a:lnTo>
                    <a:lnTo>
                      <a:pt x="55" y="152"/>
                    </a:lnTo>
                    <a:lnTo>
                      <a:pt x="55" y="146"/>
                    </a:lnTo>
                    <a:lnTo>
                      <a:pt x="67" y="146"/>
                    </a:lnTo>
                    <a:lnTo>
                      <a:pt x="67" y="64"/>
                    </a:lnTo>
                    <a:lnTo>
                      <a:pt x="72" y="64"/>
                    </a:lnTo>
                    <a:lnTo>
                      <a:pt x="74" y="31"/>
                    </a:lnTo>
                    <a:lnTo>
                      <a:pt x="76" y="64"/>
                    </a:lnTo>
                    <a:lnTo>
                      <a:pt x="84" y="64"/>
                    </a:lnTo>
                    <a:lnTo>
                      <a:pt x="86" y="0"/>
                    </a:lnTo>
                    <a:lnTo>
                      <a:pt x="88" y="64"/>
                    </a:lnTo>
                    <a:lnTo>
                      <a:pt x="99" y="64"/>
                    </a:lnTo>
                    <a:lnTo>
                      <a:pt x="99" y="64"/>
                    </a:lnTo>
                    <a:lnTo>
                      <a:pt x="95" y="64"/>
                    </a:lnTo>
                    <a:lnTo>
                      <a:pt x="97" y="23"/>
                    </a:lnTo>
                    <a:lnTo>
                      <a:pt x="99" y="60"/>
                    </a:lnTo>
                    <a:lnTo>
                      <a:pt x="109" y="60"/>
                    </a:lnTo>
                    <a:lnTo>
                      <a:pt x="109" y="52"/>
                    </a:lnTo>
                    <a:lnTo>
                      <a:pt x="111" y="64"/>
                    </a:lnTo>
                    <a:lnTo>
                      <a:pt x="109" y="64"/>
                    </a:lnTo>
                    <a:lnTo>
                      <a:pt x="109" y="64"/>
                    </a:lnTo>
                    <a:lnTo>
                      <a:pt x="111" y="64"/>
                    </a:lnTo>
                    <a:lnTo>
                      <a:pt x="111" y="146"/>
                    </a:lnTo>
                    <a:lnTo>
                      <a:pt x="120" y="146"/>
                    </a:lnTo>
                    <a:lnTo>
                      <a:pt x="120" y="152"/>
                    </a:lnTo>
                    <a:lnTo>
                      <a:pt x="128" y="152"/>
                    </a:lnTo>
                    <a:lnTo>
                      <a:pt x="128" y="287"/>
                    </a:lnTo>
                    <a:lnTo>
                      <a:pt x="145" y="287"/>
                    </a:lnTo>
                    <a:lnTo>
                      <a:pt x="145" y="446"/>
                    </a:lnTo>
                    <a:lnTo>
                      <a:pt x="145" y="446"/>
                    </a:lnTo>
                    <a:close/>
                  </a:path>
                </a:pathLst>
              </a:custGeom>
              <a:solidFill>
                <a:schemeClr val="bg1">
                  <a:lumMod val="85000"/>
                  <a:alpha val="19000"/>
                </a:schemeClr>
              </a:solidFill>
              <a:ln>
                <a:noFill/>
              </a:ln>
            </p:spPr>
            <p:txBody>
              <a:bodyPr vert="horz" wrap="square" lIns="91440" tIns="45720" rIns="91440" bIns="45720" numCol="1" anchor="t" anchorCtr="0" compatLnSpc="1">
                <a:normAutofit/>
              </a:bodyPr>
              <a:lstStyle/>
              <a:p>
                <a:endParaRPr lang="en-US">
                  <a:cs typeface="+mn-ea"/>
                  <a:sym typeface="+mn-lt"/>
                </a:endParaRPr>
              </a:p>
            </p:txBody>
          </p:sp>
          <p:sp>
            <p:nvSpPr>
              <p:cNvPr id="276" name="任意多边形: 形状 275"/>
              <p:cNvSpPr/>
              <p:nvPr/>
            </p:nvSpPr>
            <p:spPr bwMode="auto">
              <a:xfrm>
                <a:off x="4708034" y="6006189"/>
                <a:ext cx="631276" cy="47199"/>
              </a:xfrm>
              <a:custGeom>
                <a:avLst/>
                <a:gdLst>
                  <a:gd name="T0" fmla="*/ 0 w 212"/>
                  <a:gd name="T1" fmla="*/ 0 h 15"/>
                  <a:gd name="T2" fmla="*/ 212 w 212"/>
                  <a:gd name="T3" fmla="*/ 0 h 15"/>
                  <a:gd name="T4" fmla="*/ 212 w 212"/>
                  <a:gd name="T5" fmla="*/ 15 h 15"/>
                  <a:gd name="T6" fmla="*/ 0 w 212"/>
                  <a:gd name="T7" fmla="*/ 15 h 15"/>
                  <a:gd name="T8" fmla="*/ 0 w 212"/>
                  <a:gd name="T9" fmla="*/ 0 h 15"/>
                  <a:gd name="T10" fmla="*/ 0 w 212"/>
                  <a:gd name="T11" fmla="*/ 0 h 15"/>
                </a:gdLst>
                <a:ahLst/>
                <a:cxnLst>
                  <a:cxn ang="0">
                    <a:pos x="T0" y="T1"/>
                  </a:cxn>
                  <a:cxn ang="0">
                    <a:pos x="T2" y="T3"/>
                  </a:cxn>
                  <a:cxn ang="0">
                    <a:pos x="T4" y="T5"/>
                  </a:cxn>
                  <a:cxn ang="0">
                    <a:pos x="T6" y="T7"/>
                  </a:cxn>
                  <a:cxn ang="0">
                    <a:pos x="T8" y="T9"/>
                  </a:cxn>
                  <a:cxn ang="0">
                    <a:pos x="T10" y="T11"/>
                  </a:cxn>
                </a:cxnLst>
                <a:rect l="0" t="0" r="r" b="b"/>
                <a:pathLst>
                  <a:path w="212" h="15">
                    <a:moveTo>
                      <a:pt x="0" y="0"/>
                    </a:moveTo>
                    <a:lnTo>
                      <a:pt x="212" y="0"/>
                    </a:lnTo>
                    <a:lnTo>
                      <a:pt x="212" y="15"/>
                    </a:lnTo>
                    <a:lnTo>
                      <a:pt x="0" y="15"/>
                    </a:lnTo>
                    <a:lnTo>
                      <a:pt x="0" y="0"/>
                    </a:lnTo>
                    <a:lnTo>
                      <a:pt x="0" y="0"/>
                    </a:lnTo>
                    <a:close/>
                  </a:path>
                </a:pathLst>
              </a:custGeom>
              <a:solidFill>
                <a:schemeClr val="bg1">
                  <a:lumMod val="85000"/>
                  <a:alpha val="19000"/>
                </a:schemeClr>
              </a:solidFill>
              <a:ln>
                <a:noFill/>
              </a:ln>
            </p:spPr>
            <p:txBody>
              <a:bodyPr vert="horz" wrap="square" lIns="91440" tIns="45720" rIns="91440" bIns="45720" numCol="1" anchor="t" anchorCtr="0" compatLnSpc="1">
                <a:normAutofit fontScale="25000" lnSpcReduction="20000"/>
              </a:bodyPr>
              <a:lstStyle/>
              <a:p>
                <a:endParaRPr lang="en-US">
                  <a:cs typeface="+mn-ea"/>
                  <a:sym typeface="+mn-lt"/>
                </a:endParaRPr>
              </a:p>
            </p:txBody>
          </p:sp>
          <p:sp>
            <p:nvSpPr>
              <p:cNvPr id="277" name="任意多边形: 形状 276"/>
              <p:cNvSpPr/>
              <p:nvPr/>
            </p:nvSpPr>
            <p:spPr bwMode="auto">
              <a:xfrm>
                <a:off x="0" y="5982589"/>
                <a:ext cx="9144000" cy="316525"/>
              </a:xfrm>
              <a:custGeom>
                <a:avLst/>
                <a:gdLst>
                  <a:gd name="T0" fmla="*/ 132 w 2098"/>
                  <a:gd name="T1" fmla="*/ 21 h 101"/>
                  <a:gd name="T2" fmla="*/ 138 w 2098"/>
                  <a:gd name="T3" fmla="*/ 0 h 101"/>
                  <a:gd name="T4" fmla="*/ 281 w 2098"/>
                  <a:gd name="T5" fmla="*/ 21 h 101"/>
                  <a:gd name="T6" fmla="*/ 289 w 2098"/>
                  <a:gd name="T7" fmla="*/ 0 h 101"/>
                  <a:gd name="T8" fmla="*/ 675 w 2098"/>
                  <a:gd name="T9" fmla="*/ 21 h 101"/>
                  <a:gd name="T10" fmla="*/ 685 w 2098"/>
                  <a:gd name="T11" fmla="*/ 0 h 101"/>
                  <a:gd name="T12" fmla="*/ 706 w 2098"/>
                  <a:gd name="T13" fmla="*/ 21 h 101"/>
                  <a:gd name="T14" fmla="*/ 710 w 2098"/>
                  <a:gd name="T15" fmla="*/ 0 h 101"/>
                  <a:gd name="T16" fmla="*/ 819 w 2098"/>
                  <a:gd name="T17" fmla="*/ 21 h 101"/>
                  <a:gd name="T18" fmla="*/ 824 w 2098"/>
                  <a:gd name="T19" fmla="*/ 0 h 101"/>
                  <a:gd name="T20" fmla="*/ 889 w 2098"/>
                  <a:gd name="T21" fmla="*/ 21 h 101"/>
                  <a:gd name="T22" fmla="*/ 895 w 2098"/>
                  <a:gd name="T23" fmla="*/ 0 h 101"/>
                  <a:gd name="T24" fmla="*/ 979 w 2098"/>
                  <a:gd name="T25" fmla="*/ 21 h 101"/>
                  <a:gd name="T26" fmla="*/ 987 w 2098"/>
                  <a:gd name="T27" fmla="*/ 0 h 101"/>
                  <a:gd name="T28" fmla="*/ 1222 w 2098"/>
                  <a:gd name="T29" fmla="*/ 21 h 101"/>
                  <a:gd name="T30" fmla="*/ 1228 w 2098"/>
                  <a:gd name="T31" fmla="*/ 0 h 101"/>
                  <a:gd name="T32" fmla="*/ 1257 w 2098"/>
                  <a:gd name="T33" fmla="*/ 21 h 101"/>
                  <a:gd name="T34" fmla="*/ 1260 w 2098"/>
                  <a:gd name="T35" fmla="*/ 4 h 101"/>
                  <a:gd name="T36" fmla="*/ 1352 w 2098"/>
                  <a:gd name="T37" fmla="*/ 0 h 101"/>
                  <a:gd name="T38" fmla="*/ 1362 w 2098"/>
                  <a:gd name="T39" fmla="*/ 4 h 101"/>
                  <a:gd name="T40" fmla="*/ 1446 w 2098"/>
                  <a:gd name="T41" fmla="*/ 0 h 101"/>
                  <a:gd name="T42" fmla="*/ 1446 w 2098"/>
                  <a:gd name="T43" fmla="*/ 11 h 101"/>
                  <a:gd name="T44" fmla="*/ 1477 w 2098"/>
                  <a:gd name="T45" fmla="*/ 21 h 101"/>
                  <a:gd name="T46" fmla="*/ 1478 w 2098"/>
                  <a:gd name="T47" fmla="*/ 0 h 101"/>
                  <a:gd name="T48" fmla="*/ 1582 w 2098"/>
                  <a:gd name="T49" fmla="*/ 21 h 101"/>
                  <a:gd name="T50" fmla="*/ 1610 w 2098"/>
                  <a:gd name="T51" fmla="*/ 0 h 101"/>
                  <a:gd name="T52" fmla="*/ 1783 w 2098"/>
                  <a:gd name="T53" fmla="*/ 21 h 101"/>
                  <a:gd name="T54" fmla="*/ 1792 w 2098"/>
                  <a:gd name="T55" fmla="*/ 0 h 101"/>
                  <a:gd name="T56" fmla="*/ 1884 w 2098"/>
                  <a:gd name="T57" fmla="*/ 4 h 101"/>
                  <a:gd name="T58" fmla="*/ 1903 w 2098"/>
                  <a:gd name="T59" fmla="*/ 11 h 101"/>
                  <a:gd name="T60" fmla="*/ 1928 w 2098"/>
                  <a:gd name="T61" fmla="*/ 0 h 101"/>
                  <a:gd name="T62" fmla="*/ 2029 w 2098"/>
                  <a:gd name="T63" fmla="*/ 11 h 101"/>
                  <a:gd name="T64" fmla="*/ 2037 w 2098"/>
                  <a:gd name="T65" fmla="*/ 19 h 101"/>
                  <a:gd name="T66" fmla="*/ 2046 w 2098"/>
                  <a:gd name="T67" fmla="*/ 4 h 101"/>
                  <a:gd name="T68" fmla="*/ 2081 w 2098"/>
                  <a:gd name="T69" fmla="*/ 19 h 101"/>
                  <a:gd name="T70" fmla="*/ 2087 w 2098"/>
                  <a:gd name="T71" fmla="*/ 21 h 101"/>
                  <a:gd name="T72" fmla="*/ 2098 w 2098"/>
                  <a:gd name="T73" fmla="*/ 57 h 101"/>
                  <a:gd name="T74" fmla="*/ 2098 w 2098"/>
                  <a:gd name="T75" fmla="*/ 101 h 101"/>
                  <a:gd name="T76" fmla="*/ 0 w 2098"/>
                  <a:gd name="T77" fmla="*/ 101 h 101"/>
                  <a:gd name="T78" fmla="*/ 0 w 2098"/>
                  <a:gd name="T79" fmla="*/ 57 h 101"/>
                  <a:gd name="T80" fmla="*/ 4 w 2098"/>
                  <a:gd name="T81" fmla="*/ 21 h 101"/>
                  <a:gd name="T82" fmla="*/ 132 w 2098"/>
                  <a:gd name="T83"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98" h="101">
                    <a:moveTo>
                      <a:pt x="132" y="0"/>
                    </a:moveTo>
                    <a:lnTo>
                      <a:pt x="132" y="21"/>
                    </a:lnTo>
                    <a:lnTo>
                      <a:pt x="138" y="21"/>
                    </a:lnTo>
                    <a:lnTo>
                      <a:pt x="138" y="0"/>
                    </a:lnTo>
                    <a:lnTo>
                      <a:pt x="281" y="0"/>
                    </a:lnTo>
                    <a:lnTo>
                      <a:pt x="281" y="21"/>
                    </a:lnTo>
                    <a:lnTo>
                      <a:pt x="289" y="21"/>
                    </a:lnTo>
                    <a:lnTo>
                      <a:pt x="289" y="0"/>
                    </a:lnTo>
                    <a:lnTo>
                      <a:pt x="675" y="0"/>
                    </a:lnTo>
                    <a:lnTo>
                      <a:pt x="675" y="21"/>
                    </a:lnTo>
                    <a:lnTo>
                      <a:pt x="685" y="21"/>
                    </a:lnTo>
                    <a:lnTo>
                      <a:pt x="685" y="0"/>
                    </a:lnTo>
                    <a:lnTo>
                      <a:pt x="706" y="0"/>
                    </a:lnTo>
                    <a:lnTo>
                      <a:pt x="706" y="21"/>
                    </a:lnTo>
                    <a:lnTo>
                      <a:pt x="710" y="21"/>
                    </a:lnTo>
                    <a:lnTo>
                      <a:pt x="710" y="0"/>
                    </a:lnTo>
                    <a:lnTo>
                      <a:pt x="819" y="0"/>
                    </a:lnTo>
                    <a:lnTo>
                      <a:pt x="819" y="21"/>
                    </a:lnTo>
                    <a:lnTo>
                      <a:pt x="824" y="21"/>
                    </a:lnTo>
                    <a:lnTo>
                      <a:pt x="824" y="0"/>
                    </a:lnTo>
                    <a:lnTo>
                      <a:pt x="889" y="0"/>
                    </a:lnTo>
                    <a:lnTo>
                      <a:pt x="889" y="21"/>
                    </a:lnTo>
                    <a:lnTo>
                      <a:pt x="895" y="21"/>
                    </a:lnTo>
                    <a:lnTo>
                      <a:pt x="895" y="0"/>
                    </a:lnTo>
                    <a:lnTo>
                      <a:pt x="979" y="0"/>
                    </a:lnTo>
                    <a:lnTo>
                      <a:pt x="979" y="21"/>
                    </a:lnTo>
                    <a:lnTo>
                      <a:pt x="987" y="21"/>
                    </a:lnTo>
                    <a:lnTo>
                      <a:pt x="987" y="0"/>
                    </a:lnTo>
                    <a:lnTo>
                      <a:pt x="1222" y="0"/>
                    </a:lnTo>
                    <a:lnTo>
                      <a:pt x="1222" y="21"/>
                    </a:lnTo>
                    <a:lnTo>
                      <a:pt x="1228" y="21"/>
                    </a:lnTo>
                    <a:lnTo>
                      <a:pt x="1228" y="0"/>
                    </a:lnTo>
                    <a:lnTo>
                      <a:pt x="1257" y="0"/>
                    </a:lnTo>
                    <a:lnTo>
                      <a:pt x="1257" y="21"/>
                    </a:lnTo>
                    <a:lnTo>
                      <a:pt x="1260" y="21"/>
                    </a:lnTo>
                    <a:lnTo>
                      <a:pt x="1260" y="4"/>
                    </a:lnTo>
                    <a:lnTo>
                      <a:pt x="1260" y="0"/>
                    </a:lnTo>
                    <a:lnTo>
                      <a:pt x="1352" y="0"/>
                    </a:lnTo>
                    <a:lnTo>
                      <a:pt x="1352" y="4"/>
                    </a:lnTo>
                    <a:lnTo>
                      <a:pt x="1362" y="4"/>
                    </a:lnTo>
                    <a:lnTo>
                      <a:pt x="1362" y="0"/>
                    </a:lnTo>
                    <a:lnTo>
                      <a:pt x="1446" y="0"/>
                    </a:lnTo>
                    <a:lnTo>
                      <a:pt x="1446" y="4"/>
                    </a:lnTo>
                    <a:lnTo>
                      <a:pt x="1446" y="11"/>
                    </a:lnTo>
                    <a:lnTo>
                      <a:pt x="1477" y="11"/>
                    </a:lnTo>
                    <a:lnTo>
                      <a:pt x="1477" y="21"/>
                    </a:lnTo>
                    <a:lnTo>
                      <a:pt x="1478" y="21"/>
                    </a:lnTo>
                    <a:lnTo>
                      <a:pt x="1478" y="0"/>
                    </a:lnTo>
                    <a:lnTo>
                      <a:pt x="1582" y="0"/>
                    </a:lnTo>
                    <a:lnTo>
                      <a:pt x="1582" y="21"/>
                    </a:lnTo>
                    <a:lnTo>
                      <a:pt x="1610" y="21"/>
                    </a:lnTo>
                    <a:lnTo>
                      <a:pt x="1610" y="0"/>
                    </a:lnTo>
                    <a:lnTo>
                      <a:pt x="1783" y="0"/>
                    </a:lnTo>
                    <a:lnTo>
                      <a:pt x="1783" y="21"/>
                    </a:lnTo>
                    <a:lnTo>
                      <a:pt x="1792" y="21"/>
                    </a:lnTo>
                    <a:lnTo>
                      <a:pt x="1792" y="0"/>
                    </a:lnTo>
                    <a:lnTo>
                      <a:pt x="1884" y="0"/>
                    </a:lnTo>
                    <a:lnTo>
                      <a:pt x="1884" y="4"/>
                    </a:lnTo>
                    <a:lnTo>
                      <a:pt x="1903" y="4"/>
                    </a:lnTo>
                    <a:lnTo>
                      <a:pt x="1903" y="11"/>
                    </a:lnTo>
                    <a:lnTo>
                      <a:pt x="1928" y="11"/>
                    </a:lnTo>
                    <a:lnTo>
                      <a:pt x="1928" y="0"/>
                    </a:lnTo>
                    <a:lnTo>
                      <a:pt x="2029" y="0"/>
                    </a:lnTo>
                    <a:lnTo>
                      <a:pt x="2029" y="11"/>
                    </a:lnTo>
                    <a:lnTo>
                      <a:pt x="2037" y="11"/>
                    </a:lnTo>
                    <a:lnTo>
                      <a:pt x="2037" y="19"/>
                    </a:lnTo>
                    <a:lnTo>
                      <a:pt x="2046" y="19"/>
                    </a:lnTo>
                    <a:lnTo>
                      <a:pt x="2046" y="4"/>
                    </a:lnTo>
                    <a:lnTo>
                      <a:pt x="2081" y="4"/>
                    </a:lnTo>
                    <a:lnTo>
                      <a:pt x="2081" y="19"/>
                    </a:lnTo>
                    <a:lnTo>
                      <a:pt x="2087" y="19"/>
                    </a:lnTo>
                    <a:lnTo>
                      <a:pt x="2087" y="21"/>
                    </a:lnTo>
                    <a:lnTo>
                      <a:pt x="2098" y="21"/>
                    </a:lnTo>
                    <a:lnTo>
                      <a:pt x="2098" y="57"/>
                    </a:lnTo>
                    <a:lnTo>
                      <a:pt x="2098" y="57"/>
                    </a:lnTo>
                    <a:lnTo>
                      <a:pt x="2098" y="101"/>
                    </a:lnTo>
                    <a:lnTo>
                      <a:pt x="2098" y="101"/>
                    </a:lnTo>
                    <a:lnTo>
                      <a:pt x="0" y="101"/>
                    </a:lnTo>
                    <a:lnTo>
                      <a:pt x="0" y="57"/>
                    </a:lnTo>
                    <a:lnTo>
                      <a:pt x="0" y="57"/>
                    </a:lnTo>
                    <a:lnTo>
                      <a:pt x="0" y="21"/>
                    </a:lnTo>
                    <a:lnTo>
                      <a:pt x="4" y="21"/>
                    </a:lnTo>
                    <a:lnTo>
                      <a:pt x="4" y="0"/>
                    </a:lnTo>
                    <a:lnTo>
                      <a:pt x="132" y="0"/>
                    </a:lnTo>
                    <a:lnTo>
                      <a:pt x="132" y="0"/>
                    </a:lnTo>
                    <a:close/>
                  </a:path>
                </a:pathLst>
              </a:custGeom>
              <a:solidFill>
                <a:schemeClr val="bg1">
                  <a:lumMod val="85000"/>
                  <a:alpha val="19000"/>
                </a:schemeClr>
              </a:solidFill>
              <a:ln>
                <a:noFill/>
              </a:ln>
            </p:spPr>
            <p:txBody>
              <a:bodyPr vert="horz" wrap="square" lIns="91440" tIns="45720" rIns="91440" bIns="45720" numCol="1" anchor="t" anchorCtr="0" compatLnSpc="1">
                <a:normAutofit/>
              </a:bodyPr>
              <a:lstStyle/>
              <a:p>
                <a:endParaRPr lang="en-US">
                  <a:cs typeface="+mn-ea"/>
                  <a:sym typeface="+mn-lt"/>
                </a:endParaRPr>
              </a:p>
            </p:txBody>
          </p:sp>
          <p:sp>
            <p:nvSpPr>
              <p:cNvPr id="278" name="任意多边形: 形状 277"/>
              <p:cNvSpPr/>
              <p:nvPr/>
            </p:nvSpPr>
            <p:spPr bwMode="auto">
              <a:xfrm>
                <a:off x="6503219" y="4891127"/>
                <a:ext cx="306789" cy="1162261"/>
              </a:xfrm>
              <a:custGeom>
                <a:avLst/>
                <a:gdLst>
                  <a:gd name="T0" fmla="*/ 42 w 105"/>
                  <a:gd name="T1" fmla="*/ 17 h 394"/>
                  <a:gd name="T2" fmla="*/ 92 w 105"/>
                  <a:gd name="T3" fmla="*/ 0 h 394"/>
                  <a:gd name="T4" fmla="*/ 102 w 105"/>
                  <a:gd name="T5" fmla="*/ 0 h 394"/>
                  <a:gd name="T6" fmla="*/ 102 w 105"/>
                  <a:gd name="T7" fmla="*/ 29 h 394"/>
                  <a:gd name="T8" fmla="*/ 105 w 105"/>
                  <a:gd name="T9" fmla="*/ 29 h 394"/>
                  <a:gd name="T10" fmla="*/ 105 w 105"/>
                  <a:gd name="T11" fmla="*/ 122 h 394"/>
                  <a:gd name="T12" fmla="*/ 105 w 105"/>
                  <a:gd name="T13" fmla="*/ 155 h 394"/>
                  <a:gd name="T14" fmla="*/ 105 w 105"/>
                  <a:gd name="T15" fmla="*/ 205 h 394"/>
                  <a:gd name="T16" fmla="*/ 105 w 105"/>
                  <a:gd name="T17" fmla="*/ 218 h 394"/>
                  <a:gd name="T18" fmla="*/ 105 w 105"/>
                  <a:gd name="T19" fmla="*/ 298 h 394"/>
                  <a:gd name="T20" fmla="*/ 105 w 105"/>
                  <a:gd name="T21" fmla="*/ 331 h 394"/>
                  <a:gd name="T22" fmla="*/ 105 w 105"/>
                  <a:gd name="T23" fmla="*/ 394 h 394"/>
                  <a:gd name="T24" fmla="*/ 0 w 105"/>
                  <a:gd name="T25" fmla="*/ 394 h 394"/>
                  <a:gd name="T26" fmla="*/ 0 w 105"/>
                  <a:gd name="T27" fmla="*/ 218 h 394"/>
                  <a:gd name="T28" fmla="*/ 10 w 105"/>
                  <a:gd name="T29" fmla="*/ 218 h 394"/>
                  <a:gd name="T30" fmla="*/ 10 w 105"/>
                  <a:gd name="T31" fmla="*/ 155 h 394"/>
                  <a:gd name="T32" fmla="*/ 21 w 105"/>
                  <a:gd name="T33" fmla="*/ 155 h 394"/>
                  <a:gd name="T34" fmla="*/ 21 w 105"/>
                  <a:gd name="T35" fmla="*/ 122 h 394"/>
                  <a:gd name="T36" fmla="*/ 39 w 105"/>
                  <a:gd name="T37" fmla="*/ 122 h 394"/>
                  <a:gd name="T38" fmla="*/ 39 w 105"/>
                  <a:gd name="T39" fmla="*/ 29 h 394"/>
                  <a:gd name="T40" fmla="*/ 42 w 105"/>
                  <a:gd name="T41" fmla="*/ 29 h 394"/>
                  <a:gd name="T42" fmla="*/ 42 w 105"/>
                  <a:gd name="T43" fmla="*/ 17 h 394"/>
                  <a:gd name="T44" fmla="*/ 42 w 105"/>
                  <a:gd name="T45" fmla="*/ 17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05" h="394">
                    <a:moveTo>
                      <a:pt x="42" y="17"/>
                    </a:moveTo>
                    <a:lnTo>
                      <a:pt x="92" y="0"/>
                    </a:lnTo>
                    <a:lnTo>
                      <a:pt x="102" y="0"/>
                    </a:lnTo>
                    <a:lnTo>
                      <a:pt x="102" y="29"/>
                    </a:lnTo>
                    <a:lnTo>
                      <a:pt x="105" y="29"/>
                    </a:lnTo>
                    <a:lnTo>
                      <a:pt x="105" y="122"/>
                    </a:lnTo>
                    <a:lnTo>
                      <a:pt x="105" y="155"/>
                    </a:lnTo>
                    <a:lnTo>
                      <a:pt x="105" y="205"/>
                    </a:lnTo>
                    <a:lnTo>
                      <a:pt x="105" y="218"/>
                    </a:lnTo>
                    <a:lnTo>
                      <a:pt x="105" y="298"/>
                    </a:lnTo>
                    <a:lnTo>
                      <a:pt x="105" y="331"/>
                    </a:lnTo>
                    <a:lnTo>
                      <a:pt x="105" y="394"/>
                    </a:lnTo>
                    <a:lnTo>
                      <a:pt x="0" y="394"/>
                    </a:lnTo>
                    <a:lnTo>
                      <a:pt x="0" y="218"/>
                    </a:lnTo>
                    <a:lnTo>
                      <a:pt x="10" y="218"/>
                    </a:lnTo>
                    <a:lnTo>
                      <a:pt x="10" y="155"/>
                    </a:lnTo>
                    <a:lnTo>
                      <a:pt x="21" y="155"/>
                    </a:lnTo>
                    <a:lnTo>
                      <a:pt x="21" y="122"/>
                    </a:lnTo>
                    <a:lnTo>
                      <a:pt x="39" y="122"/>
                    </a:lnTo>
                    <a:lnTo>
                      <a:pt x="39" y="29"/>
                    </a:lnTo>
                    <a:lnTo>
                      <a:pt x="42" y="29"/>
                    </a:lnTo>
                    <a:lnTo>
                      <a:pt x="42" y="17"/>
                    </a:lnTo>
                    <a:lnTo>
                      <a:pt x="42" y="17"/>
                    </a:lnTo>
                    <a:close/>
                  </a:path>
                </a:pathLst>
              </a:custGeom>
              <a:solidFill>
                <a:schemeClr val="bg1">
                  <a:lumMod val="85000"/>
                  <a:alpha val="19000"/>
                </a:schemeClr>
              </a:solidFill>
              <a:ln>
                <a:noFill/>
              </a:ln>
            </p:spPr>
            <p:txBody>
              <a:bodyPr vert="horz" wrap="square" lIns="91440" tIns="45720" rIns="91440" bIns="45720" numCol="1" anchor="t" anchorCtr="0" compatLnSpc="1">
                <a:normAutofit/>
              </a:bodyPr>
              <a:lstStyle/>
              <a:p>
                <a:endParaRPr lang="en-US">
                  <a:cs typeface="+mn-ea"/>
                  <a:sym typeface="+mn-lt"/>
                </a:endParaRPr>
              </a:p>
            </p:txBody>
          </p:sp>
          <p:sp>
            <p:nvSpPr>
              <p:cNvPr id="279" name="任意多边形: 形状 278"/>
              <p:cNvSpPr/>
              <p:nvPr/>
            </p:nvSpPr>
            <p:spPr bwMode="auto">
              <a:xfrm>
                <a:off x="6981101" y="5251015"/>
                <a:ext cx="1103260" cy="802372"/>
              </a:xfrm>
              <a:custGeom>
                <a:avLst/>
                <a:gdLst>
                  <a:gd name="T0" fmla="*/ 109 w 375"/>
                  <a:gd name="T1" fmla="*/ 163 h 272"/>
                  <a:gd name="T2" fmla="*/ 138 w 375"/>
                  <a:gd name="T3" fmla="*/ 151 h 272"/>
                  <a:gd name="T4" fmla="*/ 145 w 375"/>
                  <a:gd name="T5" fmla="*/ 140 h 272"/>
                  <a:gd name="T6" fmla="*/ 147 w 375"/>
                  <a:gd name="T7" fmla="*/ 140 h 272"/>
                  <a:gd name="T8" fmla="*/ 155 w 375"/>
                  <a:gd name="T9" fmla="*/ 151 h 272"/>
                  <a:gd name="T10" fmla="*/ 183 w 375"/>
                  <a:gd name="T11" fmla="*/ 163 h 272"/>
                  <a:gd name="T12" fmla="*/ 183 w 375"/>
                  <a:gd name="T13" fmla="*/ 169 h 272"/>
                  <a:gd name="T14" fmla="*/ 178 w 375"/>
                  <a:gd name="T15" fmla="*/ 169 h 272"/>
                  <a:gd name="T16" fmla="*/ 178 w 375"/>
                  <a:gd name="T17" fmla="*/ 190 h 272"/>
                  <a:gd name="T18" fmla="*/ 358 w 375"/>
                  <a:gd name="T19" fmla="*/ 190 h 272"/>
                  <a:gd name="T20" fmla="*/ 358 w 375"/>
                  <a:gd name="T21" fmla="*/ 199 h 272"/>
                  <a:gd name="T22" fmla="*/ 375 w 375"/>
                  <a:gd name="T23" fmla="*/ 199 h 272"/>
                  <a:gd name="T24" fmla="*/ 375 w 375"/>
                  <a:gd name="T25" fmla="*/ 272 h 272"/>
                  <a:gd name="T26" fmla="*/ 0 w 375"/>
                  <a:gd name="T27" fmla="*/ 272 h 272"/>
                  <a:gd name="T28" fmla="*/ 0 w 375"/>
                  <a:gd name="T29" fmla="*/ 199 h 272"/>
                  <a:gd name="T30" fmla="*/ 17 w 375"/>
                  <a:gd name="T31" fmla="*/ 199 h 272"/>
                  <a:gd name="T32" fmla="*/ 17 w 375"/>
                  <a:gd name="T33" fmla="*/ 190 h 272"/>
                  <a:gd name="T34" fmla="*/ 27 w 375"/>
                  <a:gd name="T35" fmla="*/ 190 h 272"/>
                  <a:gd name="T36" fmla="*/ 27 w 375"/>
                  <a:gd name="T37" fmla="*/ 71 h 272"/>
                  <a:gd name="T38" fmla="*/ 30 w 375"/>
                  <a:gd name="T39" fmla="*/ 71 h 272"/>
                  <a:gd name="T40" fmla="*/ 30 w 375"/>
                  <a:gd name="T41" fmla="*/ 50 h 272"/>
                  <a:gd name="T42" fmla="*/ 34 w 375"/>
                  <a:gd name="T43" fmla="*/ 50 h 272"/>
                  <a:gd name="T44" fmla="*/ 34 w 375"/>
                  <a:gd name="T45" fmla="*/ 27 h 272"/>
                  <a:gd name="T46" fmla="*/ 38 w 375"/>
                  <a:gd name="T47" fmla="*/ 27 h 272"/>
                  <a:gd name="T48" fmla="*/ 38 w 375"/>
                  <a:gd name="T49" fmla="*/ 18 h 272"/>
                  <a:gd name="T50" fmla="*/ 42 w 375"/>
                  <a:gd name="T51" fmla="*/ 18 h 272"/>
                  <a:gd name="T52" fmla="*/ 51 w 375"/>
                  <a:gd name="T53" fmla="*/ 0 h 272"/>
                  <a:gd name="T54" fmla="*/ 55 w 375"/>
                  <a:gd name="T55" fmla="*/ 0 h 272"/>
                  <a:gd name="T56" fmla="*/ 65 w 375"/>
                  <a:gd name="T57" fmla="*/ 18 h 272"/>
                  <a:gd name="T58" fmla="*/ 69 w 375"/>
                  <a:gd name="T59" fmla="*/ 18 h 272"/>
                  <a:gd name="T60" fmla="*/ 69 w 375"/>
                  <a:gd name="T61" fmla="*/ 27 h 272"/>
                  <a:gd name="T62" fmla="*/ 73 w 375"/>
                  <a:gd name="T63" fmla="*/ 27 h 272"/>
                  <a:gd name="T64" fmla="*/ 73 w 375"/>
                  <a:gd name="T65" fmla="*/ 50 h 272"/>
                  <a:gd name="T66" fmla="*/ 76 w 375"/>
                  <a:gd name="T67" fmla="*/ 50 h 272"/>
                  <a:gd name="T68" fmla="*/ 76 w 375"/>
                  <a:gd name="T69" fmla="*/ 71 h 272"/>
                  <a:gd name="T70" fmla="*/ 80 w 375"/>
                  <a:gd name="T71" fmla="*/ 71 h 272"/>
                  <a:gd name="T72" fmla="*/ 80 w 375"/>
                  <a:gd name="T73" fmla="*/ 190 h 272"/>
                  <a:gd name="T74" fmla="*/ 115 w 375"/>
                  <a:gd name="T75" fmla="*/ 190 h 272"/>
                  <a:gd name="T76" fmla="*/ 115 w 375"/>
                  <a:gd name="T77" fmla="*/ 169 h 272"/>
                  <a:gd name="T78" fmla="*/ 109 w 375"/>
                  <a:gd name="T79" fmla="*/ 169 h 272"/>
                  <a:gd name="T80" fmla="*/ 109 w 375"/>
                  <a:gd name="T81" fmla="*/ 163 h 272"/>
                  <a:gd name="T82" fmla="*/ 109 w 375"/>
                  <a:gd name="T83" fmla="*/ 163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75" h="272">
                    <a:moveTo>
                      <a:pt x="109" y="163"/>
                    </a:moveTo>
                    <a:lnTo>
                      <a:pt x="138" y="151"/>
                    </a:lnTo>
                    <a:lnTo>
                      <a:pt x="145" y="140"/>
                    </a:lnTo>
                    <a:lnTo>
                      <a:pt x="147" y="140"/>
                    </a:lnTo>
                    <a:lnTo>
                      <a:pt x="155" y="151"/>
                    </a:lnTo>
                    <a:lnTo>
                      <a:pt x="183" y="163"/>
                    </a:lnTo>
                    <a:lnTo>
                      <a:pt x="183" y="169"/>
                    </a:lnTo>
                    <a:lnTo>
                      <a:pt x="178" y="169"/>
                    </a:lnTo>
                    <a:lnTo>
                      <a:pt x="178" y="190"/>
                    </a:lnTo>
                    <a:lnTo>
                      <a:pt x="358" y="190"/>
                    </a:lnTo>
                    <a:lnTo>
                      <a:pt x="358" y="199"/>
                    </a:lnTo>
                    <a:lnTo>
                      <a:pt x="375" y="199"/>
                    </a:lnTo>
                    <a:lnTo>
                      <a:pt x="375" y="272"/>
                    </a:lnTo>
                    <a:lnTo>
                      <a:pt x="0" y="272"/>
                    </a:lnTo>
                    <a:lnTo>
                      <a:pt x="0" y="199"/>
                    </a:lnTo>
                    <a:lnTo>
                      <a:pt x="17" y="199"/>
                    </a:lnTo>
                    <a:lnTo>
                      <a:pt x="17" y="190"/>
                    </a:lnTo>
                    <a:lnTo>
                      <a:pt x="27" y="190"/>
                    </a:lnTo>
                    <a:lnTo>
                      <a:pt x="27" y="71"/>
                    </a:lnTo>
                    <a:lnTo>
                      <a:pt x="30" y="71"/>
                    </a:lnTo>
                    <a:lnTo>
                      <a:pt x="30" y="50"/>
                    </a:lnTo>
                    <a:lnTo>
                      <a:pt x="34" y="50"/>
                    </a:lnTo>
                    <a:lnTo>
                      <a:pt x="34" y="27"/>
                    </a:lnTo>
                    <a:lnTo>
                      <a:pt x="38" y="27"/>
                    </a:lnTo>
                    <a:lnTo>
                      <a:pt x="38" y="18"/>
                    </a:lnTo>
                    <a:lnTo>
                      <a:pt x="42" y="18"/>
                    </a:lnTo>
                    <a:lnTo>
                      <a:pt x="51" y="0"/>
                    </a:lnTo>
                    <a:lnTo>
                      <a:pt x="55" y="0"/>
                    </a:lnTo>
                    <a:lnTo>
                      <a:pt x="65" y="18"/>
                    </a:lnTo>
                    <a:lnTo>
                      <a:pt x="69" y="18"/>
                    </a:lnTo>
                    <a:lnTo>
                      <a:pt x="69" y="27"/>
                    </a:lnTo>
                    <a:lnTo>
                      <a:pt x="73" y="27"/>
                    </a:lnTo>
                    <a:lnTo>
                      <a:pt x="73" y="50"/>
                    </a:lnTo>
                    <a:lnTo>
                      <a:pt x="76" y="50"/>
                    </a:lnTo>
                    <a:lnTo>
                      <a:pt x="76" y="71"/>
                    </a:lnTo>
                    <a:lnTo>
                      <a:pt x="80" y="71"/>
                    </a:lnTo>
                    <a:lnTo>
                      <a:pt x="80" y="190"/>
                    </a:lnTo>
                    <a:lnTo>
                      <a:pt x="115" y="190"/>
                    </a:lnTo>
                    <a:lnTo>
                      <a:pt x="115" y="169"/>
                    </a:lnTo>
                    <a:lnTo>
                      <a:pt x="109" y="169"/>
                    </a:lnTo>
                    <a:lnTo>
                      <a:pt x="109" y="163"/>
                    </a:lnTo>
                    <a:lnTo>
                      <a:pt x="109" y="163"/>
                    </a:lnTo>
                    <a:close/>
                  </a:path>
                </a:pathLst>
              </a:custGeom>
              <a:solidFill>
                <a:schemeClr val="bg1">
                  <a:lumMod val="85000"/>
                  <a:alpha val="19000"/>
                </a:schemeClr>
              </a:solidFill>
              <a:ln>
                <a:noFill/>
              </a:ln>
            </p:spPr>
            <p:txBody>
              <a:bodyPr vert="horz" wrap="square" lIns="91440" tIns="45720" rIns="91440" bIns="45720" numCol="1" anchor="t" anchorCtr="0" compatLnSpc="1">
                <a:normAutofit/>
              </a:bodyPr>
              <a:lstStyle/>
              <a:p>
                <a:endParaRPr lang="en-US">
                  <a:cs typeface="+mn-ea"/>
                  <a:sym typeface="+mn-lt"/>
                </a:endParaRPr>
              </a:p>
            </p:txBody>
          </p:sp>
          <p:sp>
            <p:nvSpPr>
              <p:cNvPr id="280" name="任意多边形: 形状 279"/>
              <p:cNvSpPr/>
              <p:nvPr/>
            </p:nvSpPr>
            <p:spPr bwMode="auto">
              <a:xfrm>
                <a:off x="8113861" y="5852794"/>
                <a:ext cx="106196" cy="200593"/>
              </a:xfrm>
              <a:custGeom>
                <a:avLst/>
                <a:gdLst>
                  <a:gd name="T0" fmla="*/ 0 w 37"/>
                  <a:gd name="T1" fmla="*/ 0 h 67"/>
                  <a:gd name="T2" fmla="*/ 37 w 37"/>
                  <a:gd name="T3" fmla="*/ 0 h 67"/>
                  <a:gd name="T4" fmla="*/ 37 w 37"/>
                  <a:gd name="T5" fmla="*/ 67 h 67"/>
                  <a:gd name="T6" fmla="*/ 0 w 37"/>
                  <a:gd name="T7" fmla="*/ 67 h 67"/>
                  <a:gd name="T8" fmla="*/ 0 w 37"/>
                  <a:gd name="T9" fmla="*/ 0 h 67"/>
                  <a:gd name="T10" fmla="*/ 0 w 37"/>
                  <a:gd name="T11" fmla="*/ 0 h 67"/>
                </a:gdLst>
                <a:ahLst/>
                <a:cxnLst>
                  <a:cxn ang="0">
                    <a:pos x="T0" y="T1"/>
                  </a:cxn>
                  <a:cxn ang="0">
                    <a:pos x="T2" y="T3"/>
                  </a:cxn>
                  <a:cxn ang="0">
                    <a:pos x="T4" y="T5"/>
                  </a:cxn>
                  <a:cxn ang="0">
                    <a:pos x="T6" y="T7"/>
                  </a:cxn>
                  <a:cxn ang="0">
                    <a:pos x="T8" y="T9"/>
                  </a:cxn>
                  <a:cxn ang="0">
                    <a:pos x="T10" y="T11"/>
                  </a:cxn>
                </a:cxnLst>
                <a:rect l="0" t="0" r="r" b="b"/>
                <a:pathLst>
                  <a:path w="37" h="67">
                    <a:moveTo>
                      <a:pt x="0" y="0"/>
                    </a:moveTo>
                    <a:lnTo>
                      <a:pt x="37" y="0"/>
                    </a:lnTo>
                    <a:lnTo>
                      <a:pt x="37" y="67"/>
                    </a:lnTo>
                    <a:lnTo>
                      <a:pt x="0" y="67"/>
                    </a:lnTo>
                    <a:lnTo>
                      <a:pt x="0" y="0"/>
                    </a:lnTo>
                    <a:lnTo>
                      <a:pt x="0" y="0"/>
                    </a:lnTo>
                    <a:close/>
                  </a:path>
                </a:pathLst>
              </a:custGeom>
              <a:solidFill>
                <a:schemeClr val="bg1">
                  <a:lumMod val="85000"/>
                  <a:alpha val="19000"/>
                </a:schemeClr>
              </a:solidFill>
              <a:ln>
                <a:noFill/>
              </a:ln>
            </p:spPr>
            <p:txBody>
              <a:bodyPr vert="horz" wrap="square" lIns="91440" tIns="45720" rIns="91440" bIns="45720" numCol="1" anchor="t" anchorCtr="0" compatLnSpc="1">
                <a:normAutofit fontScale="77500" lnSpcReduction="20000"/>
              </a:bodyPr>
              <a:lstStyle/>
              <a:p>
                <a:endParaRPr lang="en-US">
                  <a:cs typeface="+mn-ea"/>
                  <a:sym typeface="+mn-lt"/>
                </a:endParaRPr>
              </a:p>
            </p:txBody>
          </p:sp>
          <p:sp>
            <p:nvSpPr>
              <p:cNvPr id="281" name="任意多边形: 形状 280"/>
              <p:cNvSpPr/>
              <p:nvPr/>
            </p:nvSpPr>
            <p:spPr bwMode="auto">
              <a:xfrm>
                <a:off x="8190561" y="5905891"/>
                <a:ext cx="318589" cy="147496"/>
              </a:xfrm>
              <a:custGeom>
                <a:avLst/>
                <a:gdLst>
                  <a:gd name="T0" fmla="*/ 63 w 109"/>
                  <a:gd name="T1" fmla="*/ 0 h 50"/>
                  <a:gd name="T2" fmla="*/ 109 w 109"/>
                  <a:gd name="T3" fmla="*/ 0 h 50"/>
                  <a:gd name="T4" fmla="*/ 109 w 109"/>
                  <a:gd name="T5" fmla="*/ 25 h 50"/>
                  <a:gd name="T6" fmla="*/ 109 w 109"/>
                  <a:gd name="T7" fmla="*/ 50 h 50"/>
                  <a:gd name="T8" fmla="*/ 63 w 109"/>
                  <a:gd name="T9" fmla="*/ 50 h 50"/>
                  <a:gd name="T10" fmla="*/ 0 w 109"/>
                  <a:gd name="T11" fmla="*/ 50 h 50"/>
                  <a:gd name="T12" fmla="*/ 0 w 109"/>
                  <a:gd name="T13" fmla="*/ 25 h 50"/>
                  <a:gd name="T14" fmla="*/ 63 w 109"/>
                  <a:gd name="T15" fmla="*/ 25 h 50"/>
                  <a:gd name="T16" fmla="*/ 63 w 109"/>
                  <a:gd name="T17" fmla="*/ 0 h 50"/>
                  <a:gd name="T18" fmla="*/ 63 w 109"/>
                  <a:gd name="T19"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9" h="50">
                    <a:moveTo>
                      <a:pt x="63" y="0"/>
                    </a:moveTo>
                    <a:lnTo>
                      <a:pt x="109" y="0"/>
                    </a:lnTo>
                    <a:lnTo>
                      <a:pt x="109" y="25"/>
                    </a:lnTo>
                    <a:lnTo>
                      <a:pt x="109" y="50"/>
                    </a:lnTo>
                    <a:lnTo>
                      <a:pt x="63" y="50"/>
                    </a:lnTo>
                    <a:lnTo>
                      <a:pt x="0" y="50"/>
                    </a:lnTo>
                    <a:lnTo>
                      <a:pt x="0" y="25"/>
                    </a:lnTo>
                    <a:lnTo>
                      <a:pt x="63" y="25"/>
                    </a:lnTo>
                    <a:lnTo>
                      <a:pt x="63" y="0"/>
                    </a:lnTo>
                    <a:lnTo>
                      <a:pt x="63" y="0"/>
                    </a:lnTo>
                    <a:close/>
                  </a:path>
                </a:pathLst>
              </a:custGeom>
              <a:solidFill>
                <a:schemeClr val="bg1">
                  <a:lumMod val="85000"/>
                  <a:alpha val="19000"/>
                </a:schemeClr>
              </a:solidFill>
              <a:ln>
                <a:noFill/>
              </a:ln>
            </p:spPr>
            <p:txBody>
              <a:bodyPr vert="horz" wrap="square" lIns="91440" tIns="45720" rIns="91440" bIns="45720" numCol="1" anchor="t" anchorCtr="0" compatLnSpc="1">
                <a:normAutofit fontScale="40000" lnSpcReduction="20000"/>
              </a:bodyPr>
              <a:lstStyle/>
              <a:p>
                <a:endParaRPr lang="en-US">
                  <a:cs typeface="+mn-ea"/>
                  <a:sym typeface="+mn-lt"/>
                </a:endParaRPr>
              </a:p>
            </p:txBody>
          </p:sp>
          <p:sp>
            <p:nvSpPr>
              <p:cNvPr id="282" name="任意多边形: 形状 281"/>
              <p:cNvSpPr/>
              <p:nvPr/>
            </p:nvSpPr>
            <p:spPr bwMode="auto">
              <a:xfrm>
                <a:off x="8420651" y="5522406"/>
                <a:ext cx="277288" cy="530981"/>
              </a:xfrm>
              <a:custGeom>
                <a:avLst/>
                <a:gdLst>
                  <a:gd name="T0" fmla="*/ 30 w 93"/>
                  <a:gd name="T1" fmla="*/ 27 h 180"/>
                  <a:gd name="T2" fmla="*/ 44 w 93"/>
                  <a:gd name="T3" fmla="*/ 0 h 180"/>
                  <a:gd name="T4" fmla="*/ 49 w 93"/>
                  <a:gd name="T5" fmla="*/ 0 h 180"/>
                  <a:gd name="T6" fmla="*/ 63 w 93"/>
                  <a:gd name="T7" fmla="*/ 27 h 180"/>
                  <a:gd name="T8" fmla="*/ 68 w 93"/>
                  <a:gd name="T9" fmla="*/ 27 h 180"/>
                  <a:gd name="T10" fmla="*/ 68 w 93"/>
                  <a:gd name="T11" fmla="*/ 59 h 180"/>
                  <a:gd name="T12" fmla="*/ 93 w 93"/>
                  <a:gd name="T13" fmla="*/ 59 h 180"/>
                  <a:gd name="T14" fmla="*/ 93 w 93"/>
                  <a:gd name="T15" fmla="*/ 180 h 180"/>
                  <a:gd name="T16" fmla="*/ 0 w 93"/>
                  <a:gd name="T17" fmla="*/ 180 h 180"/>
                  <a:gd name="T18" fmla="*/ 0 w 93"/>
                  <a:gd name="T19" fmla="*/ 59 h 180"/>
                  <a:gd name="T20" fmla="*/ 24 w 93"/>
                  <a:gd name="T21" fmla="*/ 59 h 180"/>
                  <a:gd name="T22" fmla="*/ 24 w 93"/>
                  <a:gd name="T23" fmla="*/ 27 h 180"/>
                  <a:gd name="T24" fmla="*/ 30 w 93"/>
                  <a:gd name="T25" fmla="*/ 27 h 180"/>
                  <a:gd name="T26" fmla="*/ 30 w 93"/>
                  <a:gd name="T27" fmla="*/ 27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3" h="180">
                    <a:moveTo>
                      <a:pt x="30" y="27"/>
                    </a:moveTo>
                    <a:lnTo>
                      <a:pt x="44" y="0"/>
                    </a:lnTo>
                    <a:lnTo>
                      <a:pt x="49" y="0"/>
                    </a:lnTo>
                    <a:lnTo>
                      <a:pt x="63" y="27"/>
                    </a:lnTo>
                    <a:lnTo>
                      <a:pt x="68" y="27"/>
                    </a:lnTo>
                    <a:lnTo>
                      <a:pt x="68" y="59"/>
                    </a:lnTo>
                    <a:lnTo>
                      <a:pt x="93" y="59"/>
                    </a:lnTo>
                    <a:lnTo>
                      <a:pt x="93" y="180"/>
                    </a:lnTo>
                    <a:lnTo>
                      <a:pt x="0" y="180"/>
                    </a:lnTo>
                    <a:lnTo>
                      <a:pt x="0" y="59"/>
                    </a:lnTo>
                    <a:lnTo>
                      <a:pt x="24" y="59"/>
                    </a:lnTo>
                    <a:lnTo>
                      <a:pt x="24" y="27"/>
                    </a:lnTo>
                    <a:lnTo>
                      <a:pt x="30" y="27"/>
                    </a:lnTo>
                    <a:lnTo>
                      <a:pt x="30" y="27"/>
                    </a:lnTo>
                    <a:close/>
                  </a:path>
                </a:pathLst>
              </a:custGeom>
              <a:solidFill>
                <a:schemeClr val="bg1">
                  <a:lumMod val="85000"/>
                  <a:alpha val="19000"/>
                </a:schemeClr>
              </a:solidFill>
              <a:ln>
                <a:noFill/>
              </a:ln>
            </p:spPr>
            <p:txBody>
              <a:bodyPr vert="horz" wrap="square" lIns="91440" tIns="45720" rIns="91440" bIns="45720" numCol="1" anchor="t" anchorCtr="0" compatLnSpc="1">
                <a:normAutofit/>
              </a:bodyPr>
              <a:lstStyle/>
              <a:p>
                <a:endParaRPr lang="en-US">
                  <a:cs typeface="+mn-ea"/>
                  <a:sym typeface="+mn-lt"/>
                </a:endParaRPr>
              </a:p>
            </p:txBody>
          </p:sp>
          <p:sp>
            <p:nvSpPr>
              <p:cNvPr id="283" name="任意多边形: 形状 282"/>
              <p:cNvSpPr/>
              <p:nvPr/>
            </p:nvSpPr>
            <p:spPr bwMode="auto">
              <a:xfrm>
                <a:off x="8733341" y="5882292"/>
                <a:ext cx="117995" cy="171096"/>
              </a:xfrm>
              <a:custGeom>
                <a:avLst/>
                <a:gdLst>
                  <a:gd name="T0" fmla="*/ 0 w 40"/>
                  <a:gd name="T1" fmla="*/ 0 h 58"/>
                  <a:gd name="T2" fmla="*/ 40 w 40"/>
                  <a:gd name="T3" fmla="*/ 0 h 58"/>
                  <a:gd name="T4" fmla="*/ 40 w 40"/>
                  <a:gd name="T5" fmla="*/ 58 h 58"/>
                  <a:gd name="T6" fmla="*/ 0 w 40"/>
                  <a:gd name="T7" fmla="*/ 58 h 58"/>
                  <a:gd name="T8" fmla="*/ 0 w 40"/>
                  <a:gd name="T9" fmla="*/ 0 h 58"/>
                  <a:gd name="T10" fmla="*/ 0 w 40"/>
                  <a:gd name="T11" fmla="*/ 0 h 58"/>
                </a:gdLst>
                <a:ahLst/>
                <a:cxnLst>
                  <a:cxn ang="0">
                    <a:pos x="T0" y="T1"/>
                  </a:cxn>
                  <a:cxn ang="0">
                    <a:pos x="T2" y="T3"/>
                  </a:cxn>
                  <a:cxn ang="0">
                    <a:pos x="T4" y="T5"/>
                  </a:cxn>
                  <a:cxn ang="0">
                    <a:pos x="T6" y="T7"/>
                  </a:cxn>
                  <a:cxn ang="0">
                    <a:pos x="T8" y="T9"/>
                  </a:cxn>
                  <a:cxn ang="0">
                    <a:pos x="T10" y="T11"/>
                  </a:cxn>
                </a:cxnLst>
                <a:rect l="0" t="0" r="r" b="b"/>
                <a:pathLst>
                  <a:path w="40" h="58">
                    <a:moveTo>
                      <a:pt x="0" y="0"/>
                    </a:moveTo>
                    <a:lnTo>
                      <a:pt x="40" y="0"/>
                    </a:lnTo>
                    <a:lnTo>
                      <a:pt x="40" y="58"/>
                    </a:lnTo>
                    <a:lnTo>
                      <a:pt x="0" y="58"/>
                    </a:lnTo>
                    <a:lnTo>
                      <a:pt x="0" y="0"/>
                    </a:lnTo>
                    <a:lnTo>
                      <a:pt x="0" y="0"/>
                    </a:lnTo>
                    <a:close/>
                  </a:path>
                </a:pathLst>
              </a:custGeom>
              <a:solidFill>
                <a:schemeClr val="bg1">
                  <a:lumMod val="85000"/>
                  <a:alpha val="19000"/>
                </a:schemeClr>
              </a:solidFill>
              <a:ln>
                <a:noFill/>
              </a:ln>
            </p:spPr>
            <p:txBody>
              <a:bodyPr vert="horz" wrap="square" lIns="91440" tIns="45720" rIns="91440" bIns="45720" numCol="1" anchor="t" anchorCtr="0" compatLnSpc="1">
                <a:normAutofit fontScale="62500" lnSpcReduction="20000"/>
              </a:bodyPr>
              <a:lstStyle/>
              <a:p>
                <a:endParaRPr lang="en-US">
                  <a:cs typeface="+mn-ea"/>
                  <a:sym typeface="+mn-lt"/>
                </a:endParaRPr>
              </a:p>
            </p:txBody>
          </p:sp>
          <p:sp>
            <p:nvSpPr>
              <p:cNvPr id="284" name="任意多边形: 形状 283"/>
              <p:cNvSpPr/>
              <p:nvPr/>
            </p:nvSpPr>
            <p:spPr bwMode="auto">
              <a:xfrm>
                <a:off x="8869035" y="5823294"/>
                <a:ext cx="112094" cy="230094"/>
              </a:xfrm>
              <a:custGeom>
                <a:avLst/>
                <a:gdLst>
                  <a:gd name="T0" fmla="*/ 0 w 38"/>
                  <a:gd name="T1" fmla="*/ 0 h 79"/>
                  <a:gd name="T2" fmla="*/ 38 w 38"/>
                  <a:gd name="T3" fmla="*/ 0 h 79"/>
                  <a:gd name="T4" fmla="*/ 38 w 38"/>
                  <a:gd name="T5" fmla="*/ 79 h 79"/>
                  <a:gd name="T6" fmla="*/ 0 w 38"/>
                  <a:gd name="T7" fmla="*/ 79 h 79"/>
                  <a:gd name="T8" fmla="*/ 0 w 38"/>
                  <a:gd name="T9" fmla="*/ 0 h 79"/>
                  <a:gd name="T10" fmla="*/ 0 w 38"/>
                  <a:gd name="T11" fmla="*/ 0 h 79"/>
                </a:gdLst>
                <a:ahLst/>
                <a:cxnLst>
                  <a:cxn ang="0">
                    <a:pos x="T0" y="T1"/>
                  </a:cxn>
                  <a:cxn ang="0">
                    <a:pos x="T2" y="T3"/>
                  </a:cxn>
                  <a:cxn ang="0">
                    <a:pos x="T4" y="T5"/>
                  </a:cxn>
                  <a:cxn ang="0">
                    <a:pos x="T6" y="T7"/>
                  </a:cxn>
                  <a:cxn ang="0">
                    <a:pos x="T8" y="T9"/>
                  </a:cxn>
                  <a:cxn ang="0">
                    <a:pos x="T10" y="T11"/>
                  </a:cxn>
                </a:cxnLst>
                <a:rect l="0" t="0" r="r" b="b"/>
                <a:pathLst>
                  <a:path w="38" h="79">
                    <a:moveTo>
                      <a:pt x="0" y="0"/>
                    </a:moveTo>
                    <a:lnTo>
                      <a:pt x="38" y="0"/>
                    </a:lnTo>
                    <a:lnTo>
                      <a:pt x="38" y="79"/>
                    </a:lnTo>
                    <a:lnTo>
                      <a:pt x="0" y="79"/>
                    </a:lnTo>
                    <a:lnTo>
                      <a:pt x="0" y="0"/>
                    </a:lnTo>
                    <a:lnTo>
                      <a:pt x="0" y="0"/>
                    </a:lnTo>
                    <a:close/>
                  </a:path>
                </a:pathLst>
              </a:custGeom>
              <a:solidFill>
                <a:schemeClr val="bg1">
                  <a:lumMod val="85000"/>
                  <a:alpha val="19000"/>
                </a:schemeClr>
              </a:solidFill>
              <a:ln>
                <a:noFill/>
              </a:ln>
            </p:spPr>
            <p:txBody>
              <a:bodyPr vert="horz" wrap="square" lIns="91440" tIns="45720" rIns="91440" bIns="45720" numCol="1" anchor="t" anchorCtr="0" compatLnSpc="1">
                <a:normAutofit fontScale="92500" lnSpcReduction="20000"/>
              </a:bodyPr>
              <a:lstStyle/>
              <a:p>
                <a:endParaRPr lang="en-US">
                  <a:cs typeface="+mn-ea"/>
                  <a:sym typeface="+mn-lt"/>
                </a:endParaRPr>
              </a:p>
            </p:txBody>
          </p:sp>
          <p:sp>
            <p:nvSpPr>
              <p:cNvPr id="285" name="任意多边形: 形状 284"/>
              <p:cNvSpPr/>
              <p:nvPr/>
            </p:nvSpPr>
            <p:spPr bwMode="auto">
              <a:xfrm>
                <a:off x="6107932" y="5882292"/>
                <a:ext cx="377587" cy="171096"/>
              </a:xfrm>
              <a:custGeom>
                <a:avLst/>
                <a:gdLst>
                  <a:gd name="T0" fmla="*/ 0 w 129"/>
                  <a:gd name="T1" fmla="*/ 0 h 58"/>
                  <a:gd name="T2" fmla="*/ 129 w 129"/>
                  <a:gd name="T3" fmla="*/ 0 h 58"/>
                  <a:gd name="T4" fmla="*/ 129 w 129"/>
                  <a:gd name="T5" fmla="*/ 58 h 58"/>
                  <a:gd name="T6" fmla="*/ 0 w 129"/>
                  <a:gd name="T7" fmla="*/ 58 h 58"/>
                  <a:gd name="T8" fmla="*/ 0 w 129"/>
                  <a:gd name="T9" fmla="*/ 0 h 58"/>
                  <a:gd name="T10" fmla="*/ 0 w 129"/>
                  <a:gd name="T11" fmla="*/ 0 h 58"/>
                </a:gdLst>
                <a:ahLst/>
                <a:cxnLst>
                  <a:cxn ang="0">
                    <a:pos x="T0" y="T1"/>
                  </a:cxn>
                  <a:cxn ang="0">
                    <a:pos x="T2" y="T3"/>
                  </a:cxn>
                  <a:cxn ang="0">
                    <a:pos x="T4" y="T5"/>
                  </a:cxn>
                  <a:cxn ang="0">
                    <a:pos x="T6" y="T7"/>
                  </a:cxn>
                  <a:cxn ang="0">
                    <a:pos x="T8" y="T9"/>
                  </a:cxn>
                  <a:cxn ang="0">
                    <a:pos x="T10" y="T11"/>
                  </a:cxn>
                </a:cxnLst>
                <a:rect l="0" t="0" r="r" b="b"/>
                <a:pathLst>
                  <a:path w="129" h="58">
                    <a:moveTo>
                      <a:pt x="0" y="0"/>
                    </a:moveTo>
                    <a:lnTo>
                      <a:pt x="129" y="0"/>
                    </a:lnTo>
                    <a:lnTo>
                      <a:pt x="129" y="58"/>
                    </a:lnTo>
                    <a:lnTo>
                      <a:pt x="0" y="58"/>
                    </a:lnTo>
                    <a:lnTo>
                      <a:pt x="0" y="0"/>
                    </a:lnTo>
                    <a:lnTo>
                      <a:pt x="0" y="0"/>
                    </a:lnTo>
                    <a:close/>
                  </a:path>
                </a:pathLst>
              </a:custGeom>
              <a:solidFill>
                <a:schemeClr val="bg1">
                  <a:lumMod val="85000"/>
                  <a:alpha val="19000"/>
                </a:schemeClr>
              </a:solidFill>
              <a:ln>
                <a:noFill/>
              </a:ln>
            </p:spPr>
            <p:txBody>
              <a:bodyPr vert="horz" wrap="square" lIns="91440" tIns="45720" rIns="91440" bIns="45720" numCol="1" anchor="t" anchorCtr="0" compatLnSpc="1">
                <a:normAutofit fontScale="62500" lnSpcReduction="20000"/>
              </a:bodyPr>
              <a:lstStyle/>
              <a:p>
                <a:endParaRPr lang="en-US">
                  <a:cs typeface="+mn-ea"/>
                  <a:sym typeface="+mn-lt"/>
                </a:endParaRPr>
              </a:p>
            </p:txBody>
          </p:sp>
          <p:sp>
            <p:nvSpPr>
              <p:cNvPr id="286" name="任意多边形: 形状 285"/>
              <p:cNvSpPr/>
              <p:nvPr/>
            </p:nvSpPr>
            <p:spPr bwMode="auto">
              <a:xfrm>
                <a:off x="8454305" y="4466341"/>
                <a:ext cx="595877" cy="1587046"/>
              </a:xfrm>
              <a:custGeom>
                <a:avLst/>
                <a:gdLst>
                  <a:gd name="T0" fmla="*/ 145 w 200"/>
                  <a:gd name="T1" fmla="*/ 446 h 538"/>
                  <a:gd name="T2" fmla="*/ 195 w 200"/>
                  <a:gd name="T3" fmla="*/ 446 h 538"/>
                  <a:gd name="T4" fmla="*/ 195 w 200"/>
                  <a:gd name="T5" fmla="*/ 456 h 538"/>
                  <a:gd name="T6" fmla="*/ 200 w 200"/>
                  <a:gd name="T7" fmla="*/ 456 h 538"/>
                  <a:gd name="T8" fmla="*/ 200 w 200"/>
                  <a:gd name="T9" fmla="*/ 538 h 538"/>
                  <a:gd name="T10" fmla="*/ 145 w 200"/>
                  <a:gd name="T11" fmla="*/ 538 h 538"/>
                  <a:gd name="T12" fmla="*/ 95 w 200"/>
                  <a:gd name="T13" fmla="*/ 538 h 538"/>
                  <a:gd name="T14" fmla="*/ 46 w 200"/>
                  <a:gd name="T15" fmla="*/ 538 h 538"/>
                  <a:gd name="T16" fmla="*/ 34 w 200"/>
                  <a:gd name="T17" fmla="*/ 538 h 538"/>
                  <a:gd name="T18" fmla="*/ 0 w 200"/>
                  <a:gd name="T19" fmla="*/ 538 h 538"/>
                  <a:gd name="T20" fmla="*/ 0 w 200"/>
                  <a:gd name="T21" fmla="*/ 482 h 538"/>
                  <a:gd name="T22" fmla="*/ 34 w 200"/>
                  <a:gd name="T23" fmla="*/ 482 h 538"/>
                  <a:gd name="T24" fmla="*/ 34 w 200"/>
                  <a:gd name="T25" fmla="*/ 287 h 538"/>
                  <a:gd name="T26" fmla="*/ 55 w 200"/>
                  <a:gd name="T27" fmla="*/ 287 h 538"/>
                  <a:gd name="T28" fmla="*/ 55 w 200"/>
                  <a:gd name="T29" fmla="*/ 152 h 538"/>
                  <a:gd name="T30" fmla="*/ 55 w 200"/>
                  <a:gd name="T31" fmla="*/ 146 h 538"/>
                  <a:gd name="T32" fmla="*/ 67 w 200"/>
                  <a:gd name="T33" fmla="*/ 146 h 538"/>
                  <a:gd name="T34" fmla="*/ 67 w 200"/>
                  <a:gd name="T35" fmla="*/ 64 h 538"/>
                  <a:gd name="T36" fmla="*/ 72 w 200"/>
                  <a:gd name="T37" fmla="*/ 64 h 538"/>
                  <a:gd name="T38" fmla="*/ 74 w 200"/>
                  <a:gd name="T39" fmla="*/ 31 h 538"/>
                  <a:gd name="T40" fmla="*/ 76 w 200"/>
                  <a:gd name="T41" fmla="*/ 64 h 538"/>
                  <a:gd name="T42" fmla="*/ 84 w 200"/>
                  <a:gd name="T43" fmla="*/ 64 h 538"/>
                  <a:gd name="T44" fmla="*/ 86 w 200"/>
                  <a:gd name="T45" fmla="*/ 0 h 538"/>
                  <a:gd name="T46" fmla="*/ 88 w 200"/>
                  <a:gd name="T47" fmla="*/ 64 h 538"/>
                  <a:gd name="T48" fmla="*/ 99 w 200"/>
                  <a:gd name="T49" fmla="*/ 64 h 538"/>
                  <a:gd name="T50" fmla="*/ 99 w 200"/>
                  <a:gd name="T51" fmla="*/ 64 h 538"/>
                  <a:gd name="T52" fmla="*/ 95 w 200"/>
                  <a:gd name="T53" fmla="*/ 64 h 538"/>
                  <a:gd name="T54" fmla="*/ 97 w 200"/>
                  <a:gd name="T55" fmla="*/ 23 h 538"/>
                  <a:gd name="T56" fmla="*/ 99 w 200"/>
                  <a:gd name="T57" fmla="*/ 60 h 538"/>
                  <a:gd name="T58" fmla="*/ 109 w 200"/>
                  <a:gd name="T59" fmla="*/ 60 h 538"/>
                  <a:gd name="T60" fmla="*/ 109 w 200"/>
                  <a:gd name="T61" fmla="*/ 52 h 538"/>
                  <a:gd name="T62" fmla="*/ 111 w 200"/>
                  <a:gd name="T63" fmla="*/ 64 h 538"/>
                  <a:gd name="T64" fmla="*/ 109 w 200"/>
                  <a:gd name="T65" fmla="*/ 64 h 538"/>
                  <a:gd name="T66" fmla="*/ 109 w 200"/>
                  <a:gd name="T67" fmla="*/ 64 h 538"/>
                  <a:gd name="T68" fmla="*/ 111 w 200"/>
                  <a:gd name="T69" fmla="*/ 64 h 538"/>
                  <a:gd name="T70" fmla="*/ 111 w 200"/>
                  <a:gd name="T71" fmla="*/ 146 h 538"/>
                  <a:gd name="T72" fmla="*/ 120 w 200"/>
                  <a:gd name="T73" fmla="*/ 146 h 538"/>
                  <a:gd name="T74" fmla="*/ 120 w 200"/>
                  <a:gd name="T75" fmla="*/ 152 h 538"/>
                  <a:gd name="T76" fmla="*/ 128 w 200"/>
                  <a:gd name="T77" fmla="*/ 152 h 538"/>
                  <a:gd name="T78" fmla="*/ 128 w 200"/>
                  <a:gd name="T79" fmla="*/ 287 h 538"/>
                  <a:gd name="T80" fmla="*/ 145 w 200"/>
                  <a:gd name="T81" fmla="*/ 287 h 538"/>
                  <a:gd name="T82" fmla="*/ 145 w 200"/>
                  <a:gd name="T83" fmla="*/ 446 h 538"/>
                  <a:gd name="T84" fmla="*/ 145 w 200"/>
                  <a:gd name="T85" fmla="*/ 446 h 5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00" h="538">
                    <a:moveTo>
                      <a:pt x="145" y="446"/>
                    </a:moveTo>
                    <a:lnTo>
                      <a:pt x="195" y="446"/>
                    </a:lnTo>
                    <a:lnTo>
                      <a:pt x="195" y="456"/>
                    </a:lnTo>
                    <a:lnTo>
                      <a:pt x="200" y="456"/>
                    </a:lnTo>
                    <a:lnTo>
                      <a:pt x="200" y="538"/>
                    </a:lnTo>
                    <a:lnTo>
                      <a:pt x="145" y="538"/>
                    </a:lnTo>
                    <a:lnTo>
                      <a:pt x="95" y="538"/>
                    </a:lnTo>
                    <a:lnTo>
                      <a:pt x="46" y="538"/>
                    </a:lnTo>
                    <a:lnTo>
                      <a:pt x="34" y="538"/>
                    </a:lnTo>
                    <a:lnTo>
                      <a:pt x="0" y="538"/>
                    </a:lnTo>
                    <a:lnTo>
                      <a:pt x="0" y="482"/>
                    </a:lnTo>
                    <a:lnTo>
                      <a:pt x="34" y="482"/>
                    </a:lnTo>
                    <a:lnTo>
                      <a:pt x="34" y="287"/>
                    </a:lnTo>
                    <a:lnTo>
                      <a:pt x="55" y="287"/>
                    </a:lnTo>
                    <a:lnTo>
                      <a:pt x="55" y="152"/>
                    </a:lnTo>
                    <a:lnTo>
                      <a:pt x="55" y="146"/>
                    </a:lnTo>
                    <a:lnTo>
                      <a:pt x="67" y="146"/>
                    </a:lnTo>
                    <a:lnTo>
                      <a:pt x="67" y="64"/>
                    </a:lnTo>
                    <a:lnTo>
                      <a:pt x="72" y="64"/>
                    </a:lnTo>
                    <a:lnTo>
                      <a:pt x="74" y="31"/>
                    </a:lnTo>
                    <a:lnTo>
                      <a:pt x="76" y="64"/>
                    </a:lnTo>
                    <a:lnTo>
                      <a:pt x="84" y="64"/>
                    </a:lnTo>
                    <a:lnTo>
                      <a:pt x="86" y="0"/>
                    </a:lnTo>
                    <a:lnTo>
                      <a:pt x="88" y="64"/>
                    </a:lnTo>
                    <a:lnTo>
                      <a:pt x="99" y="64"/>
                    </a:lnTo>
                    <a:lnTo>
                      <a:pt x="99" y="64"/>
                    </a:lnTo>
                    <a:lnTo>
                      <a:pt x="95" y="64"/>
                    </a:lnTo>
                    <a:lnTo>
                      <a:pt x="97" y="23"/>
                    </a:lnTo>
                    <a:lnTo>
                      <a:pt x="99" y="60"/>
                    </a:lnTo>
                    <a:lnTo>
                      <a:pt x="109" y="60"/>
                    </a:lnTo>
                    <a:lnTo>
                      <a:pt x="109" y="52"/>
                    </a:lnTo>
                    <a:lnTo>
                      <a:pt x="111" y="64"/>
                    </a:lnTo>
                    <a:lnTo>
                      <a:pt x="109" y="64"/>
                    </a:lnTo>
                    <a:lnTo>
                      <a:pt x="109" y="64"/>
                    </a:lnTo>
                    <a:lnTo>
                      <a:pt x="111" y="64"/>
                    </a:lnTo>
                    <a:lnTo>
                      <a:pt x="111" y="146"/>
                    </a:lnTo>
                    <a:lnTo>
                      <a:pt x="120" y="146"/>
                    </a:lnTo>
                    <a:lnTo>
                      <a:pt x="120" y="152"/>
                    </a:lnTo>
                    <a:lnTo>
                      <a:pt x="128" y="152"/>
                    </a:lnTo>
                    <a:lnTo>
                      <a:pt x="128" y="287"/>
                    </a:lnTo>
                    <a:lnTo>
                      <a:pt x="145" y="287"/>
                    </a:lnTo>
                    <a:lnTo>
                      <a:pt x="145" y="446"/>
                    </a:lnTo>
                    <a:lnTo>
                      <a:pt x="145" y="446"/>
                    </a:lnTo>
                    <a:close/>
                  </a:path>
                </a:pathLst>
              </a:custGeom>
              <a:solidFill>
                <a:schemeClr val="bg1">
                  <a:lumMod val="85000"/>
                  <a:alpha val="19000"/>
                </a:schemeClr>
              </a:solidFill>
              <a:ln>
                <a:noFill/>
              </a:ln>
            </p:spPr>
            <p:txBody>
              <a:bodyPr vert="horz" wrap="square" lIns="91440" tIns="45720" rIns="91440" bIns="45720" numCol="1" anchor="t" anchorCtr="0" compatLnSpc="1">
                <a:normAutofit/>
              </a:bodyPr>
              <a:lstStyle/>
              <a:p>
                <a:endParaRPr lang="en-US">
                  <a:cs typeface="+mn-ea"/>
                  <a:sym typeface="+mn-lt"/>
                </a:endParaRPr>
              </a:p>
            </p:txBody>
          </p:sp>
          <p:sp>
            <p:nvSpPr>
              <p:cNvPr id="287" name="任意多边形: 形状 286"/>
              <p:cNvSpPr/>
              <p:nvPr/>
            </p:nvSpPr>
            <p:spPr bwMode="auto">
              <a:xfrm>
                <a:off x="3813013" y="5050424"/>
                <a:ext cx="5330987" cy="1020666"/>
              </a:xfrm>
              <a:custGeom>
                <a:avLst/>
                <a:gdLst>
                  <a:gd name="T0" fmla="*/ 2006 w 2031"/>
                  <a:gd name="T1" fmla="*/ 347 h 347"/>
                  <a:gd name="T2" fmla="*/ 2031 w 2031"/>
                  <a:gd name="T3" fmla="*/ 347 h 347"/>
                  <a:gd name="T4" fmla="*/ 2018 w 2031"/>
                  <a:gd name="T5" fmla="*/ 306 h 347"/>
                  <a:gd name="T6" fmla="*/ 2006 w 2031"/>
                  <a:gd name="T7" fmla="*/ 324 h 347"/>
                  <a:gd name="T8" fmla="*/ 1972 w 2031"/>
                  <a:gd name="T9" fmla="*/ 293 h 347"/>
                  <a:gd name="T10" fmla="*/ 1972 w 2031"/>
                  <a:gd name="T11" fmla="*/ 347 h 347"/>
                  <a:gd name="T12" fmla="*/ 13 w 2031"/>
                  <a:gd name="T13" fmla="*/ 176 h 347"/>
                  <a:gd name="T14" fmla="*/ 13 w 2031"/>
                  <a:gd name="T15" fmla="*/ 347 h 347"/>
                  <a:gd name="T16" fmla="*/ 73 w 2031"/>
                  <a:gd name="T17" fmla="*/ 176 h 347"/>
                  <a:gd name="T18" fmla="*/ 65 w 2031"/>
                  <a:gd name="T19" fmla="*/ 159 h 347"/>
                  <a:gd name="T20" fmla="*/ 8 w 2031"/>
                  <a:gd name="T21" fmla="*/ 159 h 347"/>
                  <a:gd name="T22" fmla="*/ 235 w 2031"/>
                  <a:gd name="T23" fmla="*/ 347 h 347"/>
                  <a:gd name="T24" fmla="*/ 174 w 2031"/>
                  <a:gd name="T25" fmla="*/ 347 h 347"/>
                  <a:gd name="T26" fmla="*/ 413 w 2031"/>
                  <a:gd name="T27" fmla="*/ 129 h 347"/>
                  <a:gd name="T28" fmla="*/ 388 w 2031"/>
                  <a:gd name="T29" fmla="*/ 134 h 347"/>
                  <a:gd name="T30" fmla="*/ 362 w 2031"/>
                  <a:gd name="T31" fmla="*/ 347 h 347"/>
                  <a:gd name="T32" fmla="*/ 442 w 2031"/>
                  <a:gd name="T33" fmla="*/ 347 h 347"/>
                  <a:gd name="T34" fmla="*/ 438 w 2031"/>
                  <a:gd name="T35" fmla="*/ 150 h 347"/>
                  <a:gd name="T36" fmla="*/ 413 w 2031"/>
                  <a:gd name="T37" fmla="*/ 134 h 347"/>
                  <a:gd name="T38" fmla="*/ 547 w 2031"/>
                  <a:gd name="T39" fmla="*/ 138 h 347"/>
                  <a:gd name="T40" fmla="*/ 484 w 2031"/>
                  <a:gd name="T41" fmla="*/ 347 h 347"/>
                  <a:gd name="T42" fmla="*/ 601 w 2031"/>
                  <a:gd name="T43" fmla="*/ 220 h 347"/>
                  <a:gd name="T44" fmla="*/ 559 w 2031"/>
                  <a:gd name="T45" fmla="*/ 205 h 347"/>
                  <a:gd name="T46" fmla="*/ 583 w 2031"/>
                  <a:gd name="T47" fmla="*/ 347 h 347"/>
                  <a:gd name="T48" fmla="*/ 666 w 2031"/>
                  <a:gd name="T49" fmla="*/ 347 h 347"/>
                  <a:gd name="T50" fmla="*/ 641 w 2031"/>
                  <a:gd name="T51" fmla="*/ 347 h 347"/>
                  <a:gd name="T52" fmla="*/ 719 w 2031"/>
                  <a:gd name="T53" fmla="*/ 347 h 347"/>
                  <a:gd name="T54" fmla="*/ 694 w 2031"/>
                  <a:gd name="T55" fmla="*/ 347 h 347"/>
                  <a:gd name="T56" fmla="*/ 763 w 2031"/>
                  <a:gd name="T57" fmla="*/ 347 h 347"/>
                  <a:gd name="T58" fmla="*/ 725 w 2031"/>
                  <a:gd name="T59" fmla="*/ 347 h 347"/>
                  <a:gd name="T60" fmla="*/ 876 w 2031"/>
                  <a:gd name="T61" fmla="*/ 347 h 347"/>
                  <a:gd name="T62" fmla="*/ 838 w 2031"/>
                  <a:gd name="T63" fmla="*/ 347 h 347"/>
                  <a:gd name="T64" fmla="*/ 972 w 2031"/>
                  <a:gd name="T65" fmla="*/ 347 h 347"/>
                  <a:gd name="T66" fmla="*/ 939 w 2031"/>
                  <a:gd name="T67" fmla="*/ 347 h 347"/>
                  <a:gd name="T68" fmla="*/ 1086 w 2031"/>
                  <a:gd name="T69" fmla="*/ 347 h 347"/>
                  <a:gd name="T70" fmla="*/ 1012 w 2031"/>
                  <a:gd name="T71" fmla="*/ 347 h 347"/>
                  <a:gd name="T72" fmla="*/ 1217 w 2031"/>
                  <a:gd name="T73" fmla="*/ 347 h 347"/>
                  <a:gd name="T74" fmla="*/ 1199 w 2031"/>
                  <a:gd name="T75" fmla="*/ 6 h 347"/>
                  <a:gd name="T76" fmla="*/ 1142 w 2031"/>
                  <a:gd name="T77" fmla="*/ 347 h 347"/>
                  <a:gd name="T78" fmla="*/ 1477 w 2031"/>
                  <a:gd name="T79" fmla="*/ 289 h 347"/>
                  <a:gd name="T80" fmla="*/ 1431 w 2031"/>
                  <a:gd name="T81" fmla="*/ 289 h 347"/>
                  <a:gd name="T82" fmla="*/ 1480 w 2031"/>
                  <a:gd name="T83" fmla="*/ 347 h 347"/>
                  <a:gd name="T84" fmla="*/ 1477 w 2031"/>
                  <a:gd name="T85" fmla="*/ 289 h 347"/>
                  <a:gd name="T86" fmla="*/ 1528 w 2031"/>
                  <a:gd name="T87" fmla="*/ 253 h 347"/>
                  <a:gd name="T88" fmla="*/ 1502 w 2031"/>
                  <a:gd name="T89" fmla="*/ 347 h 347"/>
                  <a:gd name="T90" fmla="*/ 1565 w 2031"/>
                  <a:gd name="T91" fmla="*/ 285 h 347"/>
                  <a:gd name="T92" fmla="*/ 1632 w 2031"/>
                  <a:gd name="T93" fmla="*/ 347 h 347"/>
                  <a:gd name="T94" fmla="*/ 1628 w 2031"/>
                  <a:gd name="T95" fmla="*/ 155 h 347"/>
                  <a:gd name="T96" fmla="*/ 1618 w 2031"/>
                  <a:gd name="T97" fmla="*/ 155 h 347"/>
                  <a:gd name="T98" fmla="*/ 1607 w 2031"/>
                  <a:gd name="T99" fmla="*/ 163 h 347"/>
                  <a:gd name="T100" fmla="*/ 1601 w 2031"/>
                  <a:gd name="T101" fmla="*/ 153 h 347"/>
                  <a:gd name="T102" fmla="*/ 1595 w 2031"/>
                  <a:gd name="T103" fmla="*/ 163 h 347"/>
                  <a:gd name="T104" fmla="*/ 1584 w 2031"/>
                  <a:gd name="T105" fmla="*/ 155 h 347"/>
                  <a:gd name="T106" fmla="*/ 1574 w 2031"/>
                  <a:gd name="T107" fmla="*/ 155 h 347"/>
                  <a:gd name="T108" fmla="*/ 1568 w 2031"/>
                  <a:gd name="T109" fmla="*/ 347 h 347"/>
                  <a:gd name="T110" fmla="*/ 1750 w 2031"/>
                  <a:gd name="T111" fmla="*/ 129 h 347"/>
                  <a:gd name="T112" fmla="*/ 1683 w 2031"/>
                  <a:gd name="T113" fmla="*/ 180 h 347"/>
                  <a:gd name="T114" fmla="*/ 1756 w 2031"/>
                  <a:gd name="T115" fmla="*/ 180 h 347"/>
                  <a:gd name="T116" fmla="*/ 1894 w 2031"/>
                  <a:gd name="T117" fmla="*/ 308 h 347"/>
                  <a:gd name="T118" fmla="*/ 1873 w 2031"/>
                  <a:gd name="T119" fmla="*/ 308 h 347"/>
                  <a:gd name="T120" fmla="*/ 1848 w 2031"/>
                  <a:gd name="T121" fmla="*/ 285 h 347"/>
                  <a:gd name="T122" fmla="*/ 1840 w 2031"/>
                  <a:gd name="T123" fmla="*/ 335 h 347"/>
                  <a:gd name="T124" fmla="*/ 1894 w 2031"/>
                  <a:gd name="T125" fmla="*/ 308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31" h="347">
                    <a:moveTo>
                      <a:pt x="1972" y="347"/>
                    </a:moveTo>
                    <a:lnTo>
                      <a:pt x="2001" y="347"/>
                    </a:lnTo>
                    <a:lnTo>
                      <a:pt x="2006" y="347"/>
                    </a:lnTo>
                    <a:lnTo>
                      <a:pt x="2018" y="347"/>
                    </a:lnTo>
                    <a:lnTo>
                      <a:pt x="2022" y="347"/>
                    </a:lnTo>
                    <a:lnTo>
                      <a:pt x="2031" y="347"/>
                    </a:lnTo>
                    <a:lnTo>
                      <a:pt x="2031" y="314"/>
                    </a:lnTo>
                    <a:lnTo>
                      <a:pt x="2018" y="314"/>
                    </a:lnTo>
                    <a:lnTo>
                      <a:pt x="2018" y="306"/>
                    </a:lnTo>
                    <a:lnTo>
                      <a:pt x="2006" y="306"/>
                    </a:lnTo>
                    <a:lnTo>
                      <a:pt x="2006" y="314"/>
                    </a:lnTo>
                    <a:lnTo>
                      <a:pt x="2006" y="324"/>
                    </a:lnTo>
                    <a:lnTo>
                      <a:pt x="2001" y="324"/>
                    </a:lnTo>
                    <a:lnTo>
                      <a:pt x="2001" y="293"/>
                    </a:lnTo>
                    <a:lnTo>
                      <a:pt x="1972" y="293"/>
                    </a:lnTo>
                    <a:lnTo>
                      <a:pt x="1972" y="324"/>
                    </a:lnTo>
                    <a:lnTo>
                      <a:pt x="1972" y="347"/>
                    </a:lnTo>
                    <a:lnTo>
                      <a:pt x="1972" y="347"/>
                    </a:lnTo>
                    <a:close/>
                    <a:moveTo>
                      <a:pt x="8" y="159"/>
                    </a:moveTo>
                    <a:lnTo>
                      <a:pt x="13" y="159"/>
                    </a:lnTo>
                    <a:lnTo>
                      <a:pt x="13" y="176"/>
                    </a:lnTo>
                    <a:lnTo>
                      <a:pt x="0" y="176"/>
                    </a:lnTo>
                    <a:lnTo>
                      <a:pt x="0" y="347"/>
                    </a:lnTo>
                    <a:lnTo>
                      <a:pt x="13" y="347"/>
                    </a:lnTo>
                    <a:lnTo>
                      <a:pt x="59" y="347"/>
                    </a:lnTo>
                    <a:lnTo>
                      <a:pt x="73" y="347"/>
                    </a:lnTo>
                    <a:lnTo>
                      <a:pt x="73" y="176"/>
                    </a:lnTo>
                    <a:lnTo>
                      <a:pt x="59" y="176"/>
                    </a:lnTo>
                    <a:lnTo>
                      <a:pt x="59" y="159"/>
                    </a:lnTo>
                    <a:lnTo>
                      <a:pt x="65" y="159"/>
                    </a:lnTo>
                    <a:lnTo>
                      <a:pt x="65" y="153"/>
                    </a:lnTo>
                    <a:lnTo>
                      <a:pt x="8" y="153"/>
                    </a:lnTo>
                    <a:lnTo>
                      <a:pt x="8" y="159"/>
                    </a:lnTo>
                    <a:lnTo>
                      <a:pt x="8" y="159"/>
                    </a:lnTo>
                    <a:close/>
                    <a:moveTo>
                      <a:pt x="174" y="347"/>
                    </a:moveTo>
                    <a:lnTo>
                      <a:pt x="235" y="347"/>
                    </a:lnTo>
                    <a:lnTo>
                      <a:pt x="235" y="79"/>
                    </a:lnTo>
                    <a:lnTo>
                      <a:pt x="174" y="79"/>
                    </a:lnTo>
                    <a:lnTo>
                      <a:pt x="174" y="347"/>
                    </a:lnTo>
                    <a:lnTo>
                      <a:pt x="174" y="347"/>
                    </a:lnTo>
                    <a:close/>
                    <a:moveTo>
                      <a:pt x="413" y="134"/>
                    </a:moveTo>
                    <a:lnTo>
                      <a:pt x="413" y="129"/>
                    </a:lnTo>
                    <a:lnTo>
                      <a:pt x="406" y="129"/>
                    </a:lnTo>
                    <a:lnTo>
                      <a:pt x="406" y="134"/>
                    </a:lnTo>
                    <a:lnTo>
                      <a:pt x="388" y="134"/>
                    </a:lnTo>
                    <a:lnTo>
                      <a:pt x="388" y="150"/>
                    </a:lnTo>
                    <a:lnTo>
                      <a:pt x="362" y="150"/>
                    </a:lnTo>
                    <a:lnTo>
                      <a:pt x="362" y="347"/>
                    </a:lnTo>
                    <a:lnTo>
                      <a:pt x="367" y="347"/>
                    </a:lnTo>
                    <a:lnTo>
                      <a:pt x="438" y="347"/>
                    </a:lnTo>
                    <a:lnTo>
                      <a:pt x="442" y="347"/>
                    </a:lnTo>
                    <a:lnTo>
                      <a:pt x="442" y="167"/>
                    </a:lnTo>
                    <a:lnTo>
                      <a:pt x="438" y="167"/>
                    </a:lnTo>
                    <a:lnTo>
                      <a:pt x="438" y="150"/>
                    </a:lnTo>
                    <a:lnTo>
                      <a:pt x="413" y="150"/>
                    </a:lnTo>
                    <a:lnTo>
                      <a:pt x="413" y="134"/>
                    </a:lnTo>
                    <a:lnTo>
                      <a:pt x="413" y="134"/>
                    </a:lnTo>
                    <a:close/>
                    <a:moveTo>
                      <a:pt x="484" y="347"/>
                    </a:moveTo>
                    <a:lnTo>
                      <a:pt x="547" y="347"/>
                    </a:lnTo>
                    <a:lnTo>
                      <a:pt x="547" y="138"/>
                    </a:lnTo>
                    <a:lnTo>
                      <a:pt x="484" y="138"/>
                    </a:lnTo>
                    <a:lnTo>
                      <a:pt x="484" y="347"/>
                    </a:lnTo>
                    <a:lnTo>
                      <a:pt x="484" y="347"/>
                    </a:lnTo>
                    <a:close/>
                    <a:moveTo>
                      <a:pt x="583" y="347"/>
                    </a:moveTo>
                    <a:lnTo>
                      <a:pt x="601" y="347"/>
                    </a:lnTo>
                    <a:lnTo>
                      <a:pt x="601" y="220"/>
                    </a:lnTo>
                    <a:lnTo>
                      <a:pt x="583" y="220"/>
                    </a:lnTo>
                    <a:lnTo>
                      <a:pt x="583" y="205"/>
                    </a:lnTo>
                    <a:lnTo>
                      <a:pt x="559" y="205"/>
                    </a:lnTo>
                    <a:lnTo>
                      <a:pt x="559" y="220"/>
                    </a:lnTo>
                    <a:lnTo>
                      <a:pt x="559" y="347"/>
                    </a:lnTo>
                    <a:lnTo>
                      <a:pt x="583" y="347"/>
                    </a:lnTo>
                    <a:lnTo>
                      <a:pt x="583" y="347"/>
                    </a:lnTo>
                    <a:close/>
                    <a:moveTo>
                      <a:pt x="641" y="347"/>
                    </a:moveTo>
                    <a:lnTo>
                      <a:pt x="666" y="347"/>
                    </a:lnTo>
                    <a:lnTo>
                      <a:pt x="666" y="236"/>
                    </a:lnTo>
                    <a:lnTo>
                      <a:pt x="641" y="236"/>
                    </a:lnTo>
                    <a:lnTo>
                      <a:pt x="641" y="347"/>
                    </a:lnTo>
                    <a:lnTo>
                      <a:pt x="641" y="347"/>
                    </a:lnTo>
                    <a:close/>
                    <a:moveTo>
                      <a:pt x="694" y="347"/>
                    </a:moveTo>
                    <a:lnTo>
                      <a:pt x="719" y="347"/>
                    </a:lnTo>
                    <a:lnTo>
                      <a:pt x="719" y="280"/>
                    </a:lnTo>
                    <a:lnTo>
                      <a:pt x="694" y="280"/>
                    </a:lnTo>
                    <a:lnTo>
                      <a:pt x="694" y="347"/>
                    </a:lnTo>
                    <a:lnTo>
                      <a:pt x="694" y="347"/>
                    </a:lnTo>
                    <a:close/>
                    <a:moveTo>
                      <a:pt x="725" y="347"/>
                    </a:moveTo>
                    <a:lnTo>
                      <a:pt x="763" y="347"/>
                    </a:lnTo>
                    <a:lnTo>
                      <a:pt x="763" y="92"/>
                    </a:lnTo>
                    <a:lnTo>
                      <a:pt x="725" y="92"/>
                    </a:lnTo>
                    <a:lnTo>
                      <a:pt x="725" y="347"/>
                    </a:lnTo>
                    <a:lnTo>
                      <a:pt x="725" y="347"/>
                    </a:lnTo>
                    <a:close/>
                    <a:moveTo>
                      <a:pt x="838" y="347"/>
                    </a:moveTo>
                    <a:lnTo>
                      <a:pt x="876" y="347"/>
                    </a:lnTo>
                    <a:lnTo>
                      <a:pt x="876" y="257"/>
                    </a:lnTo>
                    <a:lnTo>
                      <a:pt x="838" y="257"/>
                    </a:lnTo>
                    <a:lnTo>
                      <a:pt x="838" y="347"/>
                    </a:lnTo>
                    <a:lnTo>
                      <a:pt x="838" y="347"/>
                    </a:lnTo>
                    <a:close/>
                    <a:moveTo>
                      <a:pt x="939" y="347"/>
                    </a:moveTo>
                    <a:lnTo>
                      <a:pt x="972" y="347"/>
                    </a:lnTo>
                    <a:lnTo>
                      <a:pt x="972" y="236"/>
                    </a:lnTo>
                    <a:lnTo>
                      <a:pt x="939" y="236"/>
                    </a:lnTo>
                    <a:lnTo>
                      <a:pt x="939" y="347"/>
                    </a:lnTo>
                    <a:lnTo>
                      <a:pt x="939" y="347"/>
                    </a:lnTo>
                    <a:close/>
                    <a:moveTo>
                      <a:pt x="1012" y="347"/>
                    </a:moveTo>
                    <a:lnTo>
                      <a:pt x="1086" y="347"/>
                    </a:lnTo>
                    <a:lnTo>
                      <a:pt x="1086" y="0"/>
                    </a:lnTo>
                    <a:lnTo>
                      <a:pt x="1012" y="0"/>
                    </a:lnTo>
                    <a:lnTo>
                      <a:pt x="1012" y="347"/>
                    </a:lnTo>
                    <a:lnTo>
                      <a:pt x="1012" y="347"/>
                    </a:lnTo>
                    <a:close/>
                    <a:moveTo>
                      <a:pt x="1199" y="347"/>
                    </a:moveTo>
                    <a:lnTo>
                      <a:pt x="1217" y="347"/>
                    </a:lnTo>
                    <a:lnTo>
                      <a:pt x="1217" y="276"/>
                    </a:lnTo>
                    <a:lnTo>
                      <a:pt x="1199" y="276"/>
                    </a:lnTo>
                    <a:lnTo>
                      <a:pt x="1199" y="6"/>
                    </a:lnTo>
                    <a:lnTo>
                      <a:pt x="1125" y="6"/>
                    </a:lnTo>
                    <a:lnTo>
                      <a:pt x="1125" y="347"/>
                    </a:lnTo>
                    <a:lnTo>
                      <a:pt x="1142" y="347"/>
                    </a:lnTo>
                    <a:lnTo>
                      <a:pt x="1199" y="347"/>
                    </a:lnTo>
                    <a:lnTo>
                      <a:pt x="1199" y="347"/>
                    </a:lnTo>
                    <a:close/>
                    <a:moveTo>
                      <a:pt x="1477" y="289"/>
                    </a:moveTo>
                    <a:lnTo>
                      <a:pt x="1477" y="146"/>
                    </a:lnTo>
                    <a:lnTo>
                      <a:pt x="1431" y="146"/>
                    </a:lnTo>
                    <a:lnTo>
                      <a:pt x="1431" y="289"/>
                    </a:lnTo>
                    <a:lnTo>
                      <a:pt x="1417" y="289"/>
                    </a:lnTo>
                    <a:lnTo>
                      <a:pt x="1417" y="347"/>
                    </a:lnTo>
                    <a:lnTo>
                      <a:pt x="1480" y="347"/>
                    </a:lnTo>
                    <a:lnTo>
                      <a:pt x="1480" y="289"/>
                    </a:lnTo>
                    <a:lnTo>
                      <a:pt x="1477" y="289"/>
                    </a:lnTo>
                    <a:lnTo>
                      <a:pt x="1477" y="289"/>
                    </a:lnTo>
                    <a:close/>
                    <a:moveTo>
                      <a:pt x="1565" y="285"/>
                    </a:moveTo>
                    <a:lnTo>
                      <a:pt x="1565" y="253"/>
                    </a:lnTo>
                    <a:lnTo>
                      <a:pt x="1528" y="253"/>
                    </a:lnTo>
                    <a:lnTo>
                      <a:pt x="1528" y="285"/>
                    </a:lnTo>
                    <a:lnTo>
                      <a:pt x="1502" y="285"/>
                    </a:lnTo>
                    <a:lnTo>
                      <a:pt x="1502" y="347"/>
                    </a:lnTo>
                    <a:lnTo>
                      <a:pt x="1565" y="347"/>
                    </a:lnTo>
                    <a:lnTo>
                      <a:pt x="1565" y="314"/>
                    </a:lnTo>
                    <a:lnTo>
                      <a:pt x="1565" y="285"/>
                    </a:lnTo>
                    <a:lnTo>
                      <a:pt x="1565" y="285"/>
                    </a:lnTo>
                    <a:close/>
                    <a:moveTo>
                      <a:pt x="1568" y="347"/>
                    </a:moveTo>
                    <a:lnTo>
                      <a:pt x="1632" y="347"/>
                    </a:lnTo>
                    <a:lnTo>
                      <a:pt x="1632" y="163"/>
                    </a:lnTo>
                    <a:lnTo>
                      <a:pt x="1628" y="163"/>
                    </a:lnTo>
                    <a:lnTo>
                      <a:pt x="1628" y="155"/>
                    </a:lnTo>
                    <a:lnTo>
                      <a:pt x="1626" y="155"/>
                    </a:lnTo>
                    <a:lnTo>
                      <a:pt x="1622" y="153"/>
                    </a:lnTo>
                    <a:lnTo>
                      <a:pt x="1618" y="155"/>
                    </a:lnTo>
                    <a:lnTo>
                      <a:pt x="1616" y="155"/>
                    </a:lnTo>
                    <a:lnTo>
                      <a:pt x="1616" y="163"/>
                    </a:lnTo>
                    <a:lnTo>
                      <a:pt x="1607" y="163"/>
                    </a:lnTo>
                    <a:lnTo>
                      <a:pt x="1607" y="155"/>
                    </a:lnTo>
                    <a:lnTo>
                      <a:pt x="1605" y="155"/>
                    </a:lnTo>
                    <a:lnTo>
                      <a:pt x="1601" y="153"/>
                    </a:lnTo>
                    <a:lnTo>
                      <a:pt x="1597" y="155"/>
                    </a:lnTo>
                    <a:lnTo>
                      <a:pt x="1595" y="155"/>
                    </a:lnTo>
                    <a:lnTo>
                      <a:pt x="1595" y="163"/>
                    </a:lnTo>
                    <a:lnTo>
                      <a:pt x="1586" y="163"/>
                    </a:lnTo>
                    <a:lnTo>
                      <a:pt x="1586" y="155"/>
                    </a:lnTo>
                    <a:lnTo>
                      <a:pt x="1584" y="155"/>
                    </a:lnTo>
                    <a:lnTo>
                      <a:pt x="1580" y="153"/>
                    </a:lnTo>
                    <a:lnTo>
                      <a:pt x="1576" y="155"/>
                    </a:lnTo>
                    <a:lnTo>
                      <a:pt x="1574" y="155"/>
                    </a:lnTo>
                    <a:lnTo>
                      <a:pt x="1574" y="163"/>
                    </a:lnTo>
                    <a:lnTo>
                      <a:pt x="1568" y="163"/>
                    </a:lnTo>
                    <a:lnTo>
                      <a:pt x="1568" y="347"/>
                    </a:lnTo>
                    <a:lnTo>
                      <a:pt x="1568" y="347"/>
                    </a:lnTo>
                    <a:close/>
                    <a:moveTo>
                      <a:pt x="1750" y="180"/>
                    </a:moveTo>
                    <a:lnTo>
                      <a:pt x="1750" y="129"/>
                    </a:lnTo>
                    <a:lnTo>
                      <a:pt x="1704" y="129"/>
                    </a:lnTo>
                    <a:lnTo>
                      <a:pt x="1704" y="180"/>
                    </a:lnTo>
                    <a:lnTo>
                      <a:pt x="1683" y="180"/>
                    </a:lnTo>
                    <a:lnTo>
                      <a:pt x="1683" y="347"/>
                    </a:lnTo>
                    <a:lnTo>
                      <a:pt x="1756" y="347"/>
                    </a:lnTo>
                    <a:lnTo>
                      <a:pt x="1756" y="180"/>
                    </a:lnTo>
                    <a:lnTo>
                      <a:pt x="1750" y="180"/>
                    </a:lnTo>
                    <a:lnTo>
                      <a:pt x="1750" y="180"/>
                    </a:lnTo>
                    <a:close/>
                    <a:moveTo>
                      <a:pt x="1894" y="308"/>
                    </a:moveTo>
                    <a:lnTo>
                      <a:pt x="1894" y="278"/>
                    </a:lnTo>
                    <a:lnTo>
                      <a:pt x="1873" y="278"/>
                    </a:lnTo>
                    <a:lnTo>
                      <a:pt x="1873" y="308"/>
                    </a:lnTo>
                    <a:lnTo>
                      <a:pt x="1869" y="308"/>
                    </a:lnTo>
                    <a:lnTo>
                      <a:pt x="1869" y="285"/>
                    </a:lnTo>
                    <a:lnTo>
                      <a:pt x="1848" y="285"/>
                    </a:lnTo>
                    <a:lnTo>
                      <a:pt x="1848" y="308"/>
                    </a:lnTo>
                    <a:lnTo>
                      <a:pt x="1840" y="308"/>
                    </a:lnTo>
                    <a:lnTo>
                      <a:pt x="1840" y="335"/>
                    </a:lnTo>
                    <a:lnTo>
                      <a:pt x="1911" y="335"/>
                    </a:lnTo>
                    <a:lnTo>
                      <a:pt x="1911" y="308"/>
                    </a:lnTo>
                    <a:lnTo>
                      <a:pt x="1894" y="308"/>
                    </a:lnTo>
                    <a:lnTo>
                      <a:pt x="1894" y="308"/>
                    </a:lnTo>
                    <a:close/>
                  </a:path>
                </a:pathLst>
              </a:custGeom>
              <a:solidFill>
                <a:schemeClr val="bg1">
                  <a:lumMod val="85000"/>
                  <a:alpha val="19000"/>
                </a:schemeClr>
              </a:solidFill>
              <a:ln>
                <a:noFill/>
              </a:ln>
            </p:spPr>
            <p:txBody>
              <a:bodyPr vert="horz" wrap="square" lIns="91440" tIns="45720" rIns="91440" bIns="45720" numCol="1" anchor="t" anchorCtr="0" compatLnSpc="1">
                <a:normAutofit/>
              </a:bodyPr>
              <a:lstStyle/>
              <a:p>
                <a:endParaRPr lang="en-US">
                  <a:cs typeface="+mn-ea"/>
                  <a:sym typeface="+mn-lt"/>
                </a:endParaRPr>
              </a:p>
            </p:txBody>
          </p:sp>
        </p:grpSp>
        <p:grpSp>
          <p:nvGrpSpPr>
            <p:cNvPr id="230" name="组合 229"/>
            <p:cNvGrpSpPr/>
            <p:nvPr/>
          </p:nvGrpSpPr>
          <p:grpSpPr>
            <a:xfrm>
              <a:off x="660400" y="2352486"/>
              <a:ext cx="2304976" cy="2559428"/>
              <a:chOff x="660400" y="2352486"/>
              <a:chExt cx="2304976" cy="2559428"/>
            </a:xfrm>
          </p:grpSpPr>
          <p:sp>
            <p:nvSpPr>
              <p:cNvPr id="253" name="矩形: 圆角 252"/>
              <p:cNvSpPr/>
              <p:nvPr/>
            </p:nvSpPr>
            <p:spPr>
              <a:xfrm>
                <a:off x="660400" y="2352486"/>
                <a:ext cx="2304976" cy="2559428"/>
              </a:xfrm>
              <a:prstGeom prst="roundRect">
                <a:avLst>
                  <a:gd name="adj" fmla="val 4144"/>
                </a:avLst>
              </a:prstGeom>
              <a:solidFill>
                <a:schemeClr val="bg1"/>
              </a:solidFill>
              <a:ln w="3175">
                <a:noFill/>
                <a:prstDash val="solid"/>
                <a:round/>
              </a:ln>
              <a:effectLst>
                <a:outerShdw blurRad="63500" sx="102000" sy="102000" algn="ctr"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i="1">
                  <a:solidFill>
                    <a:schemeClr val="tx1"/>
                  </a:solidFill>
                  <a:cs typeface="+mn-ea"/>
                  <a:sym typeface="+mn-lt"/>
                </a:endParaRPr>
              </a:p>
            </p:txBody>
          </p:sp>
          <p:grpSp>
            <p:nvGrpSpPr>
              <p:cNvPr id="254" name="组合 253"/>
              <p:cNvGrpSpPr/>
              <p:nvPr/>
            </p:nvGrpSpPr>
            <p:grpSpPr>
              <a:xfrm>
                <a:off x="812359" y="2747920"/>
                <a:ext cx="2001059" cy="1768560"/>
                <a:chOff x="812359" y="2772238"/>
                <a:chExt cx="2001059" cy="1768560"/>
              </a:xfrm>
            </p:grpSpPr>
            <p:sp>
              <p:nvSpPr>
                <p:cNvPr id="257" name="椭圆 256"/>
                <p:cNvSpPr/>
                <p:nvPr/>
              </p:nvSpPr>
              <p:spPr>
                <a:xfrm>
                  <a:off x="1490159" y="2772238"/>
                  <a:ext cx="645459" cy="645459"/>
                </a:xfrm>
                <a:prstGeom prst="ellipse">
                  <a:avLst/>
                </a:prstGeom>
                <a:solidFill>
                  <a:schemeClr val="accent1"/>
                </a:solidFill>
                <a:ln w="28575" cap="rnd">
                  <a:solidFill>
                    <a:schemeClr val="bg1">
                      <a:lumMod val="9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cs typeface="+mn-ea"/>
                    <a:sym typeface="+mn-lt"/>
                  </a:endParaRPr>
                </a:p>
              </p:txBody>
            </p:sp>
            <p:sp>
              <p:nvSpPr>
                <p:cNvPr id="256" name="矩形 255"/>
                <p:cNvSpPr/>
                <p:nvPr/>
              </p:nvSpPr>
              <p:spPr bwMode="auto">
                <a:xfrm>
                  <a:off x="812359" y="3540329"/>
                  <a:ext cx="2001059" cy="1000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50000"/>
                    </a:lnSpc>
                  </a:pPr>
                  <a:r>
                    <a:rPr lang="zh-CN" altLang="en-US" b="1" dirty="0">
                      <a:cs typeface="+mn-ea"/>
                      <a:sym typeface="+mn-lt"/>
                    </a:rPr>
                    <a:t>更</a:t>
                  </a:r>
                  <a:r>
                    <a:rPr lang="zh-CN" altLang="en-US" b="1" dirty="0">
                      <a:solidFill>
                        <a:srgbClr val="124582"/>
                      </a:solidFill>
                      <a:cs typeface="+mn-ea"/>
                      <a:sym typeface="+mn-lt"/>
                    </a:rPr>
                    <a:t>复杂</a:t>
                  </a:r>
                  <a:r>
                    <a:rPr lang="zh-CN" altLang="en-US" b="1" dirty="0">
                      <a:cs typeface="+mn-ea"/>
                      <a:sym typeface="+mn-lt"/>
                    </a:rPr>
                    <a:t>的</a:t>
                  </a:r>
                  <a:endParaRPr lang="en-US" altLang="zh-CN" b="1" dirty="0">
                    <a:cs typeface="+mn-ea"/>
                    <a:sym typeface="+mn-lt"/>
                  </a:endParaRPr>
                </a:p>
                <a:p>
                  <a:pPr algn="ctr">
                    <a:lnSpc>
                      <a:spcPct val="150000"/>
                    </a:lnSpc>
                  </a:pPr>
                  <a:r>
                    <a:rPr lang="zh-CN" altLang="en-US" b="1" dirty="0">
                      <a:cs typeface="+mn-ea"/>
                      <a:sym typeface="+mn-lt"/>
                    </a:rPr>
                    <a:t>课程管理系统</a:t>
                  </a:r>
                  <a:endParaRPr lang="en-US" altLang="zh-CN" b="1" dirty="0">
                    <a:cs typeface="+mn-ea"/>
                    <a:sym typeface="+mn-lt"/>
                  </a:endParaRPr>
                </a:p>
              </p:txBody>
            </p:sp>
          </p:grpSp>
        </p:grpSp>
        <p:sp>
          <p:nvSpPr>
            <p:cNvPr id="231" name="矩形 230"/>
            <p:cNvSpPr/>
            <p:nvPr/>
          </p:nvSpPr>
          <p:spPr>
            <a:xfrm>
              <a:off x="4247021" y="1130300"/>
              <a:ext cx="3685258" cy="680571"/>
            </a:xfrm>
            <a:prstGeom prst="rect">
              <a:avLst/>
            </a:prstGeom>
            <a:noFill/>
            <a:ln w="381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en-US"/>
              </a:defPPr>
              <a:lvl1pPr marL="0" algn="l" defTabSz="609600" rtl="0" eaLnBrk="1" latinLnBrk="0" hangingPunct="1">
                <a:defRPr sz="2400" kern="1200">
                  <a:solidFill>
                    <a:schemeClr val="lt1"/>
                  </a:solidFill>
                </a:defRPr>
              </a:lvl1pPr>
              <a:lvl2pPr marL="609600" algn="l" defTabSz="609600" rtl="0" eaLnBrk="1" latinLnBrk="0" hangingPunct="1">
                <a:defRPr sz="2400" kern="1200">
                  <a:solidFill>
                    <a:schemeClr val="lt1"/>
                  </a:solidFill>
                </a:defRPr>
              </a:lvl2pPr>
              <a:lvl3pPr marL="1219200" algn="l" defTabSz="609600" rtl="0" eaLnBrk="1" latinLnBrk="0" hangingPunct="1">
                <a:defRPr sz="2400" kern="1200">
                  <a:solidFill>
                    <a:schemeClr val="lt1"/>
                  </a:solidFill>
                </a:defRPr>
              </a:lvl3pPr>
              <a:lvl4pPr marL="1828800" algn="l" defTabSz="609600" rtl="0" eaLnBrk="1" latinLnBrk="0" hangingPunct="1">
                <a:defRPr sz="2400" kern="1200">
                  <a:solidFill>
                    <a:schemeClr val="lt1"/>
                  </a:solidFill>
                </a:defRPr>
              </a:lvl4pPr>
              <a:lvl5pPr marL="2438400" algn="l" defTabSz="609600" rtl="0" eaLnBrk="1" latinLnBrk="0" hangingPunct="1">
                <a:defRPr sz="2400" kern="1200">
                  <a:solidFill>
                    <a:schemeClr val="lt1"/>
                  </a:solidFill>
                </a:defRPr>
              </a:lvl5pPr>
              <a:lvl6pPr marL="3048000" algn="l" defTabSz="609600" rtl="0" eaLnBrk="1" latinLnBrk="0" hangingPunct="1">
                <a:defRPr sz="2400" kern="1200">
                  <a:solidFill>
                    <a:schemeClr val="lt1"/>
                  </a:solidFill>
                </a:defRPr>
              </a:lvl6pPr>
              <a:lvl7pPr marL="3657600" algn="l" defTabSz="609600" rtl="0" eaLnBrk="1" latinLnBrk="0" hangingPunct="1">
                <a:defRPr sz="2400" kern="1200">
                  <a:solidFill>
                    <a:schemeClr val="lt1"/>
                  </a:solidFill>
                </a:defRPr>
              </a:lvl7pPr>
              <a:lvl8pPr marL="4267200" algn="l" defTabSz="609600" rtl="0" eaLnBrk="1" latinLnBrk="0" hangingPunct="1">
                <a:defRPr sz="2400" kern="1200">
                  <a:solidFill>
                    <a:schemeClr val="lt1"/>
                  </a:solidFill>
                </a:defRPr>
              </a:lvl8pPr>
              <a:lvl9pPr marL="4876800" algn="l" defTabSz="609600" rtl="0" eaLnBrk="1" latinLnBrk="0" hangingPunct="1">
                <a:defRPr sz="2400" kern="1200">
                  <a:solidFill>
                    <a:schemeClr val="lt1"/>
                  </a:solidFill>
                </a:defRPr>
              </a:lvl9pPr>
            </a:lstStyle>
            <a:p>
              <a:pPr algn="ctr"/>
              <a:r>
                <a:rPr lang="zh-CN" altLang="en-US" b="1" dirty="0">
                  <a:solidFill>
                    <a:schemeClr val="tx1"/>
                  </a:solidFill>
                  <a:cs typeface="+mn-ea"/>
                  <a:sym typeface="+mn-lt"/>
                </a:rPr>
                <a:t>项目改进方向</a:t>
              </a:r>
              <a:endParaRPr lang="id-ID" altLang="zh-CN" b="1" dirty="0">
                <a:solidFill>
                  <a:schemeClr val="tx1"/>
                </a:solidFill>
                <a:cs typeface="+mn-ea"/>
                <a:sym typeface="+mn-lt"/>
              </a:endParaRPr>
            </a:p>
          </p:txBody>
        </p:sp>
        <p:grpSp>
          <p:nvGrpSpPr>
            <p:cNvPr id="232" name="组合 231"/>
            <p:cNvGrpSpPr/>
            <p:nvPr/>
          </p:nvGrpSpPr>
          <p:grpSpPr>
            <a:xfrm>
              <a:off x="3511575" y="2352486"/>
              <a:ext cx="2304976" cy="2559428"/>
              <a:chOff x="660400" y="2352486"/>
              <a:chExt cx="2304976" cy="2559428"/>
            </a:xfrm>
          </p:grpSpPr>
          <p:sp>
            <p:nvSpPr>
              <p:cNvPr id="247" name="矩形: 圆角 246"/>
              <p:cNvSpPr/>
              <p:nvPr/>
            </p:nvSpPr>
            <p:spPr>
              <a:xfrm>
                <a:off x="660400" y="2352486"/>
                <a:ext cx="2304976" cy="2559428"/>
              </a:xfrm>
              <a:prstGeom prst="roundRect">
                <a:avLst>
                  <a:gd name="adj" fmla="val 4144"/>
                </a:avLst>
              </a:prstGeom>
              <a:solidFill>
                <a:schemeClr val="bg1"/>
              </a:solidFill>
              <a:ln w="3175">
                <a:noFill/>
                <a:prstDash val="solid"/>
                <a:round/>
              </a:ln>
              <a:effectLst>
                <a:outerShdw blurRad="63500" sx="102000" sy="102000" algn="ctr"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i="1">
                  <a:solidFill>
                    <a:schemeClr val="tx1"/>
                  </a:solidFill>
                  <a:cs typeface="+mn-ea"/>
                  <a:sym typeface="+mn-lt"/>
                </a:endParaRPr>
              </a:p>
            </p:txBody>
          </p:sp>
          <p:grpSp>
            <p:nvGrpSpPr>
              <p:cNvPr id="248" name="组合 247"/>
              <p:cNvGrpSpPr/>
              <p:nvPr/>
            </p:nvGrpSpPr>
            <p:grpSpPr>
              <a:xfrm>
                <a:off x="812359" y="2747920"/>
                <a:ext cx="2001059" cy="1870756"/>
                <a:chOff x="812359" y="2772238"/>
                <a:chExt cx="2001059" cy="1870756"/>
              </a:xfrm>
            </p:grpSpPr>
            <p:sp>
              <p:nvSpPr>
                <p:cNvPr id="251" name="椭圆 250"/>
                <p:cNvSpPr/>
                <p:nvPr/>
              </p:nvSpPr>
              <p:spPr>
                <a:xfrm>
                  <a:off x="1490159" y="2772238"/>
                  <a:ext cx="645459" cy="645459"/>
                </a:xfrm>
                <a:prstGeom prst="ellipse">
                  <a:avLst/>
                </a:prstGeom>
                <a:solidFill>
                  <a:schemeClr val="accent2"/>
                </a:solidFill>
                <a:ln w="28575" cap="rnd">
                  <a:solidFill>
                    <a:schemeClr val="bg1">
                      <a:lumMod val="9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cs typeface="+mn-ea"/>
                    <a:sym typeface="+mn-lt"/>
                  </a:endParaRPr>
                </a:p>
              </p:txBody>
            </p:sp>
            <p:sp>
              <p:nvSpPr>
                <p:cNvPr id="250" name="矩形 249"/>
                <p:cNvSpPr/>
                <p:nvPr/>
              </p:nvSpPr>
              <p:spPr bwMode="auto">
                <a:xfrm>
                  <a:off x="812359" y="3540329"/>
                  <a:ext cx="2001059" cy="1102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50000"/>
                    </a:lnSpc>
                  </a:pPr>
                  <a:r>
                    <a:rPr lang="zh-CN" altLang="en-US" b="1" dirty="0">
                      <a:cs typeface="+mn-ea"/>
                      <a:sym typeface="+mn-lt"/>
                    </a:rPr>
                    <a:t>扩展</a:t>
                  </a:r>
                  <a:r>
                    <a:rPr lang="zh-CN" altLang="en-US" b="1" dirty="0">
                      <a:solidFill>
                        <a:srgbClr val="124582"/>
                      </a:solidFill>
                      <a:cs typeface="+mn-ea"/>
                      <a:sym typeface="+mn-lt"/>
                    </a:rPr>
                    <a:t>在线</a:t>
                  </a:r>
                  <a:endParaRPr lang="en-US" altLang="zh-CN" b="1" dirty="0">
                    <a:solidFill>
                      <a:srgbClr val="124582"/>
                    </a:solidFill>
                    <a:cs typeface="+mn-ea"/>
                    <a:sym typeface="+mn-lt"/>
                  </a:endParaRPr>
                </a:p>
                <a:p>
                  <a:pPr algn="ctr">
                    <a:lnSpc>
                      <a:spcPct val="150000"/>
                    </a:lnSpc>
                  </a:pPr>
                  <a:r>
                    <a:rPr lang="zh-CN" altLang="en-US" b="1" dirty="0">
                      <a:cs typeface="+mn-ea"/>
                      <a:sym typeface="+mn-lt"/>
                    </a:rPr>
                    <a:t>学习管理系统</a:t>
                  </a:r>
                  <a:endParaRPr lang="en-US" altLang="zh-CN" b="1" dirty="0">
                    <a:cs typeface="+mn-ea"/>
                    <a:sym typeface="+mn-lt"/>
                  </a:endParaRPr>
                </a:p>
              </p:txBody>
            </p:sp>
          </p:grpSp>
        </p:grpSp>
        <p:grpSp>
          <p:nvGrpSpPr>
            <p:cNvPr id="233" name="组合 232"/>
            <p:cNvGrpSpPr/>
            <p:nvPr/>
          </p:nvGrpSpPr>
          <p:grpSpPr>
            <a:xfrm>
              <a:off x="6362750" y="2352486"/>
              <a:ext cx="2304976" cy="2559428"/>
              <a:chOff x="660400" y="2352486"/>
              <a:chExt cx="2304976" cy="2559428"/>
            </a:xfrm>
          </p:grpSpPr>
          <p:sp>
            <p:nvSpPr>
              <p:cNvPr id="241" name="矩形: 圆角 240"/>
              <p:cNvSpPr/>
              <p:nvPr/>
            </p:nvSpPr>
            <p:spPr>
              <a:xfrm>
                <a:off x="660400" y="2352486"/>
                <a:ext cx="2304976" cy="2559428"/>
              </a:xfrm>
              <a:prstGeom prst="roundRect">
                <a:avLst>
                  <a:gd name="adj" fmla="val 4144"/>
                </a:avLst>
              </a:prstGeom>
              <a:solidFill>
                <a:schemeClr val="bg1"/>
              </a:solidFill>
              <a:ln w="3175">
                <a:noFill/>
                <a:prstDash val="solid"/>
                <a:round/>
              </a:ln>
              <a:effectLst>
                <a:outerShdw blurRad="63500" sx="102000" sy="102000" algn="ctr"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i="1">
                  <a:solidFill>
                    <a:schemeClr val="tx1"/>
                  </a:solidFill>
                  <a:cs typeface="+mn-ea"/>
                  <a:sym typeface="+mn-lt"/>
                </a:endParaRPr>
              </a:p>
            </p:txBody>
          </p:sp>
          <p:grpSp>
            <p:nvGrpSpPr>
              <p:cNvPr id="242" name="组合 241"/>
              <p:cNvGrpSpPr/>
              <p:nvPr/>
            </p:nvGrpSpPr>
            <p:grpSpPr>
              <a:xfrm>
                <a:off x="812359" y="2747920"/>
                <a:ext cx="2001059" cy="1768560"/>
                <a:chOff x="812359" y="2772238"/>
                <a:chExt cx="2001059" cy="1768560"/>
              </a:xfrm>
            </p:grpSpPr>
            <p:grpSp>
              <p:nvGrpSpPr>
                <p:cNvPr id="243" name="组合 242"/>
                <p:cNvGrpSpPr/>
                <p:nvPr/>
              </p:nvGrpSpPr>
              <p:grpSpPr>
                <a:xfrm>
                  <a:off x="1490159" y="2772238"/>
                  <a:ext cx="645459" cy="645459"/>
                  <a:chOff x="2312894" y="4867835"/>
                  <a:chExt cx="645459" cy="645459"/>
                </a:xfrm>
              </p:grpSpPr>
              <p:sp>
                <p:nvSpPr>
                  <p:cNvPr id="245" name="椭圆 244"/>
                  <p:cNvSpPr/>
                  <p:nvPr/>
                </p:nvSpPr>
                <p:spPr>
                  <a:xfrm>
                    <a:off x="2312894" y="4867835"/>
                    <a:ext cx="645459" cy="645459"/>
                  </a:xfrm>
                  <a:prstGeom prst="ellipse">
                    <a:avLst/>
                  </a:prstGeom>
                  <a:solidFill>
                    <a:schemeClr val="accent3"/>
                  </a:solidFill>
                  <a:ln w="28575" cap="rnd">
                    <a:solidFill>
                      <a:schemeClr val="bg1">
                        <a:lumMod val="9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cs typeface="+mn-ea"/>
                      <a:sym typeface="+mn-lt"/>
                    </a:endParaRPr>
                  </a:p>
                </p:txBody>
              </p:sp>
              <p:sp>
                <p:nvSpPr>
                  <p:cNvPr id="246" name="任意多边形: 形状 245"/>
                  <p:cNvSpPr/>
                  <p:nvPr/>
                </p:nvSpPr>
                <p:spPr>
                  <a:xfrm>
                    <a:off x="2483221" y="5074157"/>
                    <a:ext cx="304804" cy="232812"/>
                  </a:xfrm>
                  <a:custGeom>
                    <a:avLst/>
                    <a:gdLst>
                      <a:gd name="connsiteX0" fmla="*/ 485230 w 574281"/>
                      <a:gd name="connsiteY0" fmla="*/ 162077 h 438642"/>
                      <a:gd name="connsiteX1" fmla="*/ 574281 w 574281"/>
                      <a:gd name="connsiteY1" fmla="*/ 282448 h 438642"/>
                      <a:gd name="connsiteX2" fmla="*/ 532628 w 574281"/>
                      <a:gd name="connsiteY2" fmla="*/ 371292 h 438642"/>
                      <a:gd name="connsiteX3" fmla="*/ 545555 w 574281"/>
                      <a:gd name="connsiteY3" fmla="*/ 438642 h 438642"/>
                      <a:gd name="connsiteX4" fmla="*/ 480921 w 574281"/>
                      <a:gd name="connsiteY4" fmla="*/ 404251 h 438642"/>
                      <a:gd name="connsiteX5" fmla="*/ 393306 w 574281"/>
                      <a:gd name="connsiteY5" fmla="*/ 421446 h 438642"/>
                      <a:gd name="connsiteX6" fmla="*/ 266910 w 574281"/>
                      <a:gd name="connsiteY6" fmla="*/ 382756 h 438642"/>
                      <a:gd name="connsiteX7" fmla="*/ 312872 w 574281"/>
                      <a:gd name="connsiteY7" fmla="*/ 377024 h 438642"/>
                      <a:gd name="connsiteX8" fmla="*/ 393306 w 574281"/>
                      <a:gd name="connsiteY8" fmla="*/ 392787 h 438642"/>
                      <a:gd name="connsiteX9" fmla="*/ 505338 w 574281"/>
                      <a:gd name="connsiteY9" fmla="*/ 358395 h 438642"/>
                      <a:gd name="connsiteX10" fmla="*/ 546991 w 574281"/>
                      <a:gd name="connsiteY10" fmla="*/ 282448 h 438642"/>
                      <a:gd name="connsiteX11" fmla="*/ 505338 w 574281"/>
                      <a:gd name="connsiteY11" fmla="*/ 206500 h 438642"/>
                      <a:gd name="connsiteX12" fmla="*/ 489539 w 574281"/>
                      <a:gd name="connsiteY12" fmla="*/ 196469 h 438642"/>
                      <a:gd name="connsiteX13" fmla="*/ 485230 w 574281"/>
                      <a:gd name="connsiteY13" fmla="*/ 162077 h 438642"/>
                      <a:gd name="connsiteX14" fmla="*/ 347379 w 574281"/>
                      <a:gd name="connsiteY14" fmla="*/ 143322 h 438642"/>
                      <a:gd name="connsiteX15" fmla="*/ 312928 w 574281"/>
                      <a:gd name="connsiteY15" fmla="*/ 177719 h 438642"/>
                      <a:gd name="connsiteX16" fmla="*/ 347379 w 574281"/>
                      <a:gd name="connsiteY16" fmla="*/ 212117 h 438642"/>
                      <a:gd name="connsiteX17" fmla="*/ 381830 w 574281"/>
                      <a:gd name="connsiteY17" fmla="*/ 177719 h 438642"/>
                      <a:gd name="connsiteX18" fmla="*/ 347379 w 574281"/>
                      <a:gd name="connsiteY18" fmla="*/ 143322 h 438642"/>
                      <a:gd name="connsiteX19" fmla="*/ 235414 w 574281"/>
                      <a:gd name="connsiteY19" fmla="*/ 143322 h 438642"/>
                      <a:gd name="connsiteX20" fmla="*/ 200963 w 574281"/>
                      <a:gd name="connsiteY20" fmla="*/ 177719 h 438642"/>
                      <a:gd name="connsiteX21" fmla="*/ 235414 w 574281"/>
                      <a:gd name="connsiteY21" fmla="*/ 212117 h 438642"/>
                      <a:gd name="connsiteX22" fmla="*/ 269865 w 574281"/>
                      <a:gd name="connsiteY22" fmla="*/ 177719 h 438642"/>
                      <a:gd name="connsiteX23" fmla="*/ 235414 w 574281"/>
                      <a:gd name="connsiteY23" fmla="*/ 143322 h 438642"/>
                      <a:gd name="connsiteX24" fmla="*/ 124884 w 574281"/>
                      <a:gd name="connsiteY24" fmla="*/ 143322 h 438642"/>
                      <a:gd name="connsiteX25" fmla="*/ 90433 w 574281"/>
                      <a:gd name="connsiteY25" fmla="*/ 177719 h 438642"/>
                      <a:gd name="connsiteX26" fmla="*/ 124884 w 574281"/>
                      <a:gd name="connsiteY26" fmla="*/ 212117 h 438642"/>
                      <a:gd name="connsiteX27" fmla="*/ 159335 w 574281"/>
                      <a:gd name="connsiteY27" fmla="*/ 177719 h 438642"/>
                      <a:gd name="connsiteX28" fmla="*/ 124884 w 574281"/>
                      <a:gd name="connsiteY28" fmla="*/ 143322 h 438642"/>
                      <a:gd name="connsiteX29" fmla="*/ 235414 w 574281"/>
                      <a:gd name="connsiteY29" fmla="*/ 0 h 438642"/>
                      <a:gd name="connsiteX30" fmla="*/ 466522 w 574281"/>
                      <a:gd name="connsiteY30" fmla="*/ 143322 h 438642"/>
                      <a:gd name="connsiteX31" fmla="*/ 470828 w 574281"/>
                      <a:gd name="connsiteY31" fmla="*/ 177719 h 438642"/>
                      <a:gd name="connsiteX32" fmla="*/ 470828 w 574281"/>
                      <a:gd name="connsiteY32" fmla="*/ 182019 h 438642"/>
                      <a:gd name="connsiteX33" fmla="*/ 294268 w 574281"/>
                      <a:gd name="connsiteY33" fmla="*/ 358305 h 438642"/>
                      <a:gd name="connsiteX34" fmla="*/ 248333 w 574281"/>
                      <a:gd name="connsiteY34" fmla="*/ 362605 h 438642"/>
                      <a:gd name="connsiteX35" fmla="*/ 235414 w 574281"/>
                      <a:gd name="connsiteY35" fmla="*/ 364038 h 438642"/>
                      <a:gd name="connsiteX36" fmla="*/ 122013 w 574281"/>
                      <a:gd name="connsiteY36" fmla="*/ 341106 h 438642"/>
                      <a:gd name="connsiteX37" fmla="*/ 35886 w 574281"/>
                      <a:gd name="connsiteY37" fmla="*/ 385536 h 438642"/>
                      <a:gd name="connsiteX38" fmla="*/ 53112 w 574281"/>
                      <a:gd name="connsiteY38" fmla="*/ 298110 h 438642"/>
                      <a:gd name="connsiteX39" fmla="*/ 0 w 574281"/>
                      <a:gd name="connsiteY39" fmla="*/ 182019 h 438642"/>
                      <a:gd name="connsiteX40" fmla="*/ 235414 w 574281"/>
                      <a:gd name="connsiteY40" fmla="*/ 0 h 438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4281" h="438642">
                        <a:moveTo>
                          <a:pt x="485230" y="162077"/>
                        </a:moveTo>
                        <a:cubicBezTo>
                          <a:pt x="538373" y="186438"/>
                          <a:pt x="574281" y="230860"/>
                          <a:pt x="574281" y="282448"/>
                        </a:cubicBezTo>
                        <a:cubicBezTo>
                          <a:pt x="574281" y="315406"/>
                          <a:pt x="558482" y="346932"/>
                          <a:pt x="532628" y="371292"/>
                        </a:cubicBezTo>
                        <a:lnTo>
                          <a:pt x="545555" y="438642"/>
                        </a:lnTo>
                        <a:lnTo>
                          <a:pt x="480921" y="404251"/>
                        </a:lnTo>
                        <a:cubicBezTo>
                          <a:pt x="455067" y="415715"/>
                          <a:pt x="424905" y="421446"/>
                          <a:pt x="393306" y="421446"/>
                        </a:cubicBezTo>
                        <a:cubicBezTo>
                          <a:pt x="344471" y="421446"/>
                          <a:pt x="299945" y="407117"/>
                          <a:pt x="266910" y="382756"/>
                        </a:cubicBezTo>
                        <a:cubicBezTo>
                          <a:pt x="282710" y="381323"/>
                          <a:pt x="298509" y="379890"/>
                          <a:pt x="312872" y="377024"/>
                        </a:cubicBezTo>
                        <a:cubicBezTo>
                          <a:pt x="337289" y="387055"/>
                          <a:pt x="364579" y="392787"/>
                          <a:pt x="393306" y="392787"/>
                        </a:cubicBezTo>
                        <a:cubicBezTo>
                          <a:pt x="436395" y="392787"/>
                          <a:pt x="475175" y="379890"/>
                          <a:pt x="505338" y="358395"/>
                        </a:cubicBezTo>
                        <a:cubicBezTo>
                          <a:pt x="532628" y="336901"/>
                          <a:pt x="546991" y="309674"/>
                          <a:pt x="546991" y="282448"/>
                        </a:cubicBezTo>
                        <a:cubicBezTo>
                          <a:pt x="546991" y="255221"/>
                          <a:pt x="532628" y="227994"/>
                          <a:pt x="505338" y="206500"/>
                        </a:cubicBezTo>
                        <a:cubicBezTo>
                          <a:pt x="501029" y="203634"/>
                          <a:pt x="495284" y="199335"/>
                          <a:pt x="489539" y="196469"/>
                        </a:cubicBezTo>
                        <a:cubicBezTo>
                          <a:pt x="489539" y="185005"/>
                          <a:pt x="488102" y="173541"/>
                          <a:pt x="485230" y="162077"/>
                        </a:cubicBezTo>
                        <a:close/>
                        <a:moveTo>
                          <a:pt x="347379" y="143322"/>
                        </a:moveTo>
                        <a:cubicBezTo>
                          <a:pt x="327283" y="143322"/>
                          <a:pt x="312928" y="159088"/>
                          <a:pt x="312928" y="177719"/>
                        </a:cubicBezTo>
                        <a:cubicBezTo>
                          <a:pt x="312928" y="196351"/>
                          <a:pt x="327283" y="212117"/>
                          <a:pt x="347379" y="212117"/>
                        </a:cubicBezTo>
                        <a:cubicBezTo>
                          <a:pt x="366040" y="212117"/>
                          <a:pt x="381830" y="196351"/>
                          <a:pt x="381830" y="177719"/>
                        </a:cubicBezTo>
                        <a:cubicBezTo>
                          <a:pt x="381830" y="159088"/>
                          <a:pt x="366040" y="143322"/>
                          <a:pt x="347379" y="143322"/>
                        </a:cubicBezTo>
                        <a:close/>
                        <a:moveTo>
                          <a:pt x="235414" y="143322"/>
                        </a:moveTo>
                        <a:cubicBezTo>
                          <a:pt x="216753" y="143322"/>
                          <a:pt x="200963" y="159088"/>
                          <a:pt x="200963" y="177719"/>
                        </a:cubicBezTo>
                        <a:cubicBezTo>
                          <a:pt x="200963" y="196351"/>
                          <a:pt x="216753" y="212117"/>
                          <a:pt x="235414" y="212117"/>
                        </a:cubicBezTo>
                        <a:cubicBezTo>
                          <a:pt x="254075" y="212117"/>
                          <a:pt x="269865" y="196351"/>
                          <a:pt x="269865" y="177719"/>
                        </a:cubicBezTo>
                        <a:cubicBezTo>
                          <a:pt x="269865" y="159088"/>
                          <a:pt x="254075" y="143322"/>
                          <a:pt x="235414" y="143322"/>
                        </a:cubicBezTo>
                        <a:close/>
                        <a:moveTo>
                          <a:pt x="124884" y="143322"/>
                        </a:moveTo>
                        <a:cubicBezTo>
                          <a:pt x="106223" y="143322"/>
                          <a:pt x="90433" y="159088"/>
                          <a:pt x="90433" y="177719"/>
                        </a:cubicBezTo>
                        <a:cubicBezTo>
                          <a:pt x="90433" y="196351"/>
                          <a:pt x="106223" y="212117"/>
                          <a:pt x="124884" y="212117"/>
                        </a:cubicBezTo>
                        <a:cubicBezTo>
                          <a:pt x="143545" y="212117"/>
                          <a:pt x="159335" y="196351"/>
                          <a:pt x="159335" y="177719"/>
                        </a:cubicBezTo>
                        <a:cubicBezTo>
                          <a:pt x="159335" y="159088"/>
                          <a:pt x="143545" y="143322"/>
                          <a:pt x="124884" y="143322"/>
                        </a:cubicBezTo>
                        <a:close/>
                        <a:moveTo>
                          <a:pt x="235414" y="0"/>
                        </a:moveTo>
                        <a:cubicBezTo>
                          <a:pt x="348815" y="0"/>
                          <a:pt x="443555" y="61629"/>
                          <a:pt x="466522" y="143322"/>
                        </a:cubicBezTo>
                        <a:cubicBezTo>
                          <a:pt x="469393" y="154788"/>
                          <a:pt x="470828" y="166254"/>
                          <a:pt x="470828" y="177719"/>
                        </a:cubicBezTo>
                        <a:cubicBezTo>
                          <a:pt x="470828" y="179153"/>
                          <a:pt x="470828" y="180586"/>
                          <a:pt x="470828" y="182019"/>
                        </a:cubicBezTo>
                        <a:cubicBezTo>
                          <a:pt x="470828" y="266579"/>
                          <a:pt x="396185" y="338240"/>
                          <a:pt x="294268" y="358305"/>
                        </a:cubicBezTo>
                        <a:cubicBezTo>
                          <a:pt x="279913" y="361172"/>
                          <a:pt x="264123" y="362605"/>
                          <a:pt x="248333" y="362605"/>
                        </a:cubicBezTo>
                        <a:cubicBezTo>
                          <a:pt x="244027" y="364038"/>
                          <a:pt x="239720" y="364038"/>
                          <a:pt x="235414" y="364038"/>
                        </a:cubicBezTo>
                        <a:cubicBezTo>
                          <a:pt x="195221" y="364038"/>
                          <a:pt x="156464" y="355439"/>
                          <a:pt x="122013" y="341106"/>
                        </a:cubicBezTo>
                        <a:lnTo>
                          <a:pt x="35886" y="385536"/>
                        </a:lnTo>
                        <a:lnTo>
                          <a:pt x="53112" y="298110"/>
                        </a:lnTo>
                        <a:cubicBezTo>
                          <a:pt x="20096" y="266579"/>
                          <a:pt x="0" y="226449"/>
                          <a:pt x="0" y="182019"/>
                        </a:cubicBezTo>
                        <a:cubicBezTo>
                          <a:pt x="0" y="81694"/>
                          <a:pt x="106223" y="0"/>
                          <a:pt x="235414" y="0"/>
                        </a:cubicBezTo>
                        <a:close/>
                      </a:path>
                    </a:pathLst>
                  </a:custGeom>
                  <a:solidFill>
                    <a:schemeClr val="bg1"/>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cs typeface="+mn-ea"/>
                      <a:sym typeface="+mn-lt"/>
                    </a:endParaRPr>
                  </a:p>
                </p:txBody>
              </p:sp>
            </p:grpSp>
            <p:sp>
              <p:nvSpPr>
                <p:cNvPr id="244" name="矩形 243"/>
                <p:cNvSpPr/>
                <p:nvPr/>
              </p:nvSpPr>
              <p:spPr bwMode="auto">
                <a:xfrm>
                  <a:off x="812359" y="3540329"/>
                  <a:ext cx="2001059" cy="1000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50000"/>
                    </a:lnSpc>
                  </a:pPr>
                  <a:r>
                    <a:rPr lang="zh-CN" altLang="en-US" b="1" dirty="0">
                      <a:cs typeface="+mn-ea"/>
                      <a:sym typeface="+mn-lt"/>
                    </a:rPr>
                    <a:t>更</a:t>
                  </a:r>
                  <a:r>
                    <a:rPr lang="zh-CN" altLang="en-US" b="1" dirty="0">
                      <a:solidFill>
                        <a:srgbClr val="124582"/>
                      </a:solidFill>
                      <a:cs typeface="+mn-ea"/>
                      <a:sym typeface="+mn-lt"/>
                    </a:rPr>
                    <a:t>全面</a:t>
                  </a:r>
                  <a:r>
                    <a:rPr lang="zh-CN" altLang="en-US" b="1" dirty="0">
                      <a:cs typeface="+mn-ea"/>
                      <a:sym typeface="+mn-lt"/>
                    </a:rPr>
                    <a:t>的</a:t>
                  </a:r>
                  <a:endParaRPr lang="en-US" altLang="zh-CN" b="1" dirty="0">
                    <a:cs typeface="+mn-ea"/>
                    <a:sym typeface="+mn-lt"/>
                  </a:endParaRPr>
                </a:p>
                <a:p>
                  <a:pPr algn="ctr">
                    <a:lnSpc>
                      <a:spcPct val="150000"/>
                    </a:lnSpc>
                  </a:pPr>
                  <a:r>
                    <a:rPr lang="zh-CN" altLang="en-US" b="1" dirty="0">
                      <a:cs typeface="+mn-ea"/>
                      <a:sym typeface="+mn-lt"/>
                    </a:rPr>
                    <a:t>排课管理系统</a:t>
                  </a:r>
                  <a:endParaRPr lang="en-US" altLang="zh-CN" b="1" dirty="0">
                    <a:cs typeface="+mn-ea"/>
                    <a:sym typeface="+mn-lt"/>
                  </a:endParaRPr>
                </a:p>
              </p:txBody>
            </p:sp>
          </p:grpSp>
        </p:grpSp>
        <p:grpSp>
          <p:nvGrpSpPr>
            <p:cNvPr id="234" name="组合 233"/>
            <p:cNvGrpSpPr/>
            <p:nvPr/>
          </p:nvGrpSpPr>
          <p:grpSpPr>
            <a:xfrm>
              <a:off x="9213924" y="2352486"/>
              <a:ext cx="2304976" cy="2559428"/>
              <a:chOff x="660400" y="2352486"/>
              <a:chExt cx="2304976" cy="2559428"/>
            </a:xfrm>
          </p:grpSpPr>
          <p:sp>
            <p:nvSpPr>
              <p:cNvPr id="235" name="矩形: 圆角 234"/>
              <p:cNvSpPr/>
              <p:nvPr/>
            </p:nvSpPr>
            <p:spPr>
              <a:xfrm>
                <a:off x="660400" y="2352486"/>
                <a:ext cx="2304976" cy="2559428"/>
              </a:xfrm>
              <a:prstGeom prst="roundRect">
                <a:avLst>
                  <a:gd name="adj" fmla="val 4144"/>
                </a:avLst>
              </a:prstGeom>
              <a:solidFill>
                <a:schemeClr val="bg1"/>
              </a:solidFill>
              <a:ln w="3175">
                <a:noFill/>
                <a:prstDash val="solid"/>
                <a:round/>
              </a:ln>
              <a:effectLst>
                <a:outerShdw blurRad="63500" sx="102000" sy="102000" algn="ctr"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4400"/>
                <a:endParaRPr lang="zh-CN" altLang="en-US" sz="2000" b="1" i="1">
                  <a:solidFill>
                    <a:schemeClr val="tx1"/>
                  </a:solidFill>
                  <a:cs typeface="+mn-ea"/>
                  <a:sym typeface="+mn-lt"/>
                </a:endParaRPr>
              </a:p>
            </p:txBody>
          </p:sp>
          <p:grpSp>
            <p:nvGrpSpPr>
              <p:cNvPr id="236" name="组合 235"/>
              <p:cNvGrpSpPr/>
              <p:nvPr/>
            </p:nvGrpSpPr>
            <p:grpSpPr>
              <a:xfrm>
                <a:off x="812359" y="2747920"/>
                <a:ext cx="2001059" cy="1768560"/>
                <a:chOff x="812359" y="2772238"/>
                <a:chExt cx="2001059" cy="1768560"/>
              </a:xfrm>
            </p:grpSpPr>
            <p:grpSp>
              <p:nvGrpSpPr>
                <p:cNvPr id="237" name="组合 236"/>
                <p:cNvGrpSpPr/>
                <p:nvPr/>
              </p:nvGrpSpPr>
              <p:grpSpPr>
                <a:xfrm>
                  <a:off x="1490159" y="2772238"/>
                  <a:ext cx="645459" cy="645459"/>
                  <a:chOff x="2312894" y="4867835"/>
                  <a:chExt cx="645459" cy="645459"/>
                </a:xfrm>
              </p:grpSpPr>
              <p:sp>
                <p:nvSpPr>
                  <p:cNvPr id="239" name="椭圆 238"/>
                  <p:cNvSpPr/>
                  <p:nvPr/>
                </p:nvSpPr>
                <p:spPr>
                  <a:xfrm>
                    <a:off x="2312894" y="4867835"/>
                    <a:ext cx="645459" cy="645459"/>
                  </a:xfrm>
                  <a:prstGeom prst="ellipse">
                    <a:avLst/>
                  </a:prstGeom>
                  <a:solidFill>
                    <a:schemeClr val="accent4"/>
                  </a:solidFill>
                  <a:ln w="28575" cap="rnd">
                    <a:solidFill>
                      <a:schemeClr val="bg1">
                        <a:lumMod val="9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cs typeface="+mn-ea"/>
                      <a:sym typeface="+mn-lt"/>
                    </a:endParaRPr>
                  </a:p>
                </p:txBody>
              </p:sp>
              <p:sp>
                <p:nvSpPr>
                  <p:cNvPr id="240" name="任意多边形: 形状 239"/>
                  <p:cNvSpPr/>
                  <p:nvPr/>
                </p:nvSpPr>
                <p:spPr>
                  <a:xfrm>
                    <a:off x="2483221" y="5074157"/>
                    <a:ext cx="304804" cy="232812"/>
                  </a:xfrm>
                  <a:custGeom>
                    <a:avLst/>
                    <a:gdLst>
                      <a:gd name="connsiteX0" fmla="*/ 485230 w 574281"/>
                      <a:gd name="connsiteY0" fmla="*/ 162077 h 438642"/>
                      <a:gd name="connsiteX1" fmla="*/ 574281 w 574281"/>
                      <a:gd name="connsiteY1" fmla="*/ 282448 h 438642"/>
                      <a:gd name="connsiteX2" fmla="*/ 532628 w 574281"/>
                      <a:gd name="connsiteY2" fmla="*/ 371292 h 438642"/>
                      <a:gd name="connsiteX3" fmla="*/ 545555 w 574281"/>
                      <a:gd name="connsiteY3" fmla="*/ 438642 h 438642"/>
                      <a:gd name="connsiteX4" fmla="*/ 480921 w 574281"/>
                      <a:gd name="connsiteY4" fmla="*/ 404251 h 438642"/>
                      <a:gd name="connsiteX5" fmla="*/ 393306 w 574281"/>
                      <a:gd name="connsiteY5" fmla="*/ 421446 h 438642"/>
                      <a:gd name="connsiteX6" fmla="*/ 266910 w 574281"/>
                      <a:gd name="connsiteY6" fmla="*/ 382756 h 438642"/>
                      <a:gd name="connsiteX7" fmla="*/ 312872 w 574281"/>
                      <a:gd name="connsiteY7" fmla="*/ 377024 h 438642"/>
                      <a:gd name="connsiteX8" fmla="*/ 393306 w 574281"/>
                      <a:gd name="connsiteY8" fmla="*/ 392787 h 438642"/>
                      <a:gd name="connsiteX9" fmla="*/ 505338 w 574281"/>
                      <a:gd name="connsiteY9" fmla="*/ 358395 h 438642"/>
                      <a:gd name="connsiteX10" fmla="*/ 546991 w 574281"/>
                      <a:gd name="connsiteY10" fmla="*/ 282448 h 438642"/>
                      <a:gd name="connsiteX11" fmla="*/ 505338 w 574281"/>
                      <a:gd name="connsiteY11" fmla="*/ 206500 h 438642"/>
                      <a:gd name="connsiteX12" fmla="*/ 489539 w 574281"/>
                      <a:gd name="connsiteY12" fmla="*/ 196469 h 438642"/>
                      <a:gd name="connsiteX13" fmla="*/ 485230 w 574281"/>
                      <a:gd name="connsiteY13" fmla="*/ 162077 h 438642"/>
                      <a:gd name="connsiteX14" fmla="*/ 347379 w 574281"/>
                      <a:gd name="connsiteY14" fmla="*/ 143322 h 438642"/>
                      <a:gd name="connsiteX15" fmla="*/ 312928 w 574281"/>
                      <a:gd name="connsiteY15" fmla="*/ 177719 h 438642"/>
                      <a:gd name="connsiteX16" fmla="*/ 347379 w 574281"/>
                      <a:gd name="connsiteY16" fmla="*/ 212117 h 438642"/>
                      <a:gd name="connsiteX17" fmla="*/ 381830 w 574281"/>
                      <a:gd name="connsiteY17" fmla="*/ 177719 h 438642"/>
                      <a:gd name="connsiteX18" fmla="*/ 347379 w 574281"/>
                      <a:gd name="connsiteY18" fmla="*/ 143322 h 438642"/>
                      <a:gd name="connsiteX19" fmla="*/ 235414 w 574281"/>
                      <a:gd name="connsiteY19" fmla="*/ 143322 h 438642"/>
                      <a:gd name="connsiteX20" fmla="*/ 200963 w 574281"/>
                      <a:gd name="connsiteY20" fmla="*/ 177719 h 438642"/>
                      <a:gd name="connsiteX21" fmla="*/ 235414 w 574281"/>
                      <a:gd name="connsiteY21" fmla="*/ 212117 h 438642"/>
                      <a:gd name="connsiteX22" fmla="*/ 269865 w 574281"/>
                      <a:gd name="connsiteY22" fmla="*/ 177719 h 438642"/>
                      <a:gd name="connsiteX23" fmla="*/ 235414 w 574281"/>
                      <a:gd name="connsiteY23" fmla="*/ 143322 h 438642"/>
                      <a:gd name="connsiteX24" fmla="*/ 124884 w 574281"/>
                      <a:gd name="connsiteY24" fmla="*/ 143322 h 438642"/>
                      <a:gd name="connsiteX25" fmla="*/ 90433 w 574281"/>
                      <a:gd name="connsiteY25" fmla="*/ 177719 h 438642"/>
                      <a:gd name="connsiteX26" fmla="*/ 124884 w 574281"/>
                      <a:gd name="connsiteY26" fmla="*/ 212117 h 438642"/>
                      <a:gd name="connsiteX27" fmla="*/ 159335 w 574281"/>
                      <a:gd name="connsiteY27" fmla="*/ 177719 h 438642"/>
                      <a:gd name="connsiteX28" fmla="*/ 124884 w 574281"/>
                      <a:gd name="connsiteY28" fmla="*/ 143322 h 438642"/>
                      <a:gd name="connsiteX29" fmla="*/ 235414 w 574281"/>
                      <a:gd name="connsiteY29" fmla="*/ 0 h 438642"/>
                      <a:gd name="connsiteX30" fmla="*/ 466522 w 574281"/>
                      <a:gd name="connsiteY30" fmla="*/ 143322 h 438642"/>
                      <a:gd name="connsiteX31" fmla="*/ 470828 w 574281"/>
                      <a:gd name="connsiteY31" fmla="*/ 177719 h 438642"/>
                      <a:gd name="connsiteX32" fmla="*/ 470828 w 574281"/>
                      <a:gd name="connsiteY32" fmla="*/ 182019 h 438642"/>
                      <a:gd name="connsiteX33" fmla="*/ 294268 w 574281"/>
                      <a:gd name="connsiteY33" fmla="*/ 358305 h 438642"/>
                      <a:gd name="connsiteX34" fmla="*/ 248333 w 574281"/>
                      <a:gd name="connsiteY34" fmla="*/ 362605 h 438642"/>
                      <a:gd name="connsiteX35" fmla="*/ 235414 w 574281"/>
                      <a:gd name="connsiteY35" fmla="*/ 364038 h 438642"/>
                      <a:gd name="connsiteX36" fmla="*/ 122013 w 574281"/>
                      <a:gd name="connsiteY36" fmla="*/ 341106 h 438642"/>
                      <a:gd name="connsiteX37" fmla="*/ 35886 w 574281"/>
                      <a:gd name="connsiteY37" fmla="*/ 385536 h 438642"/>
                      <a:gd name="connsiteX38" fmla="*/ 53112 w 574281"/>
                      <a:gd name="connsiteY38" fmla="*/ 298110 h 438642"/>
                      <a:gd name="connsiteX39" fmla="*/ 0 w 574281"/>
                      <a:gd name="connsiteY39" fmla="*/ 182019 h 438642"/>
                      <a:gd name="connsiteX40" fmla="*/ 235414 w 574281"/>
                      <a:gd name="connsiteY40" fmla="*/ 0 h 438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4281" h="438642">
                        <a:moveTo>
                          <a:pt x="485230" y="162077"/>
                        </a:moveTo>
                        <a:cubicBezTo>
                          <a:pt x="538373" y="186438"/>
                          <a:pt x="574281" y="230860"/>
                          <a:pt x="574281" y="282448"/>
                        </a:cubicBezTo>
                        <a:cubicBezTo>
                          <a:pt x="574281" y="315406"/>
                          <a:pt x="558482" y="346932"/>
                          <a:pt x="532628" y="371292"/>
                        </a:cubicBezTo>
                        <a:lnTo>
                          <a:pt x="545555" y="438642"/>
                        </a:lnTo>
                        <a:lnTo>
                          <a:pt x="480921" y="404251"/>
                        </a:lnTo>
                        <a:cubicBezTo>
                          <a:pt x="455067" y="415715"/>
                          <a:pt x="424905" y="421446"/>
                          <a:pt x="393306" y="421446"/>
                        </a:cubicBezTo>
                        <a:cubicBezTo>
                          <a:pt x="344471" y="421446"/>
                          <a:pt x="299945" y="407117"/>
                          <a:pt x="266910" y="382756"/>
                        </a:cubicBezTo>
                        <a:cubicBezTo>
                          <a:pt x="282710" y="381323"/>
                          <a:pt x="298509" y="379890"/>
                          <a:pt x="312872" y="377024"/>
                        </a:cubicBezTo>
                        <a:cubicBezTo>
                          <a:pt x="337289" y="387055"/>
                          <a:pt x="364579" y="392787"/>
                          <a:pt x="393306" y="392787"/>
                        </a:cubicBezTo>
                        <a:cubicBezTo>
                          <a:pt x="436395" y="392787"/>
                          <a:pt x="475175" y="379890"/>
                          <a:pt x="505338" y="358395"/>
                        </a:cubicBezTo>
                        <a:cubicBezTo>
                          <a:pt x="532628" y="336901"/>
                          <a:pt x="546991" y="309674"/>
                          <a:pt x="546991" y="282448"/>
                        </a:cubicBezTo>
                        <a:cubicBezTo>
                          <a:pt x="546991" y="255221"/>
                          <a:pt x="532628" y="227994"/>
                          <a:pt x="505338" y="206500"/>
                        </a:cubicBezTo>
                        <a:cubicBezTo>
                          <a:pt x="501029" y="203634"/>
                          <a:pt x="495284" y="199335"/>
                          <a:pt x="489539" y="196469"/>
                        </a:cubicBezTo>
                        <a:cubicBezTo>
                          <a:pt x="489539" y="185005"/>
                          <a:pt x="488102" y="173541"/>
                          <a:pt x="485230" y="162077"/>
                        </a:cubicBezTo>
                        <a:close/>
                        <a:moveTo>
                          <a:pt x="347379" y="143322"/>
                        </a:moveTo>
                        <a:cubicBezTo>
                          <a:pt x="327283" y="143322"/>
                          <a:pt x="312928" y="159088"/>
                          <a:pt x="312928" y="177719"/>
                        </a:cubicBezTo>
                        <a:cubicBezTo>
                          <a:pt x="312928" y="196351"/>
                          <a:pt x="327283" y="212117"/>
                          <a:pt x="347379" y="212117"/>
                        </a:cubicBezTo>
                        <a:cubicBezTo>
                          <a:pt x="366040" y="212117"/>
                          <a:pt x="381830" y="196351"/>
                          <a:pt x="381830" y="177719"/>
                        </a:cubicBezTo>
                        <a:cubicBezTo>
                          <a:pt x="381830" y="159088"/>
                          <a:pt x="366040" y="143322"/>
                          <a:pt x="347379" y="143322"/>
                        </a:cubicBezTo>
                        <a:close/>
                        <a:moveTo>
                          <a:pt x="235414" y="143322"/>
                        </a:moveTo>
                        <a:cubicBezTo>
                          <a:pt x="216753" y="143322"/>
                          <a:pt x="200963" y="159088"/>
                          <a:pt x="200963" y="177719"/>
                        </a:cubicBezTo>
                        <a:cubicBezTo>
                          <a:pt x="200963" y="196351"/>
                          <a:pt x="216753" y="212117"/>
                          <a:pt x="235414" y="212117"/>
                        </a:cubicBezTo>
                        <a:cubicBezTo>
                          <a:pt x="254075" y="212117"/>
                          <a:pt x="269865" y="196351"/>
                          <a:pt x="269865" y="177719"/>
                        </a:cubicBezTo>
                        <a:cubicBezTo>
                          <a:pt x="269865" y="159088"/>
                          <a:pt x="254075" y="143322"/>
                          <a:pt x="235414" y="143322"/>
                        </a:cubicBezTo>
                        <a:close/>
                        <a:moveTo>
                          <a:pt x="124884" y="143322"/>
                        </a:moveTo>
                        <a:cubicBezTo>
                          <a:pt x="106223" y="143322"/>
                          <a:pt x="90433" y="159088"/>
                          <a:pt x="90433" y="177719"/>
                        </a:cubicBezTo>
                        <a:cubicBezTo>
                          <a:pt x="90433" y="196351"/>
                          <a:pt x="106223" y="212117"/>
                          <a:pt x="124884" y="212117"/>
                        </a:cubicBezTo>
                        <a:cubicBezTo>
                          <a:pt x="143545" y="212117"/>
                          <a:pt x="159335" y="196351"/>
                          <a:pt x="159335" y="177719"/>
                        </a:cubicBezTo>
                        <a:cubicBezTo>
                          <a:pt x="159335" y="159088"/>
                          <a:pt x="143545" y="143322"/>
                          <a:pt x="124884" y="143322"/>
                        </a:cubicBezTo>
                        <a:close/>
                        <a:moveTo>
                          <a:pt x="235414" y="0"/>
                        </a:moveTo>
                        <a:cubicBezTo>
                          <a:pt x="348815" y="0"/>
                          <a:pt x="443555" y="61629"/>
                          <a:pt x="466522" y="143322"/>
                        </a:cubicBezTo>
                        <a:cubicBezTo>
                          <a:pt x="469393" y="154788"/>
                          <a:pt x="470828" y="166254"/>
                          <a:pt x="470828" y="177719"/>
                        </a:cubicBezTo>
                        <a:cubicBezTo>
                          <a:pt x="470828" y="179153"/>
                          <a:pt x="470828" y="180586"/>
                          <a:pt x="470828" y="182019"/>
                        </a:cubicBezTo>
                        <a:cubicBezTo>
                          <a:pt x="470828" y="266579"/>
                          <a:pt x="396185" y="338240"/>
                          <a:pt x="294268" y="358305"/>
                        </a:cubicBezTo>
                        <a:cubicBezTo>
                          <a:pt x="279913" y="361172"/>
                          <a:pt x="264123" y="362605"/>
                          <a:pt x="248333" y="362605"/>
                        </a:cubicBezTo>
                        <a:cubicBezTo>
                          <a:pt x="244027" y="364038"/>
                          <a:pt x="239720" y="364038"/>
                          <a:pt x="235414" y="364038"/>
                        </a:cubicBezTo>
                        <a:cubicBezTo>
                          <a:pt x="195221" y="364038"/>
                          <a:pt x="156464" y="355439"/>
                          <a:pt x="122013" y="341106"/>
                        </a:cubicBezTo>
                        <a:lnTo>
                          <a:pt x="35886" y="385536"/>
                        </a:lnTo>
                        <a:lnTo>
                          <a:pt x="53112" y="298110"/>
                        </a:lnTo>
                        <a:cubicBezTo>
                          <a:pt x="20096" y="266579"/>
                          <a:pt x="0" y="226449"/>
                          <a:pt x="0" y="182019"/>
                        </a:cubicBezTo>
                        <a:cubicBezTo>
                          <a:pt x="0" y="81694"/>
                          <a:pt x="106223" y="0"/>
                          <a:pt x="235414" y="0"/>
                        </a:cubicBezTo>
                        <a:close/>
                      </a:path>
                    </a:pathLst>
                  </a:custGeom>
                  <a:solidFill>
                    <a:schemeClr val="bg1"/>
                  </a:solidFill>
                  <a:ln w="28575"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5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cs typeface="+mn-ea"/>
                      <a:sym typeface="+mn-lt"/>
                    </a:endParaRPr>
                  </a:p>
                </p:txBody>
              </p:sp>
            </p:grpSp>
            <p:sp>
              <p:nvSpPr>
                <p:cNvPr id="238" name="矩形 237"/>
                <p:cNvSpPr/>
                <p:nvPr/>
              </p:nvSpPr>
              <p:spPr bwMode="auto">
                <a:xfrm>
                  <a:off x="812359" y="3540329"/>
                  <a:ext cx="2001059" cy="1000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50000"/>
                    </a:lnSpc>
                  </a:pPr>
                  <a:r>
                    <a:rPr lang="zh-CN" altLang="en-US" b="1" dirty="0">
                      <a:cs typeface="+mn-ea"/>
                      <a:sym typeface="+mn-lt"/>
                    </a:rPr>
                    <a:t>更</a:t>
                  </a:r>
                  <a:r>
                    <a:rPr lang="zh-CN" altLang="en-US" b="1" dirty="0">
                      <a:solidFill>
                        <a:srgbClr val="124582"/>
                      </a:solidFill>
                      <a:cs typeface="+mn-ea"/>
                      <a:sym typeface="+mn-lt"/>
                    </a:rPr>
                    <a:t>全面</a:t>
                  </a:r>
                  <a:r>
                    <a:rPr lang="zh-CN" altLang="en-US" b="1" dirty="0">
                      <a:cs typeface="+mn-ea"/>
                      <a:sym typeface="+mn-lt"/>
                    </a:rPr>
                    <a:t>的</a:t>
                  </a:r>
                  <a:endParaRPr lang="en-US" altLang="zh-CN" b="1" dirty="0">
                    <a:cs typeface="+mn-ea"/>
                    <a:sym typeface="+mn-lt"/>
                  </a:endParaRPr>
                </a:p>
                <a:p>
                  <a:pPr algn="ctr">
                    <a:lnSpc>
                      <a:spcPct val="150000"/>
                    </a:lnSpc>
                  </a:pPr>
                  <a:r>
                    <a:rPr lang="zh-CN" altLang="en-US" b="1" dirty="0">
                      <a:cs typeface="+mn-ea"/>
                      <a:sym typeface="+mn-lt"/>
                    </a:rPr>
                    <a:t>成绩可视化分析</a:t>
                  </a:r>
                  <a:endParaRPr lang="en-US" altLang="zh-CN" b="1" dirty="0">
                    <a:cs typeface="+mn-ea"/>
                    <a:sym typeface="+mn-lt"/>
                  </a:endParaRPr>
                </a:p>
              </p:txBody>
            </p:sp>
          </p:grpSp>
        </p:grpSp>
      </p:grpSp>
      <p:sp>
        <p:nvSpPr>
          <p:cNvPr id="5" name="任意多边形: 形状 4">
            <a:extLst>
              <a:ext uri="{FF2B5EF4-FFF2-40B4-BE49-F238E27FC236}">
                <a16:creationId xmlns:a16="http://schemas.microsoft.com/office/drawing/2014/main" id="{100F3C77-A4F2-3C51-21DC-04731C931471}"/>
              </a:ext>
            </a:extLst>
          </p:cNvPr>
          <p:cNvSpPr/>
          <p:nvPr/>
        </p:nvSpPr>
        <p:spPr>
          <a:xfrm>
            <a:off x="1652165" y="2920960"/>
            <a:ext cx="328689" cy="275757"/>
          </a:xfrm>
          <a:custGeom>
            <a:avLst/>
            <a:gdLst>
              <a:gd name="T0" fmla="*/ 8903 w 14551"/>
              <a:gd name="T1" fmla="*/ 8301 h 12803"/>
              <a:gd name="T2" fmla="*/ 10780 w 14551"/>
              <a:gd name="T3" fmla="*/ 8301 h 12803"/>
              <a:gd name="T4" fmla="*/ 9842 w 14551"/>
              <a:gd name="T5" fmla="*/ 10148 h 12803"/>
              <a:gd name="T6" fmla="*/ 9842 w 14551"/>
              <a:gd name="T7" fmla="*/ 6455 h 12803"/>
              <a:gd name="T8" fmla="*/ 9842 w 14551"/>
              <a:gd name="T9" fmla="*/ 10148 h 12803"/>
              <a:gd name="T10" fmla="*/ 10989 w 14551"/>
              <a:gd name="T11" fmla="*/ 11432 h 12803"/>
              <a:gd name="T12" fmla="*/ 11884 w 14551"/>
              <a:gd name="T13" fmla="*/ 10938 h 12803"/>
              <a:gd name="T14" fmla="*/ 13111 w 14551"/>
              <a:gd name="T15" fmla="*/ 8971 h 12803"/>
              <a:gd name="T16" fmla="*/ 13111 w 14551"/>
              <a:gd name="T17" fmla="*/ 7680 h 12803"/>
              <a:gd name="T18" fmla="*/ 11884 w 14551"/>
              <a:gd name="T19" fmla="*/ 5713 h 12803"/>
              <a:gd name="T20" fmla="*/ 11001 w 14551"/>
              <a:gd name="T21" fmla="*/ 5225 h 12803"/>
              <a:gd name="T22" fmla="*/ 10642 w 14551"/>
              <a:gd name="T23" fmla="*/ 5507 h 12803"/>
              <a:gd name="T24" fmla="*/ 9113 w 14551"/>
              <a:gd name="T25" fmla="*/ 5501 h 12803"/>
              <a:gd name="T26" fmla="*/ 8752 w 14551"/>
              <a:gd name="T27" fmla="*/ 5214 h 12803"/>
              <a:gd name="T28" fmla="*/ 7838 w 14551"/>
              <a:gd name="T29" fmla="*/ 5714 h 12803"/>
              <a:gd name="T30" fmla="*/ 6611 w 14551"/>
              <a:gd name="T31" fmla="*/ 7680 h 12803"/>
              <a:gd name="T32" fmla="*/ 6612 w 14551"/>
              <a:gd name="T33" fmla="*/ 8972 h 12803"/>
              <a:gd name="T34" fmla="*/ 7838 w 14551"/>
              <a:gd name="T35" fmla="*/ 10939 h 12803"/>
              <a:gd name="T36" fmla="*/ 8702 w 14551"/>
              <a:gd name="T37" fmla="*/ 11421 h 12803"/>
              <a:gd name="T38" fmla="*/ 9061 w 14551"/>
              <a:gd name="T39" fmla="*/ 11124 h 12803"/>
              <a:gd name="T40" fmla="*/ 10628 w 14551"/>
              <a:gd name="T41" fmla="*/ 11130 h 12803"/>
              <a:gd name="T42" fmla="*/ 11243 w 14551"/>
              <a:gd name="T43" fmla="*/ 12780 h 12803"/>
              <a:gd name="T44" fmla="*/ 9802 w 14551"/>
              <a:gd name="T45" fmla="*/ 12009 h 12803"/>
              <a:gd name="T46" fmla="*/ 8371 w 14551"/>
              <a:gd name="T47" fmla="*/ 12765 h 12803"/>
              <a:gd name="T48" fmla="*/ 8131 w 14551"/>
              <a:gd name="T49" fmla="*/ 12714 h 12803"/>
              <a:gd name="T50" fmla="*/ 6961 w 14551"/>
              <a:gd name="T51" fmla="*/ 12057 h 12803"/>
              <a:gd name="T52" fmla="*/ 6881 w 14551"/>
              <a:gd name="T53" fmla="*/ 10916 h 12803"/>
              <a:gd name="T54" fmla="*/ 5604 w 14551"/>
              <a:gd name="T55" fmla="*/ 9688 h 12803"/>
              <a:gd name="T56" fmla="*/ 5103 w 14551"/>
              <a:gd name="T57" fmla="*/ 8323 h 12803"/>
              <a:gd name="T58" fmla="*/ 5612 w 14551"/>
              <a:gd name="T59" fmla="*/ 6958 h 12803"/>
              <a:gd name="T60" fmla="*/ 6881 w 14551"/>
              <a:gd name="T61" fmla="*/ 5729 h 12803"/>
              <a:gd name="T62" fmla="*/ 6963 w 14551"/>
              <a:gd name="T63" fmla="*/ 4588 h 12803"/>
              <a:gd name="T64" fmla="*/ 8197 w 14551"/>
              <a:gd name="T65" fmla="*/ 3908 h 12803"/>
              <a:gd name="T66" fmla="*/ 8434 w 14551"/>
              <a:gd name="T67" fmla="*/ 3859 h 12803"/>
              <a:gd name="T68" fmla="*/ 9851 w 14551"/>
              <a:gd name="T69" fmla="*/ 4587 h 12803"/>
              <a:gd name="T70" fmla="*/ 11259 w 14551"/>
              <a:gd name="T71" fmla="*/ 3873 h 12803"/>
              <a:gd name="T72" fmla="*/ 11499 w 14551"/>
              <a:gd name="T73" fmla="*/ 3924 h 12803"/>
              <a:gd name="T74" fmla="*/ 12692 w 14551"/>
              <a:gd name="T75" fmla="*/ 4588 h 12803"/>
              <a:gd name="T76" fmla="*/ 12772 w 14551"/>
              <a:gd name="T77" fmla="*/ 5729 h 12803"/>
              <a:gd name="T78" fmla="*/ 14042 w 14551"/>
              <a:gd name="T79" fmla="*/ 6958 h 12803"/>
              <a:gd name="T80" fmla="*/ 14551 w 14551"/>
              <a:gd name="T81" fmla="*/ 8323 h 12803"/>
              <a:gd name="T82" fmla="*/ 14042 w 14551"/>
              <a:gd name="T83" fmla="*/ 9687 h 12803"/>
              <a:gd name="T84" fmla="*/ 12772 w 14551"/>
              <a:gd name="T85" fmla="*/ 10916 h 12803"/>
              <a:gd name="T86" fmla="*/ 12692 w 14551"/>
              <a:gd name="T87" fmla="*/ 12057 h 12803"/>
              <a:gd name="T88" fmla="*/ 11478 w 14551"/>
              <a:gd name="T89" fmla="*/ 12730 h 12803"/>
              <a:gd name="T90" fmla="*/ 11243 w 14551"/>
              <a:gd name="T91" fmla="*/ 12780 h 12803"/>
              <a:gd name="T92" fmla="*/ 13410 w 14551"/>
              <a:gd name="T93" fmla="*/ 4573 h 12803"/>
              <a:gd name="T94" fmla="*/ 12800 w 14551"/>
              <a:gd name="T95" fmla="*/ 1526 h 12803"/>
              <a:gd name="T96" fmla="*/ 1523 w 14551"/>
              <a:gd name="T97" fmla="*/ 1220 h 12803"/>
              <a:gd name="T98" fmla="*/ 1219 w 14551"/>
              <a:gd name="T99" fmla="*/ 8838 h 12803"/>
              <a:gd name="T100" fmla="*/ 4267 w 14551"/>
              <a:gd name="T101" fmla="*/ 9144 h 12803"/>
              <a:gd name="T102" fmla="*/ 4267 w 14551"/>
              <a:gd name="T103" fmla="*/ 10363 h 12803"/>
              <a:gd name="T104" fmla="*/ 0 w 14551"/>
              <a:gd name="T105" fmla="*/ 9753 h 12803"/>
              <a:gd name="T106" fmla="*/ 611 w 14551"/>
              <a:gd name="T107" fmla="*/ 1 h 12803"/>
              <a:gd name="T108" fmla="*/ 14019 w 14551"/>
              <a:gd name="T109" fmla="*/ 611 h 12803"/>
              <a:gd name="T110" fmla="*/ 2743 w 14551"/>
              <a:gd name="T111" fmla="*/ 12191 h 12803"/>
              <a:gd name="T112" fmla="*/ 5788 w 14551"/>
              <a:gd name="T113" fmla="*/ 11582 h 12803"/>
              <a:gd name="T114" fmla="*/ 5788 w 14551"/>
              <a:gd name="T115" fmla="*/ 12801 h 12803"/>
              <a:gd name="T116" fmla="*/ 2743 w 14551"/>
              <a:gd name="T117" fmla="*/ 12191 h 128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4551" h="12803">
                <a:moveTo>
                  <a:pt x="9842" y="7363"/>
                </a:moveTo>
                <a:cubicBezTo>
                  <a:pt x="9324" y="7363"/>
                  <a:pt x="8904" y="7783"/>
                  <a:pt x="8903" y="8301"/>
                </a:cubicBezTo>
                <a:cubicBezTo>
                  <a:pt x="8904" y="8820"/>
                  <a:pt x="9324" y="9240"/>
                  <a:pt x="9842" y="9240"/>
                </a:cubicBezTo>
                <a:cubicBezTo>
                  <a:pt x="10360" y="9239"/>
                  <a:pt x="10780" y="8820"/>
                  <a:pt x="10780" y="8301"/>
                </a:cubicBezTo>
                <a:cubicBezTo>
                  <a:pt x="10780" y="7783"/>
                  <a:pt x="10360" y="7364"/>
                  <a:pt x="9842" y="7363"/>
                </a:cubicBezTo>
                <a:close/>
                <a:moveTo>
                  <a:pt x="9842" y="10148"/>
                </a:moveTo>
                <a:cubicBezTo>
                  <a:pt x="8822" y="10147"/>
                  <a:pt x="7996" y="9321"/>
                  <a:pt x="7995" y="8301"/>
                </a:cubicBezTo>
                <a:cubicBezTo>
                  <a:pt x="7995" y="7283"/>
                  <a:pt x="8823" y="6455"/>
                  <a:pt x="9842" y="6455"/>
                </a:cubicBezTo>
                <a:cubicBezTo>
                  <a:pt x="10860" y="6455"/>
                  <a:pt x="11689" y="7283"/>
                  <a:pt x="11689" y="8301"/>
                </a:cubicBezTo>
                <a:cubicBezTo>
                  <a:pt x="11689" y="9320"/>
                  <a:pt x="10860" y="10148"/>
                  <a:pt x="9842" y="10148"/>
                </a:cubicBezTo>
                <a:close/>
                <a:moveTo>
                  <a:pt x="10960" y="11425"/>
                </a:moveTo>
                <a:cubicBezTo>
                  <a:pt x="10964" y="11428"/>
                  <a:pt x="10976" y="11432"/>
                  <a:pt x="10989" y="11432"/>
                </a:cubicBezTo>
                <a:lnTo>
                  <a:pt x="10990" y="11432"/>
                </a:lnTo>
                <a:lnTo>
                  <a:pt x="11884" y="10938"/>
                </a:lnTo>
                <a:cubicBezTo>
                  <a:pt x="11863" y="10888"/>
                  <a:pt x="11764" y="10645"/>
                  <a:pt x="11764" y="10392"/>
                </a:cubicBezTo>
                <a:cubicBezTo>
                  <a:pt x="11764" y="9636"/>
                  <a:pt x="12356" y="9012"/>
                  <a:pt x="13111" y="8971"/>
                </a:cubicBezTo>
                <a:cubicBezTo>
                  <a:pt x="13121" y="8912"/>
                  <a:pt x="13180" y="8577"/>
                  <a:pt x="13180" y="8326"/>
                </a:cubicBezTo>
                <a:cubicBezTo>
                  <a:pt x="13180" y="8074"/>
                  <a:pt x="13121" y="7740"/>
                  <a:pt x="13111" y="7680"/>
                </a:cubicBezTo>
                <a:cubicBezTo>
                  <a:pt x="12356" y="7640"/>
                  <a:pt x="11765" y="7016"/>
                  <a:pt x="11764" y="6261"/>
                </a:cubicBezTo>
                <a:cubicBezTo>
                  <a:pt x="11764" y="6006"/>
                  <a:pt x="11863" y="5763"/>
                  <a:pt x="11884" y="5713"/>
                </a:cubicBezTo>
                <a:lnTo>
                  <a:pt x="11005" y="5225"/>
                </a:lnTo>
                <a:lnTo>
                  <a:pt x="11001" y="5225"/>
                </a:lnTo>
                <a:cubicBezTo>
                  <a:pt x="10989" y="5225"/>
                  <a:pt x="10978" y="5228"/>
                  <a:pt x="10967" y="5234"/>
                </a:cubicBezTo>
                <a:cubicBezTo>
                  <a:pt x="10867" y="5334"/>
                  <a:pt x="10758" y="5425"/>
                  <a:pt x="10642" y="5507"/>
                </a:cubicBezTo>
                <a:cubicBezTo>
                  <a:pt x="10371" y="5697"/>
                  <a:pt x="10115" y="5794"/>
                  <a:pt x="9880" y="5794"/>
                </a:cubicBezTo>
                <a:cubicBezTo>
                  <a:pt x="9644" y="5794"/>
                  <a:pt x="9385" y="5695"/>
                  <a:pt x="9113" y="5501"/>
                </a:cubicBezTo>
                <a:cubicBezTo>
                  <a:pt x="8996" y="5418"/>
                  <a:pt x="8887" y="5325"/>
                  <a:pt x="8786" y="5222"/>
                </a:cubicBezTo>
                <a:cubicBezTo>
                  <a:pt x="8776" y="5217"/>
                  <a:pt x="8764" y="5214"/>
                  <a:pt x="8752" y="5214"/>
                </a:cubicBezTo>
                <a:lnTo>
                  <a:pt x="8749" y="5214"/>
                </a:lnTo>
                <a:lnTo>
                  <a:pt x="7838" y="5714"/>
                </a:lnTo>
                <a:cubicBezTo>
                  <a:pt x="7860" y="5765"/>
                  <a:pt x="7958" y="6008"/>
                  <a:pt x="7958" y="6261"/>
                </a:cubicBezTo>
                <a:cubicBezTo>
                  <a:pt x="7957" y="7017"/>
                  <a:pt x="7366" y="7640"/>
                  <a:pt x="6611" y="7680"/>
                </a:cubicBezTo>
                <a:cubicBezTo>
                  <a:pt x="6601" y="7740"/>
                  <a:pt x="6542" y="8074"/>
                  <a:pt x="6542" y="8326"/>
                </a:cubicBezTo>
                <a:cubicBezTo>
                  <a:pt x="6542" y="8577"/>
                  <a:pt x="6601" y="8912"/>
                  <a:pt x="6612" y="8972"/>
                </a:cubicBezTo>
                <a:cubicBezTo>
                  <a:pt x="7366" y="9012"/>
                  <a:pt x="7958" y="9636"/>
                  <a:pt x="7959" y="10392"/>
                </a:cubicBezTo>
                <a:cubicBezTo>
                  <a:pt x="7959" y="10646"/>
                  <a:pt x="7859" y="10890"/>
                  <a:pt x="7838" y="10939"/>
                </a:cubicBezTo>
                <a:lnTo>
                  <a:pt x="8700" y="11421"/>
                </a:lnTo>
                <a:lnTo>
                  <a:pt x="8702" y="11421"/>
                </a:lnTo>
                <a:cubicBezTo>
                  <a:pt x="8714" y="11421"/>
                  <a:pt x="8726" y="11416"/>
                  <a:pt x="8731" y="11413"/>
                </a:cubicBezTo>
                <a:cubicBezTo>
                  <a:pt x="8832" y="11307"/>
                  <a:pt x="8943" y="11211"/>
                  <a:pt x="9061" y="11124"/>
                </a:cubicBezTo>
                <a:cubicBezTo>
                  <a:pt x="9337" y="10922"/>
                  <a:pt x="9599" y="10819"/>
                  <a:pt x="9841" y="10819"/>
                </a:cubicBezTo>
                <a:cubicBezTo>
                  <a:pt x="10085" y="10819"/>
                  <a:pt x="10350" y="10923"/>
                  <a:pt x="10628" y="11130"/>
                </a:cubicBezTo>
                <a:cubicBezTo>
                  <a:pt x="10814" y="11268"/>
                  <a:pt x="10944" y="11407"/>
                  <a:pt x="10960" y="11425"/>
                </a:cubicBezTo>
                <a:moveTo>
                  <a:pt x="11243" y="12780"/>
                </a:moveTo>
                <a:cubicBezTo>
                  <a:pt x="11071" y="12779"/>
                  <a:pt x="10904" y="12708"/>
                  <a:pt x="10796" y="12589"/>
                </a:cubicBezTo>
                <a:cubicBezTo>
                  <a:pt x="10649" y="12428"/>
                  <a:pt x="10184" y="12009"/>
                  <a:pt x="9802" y="12009"/>
                </a:cubicBezTo>
                <a:cubicBezTo>
                  <a:pt x="9424" y="12009"/>
                  <a:pt x="8951" y="12431"/>
                  <a:pt x="8815" y="12578"/>
                </a:cubicBezTo>
                <a:cubicBezTo>
                  <a:pt x="8707" y="12696"/>
                  <a:pt x="8541" y="12765"/>
                  <a:pt x="8371" y="12765"/>
                </a:cubicBezTo>
                <a:cubicBezTo>
                  <a:pt x="8290" y="12765"/>
                  <a:pt x="8213" y="12750"/>
                  <a:pt x="8144" y="12719"/>
                </a:cubicBezTo>
                <a:lnTo>
                  <a:pt x="8131" y="12714"/>
                </a:lnTo>
                <a:lnTo>
                  <a:pt x="6973" y="12066"/>
                </a:lnTo>
                <a:lnTo>
                  <a:pt x="6961" y="12057"/>
                </a:lnTo>
                <a:cubicBezTo>
                  <a:pt x="6749" y="11905"/>
                  <a:pt x="6671" y="11626"/>
                  <a:pt x="6775" y="11386"/>
                </a:cubicBezTo>
                <a:cubicBezTo>
                  <a:pt x="6775" y="11384"/>
                  <a:pt x="6881" y="11139"/>
                  <a:pt x="6881" y="10916"/>
                </a:cubicBezTo>
                <a:cubicBezTo>
                  <a:pt x="6880" y="10238"/>
                  <a:pt x="6331" y="9688"/>
                  <a:pt x="5653" y="9688"/>
                </a:cubicBezTo>
                <a:lnTo>
                  <a:pt x="5604" y="9688"/>
                </a:lnTo>
                <a:cubicBezTo>
                  <a:pt x="5410" y="9688"/>
                  <a:pt x="5252" y="9515"/>
                  <a:pt x="5202" y="9249"/>
                </a:cubicBezTo>
                <a:cubicBezTo>
                  <a:pt x="5198" y="9227"/>
                  <a:pt x="5103" y="8721"/>
                  <a:pt x="5103" y="8323"/>
                </a:cubicBezTo>
                <a:cubicBezTo>
                  <a:pt x="5103" y="7924"/>
                  <a:pt x="5197" y="7419"/>
                  <a:pt x="5202" y="7397"/>
                </a:cubicBezTo>
                <a:cubicBezTo>
                  <a:pt x="5253" y="7127"/>
                  <a:pt x="5414" y="6954"/>
                  <a:pt x="5612" y="6958"/>
                </a:cubicBezTo>
                <a:lnTo>
                  <a:pt x="5653" y="6958"/>
                </a:lnTo>
                <a:cubicBezTo>
                  <a:pt x="6331" y="6957"/>
                  <a:pt x="6881" y="6408"/>
                  <a:pt x="6881" y="5729"/>
                </a:cubicBezTo>
                <a:cubicBezTo>
                  <a:pt x="6881" y="5506"/>
                  <a:pt x="6775" y="5262"/>
                  <a:pt x="6774" y="5259"/>
                </a:cubicBezTo>
                <a:cubicBezTo>
                  <a:pt x="6671" y="5019"/>
                  <a:pt x="6750" y="4740"/>
                  <a:pt x="6963" y="4588"/>
                </a:cubicBezTo>
                <a:lnTo>
                  <a:pt x="6974" y="4580"/>
                </a:lnTo>
                <a:lnTo>
                  <a:pt x="8197" y="3908"/>
                </a:lnTo>
                <a:lnTo>
                  <a:pt x="8210" y="3903"/>
                </a:lnTo>
                <a:cubicBezTo>
                  <a:pt x="8279" y="3873"/>
                  <a:pt x="8354" y="3859"/>
                  <a:pt x="8434" y="3859"/>
                </a:cubicBezTo>
                <a:cubicBezTo>
                  <a:pt x="8604" y="3859"/>
                  <a:pt x="8770" y="3927"/>
                  <a:pt x="8879" y="4042"/>
                </a:cubicBezTo>
                <a:cubicBezTo>
                  <a:pt x="9024" y="4193"/>
                  <a:pt x="9481" y="4587"/>
                  <a:pt x="9851" y="4587"/>
                </a:cubicBezTo>
                <a:cubicBezTo>
                  <a:pt x="10218" y="4587"/>
                  <a:pt x="10673" y="4201"/>
                  <a:pt x="10817" y="4052"/>
                </a:cubicBezTo>
                <a:cubicBezTo>
                  <a:pt x="10925" y="3939"/>
                  <a:pt x="11090" y="3873"/>
                  <a:pt x="11259" y="3873"/>
                </a:cubicBezTo>
                <a:cubicBezTo>
                  <a:pt x="11340" y="3873"/>
                  <a:pt x="11417" y="3888"/>
                  <a:pt x="11487" y="3918"/>
                </a:cubicBezTo>
                <a:lnTo>
                  <a:pt x="11499" y="3924"/>
                </a:lnTo>
                <a:lnTo>
                  <a:pt x="12680" y="4580"/>
                </a:lnTo>
                <a:lnTo>
                  <a:pt x="12692" y="4588"/>
                </a:lnTo>
                <a:cubicBezTo>
                  <a:pt x="12903" y="4735"/>
                  <a:pt x="12984" y="5024"/>
                  <a:pt x="12879" y="5260"/>
                </a:cubicBezTo>
                <a:cubicBezTo>
                  <a:pt x="12878" y="5262"/>
                  <a:pt x="12772" y="5506"/>
                  <a:pt x="12772" y="5729"/>
                </a:cubicBezTo>
                <a:cubicBezTo>
                  <a:pt x="12773" y="6407"/>
                  <a:pt x="13322" y="6957"/>
                  <a:pt x="14000" y="6958"/>
                </a:cubicBezTo>
                <a:lnTo>
                  <a:pt x="14042" y="6958"/>
                </a:lnTo>
                <a:cubicBezTo>
                  <a:pt x="14239" y="6954"/>
                  <a:pt x="14401" y="7127"/>
                  <a:pt x="14452" y="7397"/>
                </a:cubicBezTo>
                <a:cubicBezTo>
                  <a:pt x="14456" y="7418"/>
                  <a:pt x="14551" y="7924"/>
                  <a:pt x="14551" y="8323"/>
                </a:cubicBezTo>
                <a:cubicBezTo>
                  <a:pt x="14551" y="8721"/>
                  <a:pt x="14456" y="9228"/>
                  <a:pt x="14451" y="9249"/>
                </a:cubicBezTo>
                <a:cubicBezTo>
                  <a:pt x="14401" y="9518"/>
                  <a:pt x="14239" y="9692"/>
                  <a:pt x="14042" y="9687"/>
                </a:cubicBezTo>
                <a:lnTo>
                  <a:pt x="14000" y="9687"/>
                </a:lnTo>
                <a:cubicBezTo>
                  <a:pt x="13322" y="9688"/>
                  <a:pt x="12773" y="10238"/>
                  <a:pt x="12772" y="10916"/>
                </a:cubicBezTo>
                <a:cubicBezTo>
                  <a:pt x="12772" y="11139"/>
                  <a:pt x="12878" y="11384"/>
                  <a:pt x="12879" y="11386"/>
                </a:cubicBezTo>
                <a:cubicBezTo>
                  <a:pt x="12982" y="11626"/>
                  <a:pt x="12904" y="11906"/>
                  <a:pt x="12692" y="12057"/>
                </a:cubicBezTo>
                <a:lnTo>
                  <a:pt x="12680" y="12066"/>
                </a:lnTo>
                <a:lnTo>
                  <a:pt x="11478" y="12730"/>
                </a:lnTo>
                <a:lnTo>
                  <a:pt x="11466" y="12735"/>
                </a:lnTo>
                <a:cubicBezTo>
                  <a:pt x="11396" y="12765"/>
                  <a:pt x="11320" y="12780"/>
                  <a:pt x="11243" y="12780"/>
                </a:cubicBezTo>
                <a:close/>
                <a:moveTo>
                  <a:pt x="14019" y="3963"/>
                </a:moveTo>
                <a:cubicBezTo>
                  <a:pt x="14019" y="4300"/>
                  <a:pt x="13746" y="4573"/>
                  <a:pt x="13410" y="4573"/>
                </a:cubicBezTo>
                <a:cubicBezTo>
                  <a:pt x="13073" y="4573"/>
                  <a:pt x="12800" y="4300"/>
                  <a:pt x="12800" y="3963"/>
                </a:cubicBezTo>
                <a:lnTo>
                  <a:pt x="12800" y="1526"/>
                </a:lnTo>
                <a:cubicBezTo>
                  <a:pt x="12800" y="1357"/>
                  <a:pt x="12664" y="1220"/>
                  <a:pt x="12496" y="1220"/>
                </a:cubicBezTo>
                <a:lnTo>
                  <a:pt x="1523" y="1220"/>
                </a:lnTo>
                <a:cubicBezTo>
                  <a:pt x="1357" y="1220"/>
                  <a:pt x="1219" y="1357"/>
                  <a:pt x="1219" y="1526"/>
                </a:cubicBezTo>
                <a:lnTo>
                  <a:pt x="1219" y="8838"/>
                </a:lnTo>
                <a:cubicBezTo>
                  <a:pt x="1219" y="9006"/>
                  <a:pt x="1355" y="9144"/>
                  <a:pt x="1523" y="9144"/>
                </a:cubicBezTo>
                <a:lnTo>
                  <a:pt x="4267" y="9144"/>
                </a:lnTo>
                <a:cubicBezTo>
                  <a:pt x="4603" y="9144"/>
                  <a:pt x="4876" y="9417"/>
                  <a:pt x="4876" y="9753"/>
                </a:cubicBezTo>
                <a:cubicBezTo>
                  <a:pt x="4876" y="10090"/>
                  <a:pt x="4603" y="10363"/>
                  <a:pt x="4267" y="10363"/>
                </a:cubicBezTo>
                <a:lnTo>
                  <a:pt x="611" y="10363"/>
                </a:lnTo>
                <a:cubicBezTo>
                  <a:pt x="274" y="10364"/>
                  <a:pt x="0" y="10091"/>
                  <a:pt x="0" y="9753"/>
                </a:cubicBezTo>
                <a:lnTo>
                  <a:pt x="0" y="611"/>
                </a:lnTo>
                <a:cubicBezTo>
                  <a:pt x="0" y="274"/>
                  <a:pt x="274" y="1"/>
                  <a:pt x="611" y="1"/>
                </a:cubicBezTo>
                <a:lnTo>
                  <a:pt x="13408" y="1"/>
                </a:lnTo>
                <a:cubicBezTo>
                  <a:pt x="13745" y="0"/>
                  <a:pt x="14019" y="273"/>
                  <a:pt x="14019" y="611"/>
                </a:cubicBezTo>
                <a:lnTo>
                  <a:pt x="14019" y="3963"/>
                </a:lnTo>
                <a:close/>
                <a:moveTo>
                  <a:pt x="2743" y="12191"/>
                </a:moveTo>
                <a:cubicBezTo>
                  <a:pt x="2743" y="11855"/>
                  <a:pt x="3018" y="11582"/>
                  <a:pt x="3355" y="11582"/>
                </a:cubicBezTo>
                <a:lnTo>
                  <a:pt x="5788" y="11582"/>
                </a:lnTo>
                <a:cubicBezTo>
                  <a:pt x="6124" y="11582"/>
                  <a:pt x="6397" y="11855"/>
                  <a:pt x="6397" y="12191"/>
                </a:cubicBezTo>
                <a:cubicBezTo>
                  <a:pt x="6397" y="12528"/>
                  <a:pt x="6124" y="12801"/>
                  <a:pt x="5788" y="12801"/>
                </a:cubicBezTo>
                <a:lnTo>
                  <a:pt x="3355" y="12801"/>
                </a:lnTo>
                <a:cubicBezTo>
                  <a:pt x="3018" y="12803"/>
                  <a:pt x="2743" y="12529"/>
                  <a:pt x="2743" y="12191"/>
                </a:cubicBez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任意多边形: 形状 5">
            <a:extLst>
              <a:ext uri="{FF2B5EF4-FFF2-40B4-BE49-F238E27FC236}">
                <a16:creationId xmlns:a16="http://schemas.microsoft.com/office/drawing/2014/main" id="{1E5ED77F-93DF-23DA-6302-39ED3BD6CCA9}"/>
              </a:ext>
            </a:extLst>
          </p:cNvPr>
          <p:cNvSpPr/>
          <p:nvPr/>
        </p:nvSpPr>
        <p:spPr>
          <a:xfrm>
            <a:off x="4469462" y="2888239"/>
            <a:ext cx="371798" cy="332261"/>
          </a:xfrm>
          <a:custGeom>
            <a:avLst/>
            <a:gdLst>
              <a:gd name="connsiteX0" fmla="*/ 357220 w 579201"/>
              <a:gd name="connsiteY0" fmla="*/ 347990 h 608768"/>
              <a:gd name="connsiteX1" fmla="*/ 357220 w 579201"/>
              <a:gd name="connsiteY1" fmla="*/ 428456 h 608768"/>
              <a:gd name="connsiteX2" fmla="*/ 378460 w 579201"/>
              <a:gd name="connsiteY2" fmla="*/ 382794 h 608768"/>
              <a:gd name="connsiteX3" fmla="*/ 357220 w 579201"/>
              <a:gd name="connsiteY3" fmla="*/ 347990 h 608768"/>
              <a:gd name="connsiteX4" fmla="*/ 222560 w 579201"/>
              <a:gd name="connsiteY4" fmla="*/ 347381 h 608768"/>
              <a:gd name="connsiteX5" fmla="*/ 200811 w 579201"/>
              <a:gd name="connsiteY5" fmla="*/ 382896 h 608768"/>
              <a:gd name="connsiteX6" fmla="*/ 222560 w 579201"/>
              <a:gd name="connsiteY6" fmla="*/ 429471 h 608768"/>
              <a:gd name="connsiteX7" fmla="*/ 269208 w 579201"/>
              <a:gd name="connsiteY7" fmla="*/ 261233 h 608768"/>
              <a:gd name="connsiteX8" fmla="*/ 287705 w 579201"/>
              <a:gd name="connsiteY8" fmla="*/ 279599 h 608768"/>
              <a:gd name="connsiteX9" fmla="*/ 269513 w 579201"/>
              <a:gd name="connsiteY9" fmla="*/ 401059 h 608768"/>
              <a:gd name="connsiteX10" fmla="*/ 269716 w 579201"/>
              <a:gd name="connsiteY10" fmla="*/ 402277 h 608768"/>
              <a:gd name="connsiteX11" fmla="*/ 288619 w 579201"/>
              <a:gd name="connsiteY11" fmla="*/ 427949 h 608768"/>
              <a:gd name="connsiteX12" fmla="*/ 289839 w 579201"/>
              <a:gd name="connsiteY12" fmla="*/ 428557 h 608768"/>
              <a:gd name="connsiteX13" fmla="*/ 291160 w 579201"/>
              <a:gd name="connsiteY13" fmla="*/ 427949 h 608768"/>
              <a:gd name="connsiteX14" fmla="*/ 309962 w 579201"/>
              <a:gd name="connsiteY14" fmla="*/ 402277 h 608768"/>
              <a:gd name="connsiteX15" fmla="*/ 310266 w 579201"/>
              <a:gd name="connsiteY15" fmla="*/ 401059 h 608768"/>
              <a:gd name="connsiteX16" fmla="*/ 292075 w 579201"/>
              <a:gd name="connsiteY16" fmla="*/ 279599 h 608768"/>
              <a:gd name="connsiteX17" fmla="*/ 310571 w 579201"/>
              <a:gd name="connsiteY17" fmla="*/ 261233 h 608768"/>
              <a:gd name="connsiteX18" fmla="*/ 322665 w 579201"/>
              <a:gd name="connsiteY18" fmla="*/ 271482 h 608768"/>
              <a:gd name="connsiteX19" fmla="*/ 350512 w 579201"/>
              <a:gd name="connsiteY19" fmla="*/ 284368 h 608768"/>
              <a:gd name="connsiteX20" fmla="*/ 420535 w 579201"/>
              <a:gd name="connsiteY20" fmla="*/ 372850 h 608768"/>
              <a:gd name="connsiteX21" fmla="*/ 421755 w 579201"/>
              <a:gd name="connsiteY21" fmla="*/ 383302 h 608768"/>
              <a:gd name="connsiteX22" fmla="*/ 382729 w 579201"/>
              <a:gd name="connsiteY22" fmla="*/ 468740 h 608768"/>
              <a:gd name="connsiteX23" fmla="*/ 364740 w 579201"/>
              <a:gd name="connsiteY23" fmla="*/ 478684 h 608768"/>
              <a:gd name="connsiteX24" fmla="*/ 354374 w 579201"/>
              <a:gd name="connsiteY24" fmla="*/ 475842 h 608768"/>
              <a:gd name="connsiteX25" fmla="*/ 346650 w 579201"/>
              <a:gd name="connsiteY25" fmla="*/ 489947 h 608768"/>
              <a:gd name="connsiteX26" fmla="*/ 346548 w 579201"/>
              <a:gd name="connsiteY26" fmla="*/ 608768 h 608768"/>
              <a:gd name="connsiteX27" fmla="*/ 295327 w 579201"/>
              <a:gd name="connsiteY27" fmla="*/ 608768 h 608768"/>
              <a:gd name="connsiteX28" fmla="*/ 295327 w 579201"/>
              <a:gd name="connsiteY28" fmla="*/ 517242 h 608768"/>
              <a:gd name="connsiteX29" fmla="*/ 289839 w 579201"/>
              <a:gd name="connsiteY29" fmla="*/ 517445 h 608768"/>
              <a:gd name="connsiteX30" fmla="*/ 284452 w 579201"/>
              <a:gd name="connsiteY30" fmla="*/ 517242 h 608768"/>
              <a:gd name="connsiteX31" fmla="*/ 284452 w 579201"/>
              <a:gd name="connsiteY31" fmla="*/ 608768 h 608768"/>
              <a:gd name="connsiteX32" fmla="*/ 233129 w 579201"/>
              <a:gd name="connsiteY32" fmla="*/ 608768 h 608768"/>
              <a:gd name="connsiteX33" fmla="*/ 233129 w 579201"/>
              <a:gd name="connsiteY33" fmla="*/ 489947 h 608768"/>
              <a:gd name="connsiteX34" fmla="*/ 225304 w 579201"/>
              <a:gd name="connsiteY34" fmla="*/ 475741 h 608768"/>
              <a:gd name="connsiteX35" fmla="*/ 214531 w 579201"/>
              <a:gd name="connsiteY35" fmla="*/ 478684 h 608768"/>
              <a:gd name="connsiteX36" fmla="*/ 196441 w 579201"/>
              <a:gd name="connsiteY36" fmla="*/ 468841 h 608768"/>
              <a:gd name="connsiteX37" fmla="*/ 157516 w 579201"/>
              <a:gd name="connsiteY37" fmla="*/ 383403 h 608768"/>
              <a:gd name="connsiteX38" fmla="*/ 158736 w 579201"/>
              <a:gd name="connsiteY38" fmla="*/ 372850 h 608768"/>
              <a:gd name="connsiteX39" fmla="*/ 228657 w 579201"/>
              <a:gd name="connsiteY39" fmla="*/ 284470 h 608768"/>
              <a:gd name="connsiteX40" fmla="*/ 257114 w 579201"/>
              <a:gd name="connsiteY40" fmla="*/ 271482 h 608768"/>
              <a:gd name="connsiteX41" fmla="*/ 289832 w 579201"/>
              <a:gd name="connsiteY41" fmla="*/ 129064 h 608768"/>
              <a:gd name="connsiteX42" fmla="*/ 344830 w 579201"/>
              <a:gd name="connsiteY42" fmla="*/ 182940 h 608768"/>
              <a:gd name="connsiteX43" fmla="*/ 289832 w 579201"/>
              <a:gd name="connsiteY43" fmla="*/ 260457 h 608768"/>
              <a:gd name="connsiteX44" fmla="*/ 234935 w 579201"/>
              <a:gd name="connsiteY44" fmla="*/ 182940 h 608768"/>
              <a:gd name="connsiteX45" fmla="*/ 289832 w 579201"/>
              <a:gd name="connsiteY45" fmla="*/ 129064 h 608768"/>
              <a:gd name="connsiteX46" fmla="*/ 369368 w 579201"/>
              <a:gd name="connsiteY46" fmla="*/ 60372 h 608768"/>
              <a:gd name="connsiteX47" fmla="*/ 384407 w 579201"/>
              <a:gd name="connsiteY47" fmla="*/ 92840 h 608768"/>
              <a:gd name="connsiteX48" fmla="*/ 406254 w 579201"/>
              <a:gd name="connsiteY48" fmla="*/ 172693 h 608768"/>
              <a:gd name="connsiteX49" fmla="*/ 486224 w 579201"/>
              <a:gd name="connsiteY49" fmla="*/ 194508 h 608768"/>
              <a:gd name="connsiteX50" fmla="*/ 518741 w 579201"/>
              <a:gd name="connsiteY50" fmla="*/ 209525 h 608768"/>
              <a:gd name="connsiteX51" fmla="*/ 369368 w 579201"/>
              <a:gd name="connsiteY51" fmla="*/ 60372 h 608768"/>
              <a:gd name="connsiteX52" fmla="*/ 209833 w 579201"/>
              <a:gd name="connsiteY52" fmla="*/ 60372 h 608768"/>
              <a:gd name="connsiteX53" fmla="*/ 132810 w 579201"/>
              <a:gd name="connsiteY53" fmla="*/ 104407 h 608768"/>
              <a:gd name="connsiteX54" fmla="*/ 134029 w 579201"/>
              <a:gd name="connsiteY54" fmla="*/ 114148 h 608768"/>
              <a:gd name="connsiteX55" fmla="*/ 92469 w 579201"/>
              <a:gd name="connsiteY55" fmla="*/ 155748 h 608768"/>
              <a:gd name="connsiteX56" fmla="*/ 87388 w 579201"/>
              <a:gd name="connsiteY56" fmla="*/ 155444 h 608768"/>
              <a:gd name="connsiteX57" fmla="*/ 60460 w 579201"/>
              <a:gd name="connsiteY57" fmla="*/ 209525 h 608768"/>
              <a:gd name="connsiteX58" fmla="*/ 92977 w 579201"/>
              <a:gd name="connsiteY58" fmla="*/ 194508 h 608768"/>
              <a:gd name="connsiteX59" fmla="*/ 172947 w 579201"/>
              <a:gd name="connsiteY59" fmla="*/ 172693 h 608768"/>
              <a:gd name="connsiteX60" fmla="*/ 194794 w 579201"/>
              <a:gd name="connsiteY60" fmla="*/ 92840 h 608768"/>
              <a:gd name="connsiteX61" fmla="*/ 209833 w 579201"/>
              <a:gd name="connsiteY61" fmla="*/ 60372 h 608768"/>
              <a:gd name="connsiteX62" fmla="*/ 289600 w 579201"/>
              <a:gd name="connsiteY62" fmla="*/ 0 h 608768"/>
              <a:gd name="connsiteX63" fmla="*/ 494353 w 579201"/>
              <a:gd name="connsiteY63" fmla="*/ 84723 h 608768"/>
              <a:gd name="connsiteX64" fmla="*/ 579201 w 579201"/>
              <a:gd name="connsiteY64" fmla="*/ 289175 h 608768"/>
              <a:gd name="connsiteX65" fmla="*/ 494353 w 579201"/>
              <a:gd name="connsiteY65" fmla="*/ 493626 h 608768"/>
              <a:gd name="connsiteX66" fmla="*/ 365506 w 579201"/>
              <a:gd name="connsiteY66" fmla="*/ 568304 h 608768"/>
              <a:gd name="connsiteX67" fmla="*/ 365506 w 579201"/>
              <a:gd name="connsiteY67" fmla="*/ 519296 h 608768"/>
              <a:gd name="connsiteX68" fmla="*/ 369368 w 579201"/>
              <a:gd name="connsiteY68" fmla="*/ 517977 h 608768"/>
              <a:gd name="connsiteX69" fmla="*/ 518741 w 579201"/>
              <a:gd name="connsiteY69" fmla="*/ 368824 h 608768"/>
              <a:gd name="connsiteX70" fmla="*/ 486224 w 579201"/>
              <a:gd name="connsiteY70" fmla="*/ 383841 h 608768"/>
              <a:gd name="connsiteX71" fmla="*/ 435823 w 579201"/>
              <a:gd name="connsiteY71" fmla="*/ 399365 h 608768"/>
              <a:gd name="connsiteX72" fmla="*/ 440498 w 579201"/>
              <a:gd name="connsiteY72" fmla="*/ 380188 h 608768"/>
              <a:gd name="connsiteX73" fmla="*/ 438160 w 579201"/>
              <a:gd name="connsiteY73" fmla="*/ 360301 h 608768"/>
              <a:gd name="connsiteX74" fmla="*/ 433994 w 579201"/>
              <a:gd name="connsiteY74" fmla="*/ 351372 h 608768"/>
              <a:gd name="connsiteX75" fmla="*/ 532255 w 579201"/>
              <a:gd name="connsiteY75" fmla="*/ 289175 h 608768"/>
              <a:gd name="connsiteX76" fmla="*/ 412960 w 579201"/>
              <a:gd name="connsiteY76" fmla="*/ 221802 h 608768"/>
              <a:gd name="connsiteX77" fmla="*/ 415297 w 579201"/>
              <a:gd name="connsiteY77" fmla="*/ 252952 h 608768"/>
              <a:gd name="connsiteX78" fmla="*/ 436433 w 579201"/>
              <a:gd name="connsiteY78" fmla="*/ 289175 h 608768"/>
              <a:gd name="connsiteX79" fmla="*/ 418549 w 579201"/>
              <a:gd name="connsiteY79" fmla="*/ 323267 h 608768"/>
              <a:gd name="connsiteX80" fmla="*/ 362153 w 579201"/>
              <a:gd name="connsiteY80" fmla="*/ 263504 h 608768"/>
              <a:gd name="connsiteX81" fmla="*/ 368453 w 579201"/>
              <a:gd name="connsiteY81" fmla="*/ 257112 h 608768"/>
              <a:gd name="connsiteX82" fmla="*/ 364897 w 579201"/>
              <a:gd name="connsiteY82" fmla="*/ 213888 h 608768"/>
              <a:gd name="connsiteX83" fmla="*/ 345895 w 579201"/>
              <a:gd name="connsiteY83" fmla="*/ 124700 h 608768"/>
              <a:gd name="connsiteX84" fmla="*/ 289600 w 579201"/>
              <a:gd name="connsiteY84" fmla="*/ 46877 h 608768"/>
              <a:gd name="connsiteX85" fmla="*/ 233001 w 579201"/>
              <a:gd name="connsiteY85" fmla="*/ 125512 h 608768"/>
              <a:gd name="connsiteX86" fmla="*/ 214203 w 579201"/>
              <a:gd name="connsiteY86" fmla="*/ 213888 h 608768"/>
              <a:gd name="connsiteX87" fmla="*/ 210240 w 579201"/>
              <a:gd name="connsiteY87" fmla="*/ 267563 h 608768"/>
              <a:gd name="connsiteX88" fmla="*/ 163599 w 579201"/>
              <a:gd name="connsiteY88" fmla="*/ 318802 h 608768"/>
              <a:gd name="connsiteX89" fmla="*/ 162989 w 579201"/>
              <a:gd name="connsiteY89" fmla="*/ 289175 h 608768"/>
              <a:gd name="connsiteX90" fmla="*/ 166241 w 579201"/>
              <a:gd name="connsiteY90" fmla="*/ 221802 h 608768"/>
              <a:gd name="connsiteX91" fmla="*/ 109947 w 579201"/>
              <a:gd name="connsiteY91" fmla="*/ 238138 h 608768"/>
              <a:gd name="connsiteX92" fmla="*/ 46946 w 579201"/>
              <a:gd name="connsiteY92" fmla="*/ 289175 h 608768"/>
              <a:gd name="connsiteX93" fmla="*/ 145207 w 579201"/>
              <a:gd name="connsiteY93" fmla="*/ 351372 h 608768"/>
              <a:gd name="connsiteX94" fmla="*/ 141041 w 579201"/>
              <a:gd name="connsiteY94" fmla="*/ 360403 h 608768"/>
              <a:gd name="connsiteX95" fmla="*/ 138703 w 579201"/>
              <a:gd name="connsiteY95" fmla="*/ 380188 h 608768"/>
              <a:gd name="connsiteX96" fmla="*/ 143378 w 579201"/>
              <a:gd name="connsiteY96" fmla="*/ 399365 h 608768"/>
              <a:gd name="connsiteX97" fmla="*/ 92977 w 579201"/>
              <a:gd name="connsiteY97" fmla="*/ 383841 h 608768"/>
              <a:gd name="connsiteX98" fmla="*/ 60460 w 579201"/>
              <a:gd name="connsiteY98" fmla="*/ 368824 h 608768"/>
              <a:gd name="connsiteX99" fmla="*/ 209833 w 579201"/>
              <a:gd name="connsiteY99" fmla="*/ 517977 h 608768"/>
              <a:gd name="connsiteX100" fmla="*/ 214203 w 579201"/>
              <a:gd name="connsiteY100" fmla="*/ 519398 h 608768"/>
              <a:gd name="connsiteX101" fmla="*/ 214203 w 579201"/>
              <a:gd name="connsiteY101" fmla="*/ 568405 h 608768"/>
              <a:gd name="connsiteX102" fmla="*/ 84848 w 579201"/>
              <a:gd name="connsiteY102" fmla="*/ 493626 h 608768"/>
              <a:gd name="connsiteX103" fmla="*/ 0 w 579201"/>
              <a:gd name="connsiteY103" fmla="*/ 289175 h 608768"/>
              <a:gd name="connsiteX104" fmla="*/ 52026 w 579201"/>
              <a:gd name="connsiteY104" fmla="*/ 123787 h 608768"/>
              <a:gd name="connsiteX105" fmla="*/ 50909 w 579201"/>
              <a:gd name="connsiteY105" fmla="*/ 114148 h 608768"/>
              <a:gd name="connsiteX106" fmla="*/ 92469 w 579201"/>
              <a:gd name="connsiteY106" fmla="*/ 72649 h 608768"/>
              <a:gd name="connsiteX107" fmla="*/ 97346 w 579201"/>
              <a:gd name="connsiteY107" fmla="*/ 72953 h 608768"/>
              <a:gd name="connsiteX108" fmla="*/ 289600 w 579201"/>
              <a:gd name="connsiteY108" fmla="*/ 0 h 608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579201" h="608768">
                <a:moveTo>
                  <a:pt x="357220" y="347990"/>
                </a:moveTo>
                <a:lnTo>
                  <a:pt x="357220" y="428456"/>
                </a:lnTo>
                <a:cubicBezTo>
                  <a:pt x="366163" y="412627"/>
                  <a:pt x="375208" y="394463"/>
                  <a:pt x="378460" y="382794"/>
                </a:cubicBezTo>
                <a:cubicBezTo>
                  <a:pt x="374090" y="373662"/>
                  <a:pt x="366061" y="360065"/>
                  <a:pt x="357220" y="347990"/>
                </a:cubicBezTo>
                <a:close/>
                <a:moveTo>
                  <a:pt x="222560" y="347381"/>
                </a:moveTo>
                <a:cubicBezTo>
                  <a:pt x="213514" y="359659"/>
                  <a:pt x="205282" y="373561"/>
                  <a:pt x="200811" y="382896"/>
                </a:cubicBezTo>
                <a:cubicBezTo>
                  <a:pt x="204164" y="394768"/>
                  <a:pt x="213413" y="413438"/>
                  <a:pt x="222560" y="429471"/>
                </a:cubicBezTo>
                <a:close/>
                <a:moveTo>
                  <a:pt x="269208" y="261233"/>
                </a:moveTo>
                <a:lnTo>
                  <a:pt x="287705" y="279599"/>
                </a:lnTo>
                <a:lnTo>
                  <a:pt x="269513" y="401059"/>
                </a:lnTo>
                <a:cubicBezTo>
                  <a:pt x="269411" y="401465"/>
                  <a:pt x="269513" y="401871"/>
                  <a:pt x="269716" y="402277"/>
                </a:cubicBezTo>
                <a:lnTo>
                  <a:pt x="288619" y="427949"/>
                </a:lnTo>
                <a:cubicBezTo>
                  <a:pt x="288822" y="428354"/>
                  <a:pt x="289331" y="428557"/>
                  <a:pt x="289839" y="428557"/>
                </a:cubicBezTo>
                <a:cubicBezTo>
                  <a:pt x="290347" y="428557"/>
                  <a:pt x="290855" y="428354"/>
                  <a:pt x="291160" y="427949"/>
                </a:cubicBezTo>
                <a:lnTo>
                  <a:pt x="309962" y="402277"/>
                </a:lnTo>
                <a:cubicBezTo>
                  <a:pt x="310165" y="401871"/>
                  <a:pt x="310266" y="401465"/>
                  <a:pt x="310266" y="401059"/>
                </a:cubicBezTo>
                <a:lnTo>
                  <a:pt x="292075" y="279599"/>
                </a:lnTo>
                <a:lnTo>
                  <a:pt x="310571" y="261233"/>
                </a:lnTo>
                <a:lnTo>
                  <a:pt x="322665" y="271482"/>
                </a:lnTo>
                <a:cubicBezTo>
                  <a:pt x="322665" y="271482"/>
                  <a:pt x="350512" y="284368"/>
                  <a:pt x="350512" y="284368"/>
                </a:cubicBezTo>
                <a:cubicBezTo>
                  <a:pt x="386388" y="301517"/>
                  <a:pt x="416470" y="362297"/>
                  <a:pt x="420535" y="372850"/>
                </a:cubicBezTo>
                <a:cubicBezTo>
                  <a:pt x="421856" y="376199"/>
                  <a:pt x="422263" y="379750"/>
                  <a:pt x="421755" y="383302"/>
                </a:cubicBezTo>
                <a:cubicBezTo>
                  <a:pt x="417893" y="412322"/>
                  <a:pt x="388623" y="459607"/>
                  <a:pt x="382729" y="468740"/>
                </a:cubicBezTo>
                <a:cubicBezTo>
                  <a:pt x="378765" y="475132"/>
                  <a:pt x="371854" y="478582"/>
                  <a:pt x="364740" y="478684"/>
                </a:cubicBezTo>
                <a:cubicBezTo>
                  <a:pt x="361183" y="478684"/>
                  <a:pt x="357626" y="477770"/>
                  <a:pt x="354374" y="475842"/>
                </a:cubicBezTo>
                <a:cubicBezTo>
                  <a:pt x="352545" y="480916"/>
                  <a:pt x="349902" y="485685"/>
                  <a:pt x="346650" y="489947"/>
                </a:cubicBezTo>
                <a:lnTo>
                  <a:pt x="346548" y="608768"/>
                </a:lnTo>
                <a:lnTo>
                  <a:pt x="295327" y="608768"/>
                </a:lnTo>
                <a:lnTo>
                  <a:pt x="295327" y="517242"/>
                </a:lnTo>
                <a:cubicBezTo>
                  <a:pt x="293497" y="517344"/>
                  <a:pt x="291668" y="517445"/>
                  <a:pt x="289839" y="517445"/>
                </a:cubicBezTo>
                <a:cubicBezTo>
                  <a:pt x="288111" y="517445"/>
                  <a:pt x="286282" y="517344"/>
                  <a:pt x="284452" y="517242"/>
                </a:cubicBezTo>
                <a:lnTo>
                  <a:pt x="284452" y="608768"/>
                </a:lnTo>
                <a:lnTo>
                  <a:pt x="233129" y="608768"/>
                </a:lnTo>
                <a:lnTo>
                  <a:pt x="233129" y="489947"/>
                </a:lnTo>
                <a:cubicBezTo>
                  <a:pt x="229877" y="485584"/>
                  <a:pt x="227235" y="480814"/>
                  <a:pt x="225304" y="475741"/>
                </a:cubicBezTo>
                <a:cubicBezTo>
                  <a:pt x="221950" y="477669"/>
                  <a:pt x="218189" y="478684"/>
                  <a:pt x="214531" y="478684"/>
                </a:cubicBezTo>
                <a:cubicBezTo>
                  <a:pt x="207417" y="478684"/>
                  <a:pt x="200506" y="475234"/>
                  <a:pt x="196441" y="468841"/>
                </a:cubicBezTo>
                <a:cubicBezTo>
                  <a:pt x="190648" y="459607"/>
                  <a:pt x="161378" y="412322"/>
                  <a:pt x="157516" y="383403"/>
                </a:cubicBezTo>
                <a:cubicBezTo>
                  <a:pt x="157008" y="379852"/>
                  <a:pt x="157415" y="376199"/>
                  <a:pt x="158736" y="372850"/>
                </a:cubicBezTo>
                <a:cubicBezTo>
                  <a:pt x="162801" y="362399"/>
                  <a:pt x="192883" y="301618"/>
                  <a:pt x="228657" y="284470"/>
                </a:cubicBezTo>
                <a:cubicBezTo>
                  <a:pt x="229369" y="284165"/>
                  <a:pt x="257114" y="271482"/>
                  <a:pt x="257114" y="271482"/>
                </a:cubicBezTo>
                <a:close/>
                <a:moveTo>
                  <a:pt x="289832" y="129064"/>
                </a:moveTo>
                <a:cubicBezTo>
                  <a:pt x="329073" y="129064"/>
                  <a:pt x="345135" y="149255"/>
                  <a:pt x="344830" y="182940"/>
                </a:cubicBezTo>
                <a:cubicBezTo>
                  <a:pt x="344220" y="231541"/>
                  <a:pt x="321041" y="260457"/>
                  <a:pt x="289832" y="260457"/>
                </a:cubicBezTo>
                <a:cubicBezTo>
                  <a:pt x="258724" y="260457"/>
                  <a:pt x="235443" y="231541"/>
                  <a:pt x="234935" y="182940"/>
                </a:cubicBezTo>
                <a:cubicBezTo>
                  <a:pt x="234630" y="149255"/>
                  <a:pt x="250692" y="129064"/>
                  <a:pt x="289832" y="129064"/>
                </a:cubicBezTo>
                <a:close/>
                <a:moveTo>
                  <a:pt x="369368" y="60372"/>
                </a:moveTo>
                <a:cubicBezTo>
                  <a:pt x="374753" y="70112"/>
                  <a:pt x="379834" y="80868"/>
                  <a:pt x="384407" y="92840"/>
                </a:cubicBezTo>
                <a:cubicBezTo>
                  <a:pt x="393552" y="116380"/>
                  <a:pt x="400868" y="143471"/>
                  <a:pt x="406254" y="172693"/>
                </a:cubicBezTo>
                <a:cubicBezTo>
                  <a:pt x="435518" y="177969"/>
                  <a:pt x="462548" y="185275"/>
                  <a:pt x="486224" y="194508"/>
                </a:cubicBezTo>
                <a:cubicBezTo>
                  <a:pt x="498214" y="199074"/>
                  <a:pt x="508986" y="204147"/>
                  <a:pt x="518741" y="209525"/>
                </a:cubicBezTo>
                <a:cubicBezTo>
                  <a:pt x="494455" y="139920"/>
                  <a:pt x="439075" y="84622"/>
                  <a:pt x="369368" y="60372"/>
                </a:cubicBezTo>
                <a:close/>
                <a:moveTo>
                  <a:pt x="209833" y="60372"/>
                </a:moveTo>
                <a:cubicBezTo>
                  <a:pt x="181381" y="70214"/>
                  <a:pt x="155368" y="85332"/>
                  <a:pt x="132810" y="104407"/>
                </a:cubicBezTo>
                <a:cubicBezTo>
                  <a:pt x="133623" y="107553"/>
                  <a:pt x="134029" y="110800"/>
                  <a:pt x="134029" y="114148"/>
                </a:cubicBezTo>
                <a:cubicBezTo>
                  <a:pt x="134029" y="137079"/>
                  <a:pt x="115434" y="155748"/>
                  <a:pt x="92469" y="155748"/>
                </a:cubicBezTo>
                <a:cubicBezTo>
                  <a:pt x="90741" y="155748"/>
                  <a:pt x="89014" y="155647"/>
                  <a:pt x="87388" y="155444"/>
                </a:cubicBezTo>
                <a:cubicBezTo>
                  <a:pt x="76312" y="172084"/>
                  <a:pt x="67167" y="190246"/>
                  <a:pt x="60460" y="209525"/>
                </a:cubicBezTo>
                <a:cubicBezTo>
                  <a:pt x="70215" y="204147"/>
                  <a:pt x="80987" y="199074"/>
                  <a:pt x="92977" y="194508"/>
                </a:cubicBezTo>
                <a:cubicBezTo>
                  <a:pt x="116653" y="185275"/>
                  <a:pt x="143682" y="177969"/>
                  <a:pt x="172947" y="172693"/>
                </a:cubicBezTo>
                <a:cubicBezTo>
                  <a:pt x="178333" y="143471"/>
                  <a:pt x="185649" y="116380"/>
                  <a:pt x="194794" y="92840"/>
                </a:cubicBezTo>
                <a:cubicBezTo>
                  <a:pt x="199367" y="80868"/>
                  <a:pt x="204448" y="70112"/>
                  <a:pt x="209833" y="60372"/>
                </a:cubicBezTo>
                <a:close/>
                <a:moveTo>
                  <a:pt x="289600" y="0"/>
                </a:moveTo>
                <a:cubicBezTo>
                  <a:pt x="366929" y="0"/>
                  <a:pt x="439685" y="30034"/>
                  <a:pt x="494353" y="84723"/>
                </a:cubicBezTo>
                <a:cubicBezTo>
                  <a:pt x="549022" y="139311"/>
                  <a:pt x="579201" y="211960"/>
                  <a:pt x="579201" y="289175"/>
                </a:cubicBezTo>
                <a:cubicBezTo>
                  <a:pt x="579201" y="366389"/>
                  <a:pt x="549022" y="439038"/>
                  <a:pt x="494353" y="493626"/>
                </a:cubicBezTo>
                <a:cubicBezTo>
                  <a:pt x="458077" y="529849"/>
                  <a:pt x="413773" y="555316"/>
                  <a:pt x="365506" y="568304"/>
                </a:cubicBezTo>
                <a:lnTo>
                  <a:pt x="365506" y="519296"/>
                </a:lnTo>
                <a:lnTo>
                  <a:pt x="369368" y="517977"/>
                </a:lnTo>
                <a:cubicBezTo>
                  <a:pt x="439075" y="493626"/>
                  <a:pt x="494455" y="438429"/>
                  <a:pt x="518741" y="368824"/>
                </a:cubicBezTo>
                <a:cubicBezTo>
                  <a:pt x="508986" y="374202"/>
                  <a:pt x="498214" y="379174"/>
                  <a:pt x="486224" y="383841"/>
                </a:cubicBezTo>
                <a:cubicBezTo>
                  <a:pt x="470779" y="389827"/>
                  <a:pt x="453809" y="395002"/>
                  <a:pt x="435823" y="399365"/>
                </a:cubicBezTo>
                <a:cubicBezTo>
                  <a:pt x="438059" y="392668"/>
                  <a:pt x="439685" y="386175"/>
                  <a:pt x="440498" y="380188"/>
                </a:cubicBezTo>
                <a:cubicBezTo>
                  <a:pt x="441412" y="373492"/>
                  <a:pt x="440599" y="366592"/>
                  <a:pt x="438160" y="360301"/>
                </a:cubicBezTo>
                <a:cubicBezTo>
                  <a:pt x="438059" y="360200"/>
                  <a:pt x="436636" y="356851"/>
                  <a:pt x="433994" y="351372"/>
                </a:cubicBezTo>
                <a:cubicBezTo>
                  <a:pt x="496284" y="334732"/>
                  <a:pt x="532255" y="309163"/>
                  <a:pt x="532255" y="289175"/>
                </a:cubicBezTo>
                <a:cubicBezTo>
                  <a:pt x="532255" y="266954"/>
                  <a:pt x="488155" y="238036"/>
                  <a:pt x="412960" y="221802"/>
                </a:cubicBezTo>
                <a:cubicBezTo>
                  <a:pt x="413976" y="232050"/>
                  <a:pt x="414789" y="242501"/>
                  <a:pt x="415297" y="252952"/>
                </a:cubicBezTo>
                <a:cubicBezTo>
                  <a:pt x="427897" y="260156"/>
                  <a:pt x="436433" y="273650"/>
                  <a:pt x="436433" y="289175"/>
                </a:cubicBezTo>
                <a:cubicBezTo>
                  <a:pt x="436433" y="303278"/>
                  <a:pt x="429320" y="315758"/>
                  <a:pt x="418549" y="323267"/>
                </a:cubicBezTo>
                <a:cubicBezTo>
                  <a:pt x="405136" y="301655"/>
                  <a:pt x="385626" y="276187"/>
                  <a:pt x="362153" y="263504"/>
                </a:cubicBezTo>
                <a:cubicBezTo>
                  <a:pt x="364084" y="261170"/>
                  <a:pt x="366218" y="258938"/>
                  <a:pt x="368453" y="257112"/>
                </a:cubicBezTo>
                <a:cubicBezTo>
                  <a:pt x="367742" y="241993"/>
                  <a:pt x="366522" y="227585"/>
                  <a:pt x="364897" y="213888"/>
                </a:cubicBezTo>
                <a:cubicBezTo>
                  <a:pt x="364897" y="213888"/>
                  <a:pt x="370892" y="161532"/>
                  <a:pt x="345895" y="124700"/>
                </a:cubicBezTo>
                <a:cubicBezTo>
                  <a:pt x="329433" y="75084"/>
                  <a:pt x="307383" y="46877"/>
                  <a:pt x="289600" y="46877"/>
                </a:cubicBezTo>
                <a:cubicBezTo>
                  <a:pt x="271716" y="46877"/>
                  <a:pt x="249463" y="75388"/>
                  <a:pt x="233001" y="125512"/>
                </a:cubicBezTo>
                <a:cubicBezTo>
                  <a:pt x="211662" y="147023"/>
                  <a:pt x="214203" y="213888"/>
                  <a:pt x="214203" y="213888"/>
                </a:cubicBezTo>
                <a:cubicBezTo>
                  <a:pt x="212272" y="230731"/>
                  <a:pt x="210849" y="248690"/>
                  <a:pt x="210240" y="267563"/>
                </a:cubicBezTo>
                <a:cubicBezTo>
                  <a:pt x="191441" y="280144"/>
                  <a:pt x="175488" y="300336"/>
                  <a:pt x="163599" y="318802"/>
                </a:cubicBezTo>
                <a:cubicBezTo>
                  <a:pt x="163192" y="308960"/>
                  <a:pt x="162989" y="299118"/>
                  <a:pt x="162989" y="289175"/>
                </a:cubicBezTo>
                <a:cubicBezTo>
                  <a:pt x="162989" y="266142"/>
                  <a:pt x="164107" y="243617"/>
                  <a:pt x="166241" y="221802"/>
                </a:cubicBezTo>
                <a:cubicBezTo>
                  <a:pt x="145715" y="226165"/>
                  <a:pt x="126815" y="231644"/>
                  <a:pt x="109947" y="238138"/>
                </a:cubicBezTo>
                <a:cubicBezTo>
                  <a:pt x="71130" y="253256"/>
                  <a:pt x="46946" y="272737"/>
                  <a:pt x="46946" y="289175"/>
                </a:cubicBezTo>
                <a:cubicBezTo>
                  <a:pt x="46946" y="309163"/>
                  <a:pt x="82917" y="334732"/>
                  <a:pt x="145207" y="351372"/>
                </a:cubicBezTo>
                <a:cubicBezTo>
                  <a:pt x="142565" y="356851"/>
                  <a:pt x="141142" y="360200"/>
                  <a:pt x="141041" y="360403"/>
                </a:cubicBezTo>
                <a:cubicBezTo>
                  <a:pt x="138602" y="366693"/>
                  <a:pt x="137789" y="373492"/>
                  <a:pt x="138703" y="380188"/>
                </a:cubicBezTo>
                <a:cubicBezTo>
                  <a:pt x="139516" y="386175"/>
                  <a:pt x="141142" y="392668"/>
                  <a:pt x="143378" y="399365"/>
                </a:cubicBezTo>
                <a:cubicBezTo>
                  <a:pt x="125290" y="395002"/>
                  <a:pt x="108422" y="389827"/>
                  <a:pt x="92977" y="383841"/>
                </a:cubicBezTo>
                <a:cubicBezTo>
                  <a:pt x="80987" y="379174"/>
                  <a:pt x="70215" y="374202"/>
                  <a:pt x="60460" y="368824"/>
                </a:cubicBezTo>
                <a:cubicBezTo>
                  <a:pt x="84746" y="438429"/>
                  <a:pt x="140126" y="493626"/>
                  <a:pt x="209833" y="517977"/>
                </a:cubicBezTo>
                <a:lnTo>
                  <a:pt x="214203" y="519398"/>
                </a:lnTo>
                <a:lnTo>
                  <a:pt x="214203" y="568405"/>
                </a:lnTo>
                <a:cubicBezTo>
                  <a:pt x="165733" y="555519"/>
                  <a:pt x="121327" y="530052"/>
                  <a:pt x="84848" y="493626"/>
                </a:cubicBezTo>
                <a:cubicBezTo>
                  <a:pt x="30179" y="439038"/>
                  <a:pt x="0" y="366389"/>
                  <a:pt x="0" y="289175"/>
                </a:cubicBezTo>
                <a:cubicBezTo>
                  <a:pt x="0" y="229107"/>
                  <a:pt x="18189" y="171881"/>
                  <a:pt x="52026" y="123787"/>
                </a:cubicBezTo>
                <a:cubicBezTo>
                  <a:pt x="51214" y="120642"/>
                  <a:pt x="50909" y="117496"/>
                  <a:pt x="50909" y="114148"/>
                </a:cubicBezTo>
                <a:cubicBezTo>
                  <a:pt x="50909" y="91217"/>
                  <a:pt x="69504" y="72649"/>
                  <a:pt x="92469" y="72649"/>
                </a:cubicBezTo>
                <a:cubicBezTo>
                  <a:pt x="94095" y="72649"/>
                  <a:pt x="95721" y="72750"/>
                  <a:pt x="97346" y="72953"/>
                </a:cubicBezTo>
                <a:cubicBezTo>
                  <a:pt x="150389" y="25772"/>
                  <a:pt x="217962" y="0"/>
                  <a:pt x="289600" y="0"/>
                </a:cubicBez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文本框 6">
            <a:extLst>
              <a:ext uri="{FF2B5EF4-FFF2-40B4-BE49-F238E27FC236}">
                <a16:creationId xmlns:a16="http://schemas.microsoft.com/office/drawing/2014/main" id="{36F9A6B5-A0B4-6F09-7ED4-39778944D116}"/>
              </a:ext>
            </a:extLst>
          </p:cNvPr>
          <p:cNvSpPr txBox="1"/>
          <p:nvPr/>
        </p:nvSpPr>
        <p:spPr>
          <a:xfrm>
            <a:off x="3212204" y="5519280"/>
            <a:ext cx="5766002" cy="369332"/>
          </a:xfrm>
          <a:prstGeom prst="rect">
            <a:avLst/>
          </a:prstGeom>
          <a:noFill/>
        </p:spPr>
        <p:txBody>
          <a:bodyPr wrap="square" rtlCol="0">
            <a:spAutoFit/>
          </a:bodyPr>
          <a:lstStyle/>
          <a:p>
            <a:pPr algn="ctr"/>
            <a:r>
              <a:rPr lang="zh-CN" altLang="en-US" dirty="0"/>
              <a:t>公告系统、毕业管理、培养方案管理系统</a:t>
            </a:r>
            <a:r>
              <a:rPr lang="en-US" altLang="zh-CN" b="1" dirty="0"/>
              <a:t>……</a:t>
            </a:r>
            <a:endParaRPr lang="zh-CN" altLang="en-US" b="1" dirty="0"/>
          </a:p>
        </p:txBody>
      </p:sp>
    </p:spTree>
    <p:extLst>
      <p:ext uri="{BB962C8B-B14F-4D97-AF65-F5344CB8AC3E}">
        <p14:creationId xmlns:p14="http://schemas.microsoft.com/office/powerpoint/2010/main" val="30465959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n-lt"/>
                <a:ea typeface="+mn-ea"/>
                <a:cs typeface="+mn-ea"/>
                <a:sym typeface="+mn-lt"/>
              </a:rPr>
              <a:t>个人收获与总结（前端）</a:t>
            </a:r>
          </a:p>
        </p:txBody>
      </p:sp>
      <p:sp>
        <p:nvSpPr>
          <p:cNvPr id="3" name="页脚占位符 2"/>
          <p:cNvSpPr>
            <a:spLocks noGrp="1"/>
          </p:cNvSpPr>
          <p:nvPr>
            <p:ph type="ftr" sz="quarter" idx="11"/>
          </p:nvPr>
        </p:nvSpPr>
        <p:spPr/>
        <p:txBody>
          <a:bodyPr/>
          <a:lstStyle/>
          <a:p>
            <a:r>
              <a:rPr lang="zh-CN" altLang="en-US" dirty="0">
                <a:cs typeface="+mn-ea"/>
                <a:sym typeface="+mn-lt"/>
              </a:rPr>
              <a:t>课程管理系统</a:t>
            </a:r>
          </a:p>
        </p:txBody>
      </p:sp>
      <p:sp>
        <p:nvSpPr>
          <p:cNvPr id="4" name="灯片编号占位符 3"/>
          <p:cNvSpPr>
            <a:spLocks noGrp="1"/>
          </p:cNvSpPr>
          <p:nvPr>
            <p:ph type="sldNum" sz="quarter" idx="12"/>
          </p:nvPr>
        </p:nvSpPr>
        <p:spPr/>
        <p:txBody>
          <a:bodyPr/>
          <a:lstStyle/>
          <a:p>
            <a:fld id="{5DD3DB80-B894-403A-B48E-6FDC1A72010E}" type="slidenum">
              <a:rPr lang="zh-CN" altLang="en-US" b="1" smtClean="0">
                <a:solidFill>
                  <a:schemeClr val="tx1"/>
                </a:solidFill>
                <a:cs typeface="+mn-ea"/>
                <a:sym typeface="+mn-lt"/>
              </a:rPr>
              <a:t>26</a:t>
            </a:fld>
            <a:endParaRPr lang="zh-CN" altLang="en-US" b="1" dirty="0">
              <a:solidFill>
                <a:schemeClr val="tx1"/>
              </a:solidFill>
              <a:cs typeface="+mn-ea"/>
              <a:sym typeface="+mn-lt"/>
            </a:endParaRPr>
          </a:p>
        </p:txBody>
      </p:sp>
      <p:sp>
        <p:nvSpPr>
          <p:cNvPr id="5" name="任意多边形: 形状 4">
            <a:extLst>
              <a:ext uri="{FF2B5EF4-FFF2-40B4-BE49-F238E27FC236}">
                <a16:creationId xmlns:a16="http://schemas.microsoft.com/office/drawing/2014/main" id="{100F3C77-A4F2-3C51-21DC-04731C931471}"/>
              </a:ext>
            </a:extLst>
          </p:cNvPr>
          <p:cNvSpPr/>
          <p:nvPr/>
        </p:nvSpPr>
        <p:spPr>
          <a:xfrm>
            <a:off x="1652165" y="2920960"/>
            <a:ext cx="328689" cy="275757"/>
          </a:xfrm>
          <a:custGeom>
            <a:avLst/>
            <a:gdLst>
              <a:gd name="T0" fmla="*/ 8903 w 14551"/>
              <a:gd name="T1" fmla="*/ 8301 h 12803"/>
              <a:gd name="T2" fmla="*/ 10780 w 14551"/>
              <a:gd name="T3" fmla="*/ 8301 h 12803"/>
              <a:gd name="T4" fmla="*/ 9842 w 14551"/>
              <a:gd name="T5" fmla="*/ 10148 h 12803"/>
              <a:gd name="T6" fmla="*/ 9842 w 14551"/>
              <a:gd name="T7" fmla="*/ 6455 h 12803"/>
              <a:gd name="T8" fmla="*/ 9842 w 14551"/>
              <a:gd name="T9" fmla="*/ 10148 h 12803"/>
              <a:gd name="T10" fmla="*/ 10989 w 14551"/>
              <a:gd name="T11" fmla="*/ 11432 h 12803"/>
              <a:gd name="T12" fmla="*/ 11884 w 14551"/>
              <a:gd name="T13" fmla="*/ 10938 h 12803"/>
              <a:gd name="T14" fmla="*/ 13111 w 14551"/>
              <a:gd name="T15" fmla="*/ 8971 h 12803"/>
              <a:gd name="T16" fmla="*/ 13111 w 14551"/>
              <a:gd name="T17" fmla="*/ 7680 h 12803"/>
              <a:gd name="T18" fmla="*/ 11884 w 14551"/>
              <a:gd name="T19" fmla="*/ 5713 h 12803"/>
              <a:gd name="T20" fmla="*/ 11001 w 14551"/>
              <a:gd name="T21" fmla="*/ 5225 h 12803"/>
              <a:gd name="T22" fmla="*/ 10642 w 14551"/>
              <a:gd name="T23" fmla="*/ 5507 h 12803"/>
              <a:gd name="T24" fmla="*/ 9113 w 14551"/>
              <a:gd name="T25" fmla="*/ 5501 h 12803"/>
              <a:gd name="T26" fmla="*/ 8752 w 14551"/>
              <a:gd name="T27" fmla="*/ 5214 h 12803"/>
              <a:gd name="T28" fmla="*/ 7838 w 14551"/>
              <a:gd name="T29" fmla="*/ 5714 h 12803"/>
              <a:gd name="T30" fmla="*/ 6611 w 14551"/>
              <a:gd name="T31" fmla="*/ 7680 h 12803"/>
              <a:gd name="T32" fmla="*/ 6612 w 14551"/>
              <a:gd name="T33" fmla="*/ 8972 h 12803"/>
              <a:gd name="T34" fmla="*/ 7838 w 14551"/>
              <a:gd name="T35" fmla="*/ 10939 h 12803"/>
              <a:gd name="T36" fmla="*/ 8702 w 14551"/>
              <a:gd name="T37" fmla="*/ 11421 h 12803"/>
              <a:gd name="T38" fmla="*/ 9061 w 14551"/>
              <a:gd name="T39" fmla="*/ 11124 h 12803"/>
              <a:gd name="T40" fmla="*/ 10628 w 14551"/>
              <a:gd name="T41" fmla="*/ 11130 h 12803"/>
              <a:gd name="T42" fmla="*/ 11243 w 14551"/>
              <a:gd name="T43" fmla="*/ 12780 h 12803"/>
              <a:gd name="T44" fmla="*/ 9802 w 14551"/>
              <a:gd name="T45" fmla="*/ 12009 h 12803"/>
              <a:gd name="T46" fmla="*/ 8371 w 14551"/>
              <a:gd name="T47" fmla="*/ 12765 h 12803"/>
              <a:gd name="T48" fmla="*/ 8131 w 14551"/>
              <a:gd name="T49" fmla="*/ 12714 h 12803"/>
              <a:gd name="T50" fmla="*/ 6961 w 14551"/>
              <a:gd name="T51" fmla="*/ 12057 h 12803"/>
              <a:gd name="T52" fmla="*/ 6881 w 14551"/>
              <a:gd name="T53" fmla="*/ 10916 h 12803"/>
              <a:gd name="T54" fmla="*/ 5604 w 14551"/>
              <a:gd name="T55" fmla="*/ 9688 h 12803"/>
              <a:gd name="T56" fmla="*/ 5103 w 14551"/>
              <a:gd name="T57" fmla="*/ 8323 h 12803"/>
              <a:gd name="T58" fmla="*/ 5612 w 14551"/>
              <a:gd name="T59" fmla="*/ 6958 h 12803"/>
              <a:gd name="T60" fmla="*/ 6881 w 14551"/>
              <a:gd name="T61" fmla="*/ 5729 h 12803"/>
              <a:gd name="T62" fmla="*/ 6963 w 14551"/>
              <a:gd name="T63" fmla="*/ 4588 h 12803"/>
              <a:gd name="T64" fmla="*/ 8197 w 14551"/>
              <a:gd name="T65" fmla="*/ 3908 h 12803"/>
              <a:gd name="T66" fmla="*/ 8434 w 14551"/>
              <a:gd name="T67" fmla="*/ 3859 h 12803"/>
              <a:gd name="T68" fmla="*/ 9851 w 14551"/>
              <a:gd name="T69" fmla="*/ 4587 h 12803"/>
              <a:gd name="T70" fmla="*/ 11259 w 14551"/>
              <a:gd name="T71" fmla="*/ 3873 h 12803"/>
              <a:gd name="T72" fmla="*/ 11499 w 14551"/>
              <a:gd name="T73" fmla="*/ 3924 h 12803"/>
              <a:gd name="T74" fmla="*/ 12692 w 14551"/>
              <a:gd name="T75" fmla="*/ 4588 h 12803"/>
              <a:gd name="T76" fmla="*/ 12772 w 14551"/>
              <a:gd name="T77" fmla="*/ 5729 h 12803"/>
              <a:gd name="T78" fmla="*/ 14042 w 14551"/>
              <a:gd name="T79" fmla="*/ 6958 h 12803"/>
              <a:gd name="T80" fmla="*/ 14551 w 14551"/>
              <a:gd name="T81" fmla="*/ 8323 h 12803"/>
              <a:gd name="T82" fmla="*/ 14042 w 14551"/>
              <a:gd name="T83" fmla="*/ 9687 h 12803"/>
              <a:gd name="T84" fmla="*/ 12772 w 14551"/>
              <a:gd name="T85" fmla="*/ 10916 h 12803"/>
              <a:gd name="T86" fmla="*/ 12692 w 14551"/>
              <a:gd name="T87" fmla="*/ 12057 h 12803"/>
              <a:gd name="T88" fmla="*/ 11478 w 14551"/>
              <a:gd name="T89" fmla="*/ 12730 h 12803"/>
              <a:gd name="T90" fmla="*/ 11243 w 14551"/>
              <a:gd name="T91" fmla="*/ 12780 h 12803"/>
              <a:gd name="T92" fmla="*/ 13410 w 14551"/>
              <a:gd name="T93" fmla="*/ 4573 h 12803"/>
              <a:gd name="T94" fmla="*/ 12800 w 14551"/>
              <a:gd name="T95" fmla="*/ 1526 h 12803"/>
              <a:gd name="T96" fmla="*/ 1523 w 14551"/>
              <a:gd name="T97" fmla="*/ 1220 h 12803"/>
              <a:gd name="T98" fmla="*/ 1219 w 14551"/>
              <a:gd name="T99" fmla="*/ 8838 h 12803"/>
              <a:gd name="T100" fmla="*/ 4267 w 14551"/>
              <a:gd name="T101" fmla="*/ 9144 h 12803"/>
              <a:gd name="T102" fmla="*/ 4267 w 14551"/>
              <a:gd name="T103" fmla="*/ 10363 h 12803"/>
              <a:gd name="T104" fmla="*/ 0 w 14551"/>
              <a:gd name="T105" fmla="*/ 9753 h 12803"/>
              <a:gd name="T106" fmla="*/ 611 w 14551"/>
              <a:gd name="T107" fmla="*/ 1 h 12803"/>
              <a:gd name="T108" fmla="*/ 14019 w 14551"/>
              <a:gd name="T109" fmla="*/ 611 h 12803"/>
              <a:gd name="T110" fmla="*/ 2743 w 14551"/>
              <a:gd name="T111" fmla="*/ 12191 h 12803"/>
              <a:gd name="T112" fmla="*/ 5788 w 14551"/>
              <a:gd name="T113" fmla="*/ 11582 h 12803"/>
              <a:gd name="T114" fmla="*/ 5788 w 14551"/>
              <a:gd name="T115" fmla="*/ 12801 h 12803"/>
              <a:gd name="T116" fmla="*/ 2743 w 14551"/>
              <a:gd name="T117" fmla="*/ 12191 h 128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4551" h="12803">
                <a:moveTo>
                  <a:pt x="9842" y="7363"/>
                </a:moveTo>
                <a:cubicBezTo>
                  <a:pt x="9324" y="7363"/>
                  <a:pt x="8904" y="7783"/>
                  <a:pt x="8903" y="8301"/>
                </a:cubicBezTo>
                <a:cubicBezTo>
                  <a:pt x="8904" y="8820"/>
                  <a:pt x="9324" y="9240"/>
                  <a:pt x="9842" y="9240"/>
                </a:cubicBezTo>
                <a:cubicBezTo>
                  <a:pt x="10360" y="9239"/>
                  <a:pt x="10780" y="8820"/>
                  <a:pt x="10780" y="8301"/>
                </a:cubicBezTo>
                <a:cubicBezTo>
                  <a:pt x="10780" y="7783"/>
                  <a:pt x="10360" y="7364"/>
                  <a:pt x="9842" y="7363"/>
                </a:cubicBezTo>
                <a:close/>
                <a:moveTo>
                  <a:pt x="9842" y="10148"/>
                </a:moveTo>
                <a:cubicBezTo>
                  <a:pt x="8822" y="10147"/>
                  <a:pt x="7996" y="9321"/>
                  <a:pt x="7995" y="8301"/>
                </a:cubicBezTo>
                <a:cubicBezTo>
                  <a:pt x="7995" y="7283"/>
                  <a:pt x="8823" y="6455"/>
                  <a:pt x="9842" y="6455"/>
                </a:cubicBezTo>
                <a:cubicBezTo>
                  <a:pt x="10860" y="6455"/>
                  <a:pt x="11689" y="7283"/>
                  <a:pt x="11689" y="8301"/>
                </a:cubicBezTo>
                <a:cubicBezTo>
                  <a:pt x="11689" y="9320"/>
                  <a:pt x="10860" y="10148"/>
                  <a:pt x="9842" y="10148"/>
                </a:cubicBezTo>
                <a:close/>
                <a:moveTo>
                  <a:pt x="10960" y="11425"/>
                </a:moveTo>
                <a:cubicBezTo>
                  <a:pt x="10964" y="11428"/>
                  <a:pt x="10976" y="11432"/>
                  <a:pt x="10989" y="11432"/>
                </a:cubicBezTo>
                <a:lnTo>
                  <a:pt x="10990" y="11432"/>
                </a:lnTo>
                <a:lnTo>
                  <a:pt x="11884" y="10938"/>
                </a:lnTo>
                <a:cubicBezTo>
                  <a:pt x="11863" y="10888"/>
                  <a:pt x="11764" y="10645"/>
                  <a:pt x="11764" y="10392"/>
                </a:cubicBezTo>
                <a:cubicBezTo>
                  <a:pt x="11764" y="9636"/>
                  <a:pt x="12356" y="9012"/>
                  <a:pt x="13111" y="8971"/>
                </a:cubicBezTo>
                <a:cubicBezTo>
                  <a:pt x="13121" y="8912"/>
                  <a:pt x="13180" y="8577"/>
                  <a:pt x="13180" y="8326"/>
                </a:cubicBezTo>
                <a:cubicBezTo>
                  <a:pt x="13180" y="8074"/>
                  <a:pt x="13121" y="7740"/>
                  <a:pt x="13111" y="7680"/>
                </a:cubicBezTo>
                <a:cubicBezTo>
                  <a:pt x="12356" y="7640"/>
                  <a:pt x="11765" y="7016"/>
                  <a:pt x="11764" y="6261"/>
                </a:cubicBezTo>
                <a:cubicBezTo>
                  <a:pt x="11764" y="6006"/>
                  <a:pt x="11863" y="5763"/>
                  <a:pt x="11884" y="5713"/>
                </a:cubicBezTo>
                <a:lnTo>
                  <a:pt x="11005" y="5225"/>
                </a:lnTo>
                <a:lnTo>
                  <a:pt x="11001" y="5225"/>
                </a:lnTo>
                <a:cubicBezTo>
                  <a:pt x="10989" y="5225"/>
                  <a:pt x="10978" y="5228"/>
                  <a:pt x="10967" y="5234"/>
                </a:cubicBezTo>
                <a:cubicBezTo>
                  <a:pt x="10867" y="5334"/>
                  <a:pt x="10758" y="5425"/>
                  <a:pt x="10642" y="5507"/>
                </a:cubicBezTo>
                <a:cubicBezTo>
                  <a:pt x="10371" y="5697"/>
                  <a:pt x="10115" y="5794"/>
                  <a:pt x="9880" y="5794"/>
                </a:cubicBezTo>
                <a:cubicBezTo>
                  <a:pt x="9644" y="5794"/>
                  <a:pt x="9385" y="5695"/>
                  <a:pt x="9113" y="5501"/>
                </a:cubicBezTo>
                <a:cubicBezTo>
                  <a:pt x="8996" y="5418"/>
                  <a:pt x="8887" y="5325"/>
                  <a:pt x="8786" y="5222"/>
                </a:cubicBezTo>
                <a:cubicBezTo>
                  <a:pt x="8776" y="5217"/>
                  <a:pt x="8764" y="5214"/>
                  <a:pt x="8752" y="5214"/>
                </a:cubicBezTo>
                <a:lnTo>
                  <a:pt x="8749" y="5214"/>
                </a:lnTo>
                <a:lnTo>
                  <a:pt x="7838" y="5714"/>
                </a:lnTo>
                <a:cubicBezTo>
                  <a:pt x="7860" y="5765"/>
                  <a:pt x="7958" y="6008"/>
                  <a:pt x="7958" y="6261"/>
                </a:cubicBezTo>
                <a:cubicBezTo>
                  <a:pt x="7957" y="7017"/>
                  <a:pt x="7366" y="7640"/>
                  <a:pt x="6611" y="7680"/>
                </a:cubicBezTo>
                <a:cubicBezTo>
                  <a:pt x="6601" y="7740"/>
                  <a:pt x="6542" y="8074"/>
                  <a:pt x="6542" y="8326"/>
                </a:cubicBezTo>
                <a:cubicBezTo>
                  <a:pt x="6542" y="8577"/>
                  <a:pt x="6601" y="8912"/>
                  <a:pt x="6612" y="8972"/>
                </a:cubicBezTo>
                <a:cubicBezTo>
                  <a:pt x="7366" y="9012"/>
                  <a:pt x="7958" y="9636"/>
                  <a:pt x="7959" y="10392"/>
                </a:cubicBezTo>
                <a:cubicBezTo>
                  <a:pt x="7959" y="10646"/>
                  <a:pt x="7859" y="10890"/>
                  <a:pt x="7838" y="10939"/>
                </a:cubicBezTo>
                <a:lnTo>
                  <a:pt x="8700" y="11421"/>
                </a:lnTo>
                <a:lnTo>
                  <a:pt x="8702" y="11421"/>
                </a:lnTo>
                <a:cubicBezTo>
                  <a:pt x="8714" y="11421"/>
                  <a:pt x="8726" y="11416"/>
                  <a:pt x="8731" y="11413"/>
                </a:cubicBezTo>
                <a:cubicBezTo>
                  <a:pt x="8832" y="11307"/>
                  <a:pt x="8943" y="11211"/>
                  <a:pt x="9061" y="11124"/>
                </a:cubicBezTo>
                <a:cubicBezTo>
                  <a:pt x="9337" y="10922"/>
                  <a:pt x="9599" y="10819"/>
                  <a:pt x="9841" y="10819"/>
                </a:cubicBezTo>
                <a:cubicBezTo>
                  <a:pt x="10085" y="10819"/>
                  <a:pt x="10350" y="10923"/>
                  <a:pt x="10628" y="11130"/>
                </a:cubicBezTo>
                <a:cubicBezTo>
                  <a:pt x="10814" y="11268"/>
                  <a:pt x="10944" y="11407"/>
                  <a:pt x="10960" y="11425"/>
                </a:cubicBezTo>
                <a:moveTo>
                  <a:pt x="11243" y="12780"/>
                </a:moveTo>
                <a:cubicBezTo>
                  <a:pt x="11071" y="12779"/>
                  <a:pt x="10904" y="12708"/>
                  <a:pt x="10796" y="12589"/>
                </a:cubicBezTo>
                <a:cubicBezTo>
                  <a:pt x="10649" y="12428"/>
                  <a:pt x="10184" y="12009"/>
                  <a:pt x="9802" y="12009"/>
                </a:cubicBezTo>
                <a:cubicBezTo>
                  <a:pt x="9424" y="12009"/>
                  <a:pt x="8951" y="12431"/>
                  <a:pt x="8815" y="12578"/>
                </a:cubicBezTo>
                <a:cubicBezTo>
                  <a:pt x="8707" y="12696"/>
                  <a:pt x="8541" y="12765"/>
                  <a:pt x="8371" y="12765"/>
                </a:cubicBezTo>
                <a:cubicBezTo>
                  <a:pt x="8290" y="12765"/>
                  <a:pt x="8213" y="12750"/>
                  <a:pt x="8144" y="12719"/>
                </a:cubicBezTo>
                <a:lnTo>
                  <a:pt x="8131" y="12714"/>
                </a:lnTo>
                <a:lnTo>
                  <a:pt x="6973" y="12066"/>
                </a:lnTo>
                <a:lnTo>
                  <a:pt x="6961" y="12057"/>
                </a:lnTo>
                <a:cubicBezTo>
                  <a:pt x="6749" y="11905"/>
                  <a:pt x="6671" y="11626"/>
                  <a:pt x="6775" y="11386"/>
                </a:cubicBezTo>
                <a:cubicBezTo>
                  <a:pt x="6775" y="11384"/>
                  <a:pt x="6881" y="11139"/>
                  <a:pt x="6881" y="10916"/>
                </a:cubicBezTo>
                <a:cubicBezTo>
                  <a:pt x="6880" y="10238"/>
                  <a:pt x="6331" y="9688"/>
                  <a:pt x="5653" y="9688"/>
                </a:cubicBezTo>
                <a:lnTo>
                  <a:pt x="5604" y="9688"/>
                </a:lnTo>
                <a:cubicBezTo>
                  <a:pt x="5410" y="9688"/>
                  <a:pt x="5252" y="9515"/>
                  <a:pt x="5202" y="9249"/>
                </a:cubicBezTo>
                <a:cubicBezTo>
                  <a:pt x="5198" y="9227"/>
                  <a:pt x="5103" y="8721"/>
                  <a:pt x="5103" y="8323"/>
                </a:cubicBezTo>
                <a:cubicBezTo>
                  <a:pt x="5103" y="7924"/>
                  <a:pt x="5197" y="7419"/>
                  <a:pt x="5202" y="7397"/>
                </a:cubicBezTo>
                <a:cubicBezTo>
                  <a:pt x="5253" y="7127"/>
                  <a:pt x="5414" y="6954"/>
                  <a:pt x="5612" y="6958"/>
                </a:cubicBezTo>
                <a:lnTo>
                  <a:pt x="5653" y="6958"/>
                </a:lnTo>
                <a:cubicBezTo>
                  <a:pt x="6331" y="6957"/>
                  <a:pt x="6881" y="6408"/>
                  <a:pt x="6881" y="5729"/>
                </a:cubicBezTo>
                <a:cubicBezTo>
                  <a:pt x="6881" y="5506"/>
                  <a:pt x="6775" y="5262"/>
                  <a:pt x="6774" y="5259"/>
                </a:cubicBezTo>
                <a:cubicBezTo>
                  <a:pt x="6671" y="5019"/>
                  <a:pt x="6750" y="4740"/>
                  <a:pt x="6963" y="4588"/>
                </a:cubicBezTo>
                <a:lnTo>
                  <a:pt x="6974" y="4580"/>
                </a:lnTo>
                <a:lnTo>
                  <a:pt x="8197" y="3908"/>
                </a:lnTo>
                <a:lnTo>
                  <a:pt x="8210" y="3903"/>
                </a:lnTo>
                <a:cubicBezTo>
                  <a:pt x="8279" y="3873"/>
                  <a:pt x="8354" y="3859"/>
                  <a:pt x="8434" y="3859"/>
                </a:cubicBezTo>
                <a:cubicBezTo>
                  <a:pt x="8604" y="3859"/>
                  <a:pt x="8770" y="3927"/>
                  <a:pt x="8879" y="4042"/>
                </a:cubicBezTo>
                <a:cubicBezTo>
                  <a:pt x="9024" y="4193"/>
                  <a:pt x="9481" y="4587"/>
                  <a:pt x="9851" y="4587"/>
                </a:cubicBezTo>
                <a:cubicBezTo>
                  <a:pt x="10218" y="4587"/>
                  <a:pt x="10673" y="4201"/>
                  <a:pt x="10817" y="4052"/>
                </a:cubicBezTo>
                <a:cubicBezTo>
                  <a:pt x="10925" y="3939"/>
                  <a:pt x="11090" y="3873"/>
                  <a:pt x="11259" y="3873"/>
                </a:cubicBezTo>
                <a:cubicBezTo>
                  <a:pt x="11340" y="3873"/>
                  <a:pt x="11417" y="3888"/>
                  <a:pt x="11487" y="3918"/>
                </a:cubicBezTo>
                <a:lnTo>
                  <a:pt x="11499" y="3924"/>
                </a:lnTo>
                <a:lnTo>
                  <a:pt x="12680" y="4580"/>
                </a:lnTo>
                <a:lnTo>
                  <a:pt x="12692" y="4588"/>
                </a:lnTo>
                <a:cubicBezTo>
                  <a:pt x="12903" y="4735"/>
                  <a:pt x="12984" y="5024"/>
                  <a:pt x="12879" y="5260"/>
                </a:cubicBezTo>
                <a:cubicBezTo>
                  <a:pt x="12878" y="5262"/>
                  <a:pt x="12772" y="5506"/>
                  <a:pt x="12772" y="5729"/>
                </a:cubicBezTo>
                <a:cubicBezTo>
                  <a:pt x="12773" y="6407"/>
                  <a:pt x="13322" y="6957"/>
                  <a:pt x="14000" y="6958"/>
                </a:cubicBezTo>
                <a:lnTo>
                  <a:pt x="14042" y="6958"/>
                </a:lnTo>
                <a:cubicBezTo>
                  <a:pt x="14239" y="6954"/>
                  <a:pt x="14401" y="7127"/>
                  <a:pt x="14452" y="7397"/>
                </a:cubicBezTo>
                <a:cubicBezTo>
                  <a:pt x="14456" y="7418"/>
                  <a:pt x="14551" y="7924"/>
                  <a:pt x="14551" y="8323"/>
                </a:cubicBezTo>
                <a:cubicBezTo>
                  <a:pt x="14551" y="8721"/>
                  <a:pt x="14456" y="9228"/>
                  <a:pt x="14451" y="9249"/>
                </a:cubicBezTo>
                <a:cubicBezTo>
                  <a:pt x="14401" y="9518"/>
                  <a:pt x="14239" y="9692"/>
                  <a:pt x="14042" y="9687"/>
                </a:cubicBezTo>
                <a:lnTo>
                  <a:pt x="14000" y="9687"/>
                </a:lnTo>
                <a:cubicBezTo>
                  <a:pt x="13322" y="9688"/>
                  <a:pt x="12773" y="10238"/>
                  <a:pt x="12772" y="10916"/>
                </a:cubicBezTo>
                <a:cubicBezTo>
                  <a:pt x="12772" y="11139"/>
                  <a:pt x="12878" y="11384"/>
                  <a:pt x="12879" y="11386"/>
                </a:cubicBezTo>
                <a:cubicBezTo>
                  <a:pt x="12982" y="11626"/>
                  <a:pt x="12904" y="11906"/>
                  <a:pt x="12692" y="12057"/>
                </a:cubicBezTo>
                <a:lnTo>
                  <a:pt x="12680" y="12066"/>
                </a:lnTo>
                <a:lnTo>
                  <a:pt x="11478" y="12730"/>
                </a:lnTo>
                <a:lnTo>
                  <a:pt x="11466" y="12735"/>
                </a:lnTo>
                <a:cubicBezTo>
                  <a:pt x="11396" y="12765"/>
                  <a:pt x="11320" y="12780"/>
                  <a:pt x="11243" y="12780"/>
                </a:cubicBezTo>
                <a:close/>
                <a:moveTo>
                  <a:pt x="14019" y="3963"/>
                </a:moveTo>
                <a:cubicBezTo>
                  <a:pt x="14019" y="4300"/>
                  <a:pt x="13746" y="4573"/>
                  <a:pt x="13410" y="4573"/>
                </a:cubicBezTo>
                <a:cubicBezTo>
                  <a:pt x="13073" y="4573"/>
                  <a:pt x="12800" y="4300"/>
                  <a:pt x="12800" y="3963"/>
                </a:cubicBezTo>
                <a:lnTo>
                  <a:pt x="12800" y="1526"/>
                </a:lnTo>
                <a:cubicBezTo>
                  <a:pt x="12800" y="1357"/>
                  <a:pt x="12664" y="1220"/>
                  <a:pt x="12496" y="1220"/>
                </a:cubicBezTo>
                <a:lnTo>
                  <a:pt x="1523" y="1220"/>
                </a:lnTo>
                <a:cubicBezTo>
                  <a:pt x="1357" y="1220"/>
                  <a:pt x="1219" y="1357"/>
                  <a:pt x="1219" y="1526"/>
                </a:cubicBezTo>
                <a:lnTo>
                  <a:pt x="1219" y="8838"/>
                </a:lnTo>
                <a:cubicBezTo>
                  <a:pt x="1219" y="9006"/>
                  <a:pt x="1355" y="9144"/>
                  <a:pt x="1523" y="9144"/>
                </a:cubicBezTo>
                <a:lnTo>
                  <a:pt x="4267" y="9144"/>
                </a:lnTo>
                <a:cubicBezTo>
                  <a:pt x="4603" y="9144"/>
                  <a:pt x="4876" y="9417"/>
                  <a:pt x="4876" y="9753"/>
                </a:cubicBezTo>
                <a:cubicBezTo>
                  <a:pt x="4876" y="10090"/>
                  <a:pt x="4603" y="10363"/>
                  <a:pt x="4267" y="10363"/>
                </a:cubicBezTo>
                <a:lnTo>
                  <a:pt x="611" y="10363"/>
                </a:lnTo>
                <a:cubicBezTo>
                  <a:pt x="274" y="10364"/>
                  <a:pt x="0" y="10091"/>
                  <a:pt x="0" y="9753"/>
                </a:cubicBezTo>
                <a:lnTo>
                  <a:pt x="0" y="611"/>
                </a:lnTo>
                <a:cubicBezTo>
                  <a:pt x="0" y="274"/>
                  <a:pt x="274" y="1"/>
                  <a:pt x="611" y="1"/>
                </a:cubicBezTo>
                <a:lnTo>
                  <a:pt x="13408" y="1"/>
                </a:lnTo>
                <a:cubicBezTo>
                  <a:pt x="13745" y="0"/>
                  <a:pt x="14019" y="273"/>
                  <a:pt x="14019" y="611"/>
                </a:cubicBezTo>
                <a:lnTo>
                  <a:pt x="14019" y="3963"/>
                </a:lnTo>
                <a:close/>
                <a:moveTo>
                  <a:pt x="2743" y="12191"/>
                </a:moveTo>
                <a:cubicBezTo>
                  <a:pt x="2743" y="11855"/>
                  <a:pt x="3018" y="11582"/>
                  <a:pt x="3355" y="11582"/>
                </a:cubicBezTo>
                <a:lnTo>
                  <a:pt x="5788" y="11582"/>
                </a:lnTo>
                <a:cubicBezTo>
                  <a:pt x="6124" y="11582"/>
                  <a:pt x="6397" y="11855"/>
                  <a:pt x="6397" y="12191"/>
                </a:cubicBezTo>
                <a:cubicBezTo>
                  <a:pt x="6397" y="12528"/>
                  <a:pt x="6124" y="12801"/>
                  <a:pt x="5788" y="12801"/>
                </a:cubicBezTo>
                <a:lnTo>
                  <a:pt x="3355" y="12801"/>
                </a:lnTo>
                <a:cubicBezTo>
                  <a:pt x="3018" y="12803"/>
                  <a:pt x="2743" y="12529"/>
                  <a:pt x="2743" y="12191"/>
                </a:cubicBez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任意多边形: 形状 5">
            <a:extLst>
              <a:ext uri="{FF2B5EF4-FFF2-40B4-BE49-F238E27FC236}">
                <a16:creationId xmlns:a16="http://schemas.microsoft.com/office/drawing/2014/main" id="{1E5ED77F-93DF-23DA-6302-39ED3BD6CCA9}"/>
              </a:ext>
            </a:extLst>
          </p:cNvPr>
          <p:cNvSpPr/>
          <p:nvPr/>
        </p:nvSpPr>
        <p:spPr>
          <a:xfrm>
            <a:off x="4469462" y="2888239"/>
            <a:ext cx="371798" cy="332261"/>
          </a:xfrm>
          <a:custGeom>
            <a:avLst/>
            <a:gdLst>
              <a:gd name="connsiteX0" fmla="*/ 357220 w 579201"/>
              <a:gd name="connsiteY0" fmla="*/ 347990 h 608768"/>
              <a:gd name="connsiteX1" fmla="*/ 357220 w 579201"/>
              <a:gd name="connsiteY1" fmla="*/ 428456 h 608768"/>
              <a:gd name="connsiteX2" fmla="*/ 378460 w 579201"/>
              <a:gd name="connsiteY2" fmla="*/ 382794 h 608768"/>
              <a:gd name="connsiteX3" fmla="*/ 357220 w 579201"/>
              <a:gd name="connsiteY3" fmla="*/ 347990 h 608768"/>
              <a:gd name="connsiteX4" fmla="*/ 222560 w 579201"/>
              <a:gd name="connsiteY4" fmla="*/ 347381 h 608768"/>
              <a:gd name="connsiteX5" fmla="*/ 200811 w 579201"/>
              <a:gd name="connsiteY5" fmla="*/ 382896 h 608768"/>
              <a:gd name="connsiteX6" fmla="*/ 222560 w 579201"/>
              <a:gd name="connsiteY6" fmla="*/ 429471 h 608768"/>
              <a:gd name="connsiteX7" fmla="*/ 269208 w 579201"/>
              <a:gd name="connsiteY7" fmla="*/ 261233 h 608768"/>
              <a:gd name="connsiteX8" fmla="*/ 287705 w 579201"/>
              <a:gd name="connsiteY8" fmla="*/ 279599 h 608768"/>
              <a:gd name="connsiteX9" fmla="*/ 269513 w 579201"/>
              <a:gd name="connsiteY9" fmla="*/ 401059 h 608768"/>
              <a:gd name="connsiteX10" fmla="*/ 269716 w 579201"/>
              <a:gd name="connsiteY10" fmla="*/ 402277 h 608768"/>
              <a:gd name="connsiteX11" fmla="*/ 288619 w 579201"/>
              <a:gd name="connsiteY11" fmla="*/ 427949 h 608768"/>
              <a:gd name="connsiteX12" fmla="*/ 289839 w 579201"/>
              <a:gd name="connsiteY12" fmla="*/ 428557 h 608768"/>
              <a:gd name="connsiteX13" fmla="*/ 291160 w 579201"/>
              <a:gd name="connsiteY13" fmla="*/ 427949 h 608768"/>
              <a:gd name="connsiteX14" fmla="*/ 309962 w 579201"/>
              <a:gd name="connsiteY14" fmla="*/ 402277 h 608768"/>
              <a:gd name="connsiteX15" fmla="*/ 310266 w 579201"/>
              <a:gd name="connsiteY15" fmla="*/ 401059 h 608768"/>
              <a:gd name="connsiteX16" fmla="*/ 292075 w 579201"/>
              <a:gd name="connsiteY16" fmla="*/ 279599 h 608768"/>
              <a:gd name="connsiteX17" fmla="*/ 310571 w 579201"/>
              <a:gd name="connsiteY17" fmla="*/ 261233 h 608768"/>
              <a:gd name="connsiteX18" fmla="*/ 322665 w 579201"/>
              <a:gd name="connsiteY18" fmla="*/ 271482 h 608768"/>
              <a:gd name="connsiteX19" fmla="*/ 350512 w 579201"/>
              <a:gd name="connsiteY19" fmla="*/ 284368 h 608768"/>
              <a:gd name="connsiteX20" fmla="*/ 420535 w 579201"/>
              <a:gd name="connsiteY20" fmla="*/ 372850 h 608768"/>
              <a:gd name="connsiteX21" fmla="*/ 421755 w 579201"/>
              <a:gd name="connsiteY21" fmla="*/ 383302 h 608768"/>
              <a:gd name="connsiteX22" fmla="*/ 382729 w 579201"/>
              <a:gd name="connsiteY22" fmla="*/ 468740 h 608768"/>
              <a:gd name="connsiteX23" fmla="*/ 364740 w 579201"/>
              <a:gd name="connsiteY23" fmla="*/ 478684 h 608768"/>
              <a:gd name="connsiteX24" fmla="*/ 354374 w 579201"/>
              <a:gd name="connsiteY24" fmla="*/ 475842 h 608768"/>
              <a:gd name="connsiteX25" fmla="*/ 346650 w 579201"/>
              <a:gd name="connsiteY25" fmla="*/ 489947 h 608768"/>
              <a:gd name="connsiteX26" fmla="*/ 346548 w 579201"/>
              <a:gd name="connsiteY26" fmla="*/ 608768 h 608768"/>
              <a:gd name="connsiteX27" fmla="*/ 295327 w 579201"/>
              <a:gd name="connsiteY27" fmla="*/ 608768 h 608768"/>
              <a:gd name="connsiteX28" fmla="*/ 295327 w 579201"/>
              <a:gd name="connsiteY28" fmla="*/ 517242 h 608768"/>
              <a:gd name="connsiteX29" fmla="*/ 289839 w 579201"/>
              <a:gd name="connsiteY29" fmla="*/ 517445 h 608768"/>
              <a:gd name="connsiteX30" fmla="*/ 284452 w 579201"/>
              <a:gd name="connsiteY30" fmla="*/ 517242 h 608768"/>
              <a:gd name="connsiteX31" fmla="*/ 284452 w 579201"/>
              <a:gd name="connsiteY31" fmla="*/ 608768 h 608768"/>
              <a:gd name="connsiteX32" fmla="*/ 233129 w 579201"/>
              <a:gd name="connsiteY32" fmla="*/ 608768 h 608768"/>
              <a:gd name="connsiteX33" fmla="*/ 233129 w 579201"/>
              <a:gd name="connsiteY33" fmla="*/ 489947 h 608768"/>
              <a:gd name="connsiteX34" fmla="*/ 225304 w 579201"/>
              <a:gd name="connsiteY34" fmla="*/ 475741 h 608768"/>
              <a:gd name="connsiteX35" fmla="*/ 214531 w 579201"/>
              <a:gd name="connsiteY35" fmla="*/ 478684 h 608768"/>
              <a:gd name="connsiteX36" fmla="*/ 196441 w 579201"/>
              <a:gd name="connsiteY36" fmla="*/ 468841 h 608768"/>
              <a:gd name="connsiteX37" fmla="*/ 157516 w 579201"/>
              <a:gd name="connsiteY37" fmla="*/ 383403 h 608768"/>
              <a:gd name="connsiteX38" fmla="*/ 158736 w 579201"/>
              <a:gd name="connsiteY38" fmla="*/ 372850 h 608768"/>
              <a:gd name="connsiteX39" fmla="*/ 228657 w 579201"/>
              <a:gd name="connsiteY39" fmla="*/ 284470 h 608768"/>
              <a:gd name="connsiteX40" fmla="*/ 257114 w 579201"/>
              <a:gd name="connsiteY40" fmla="*/ 271482 h 608768"/>
              <a:gd name="connsiteX41" fmla="*/ 289832 w 579201"/>
              <a:gd name="connsiteY41" fmla="*/ 129064 h 608768"/>
              <a:gd name="connsiteX42" fmla="*/ 344830 w 579201"/>
              <a:gd name="connsiteY42" fmla="*/ 182940 h 608768"/>
              <a:gd name="connsiteX43" fmla="*/ 289832 w 579201"/>
              <a:gd name="connsiteY43" fmla="*/ 260457 h 608768"/>
              <a:gd name="connsiteX44" fmla="*/ 234935 w 579201"/>
              <a:gd name="connsiteY44" fmla="*/ 182940 h 608768"/>
              <a:gd name="connsiteX45" fmla="*/ 289832 w 579201"/>
              <a:gd name="connsiteY45" fmla="*/ 129064 h 608768"/>
              <a:gd name="connsiteX46" fmla="*/ 369368 w 579201"/>
              <a:gd name="connsiteY46" fmla="*/ 60372 h 608768"/>
              <a:gd name="connsiteX47" fmla="*/ 384407 w 579201"/>
              <a:gd name="connsiteY47" fmla="*/ 92840 h 608768"/>
              <a:gd name="connsiteX48" fmla="*/ 406254 w 579201"/>
              <a:gd name="connsiteY48" fmla="*/ 172693 h 608768"/>
              <a:gd name="connsiteX49" fmla="*/ 486224 w 579201"/>
              <a:gd name="connsiteY49" fmla="*/ 194508 h 608768"/>
              <a:gd name="connsiteX50" fmla="*/ 518741 w 579201"/>
              <a:gd name="connsiteY50" fmla="*/ 209525 h 608768"/>
              <a:gd name="connsiteX51" fmla="*/ 369368 w 579201"/>
              <a:gd name="connsiteY51" fmla="*/ 60372 h 608768"/>
              <a:gd name="connsiteX52" fmla="*/ 209833 w 579201"/>
              <a:gd name="connsiteY52" fmla="*/ 60372 h 608768"/>
              <a:gd name="connsiteX53" fmla="*/ 132810 w 579201"/>
              <a:gd name="connsiteY53" fmla="*/ 104407 h 608768"/>
              <a:gd name="connsiteX54" fmla="*/ 134029 w 579201"/>
              <a:gd name="connsiteY54" fmla="*/ 114148 h 608768"/>
              <a:gd name="connsiteX55" fmla="*/ 92469 w 579201"/>
              <a:gd name="connsiteY55" fmla="*/ 155748 h 608768"/>
              <a:gd name="connsiteX56" fmla="*/ 87388 w 579201"/>
              <a:gd name="connsiteY56" fmla="*/ 155444 h 608768"/>
              <a:gd name="connsiteX57" fmla="*/ 60460 w 579201"/>
              <a:gd name="connsiteY57" fmla="*/ 209525 h 608768"/>
              <a:gd name="connsiteX58" fmla="*/ 92977 w 579201"/>
              <a:gd name="connsiteY58" fmla="*/ 194508 h 608768"/>
              <a:gd name="connsiteX59" fmla="*/ 172947 w 579201"/>
              <a:gd name="connsiteY59" fmla="*/ 172693 h 608768"/>
              <a:gd name="connsiteX60" fmla="*/ 194794 w 579201"/>
              <a:gd name="connsiteY60" fmla="*/ 92840 h 608768"/>
              <a:gd name="connsiteX61" fmla="*/ 209833 w 579201"/>
              <a:gd name="connsiteY61" fmla="*/ 60372 h 608768"/>
              <a:gd name="connsiteX62" fmla="*/ 289600 w 579201"/>
              <a:gd name="connsiteY62" fmla="*/ 0 h 608768"/>
              <a:gd name="connsiteX63" fmla="*/ 494353 w 579201"/>
              <a:gd name="connsiteY63" fmla="*/ 84723 h 608768"/>
              <a:gd name="connsiteX64" fmla="*/ 579201 w 579201"/>
              <a:gd name="connsiteY64" fmla="*/ 289175 h 608768"/>
              <a:gd name="connsiteX65" fmla="*/ 494353 w 579201"/>
              <a:gd name="connsiteY65" fmla="*/ 493626 h 608768"/>
              <a:gd name="connsiteX66" fmla="*/ 365506 w 579201"/>
              <a:gd name="connsiteY66" fmla="*/ 568304 h 608768"/>
              <a:gd name="connsiteX67" fmla="*/ 365506 w 579201"/>
              <a:gd name="connsiteY67" fmla="*/ 519296 h 608768"/>
              <a:gd name="connsiteX68" fmla="*/ 369368 w 579201"/>
              <a:gd name="connsiteY68" fmla="*/ 517977 h 608768"/>
              <a:gd name="connsiteX69" fmla="*/ 518741 w 579201"/>
              <a:gd name="connsiteY69" fmla="*/ 368824 h 608768"/>
              <a:gd name="connsiteX70" fmla="*/ 486224 w 579201"/>
              <a:gd name="connsiteY70" fmla="*/ 383841 h 608768"/>
              <a:gd name="connsiteX71" fmla="*/ 435823 w 579201"/>
              <a:gd name="connsiteY71" fmla="*/ 399365 h 608768"/>
              <a:gd name="connsiteX72" fmla="*/ 440498 w 579201"/>
              <a:gd name="connsiteY72" fmla="*/ 380188 h 608768"/>
              <a:gd name="connsiteX73" fmla="*/ 438160 w 579201"/>
              <a:gd name="connsiteY73" fmla="*/ 360301 h 608768"/>
              <a:gd name="connsiteX74" fmla="*/ 433994 w 579201"/>
              <a:gd name="connsiteY74" fmla="*/ 351372 h 608768"/>
              <a:gd name="connsiteX75" fmla="*/ 532255 w 579201"/>
              <a:gd name="connsiteY75" fmla="*/ 289175 h 608768"/>
              <a:gd name="connsiteX76" fmla="*/ 412960 w 579201"/>
              <a:gd name="connsiteY76" fmla="*/ 221802 h 608768"/>
              <a:gd name="connsiteX77" fmla="*/ 415297 w 579201"/>
              <a:gd name="connsiteY77" fmla="*/ 252952 h 608768"/>
              <a:gd name="connsiteX78" fmla="*/ 436433 w 579201"/>
              <a:gd name="connsiteY78" fmla="*/ 289175 h 608768"/>
              <a:gd name="connsiteX79" fmla="*/ 418549 w 579201"/>
              <a:gd name="connsiteY79" fmla="*/ 323267 h 608768"/>
              <a:gd name="connsiteX80" fmla="*/ 362153 w 579201"/>
              <a:gd name="connsiteY80" fmla="*/ 263504 h 608768"/>
              <a:gd name="connsiteX81" fmla="*/ 368453 w 579201"/>
              <a:gd name="connsiteY81" fmla="*/ 257112 h 608768"/>
              <a:gd name="connsiteX82" fmla="*/ 364897 w 579201"/>
              <a:gd name="connsiteY82" fmla="*/ 213888 h 608768"/>
              <a:gd name="connsiteX83" fmla="*/ 345895 w 579201"/>
              <a:gd name="connsiteY83" fmla="*/ 124700 h 608768"/>
              <a:gd name="connsiteX84" fmla="*/ 289600 w 579201"/>
              <a:gd name="connsiteY84" fmla="*/ 46877 h 608768"/>
              <a:gd name="connsiteX85" fmla="*/ 233001 w 579201"/>
              <a:gd name="connsiteY85" fmla="*/ 125512 h 608768"/>
              <a:gd name="connsiteX86" fmla="*/ 214203 w 579201"/>
              <a:gd name="connsiteY86" fmla="*/ 213888 h 608768"/>
              <a:gd name="connsiteX87" fmla="*/ 210240 w 579201"/>
              <a:gd name="connsiteY87" fmla="*/ 267563 h 608768"/>
              <a:gd name="connsiteX88" fmla="*/ 163599 w 579201"/>
              <a:gd name="connsiteY88" fmla="*/ 318802 h 608768"/>
              <a:gd name="connsiteX89" fmla="*/ 162989 w 579201"/>
              <a:gd name="connsiteY89" fmla="*/ 289175 h 608768"/>
              <a:gd name="connsiteX90" fmla="*/ 166241 w 579201"/>
              <a:gd name="connsiteY90" fmla="*/ 221802 h 608768"/>
              <a:gd name="connsiteX91" fmla="*/ 109947 w 579201"/>
              <a:gd name="connsiteY91" fmla="*/ 238138 h 608768"/>
              <a:gd name="connsiteX92" fmla="*/ 46946 w 579201"/>
              <a:gd name="connsiteY92" fmla="*/ 289175 h 608768"/>
              <a:gd name="connsiteX93" fmla="*/ 145207 w 579201"/>
              <a:gd name="connsiteY93" fmla="*/ 351372 h 608768"/>
              <a:gd name="connsiteX94" fmla="*/ 141041 w 579201"/>
              <a:gd name="connsiteY94" fmla="*/ 360403 h 608768"/>
              <a:gd name="connsiteX95" fmla="*/ 138703 w 579201"/>
              <a:gd name="connsiteY95" fmla="*/ 380188 h 608768"/>
              <a:gd name="connsiteX96" fmla="*/ 143378 w 579201"/>
              <a:gd name="connsiteY96" fmla="*/ 399365 h 608768"/>
              <a:gd name="connsiteX97" fmla="*/ 92977 w 579201"/>
              <a:gd name="connsiteY97" fmla="*/ 383841 h 608768"/>
              <a:gd name="connsiteX98" fmla="*/ 60460 w 579201"/>
              <a:gd name="connsiteY98" fmla="*/ 368824 h 608768"/>
              <a:gd name="connsiteX99" fmla="*/ 209833 w 579201"/>
              <a:gd name="connsiteY99" fmla="*/ 517977 h 608768"/>
              <a:gd name="connsiteX100" fmla="*/ 214203 w 579201"/>
              <a:gd name="connsiteY100" fmla="*/ 519398 h 608768"/>
              <a:gd name="connsiteX101" fmla="*/ 214203 w 579201"/>
              <a:gd name="connsiteY101" fmla="*/ 568405 h 608768"/>
              <a:gd name="connsiteX102" fmla="*/ 84848 w 579201"/>
              <a:gd name="connsiteY102" fmla="*/ 493626 h 608768"/>
              <a:gd name="connsiteX103" fmla="*/ 0 w 579201"/>
              <a:gd name="connsiteY103" fmla="*/ 289175 h 608768"/>
              <a:gd name="connsiteX104" fmla="*/ 52026 w 579201"/>
              <a:gd name="connsiteY104" fmla="*/ 123787 h 608768"/>
              <a:gd name="connsiteX105" fmla="*/ 50909 w 579201"/>
              <a:gd name="connsiteY105" fmla="*/ 114148 h 608768"/>
              <a:gd name="connsiteX106" fmla="*/ 92469 w 579201"/>
              <a:gd name="connsiteY106" fmla="*/ 72649 h 608768"/>
              <a:gd name="connsiteX107" fmla="*/ 97346 w 579201"/>
              <a:gd name="connsiteY107" fmla="*/ 72953 h 608768"/>
              <a:gd name="connsiteX108" fmla="*/ 289600 w 579201"/>
              <a:gd name="connsiteY108" fmla="*/ 0 h 608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579201" h="608768">
                <a:moveTo>
                  <a:pt x="357220" y="347990"/>
                </a:moveTo>
                <a:lnTo>
                  <a:pt x="357220" y="428456"/>
                </a:lnTo>
                <a:cubicBezTo>
                  <a:pt x="366163" y="412627"/>
                  <a:pt x="375208" y="394463"/>
                  <a:pt x="378460" y="382794"/>
                </a:cubicBezTo>
                <a:cubicBezTo>
                  <a:pt x="374090" y="373662"/>
                  <a:pt x="366061" y="360065"/>
                  <a:pt x="357220" y="347990"/>
                </a:cubicBezTo>
                <a:close/>
                <a:moveTo>
                  <a:pt x="222560" y="347381"/>
                </a:moveTo>
                <a:cubicBezTo>
                  <a:pt x="213514" y="359659"/>
                  <a:pt x="205282" y="373561"/>
                  <a:pt x="200811" y="382896"/>
                </a:cubicBezTo>
                <a:cubicBezTo>
                  <a:pt x="204164" y="394768"/>
                  <a:pt x="213413" y="413438"/>
                  <a:pt x="222560" y="429471"/>
                </a:cubicBezTo>
                <a:close/>
                <a:moveTo>
                  <a:pt x="269208" y="261233"/>
                </a:moveTo>
                <a:lnTo>
                  <a:pt x="287705" y="279599"/>
                </a:lnTo>
                <a:lnTo>
                  <a:pt x="269513" y="401059"/>
                </a:lnTo>
                <a:cubicBezTo>
                  <a:pt x="269411" y="401465"/>
                  <a:pt x="269513" y="401871"/>
                  <a:pt x="269716" y="402277"/>
                </a:cubicBezTo>
                <a:lnTo>
                  <a:pt x="288619" y="427949"/>
                </a:lnTo>
                <a:cubicBezTo>
                  <a:pt x="288822" y="428354"/>
                  <a:pt x="289331" y="428557"/>
                  <a:pt x="289839" y="428557"/>
                </a:cubicBezTo>
                <a:cubicBezTo>
                  <a:pt x="290347" y="428557"/>
                  <a:pt x="290855" y="428354"/>
                  <a:pt x="291160" y="427949"/>
                </a:cubicBezTo>
                <a:lnTo>
                  <a:pt x="309962" y="402277"/>
                </a:lnTo>
                <a:cubicBezTo>
                  <a:pt x="310165" y="401871"/>
                  <a:pt x="310266" y="401465"/>
                  <a:pt x="310266" y="401059"/>
                </a:cubicBezTo>
                <a:lnTo>
                  <a:pt x="292075" y="279599"/>
                </a:lnTo>
                <a:lnTo>
                  <a:pt x="310571" y="261233"/>
                </a:lnTo>
                <a:lnTo>
                  <a:pt x="322665" y="271482"/>
                </a:lnTo>
                <a:cubicBezTo>
                  <a:pt x="322665" y="271482"/>
                  <a:pt x="350512" y="284368"/>
                  <a:pt x="350512" y="284368"/>
                </a:cubicBezTo>
                <a:cubicBezTo>
                  <a:pt x="386388" y="301517"/>
                  <a:pt x="416470" y="362297"/>
                  <a:pt x="420535" y="372850"/>
                </a:cubicBezTo>
                <a:cubicBezTo>
                  <a:pt x="421856" y="376199"/>
                  <a:pt x="422263" y="379750"/>
                  <a:pt x="421755" y="383302"/>
                </a:cubicBezTo>
                <a:cubicBezTo>
                  <a:pt x="417893" y="412322"/>
                  <a:pt x="388623" y="459607"/>
                  <a:pt x="382729" y="468740"/>
                </a:cubicBezTo>
                <a:cubicBezTo>
                  <a:pt x="378765" y="475132"/>
                  <a:pt x="371854" y="478582"/>
                  <a:pt x="364740" y="478684"/>
                </a:cubicBezTo>
                <a:cubicBezTo>
                  <a:pt x="361183" y="478684"/>
                  <a:pt x="357626" y="477770"/>
                  <a:pt x="354374" y="475842"/>
                </a:cubicBezTo>
                <a:cubicBezTo>
                  <a:pt x="352545" y="480916"/>
                  <a:pt x="349902" y="485685"/>
                  <a:pt x="346650" y="489947"/>
                </a:cubicBezTo>
                <a:lnTo>
                  <a:pt x="346548" y="608768"/>
                </a:lnTo>
                <a:lnTo>
                  <a:pt x="295327" y="608768"/>
                </a:lnTo>
                <a:lnTo>
                  <a:pt x="295327" y="517242"/>
                </a:lnTo>
                <a:cubicBezTo>
                  <a:pt x="293497" y="517344"/>
                  <a:pt x="291668" y="517445"/>
                  <a:pt x="289839" y="517445"/>
                </a:cubicBezTo>
                <a:cubicBezTo>
                  <a:pt x="288111" y="517445"/>
                  <a:pt x="286282" y="517344"/>
                  <a:pt x="284452" y="517242"/>
                </a:cubicBezTo>
                <a:lnTo>
                  <a:pt x="284452" y="608768"/>
                </a:lnTo>
                <a:lnTo>
                  <a:pt x="233129" y="608768"/>
                </a:lnTo>
                <a:lnTo>
                  <a:pt x="233129" y="489947"/>
                </a:lnTo>
                <a:cubicBezTo>
                  <a:pt x="229877" y="485584"/>
                  <a:pt x="227235" y="480814"/>
                  <a:pt x="225304" y="475741"/>
                </a:cubicBezTo>
                <a:cubicBezTo>
                  <a:pt x="221950" y="477669"/>
                  <a:pt x="218189" y="478684"/>
                  <a:pt x="214531" y="478684"/>
                </a:cubicBezTo>
                <a:cubicBezTo>
                  <a:pt x="207417" y="478684"/>
                  <a:pt x="200506" y="475234"/>
                  <a:pt x="196441" y="468841"/>
                </a:cubicBezTo>
                <a:cubicBezTo>
                  <a:pt x="190648" y="459607"/>
                  <a:pt x="161378" y="412322"/>
                  <a:pt x="157516" y="383403"/>
                </a:cubicBezTo>
                <a:cubicBezTo>
                  <a:pt x="157008" y="379852"/>
                  <a:pt x="157415" y="376199"/>
                  <a:pt x="158736" y="372850"/>
                </a:cubicBezTo>
                <a:cubicBezTo>
                  <a:pt x="162801" y="362399"/>
                  <a:pt x="192883" y="301618"/>
                  <a:pt x="228657" y="284470"/>
                </a:cubicBezTo>
                <a:cubicBezTo>
                  <a:pt x="229369" y="284165"/>
                  <a:pt x="257114" y="271482"/>
                  <a:pt x="257114" y="271482"/>
                </a:cubicBezTo>
                <a:close/>
                <a:moveTo>
                  <a:pt x="289832" y="129064"/>
                </a:moveTo>
                <a:cubicBezTo>
                  <a:pt x="329073" y="129064"/>
                  <a:pt x="345135" y="149255"/>
                  <a:pt x="344830" y="182940"/>
                </a:cubicBezTo>
                <a:cubicBezTo>
                  <a:pt x="344220" y="231541"/>
                  <a:pt x="321041" y="260457"/>
                  <a:pt x="289832" y="260457"/>
                </a:cubicBezTo>
                <a:cubicBezTo>
                  <a:pt x="258724" y="260457"/>
                  <a:pt x="235443" y="231541"/>
                  <a:pt x="234935" y="182940"/>
                </a:cubicBezTo>
                <a:cubicBezTo>
                  <a:pt x="234630" y="149255"/>
                  <a:pt x="250692" y="129064"/>
                  <a:pt x="289832" y="129064"/>
                </a:cubicBezTo>
                <a:close/>
                <a:moveTo>
                  <a:pt x="369368" y="60372"/>
                </a:moveTo>
                <a:cubicBezTo>
                  <a:pt x="374753" y="70112"/>
                  <a:pt x="379834" y="80868"/>
                  <a:pt x="384407" y="92840"/>
                </a:cubicBezTo>
                <a:cubicBezTo>
                  <a:pt x="393552" y="116380"/>
                  <a:pt x="400868" y="143471"/>
                  <a:pt x="406254" y="172693"/>
                </a:cubicBezTo>
                <a:cubicBezTo>
                  <a:pt x="435518" y="177969"/>
                  <a:pt x="462548" y="185275"/>
                  <a:pt x="486224" y="194508"/>
                </a:cubicBezTo>
                <a:cubicBezTo>
                  <a:pt x="498214" y="199074"/>
                  <a:pt x="508986" y="204147"/>
                  <a:pt x="518741" y="209525"/>
                </a:cubicBezTo>
                <a:cubicBezTo>
                  <a:pt x="494455" y="139920"/>
                  <a:pt x="439075" y="84622"/>
                  <a:pt x="369368" y="60372"/>
                </a:cubicBezTo>
                <a:close/>
                <a:moveTo>
                  <a:pt x="209833" y="60372"/>
                </a:moveTo>
                <a:cubicBezTo>
                  <a:pt x="181381" y="70214"/>
                  <a:pt x="155368" y="85332"/>
                  <a:pt x="132810" y="104407"/>
                </a:cubicBezTo>
                <a:cubicBezTo>
                  <a:pt x="133623" y="107553"/>
                  <a:pt x="134029" y="110800"/>
                  <a:pt x="134029" y="114148"/>
                </a:cubicBezTo>
                <a:cubicBezTo>
                  <a:pt x="134029" y="137079"/>
                  <a:pt x="115434" y="155748"/>
                  <a:pt x="92469" y="155748"/>
                </a:cubicBezTo>
                <a:cubicBezTo>
                  <a:pt x="90741" y="155748"/>
                  <a:pt x="89014" y="155647"/>
                  <a:pt x="87388" y="155444"/>
                </a:cubicBezTo>
                <a:cubicBezTo>
                  <a:pt x="76312" y="172084"/>
                  <a:pt x="67167" y="190246"/>
                  <a:pt x="60460" y="209525"/>
                </a:cubicBezTo>
                <a:cubicBezTo>
                  <a:pt x="70215" y="204147"/>
                  <a:pt x="80987" y="199074"/>
                  <a:pt x="92977" y="194508"/>
                </a:cubicBezTo>
                <a:cubicBezTo>
                  <a:pt x="116653" y="185275"/>
                  <a:pt x="143682" y="177969"/>
                  <a:pt x="172947" y="172693"/>
                </a:cubicBezTo>
                <a:cubicBezTo>
                  <a:pt x="178333" y="143471"/>
                  <a:pt x="185649" y="116380"/>
                  <a:pt x="194794" y="92840"/>
                </a:cubicBezTo>
                <a:cubicBezTo>
                  <a:pt x="199367" y="80868"/>
                  <a:pt x="204448" y="70112"/>
                  <a:pt x="209833" y="60372"/>
                </a:cubicBezTo>
                <a:close/>
                <a:moveTo>
                  <a:pt x="289600" y="0"/>
                </a:moveTo>
                <a:cubicBezTo>
                  <a:pt x="366929" y="0"/>
                  <a:pt x="439685" y="30034"/>
                  <a:pt x="494353" y="84723"/>
                </a:cubicBezTo>
                <a:cubicBezTo>
                  <a:pt x="549022" y="139311"/>
                  <a:pt x="579201" y="211960"/>
                  <a:pt x="579201" y="289175"/>
                </a:cubicBezTo>
                <a:cubicBezTo>
                  <a:pt x="579201" y="366389"/>
                  <a:pt x="549022" y="439038"/>
                  <a:pt x="494353" y="493626"/>
                </a:cubicBezTo>
                <a:cubicBezTo>
                  <a:pt x="458077" y="529849"/>
                  <a:pt x="413773" y="555316"/>
                  <a:pt x="365506" y="568304"/>
                </a:cubicBezTo>
                <a:lnTo>
                  <a:pt x="365506" y="519296"/>
                </a:lnTo>
                <a:lnTo>
                  <a:pt x="369368" y="517977"/>
                </a:lnTo>
                <a:cubicBezTo>
                  <a:pt x="439075" y="493626"/>
                  <a:pt x="494455" y="438429"/>
                  <a:pt x="518741" y="368824"/>
                </a:cubicBezTo>
                <a:cubicBezTo>
                  <a:pt x="508986" y="374202"/>
                  <a:pt x="498214" y="379174"/>
                  <a:pt x="486224" y="383841"/>
                </a:cubicBezTo>
                <a:cubicBezTo>
                  <a:pt x="470779" y="389827"/>
                  <a:pt x="453809" y="395002"/>
                  <a:pt x="435823" y="399365"/>
                </a:cubicBezTo>
                <a:cubicBezTo>
                  <a:pt x="438059" y="392668"/>
                  <a:pt x="439685" y="386175"/>
                  <a:pt x="440498" y="380188"/>
                </a:cubicBezTo>
                <a:cubicBezTo>
                  <a:pt x="441412" y="373492"/>
                  <a:pt x="440599" y="366592"/>
                  <a:pt x="438160" y="360301"/>
                </a:cubicBezTo>
                <a:cubicBezTo>
                  <a:pt x="438059" y="360200"/>
                  <a:pt x="436636" y="356851"/>
                  <a:pt x="433994" y="351372"/>
                </a:cubicBezTo>
                <a:cubicBezTo>
                  <a:pt x="496284" y="334732"/>
                  <a:pt x="532255" y="309163"/>
                  <a:pt x="532255" y="289175"/>
                </a:cubicBezTo>
                <a:cubicBezTo>
                  <a:pt x="532255" y="266954"/>
                  <a:pt x="488155" y="238036"/>
                  <a:pt x="412960" y="221802"/>
                </a:cubicBezTo>
                <a:cubicBezTo>
                  <a:pt x="413976" y="232050"/>
                  <a:pt x="414789" y="242501"/>
                  <a:pt x="415297" y="252952"/>
                </a:cubicBezTo>
                <a:cubicBezTo>
                  <a:pt x="427897" y="260156"/>
                  <a:pt x="436433" y="273650"/>
                  <a:pt x="436433" y="289175"/>
                </a:cubicBezTo>
                <a:cubicBezTo>
                  <a:pt x="436433" y="303278"/>
                  <a:pt x="429320" y="315758"/>
                  <a:pt x="418549" y="323267"/>
                </a:cubicBezTo>
                <a:cubicBezTo>
                  <a:pt x="405136" y="301655"/>
                  <a:pt x="385626" y="276187"/>
                  <a:pt x="362153" y="263504"/>
                </a:cubicBezTo>
                <a:cubicBezTo>
                  <a:pt x="364084" y="261170"/>
                  <a:pt x="366218" y="258938"/>
                  <a:pt x="368453" y="257112"/>
                </a:cubicBezTo>
                <a:cubicBezTo>
                  <a:pt x="367742" y="241993"/>
                  <a:pt x="366522" y="227585"/>
                  <a:pt x="364897" y="213888"/>
                </a:cubicBezTo>
                <a:cubicBezTo>
                  <a:pt x="364897" y="213888"/>
                  <a:pt x="370892" y="161532"/>
                  <a:pt x="345895" y="124700"/>
                </a:cubicBezTo>
                <a:cubicBezTo>
                  <a:pt x="329433" y="75084"/>
                  <a:pt x="307383" y="46877"/>
                  <a:pt x="289600" y="46877"/>
                </a:cubicBezTo>
                <a:cubicBezTo>
                  <a:pt x="271716" y="46877"/>
                  <a:pt x="249463" y="75388"/>
                  <a:pt x="233001" y="125512"/>
                </a:cubicBezTo>
                <a:cubicBezTo>
                  <a:pt x="211662" y="147023"/>
                  <a:pt x="214203" y="213888"/>
                  <a:pt x="214203" y="213888"/>
                </a:cubicBezTo>
                <a:cubicBezTo>
                  <a:pt x="212272" y="230731"/>
                  <a:pt x="210849" y="248690"/>
                  <a:pt x="210240" y="267563"/>
                </a:cubicBezTo>
                <a:cubicBezTo>
                  <a:pt x="191441" y="280144"/>
                  <a:pt x="175488" y="300336"/>
                  <a:pt x="163599" y="318802"/>
                </a:cubicBezTo>
                <a:cubicBezTo>
                  <a:pt x="163192" y="308960"/>
                  <a:pt x="162989" y="299118"/>
                  <a:pt x="162989" y="289175"/>
                </a:cubicBezTo>
                <a:cubicBezTo>
                  <a:pt x="162989" y="266142"/>
                  <a:pt x="164107" y="243617"/>
                  <a:pt x="166241" y="221802"/>
                </a:cubicBezTo>
                <a:cubicBezTo>
                  <a:pt x="145715" y="226165"/>
                  <a:pt x="126815" y="231644"/>
                  <a:pt x="109947" y="238138"/>
                </a:cubicBezTo>
                <a:cubicBezTo>
                  <a:pt x="71130" y="253256"/>
                  <a:pt x="46946" y="272737"/>
                  <a:pt x="46946" y="289175"/>
                </a:cubicBezTo>
                <a:cubicBezTo>
                  <a:pt x="46946" y="309163"/>
                  <a:pt x="82917" y="334732"/>
                  <a:pt x="145207" y="351372"/>
                </a:cubicBezTo>
                <a:cubicBezTo>
                  <a:pt x="142565" y="356851"/>
                  <a:pt x="141142" y="360200"/>
                  <a:pt x="141041" y="360403"/>
                </a:cubicBezTo>
                <a:cubicBezTo>
                  <a:pt x="138602" y="366693"/>
                  <a:pt x="137789" y="373492"/>
                  <a:pt x="138703" y="380188"/>
                </a:cubicBezTo>
                <a:cubicBezTo>
                  <a:pt x="139516" y="386175"/>
                  <a:pt x="141142" y="392668"/>
                  <a:pt x="143378" y="399365"/>
                </a:cubicBezTo>
                <a:cubicBezTo>
                  <a:pt x="125290" y="395002"/>
                  <a:pt x="108422" y="389827"/>
                  <a:pt x="92977" y="383841"/>
                </a:cubicBezTo>
                <a:cubicBezTo>
                  <a:pt x="80987" y="379174"/>
                  <a:pt x="70215" y="374202"/>
                  <a:pt x="60460" y="368824"/>
                </a:cubicBezTo>
                <a:cubicBezTo>
                  <a:pt x="84746" y="438429"/>
                  <a:pt x="140126" y="493626"/>
                  <a:pt x="209833" y="517977"/>
                </a:cubicBezTo>
                <a:lnTo>
                  <a:pt x="214203" y="519398"/>
                </a:lnTo>
                <a:lnTo>
                  <a:pt x="214203" y="568405"/>
                </a:lnTo>
                <a:cubicBezTo>
                  <a:pt x="165733" y="555519"/>
                  <a:pt x="121327" y="530052"/>
                  <a:pt x="84848" y="493626"/>
                </a:cubicBezTo>
                <a:cubicBezTo>
                  <a:pt x="30179" y="439038"/>
                  <a:pt x="0" y="366389"/>
                  <a:pt x="0" y="289175"/>
                </a:cubicBezTo>
                <a:cubicBezTo>
                  <a:pt x="0" y="229107"/>
                  <a:pt x="18189" y="171881"/>
                  <a:pt x="52026" y="123787"/>
                </a:cubicBezTo>
                <a:cubicBezTo>
                  <a:pt x="51214" y="120642"/>
                  <a:pt x="50909" y="117496"/>
                  <a:pt x="50909" y="114148"/>
                </a:cubicBezTo>
                <a:cubicBezTo>
                  <a:pt x="50909" y="91217"/>
                  <a:pt x="69504" y="72649"/>
                  <a:pt x="92469" y="72649"/>
                </a:cubicBezTo>
                <a:cubicBezTo>
                  <a:pt x="94095" y="72649"/>
                  <a:pt x="95721" y="72750"/>
                  <a:pt x="97346" y="72953"/>
                </a:cubicBezTo>
                <a:cubicBezTo>
                  <a:pt x="150389" y="25772"/>
                  <a:pt x="217962" y="0"/>
                  <a:pt x="289600" y="0"/>
                </a:cubicBez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组合 7">
            <a:extLst>
              <a:ext uri="{FF2B5EF4-FFF2-40B4-BE49-F238E27FC236}">
                <a16:creationId xmlns:a16="http://schemas.microsoft.com/office/drawing/2014/main" id="{4ACC4CFC-9F3B-CF17-CBDE-961CB6D6DC0C}"/>
              </a:ext>
            </a:extLst>
          </p:cNvPr>
          <p:cNvGrpSpPr/>
          <p:nvPr/>
        </p:nvGrpSpPr>
        <p:grpSpPr>
          <a:xfrm>
            <a:off x="920016" y="1380085"/>
            <a:ext cx="10351969" cy="4922944"/>
            <a:chOff x="920016" y="1532485"/>
            <a:chExt cx="10351969" cy="4922944"/>
          </a:xfrm>
        </p:grpSpPr>
        <p:sp>
          <p:nvSpPr>
            <p:cNvPr id="9" name="矩形: 圆角 8">
              <a:extLst>
                <a:ext uri="{FF2B5EF4-FFF2-40B4-BE49-F238E27FC236}">
                  <a16:creationId xmlns:a16="http://schemas.microsoft.com/office/drawing/2014/main" id="{A516500F-1331-9721-60CA-1458EDFE5796}"/>
                </a:ext>
              </a:extLst>
            </p:cNvPr>
            <p:cNvSpPr/>
            <p:nvPr/>
          </p:nvSpPr>
          <p:spPr>
            <a:xfrm flipH="1">
              <a:off x="920016" y="1532485"/>
              <a:ext cx="2315500" cy="918028"/>
            </a:xfrm>
            <a:prstGeom prst="roundRect">
              <a:avLst>
                <a:gd name="adj" fmla="val 50000"/>
              </a:avLst>
            </a:prstGeom>
            <a:solidFill>
              <a:schemeClr val="tx1">
                <a:lumMod val="50000"/>
                <a:lumOff val="50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0" name="文本框 9">
              <a:extLst>
                <a:ext uri="{FF2B5EF4-FFF2-40B4-BE49-F238E27FC236}">
                  <a16:creationId xmlns:a16="http://schemas.microsoft.com/office/drawing/2014/main" id="{7E7D4713-CAEB-B739-0A1E-4B38E889A203}"/>
                </a:ext>
              </a:extLst>
            </p:cNvPr>
            <p:cNvSpPr txBox="1"/>
            <p:nvPr/>
          </p:nvSpPr>
          <p:spPr>
            <a:xfrm>
              <a:off x="1405803" y="1806833"/>
              <a:ext cx="1343925" cy="369332"/>
            </a:xfrm>
            <a:prstGeom prst="rect">
              <a:avLst/>
            </a:prstGeom>
            <a:noFill/>
          </p:spPr>
          <p:txBody>
            <a:bodyPr wrap="square" rtlCol="0">
              <a:spAutoFit/>
            </a:bodyPr>
            <a:lstStyle/>
            <a:p>
              <a:pPr algn="ctr"/>
              <a:r>
                <a:rPr lang="zh-CN" altLang="en-US" sz="1800" b="1" dirty="0">
                  <a:solidFill>
                    <a:schemeClr val="tx1"/>
                  </a:solidFill>
                  <a:effectLst/>
                  <a:latin typeface="Arial" panose="020B0604020202020204" pitchFamily="34" charset="0"/>
                  <a:ea typeface="微软雅黑" panose="020B0503020204020204" pitchFamily="34" charset="-122"/>
                </a:rPr>
                <a:t>唐婉婷</a:t>
              </a:r>
              <a:endParaRPr lang="en-US" altLang="zh-CN" sz="1800" b="1" dirty="0">
                <a:solidFill>
                  <a:schemeClr val="tx1"/>
                </a:solidFill>
                <a:latin typeface="Arial" panose="020B0604020202020204" pitchFamily="34" charset="0"/>
                <a:ea typeface="微软雅黑" panose="020B0503020204020204" pitchFamily="34" charset="-122"/>
              </a:endParaRPr>
            </a:p>
          </p:txBody>
        </p:sp>
        <p:sp>
          <p:nvSpPr>
            <p:cNvPr id="11" name="文本框 10">
              <a:extLst>
                <a:ext uri="{FF2B5EF4-FFF2-40B4-BE49-F238E27FC236}">
                  <a16:creationId xmlns:a16="http://schemas.microsoft.com/office/drawing/2014/main" id="{ED3676E1-A9A5-FA3C-6C9D-3B0A882DEEBB}"/>
                </a:ext>
              </a:extLst>
            </p:cNvPr>
            <p:cNvSpPr txBox="1"/>
            <p:nvPr/>
          </p:nvSpPr>
          <p:spPr>
            <a:xfrm>
              <a:off x="976632" y="2638422"/>
              <a:ext cx="2315500" cy="3647152"/>
            </a:xfrm>
            <a:prstGeom prst="rect">
              <a:avLst/>
            </a:prstGeom>
            <a:noFill/>
          </p:spPr>
          <p:txBody>
            <a:bodyPr wrap="square" rtlCol="0">
              <a:spAutoFit/>
            </a:bodyPr>
            <a:lstStyle/>
            <a:p>
              <a:pPr indent="266400" defTabSz="913765">
                <a:buSzPct val="100000"/>
                <a:defRPr/>
              </a:pPr>
              <a:r>
                <a:rPr lang="zh-CN" altLang="en-US" sz="1100" kern="100" dirty="0">
                  <a:latin typeface="宋体" panose="02010600030101010101" pitchFamily="2" charset="-122"/>
                  <a:ea typeface="宋体" panose="02010600030101010101" pitchFamily="2" charset="-122"/>
                  <a:cs typeface="Times New Roman" panose="02020603050405020304" pitchFamily="18" charset="0"/>
                </a:rPr>
                <a:t>经过这几天的实训学习，我收获颇丰。首先，对于我来说这是第一次比较深入地了解前端和后端，并且也是自己第一次去和其他同学一起完成一个比较完整的设计前后端的项目。并且经过这些天我发现</a:t>
              </a:r>
              <a:r>
                <a:rPr lang="en-US" altLang="zh-CN" sz="1100" kern="100" dirty="0">
                  <a:latin typeface="宋体" panose="02010600030101010101" pitchFamily="2" charset="-122"/>
                  <a:ea typeface="宋体" panose="02010600030101010101" pitchFamily="2" charset="-122"/>
                  <a:cs typeface="Times New Roman" panose="02020603050405020304" pitchFamily="18" charset="0"/>
                </a:rPr>
                <a:t>Vue</a:t>
              </a:r>
              <a:r>
                <a:rPr lang="zh-CN" altLang="en-US" sz="1100" kern="100" dirty="0">
                  <a:latin typeface="宋体" panose="02010600030101010101" pitchFamily="2" charset="-122"/>
                  <a:ea typeface="宋体" panose="02010600030101010101" pitchFamily="2" charset="-122"/>
                  <a:cs typeface="Times New Roman" panose="02020603050405020304" pitchFamily="18" charset="0"/>
                </a:rPr>
                <a:t>是一种非常直观且易于上手的框架。对于初学者来说上手并不复杂，经过老师的讲解以及其他视频的学习能很快掌握到基础。但是想要对界面进行优化还需要比较多的耐心和细心。在过程中，我也学到了很多调试</a:t>
              </a:r>
              <a:r>
                <a:rPr lang="en-US" altLang="zh-CN" sz="1100" kern="100" dirty="0">
                  <a:latin typeface="宋体" panose="02010600030101010101" pitchFamily="2" charset="-122"/>
                  <a:ea typeface="宋体" panose="02010600030101010101" pitchFamily="2" charset="-122"/>
                  <a:cs typeface="Times New Roman" panose="02020603050405020304" pitchFamily="18" charset="0"/>
                </a:rPr>
                <a:t>bug</a:t>
              </a:r>
              <a:r>
                <a:rPr lang="zh-CN" altLang="en-US" sz="1100" kern="100" dirty="0">
                  <a:latin typeface="宋体" panose="02010600030101010101" pitchFamily="2" charset="-122"/>
                  <a:ea typeface="宋体" panose="02010600030101010101" pitchFamily="2" charset="-122"/>
                  <a:cs typeface="Times New Roman" panose="02020603050405020304" pitchFamily="18" charset="0"/>
                </a:rPr>
                <a:t>的好方法，并且体会到了了团队协作的重要性，也就是拥有一个分工明确、互相帮助、氛围良好的团队真的很重要。</a:t>
              </a:r>
              <a:endParaRPr lang="en-US" altLang="zh-CN" sz="1100" kern="100" dirty="0">
                <a:latin typeface="宋体" panose="02010600030101010101" pitchFamily="2" charset="-122"/>
                <a:ea typeface="宋体" panose="02010600030101010101" pitchFamily="2" charset="-122"/>
                <a:cs typeface="Times New Roman" panose="02020603050405020304" pitchFamily="18" charset="0"/>
              </a:endParaRPr>
            </a:p>
            <a:p>
              <a:pPr indent="266400" defTabSz="913765">
                <a:buSzPct val="100000"/>
                <a:defRPr/>
              </a:pPr>
              <a:r>
                <a:rPr lang="zh-CN" altLang="en-US" sz="1100" kern="100" dirty="0">
                  <a:latin typeface="宋体" panose="02010600030101010101" pitchFamily="2" charset="-122"/>
                  <a:ea typeface="宋体" panose="02010600030101010101" pitchFamily="2" charset="-122"/>
                  <a:cs typeface="Times New Roman" panose="02020603050405020304" pitchFamily="18" charset="0"/>
                </a:rPr>
                <a:t>最后，我知道了实践出真知，以及只有多多实践，熟练度才会提升。通过此次，也让我体会了创建一个功能网页的整体大概流程，积累了宝贵的实践经验。</a:t>
              </a:r>
              <a:endParaRPr lang="en-US" altLang="zh-CN" sz="1100" kern="100" dirty="0">
                <a:latin typeface="宋体" panose="02010600030101010101" pitchFamily="2" charset="-122"/>
                <a:ea typeface="宋体" panose="02010600030101010101" pitchFamily="2" charset="-122"/>
                <a:cs typeface="Times New Roman" panose="02020603050405020304" pitchFamily="18" charset="0"/>
              </a:endParaRPr>
            </a:p>
          </p:txBody>
        </p:sp>
        <p:sp>
          <p:nvSpPr>
            <p:cNvPr id="12" name="矩形: 圆角 11">
              <a:extLst>
                <a:ext uri="{FF2B5EF4-FFF2-40B4-BE49-F238E27FC236}">
                  <a16:creationId xmlns:a16="http://schemas.microsoft.com/office/drawing/2014/main" id="{97EAEE27-0D71-8BFD-1F62-AF887B06FD52}"/>
                </a:ext>
              </a:extLst>
            </p:cNvPr>
            <p:cNvSpPr/>
            <p:nvPr/>
          </p:nvSpPr>
          <p:spPr>
            <a:xfrm flipH="1">
              <a:off x="3598839" y="1532485"/>
              <a:ext cx="2315500" cy="918028"/>
            </a:xfrm>
            <a:prstGeom prst="roundRect">
              <a:avLst>
                <a:gd name="adj" fmla="val 50000"/>
              </a:avLst>
            </a:prstGeom>
            <a:solidFill>
              <a:schemeClr val="tx1">
                <a:lumMod val="50000"/>
                <a:lumOff val="50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3" name="文本框 12">
              <a:extLst>
                <a:ext uri="{FF2B5EF4-FFF2-40B4-BE49-F238E27FC236}">
                  <a16:creationId xmlns:a16="http://schemas.microsoft.com/office/drawing/2014/main" id="{B1C3F3EC-17FB-6A56-ABD1-F23A8C8528B8}"/>
                </a:ext>
              </a:extLst>
            </p:cNvPr>
            <p:cNvSpPr txBox="1"/>
            <p:nvPr/>
          </p:nvSpPr>
          <p:spPr>
            <a:xfrm>
              <a:off x="3983398" y="1806833"/>
              <a:ext cx="1343925" cy="369332"/>
            </a:xfrm>
            <a:prstGeom prst="rect">
              <a:avLst/>
            </a:prstGeom>
            <a:noFill/>
          </p:spPr>
          <p:txBody>
            <a:bodyPr wrap="square" rtlCol="0">
              <a:spAutoFit/>
            </a:bodyPr>
            <a:lstStyle/>
            <a:p>
              <a:pPr algn="ctr"/>
              <a:r>
                <a:rPr lang="zh-CN" altLang="en-US" sz="1800" b="1" dirty="0">
                  <a:solidFill>
                    <a:schemeClr val="tx1"/>
                  </a:solidFill>
                  <a:effectLst/>
                  <a:latin typeface="Arial" panose="020B0604020202020204" pitchFamily="34" charset="0"/>
                  <a:ea typeface="微软雅黑" panose="020B0503020204020204" pitchFamily="34" charset="-122"/>
                </a:rPr>
                <a:t>赵家熠</a:t>
              </a:r>
              <a:endParaRPr lang="en-US" altLang="zh-CN" sz="1800" b="1" dirty="0">
                <a:solidFill>
                  <a:schemeClr val="tx1"/>
                </a:solidFill>
                <a:latin typeface="Arial" panose="020B0604020202020204" pitchFamily="34" charset="0"/>
                <a:ea typeface="微软雅黑" panose="020B0503020204020204" pitchFamily="34" charset="-122"/>
              </a:endParaRPr>
            </a:p>
          </p:txBody>
        </p:sp>
        <p:sp>
          <p:nvSpPr>
            <p:cNvPr id="14" name="矩形: 圆角 13">
              <a:extLst>
                <a:ext uri="{FF2B5EF4-FFF2-40B4-BE49-F238E27FC236}">
                  <a16:creationId xmlns:a16="http://schemas.microsoft.com/office/drawing/2014/main" id="{8060E006-5C95-F07F-99EA-4E19393A69F3}"/>
                </a:ext>
              </a:extLst>
            </p:cNvPr>
            <p:cNvSpPr/>
            <p:nvPr/>
          </p:nvSpPr>
          <p:spPr>
            <a:xfrm flipH="1">
              <a:off x="6277662" y="1532485"/>
              <a:ext cx="2315500" cy="918028"/>
            </a:xfrm>
            <a:prstGeom prst="roundRect">
              <a:avLst>
                <a:gd name="adj" fmla="val 50000"/>
              </a:avLst>
            </a:prstGeom>
            <a:solidFill>
              <a:schemeClr val="tx1">
                <a:lumMod val="50000"/>
                <a:lumOff val="50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5" name="文本框 14">
              <a:extLst>
                <a:ext uri="{FF2B5EF4-FFF2-40B4-BE49-F238E27FC236}">
                  <a16:creationId xmlns:a16="http://schemas.microsoft.com/office/drawing/2014/main" id="{ADED0919-3573-D690-424D-DC48CEF52DE5}"/>
                </a:ext>
              </a:extLst>
            </p:cNvPr>
            <p:cNvSpPr txBox="1"/>
            <p:nvPr/>
          </p:nvSpPr>
          <p:spPr>
            <a:xfrm>
              <a:off x="6763449" y="1806833"/>
              <a:ext cx="1343925" cy="369332"/>
            </a:xfrm>
            <a:prstGeom prst="rect">
              <a:avLst/>
            </a:prstGeom>
            <a:noFill/>
          </p:spPr>
          <p:txBody>
            <a:bodyPr wrap="square" rtlCol="0">
              <a:spAutoFit/>
            </a:bodyPr>
            <a:lstStyle/>
            <a:p>
              <a:pPr algn="ctr"/>
              <a:r>
                <a:rPr lang="zh-CN" altLang="en-US" sz="1800" b="1" dirty="0">
                  <a:solidFill>
                    <a:schemeClr val="tx1"/>
                  </a:solidFill>
                  <a:effectLst/>
                  <a:latin typeface="Arial" panose="020B0604020202020204" pitchFamily="34" charset="0"/>
                  <a:ea typeface="微软雅黑" panose="020B0503020204020204" pitchFamily="34" charset="-122"/>
                </a:rPr>
                <a:t>张婷婷</a:t>
              </a:r>
              <a:endParaRPr lang="en-US" altLang="zh-CN" sz="1800" b="1" dirty="0">
                <a:solidFill>
                  <a:schemeClr val="tx1"/>
                </a:solidFill>
                <a:latin typeface="Arial" panose="020B0604020202020204" pitchFamily="34" charset="0"/>
                <a:ea typeface="微软雅黑" panose="020B0503020204020204" pitchFamily="34" charset="-122"/>
              </a:endParaRPr>
            </a:p>
          </p:txBody>
        </p:sp>
        <p:sp>
          <p:nvSpPr>
            <p:cNvPr id="16" name="矩形: 圆角 15">
              <a:extLst>
                <a:ext uri="{FF2B5EF4-FFF2-40B4-BE49-F238E27FC236}">
                  <a16:creationId xmlns:a16="http://schemas.microsoft.com/office/drawing/2014/main" id="{0F66CB84-FA60-6234-B367-A34C9C49CB2C}"/>
                </a:ext>
              </a:extLst>
            </p:cNvPr>
            <p:cNvSpPr/>
            <p:nvPr/>
          </p:nvSpPr>
          <p:spPr>
            <a:xfrm flipH="1">
              <a:off x="8956485" y="1532485"/>
              <a:ext cx="2315500" cy="918028"/>
            </a:xfrm>
            <a:prstGeom prst="roundRect">
              <a:avLst>
                <a:gd name="adj" fmla="val 50000"/>
              </a:avLst>
            </a:prstGeom>
            <a:solidFill>
              <a:schemeClr val="tx1">
                <a:lumMod val="50000"/>
                <a:lumOff val="50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7" name="文本框 16">
              <a:extLst>
                <a:ext uri="{FF2B5EF4-FFF2-40B4-BE49-F238E27FC236}">
                  <a16:creationId xmlns:a16="http://schemas.microsoft.com/office/drawing/2014/main" id="{AECFECF4-7DCE-BE3A-337D-F923316CE6B3}"/>
                </a:ext>
              </a:extLst>
            </p:cNvPr>
            <p:cNvSpPr txBox="1"/>
            <p:nvPr/>
          </p:nvSpPr>
          <p:spPr>
            <a:xfrm>
              <a:off x="9442272" y="1806833"/>
              <a:ext cx="1343925" cy="369332"/>
            </a:xfrm>
            <a:prstGeom prst="rect">
              <a:avLst/>
            </a:prstGeom>
            <a:noFill/>
          </p:spPr>
          <p:txBody>
            <a:bodyPr wrap="square" rtlCol="0">
              <a:spAutoFit/>
            </a:bodyPr>
            <a:lstStyle/>
            <a:p>
              <a:pPr algn="ctr"/>
              <a:r>
                <a:rPr lang="zh-CN" altLang="en-US" sz="1800" b="1" dirty="0">
                  <a:solidFill>
                    <a:schemeClr val="tx1"/>
                  </a:solidFill>
                  <a:effectLst/>
                  <a:latin typeface="Arial" panose="020B0604020202020204" pitchFamily="34" charset="0"/>
                  <a:ea typeface="微软雅黑" panose="020B0503020204020204" pitchFamily="34" charset="-122"/>
                </a:rPr>
                <a:t>滕嫚玲</a:t>
              </a:r>
              <a:endParaRPr lang="en-US" altLang="zh-CN" sz="1800" b="1" dirty="0">
                <a:solidFill>
                  <a:schemeClr val="tx1"/>
                </a:solidFill>
                <a:latin typeface="Arial" panose="020B0604020202020204" pitchFamily="34" charset="0"/>
                <a:ea typeface="微软雅黑" panose="020B0503020204020204" pitchFamily="34" charset="-122"/>
              </a:endParaRPr>
            </a:p>
          </p:txBody>
        </p:sp>
        <p:sp>
          <p:nvSpPr>
            <p:cNvPr id="18" name="文本框 17">
              <a:extLst>
                <a:ext uri="{FF2B5EF4-FFF2-40B4-BE49-F238E27FC236}">
                  <a16:creationId xmlns:a16="http://schemas.microsoft.com/office/drawing/2014/main" id="{5DA73CD5-E7F9-60FE-4EC8-D7E6AFB8A578}"/>
                </a:ext>
              </a:extLst>
            </p:cNvPr>
            <p:cNvSpPr txBox="1"/>
            <p:nvPr/>
          </p:nvSpPr>
          <p:spPr>
            <a:xfrm>
              <a:off x="3598839" y="2633661"/>
              <a:ext cx="2315500" cy="3477875"/>
            </a:xfrm>
            <a:prstGeom prst="rect">
              <a:avLst/>
            </a:prstGeom>
            <a:noFill/>
          </p:spPr>
          <p:txBody>
            <a:bodyPr wrap="square" rtlCol="0">
              <a:spAutoFit/>
            </a:bodyPr>
            <a:lstStyle/>
            <a:p>
              <a:pPr marR="0" indent="266400" defTabSz="913765">
                <a:spcBef>
                  <a:spcPts val="0"/>
                </a:spcBef>
                <a:spcAft>
                  <a:spcPts val="0"/>
                </a:spcAft>
                <a:buSzPct val="100000"/>
                <a:defRPr/>
              </a:pPr>
              <a:r>
                <a:rPr lang="zh-CN" altLang="en-US" sz="1100" kern="100" dirty="0">
                  <a:latin typeface="宋体" panose="02010600030101010101" pitchFamily="2" charset="-122"/>
                  <a:ea typeface="宋体" panose="02010600030101010101" pitchFamily="2" charset="-122"/>
                  <a:cs typeface="Times New Roman" panose="02020603050405020304" pitchFamily="18" charset="0"/>
                </a:rPr>
                <a:t>首先，通过此次实训，我学习到了一些前后端开发的方法，也对软件开发流程、标准和规范，以及软件开发行业的工作环境和要求有了更深入的了解。在这个过程中我们需要进行需求分析、系统设计、编码实现、测试和部署等一系列开发环节。这些经验对我今后从事软件开发工作非常有帮助。</a:t>
              </a:r>
            </a:p>
            <a:p>
              <a:pPr marR="0" indent="266400" defTabSz="913765">
                <a:spcBef>
                  <a:spcPts val="0"/>
                </a:spcBef>
                <a:spcAft>
                  <a:spcPts val="0"/>
                </a:spcAft>
                <a:buSzPct val="100000"/>
                <a:defRPr/>
              </a:pPr>
              <a:r>
                <a:rPr lang="zh-CN" altLang="en-US" sz="1100" kern="100" dirty="0">
                  <a:latin typeface="宋体" panose="02010600030101010101" pitchFamily="2" charset="-122"/>
                  <a:ea typeface="宋体" panose="02010600030101010101" pitchFamily="2" charset="-122"/>
                  <a:cs typeface="Times New Roman" panose="02020603050405020304" pitchFamily="18" charset="0"/>
                </a:rPr>
                <a:t>其次，实训也提高了我的问题解决能力。在项目开发过程中，难免会遇到各种技术难题和</a:t>
              </a:r>
              <a:r>
                <a:rPr lang="en-US" altLang="zh-CN" sz="1100" kern="100" dirty="0">
                  <a:latin typeface="宋体" panose="02010600030101010101" pitchFamily="2" charset="-122"/>
                  <a:ea typeface="宋体" panose="02010600030101010101" pitchFamily="2" charset="-122"/>
                  <a:cs typeface="Times New Roman" panose="02020603050405020304" pitchFamily="18" charset="0"/>
                </a:rPr>
                <a:t>bug</a:t>
              </a:r>
              <a:r>
                <a:rPr lang="zh-CN" altLang="en-US" sz="1100" kern="100" dirty="0">
                  <a:latin typeface="宋体" panose="02010600030101010101" pitchFamily="2" charset="-122"/>
                  <a:ea typeface="宋体" panose="02010600030101010101" pitchFamily="2" charset="-122"/>
                  <a:cs typeface="Times New Roman" panose="02020603050405020304" pitchFamily="18" charset="0"/>
                </a:rPr>
                <a:t>。通过自主学习和与同学、老师的讨论，我学会了如何分析和解决这些问题。</a:t>
              </a:r>
            </a:p>
            <a:p>
              <a:pPr marR="0" indent="266400" defTabSz="913765">
                <a:spcBef>
                  <a:spcPts val="0"/>
                </a:spcBef>
                <a:spcAft>
                  <a:spcPts val="0"/>
                </a:spcAft>
                <a:buSzPct val="100000"/>
                <a:defRPr/>
              </a:pPr>
              <a:r>
                <a:rPr lang="zh-CN" altLang="en-US" sz="1100" kern="100" dirty="0">
                  <a:latin typeface="宋体" panose="02010600030101010101" pitchFamily="2" charset="-122"/>
                  <a:ea typeface="宋体" panose="02010600030101010101" pitchFamily="2" charset="-122"/>
                  <a:cs typeface="Times New Roman" panose="02020603050405020304" pitchFamily="18" charset="0"/>
                </a:rPr>
                <a:t>最后，经过此次实训，我深刻认识到团队合作的重要性。在一个项目中，往往需要多个人协同工作，每个人负责不同的模块或任务。有效地沟通、协调和分工将会大大提高项目的效率。</a:t>
              </a:r>
            </a:p>
          </p:txBody>
        </p:sp>
        <p:sp>
          <p:nvSpPr>
            <p:cNvPr id="19" name="文本框 18">
              <a:extLst>
                <a:ext uri="{FF2B5EF4-FFF2-40B4-BE49-F238E27FC236}">
                  <a16:creationId xmlns:a16="http://schemas.microsoft.com/office/drawing/2014/main" id="{728BA7BB-FAF9-FEAA-1B2E-5391BBE81570}"/>
                </a:ext>
              </a:extLst>
            </p:cNvPr>
            <p:cNvSpPr txBox="1"/>
            <p:nvPr/>
          </p:nvSpPr>
          <p:spPr>
            <a:xfrm>
              <a:off x="6277661" y="2639000"/>
              <a:ext cx="2315500" cy="3816429"/>
            </a:xfrm>
            <a:prstGeom prst="rect">
              <a:avLst/>
            </a:prstGeom>
            <a:noFill/>
          </p:spPr>
          <p:txBody>
            <a:bodyPr wrap="square" rtlCol="0">
              <a:spAutoFit/>
            </a:bodyPr>
            <a:lstStyle/>
            <a:p>
              <a:pPr indent="266400" defTabSz="913765">
                <a:buSzPct val="100000"/>
                <a:defRPr/>
              </a:pPr>
              <a:r>
                <a:rPr lang="zh-CN" altLang="en-US" sz="1100" kern="100" dirty="0">
                  <a:latin typeface="宋体" panose="02010600030101010101" pitchFamily="2" charset="-122"/>
                  <a:ea typeface="宋体" panose="02010600030101010101" pitchFamily="2" charset="-122"/>
                  <a:cs typeface="Times New Roman" panose="02020603050405020304" pitchFamily="18" charset="0"/>
                </a:rPr>
                <a:t>在这次实训项目中，我负责的是项目前端页面设计，通过这次实训，我收获了许多宝贵的经验和知识，并且对前端开发有了更深入的理解。</a:t>
              </a:r>
              <a:endParaRPr lang="en-US" altLang="zh-CN" sz="1100" kern="100" dirty="0">
                <a:latin typeface="宋体" panose="02010600030101010101" pitchFamily="2" charset="-122"/>
                <a:ea typeface="宋体" panose="02010600030101010101" pitchFamily="2" charset="-122"/>
                <a:cs typeface="Times New Roman" panose="02020603050405020304" pitchFamily="18" charset="0"/>
              </a:endParaRPr>
            </a:p>
            <a:p>
              <a:pPr indent="266400" defTabSz="913765">
                <a:buSzPct val="100000"/>
                <a:defRPr/>
              </a:pPr>
              <a:r>
                <a:rPr lang="zh-CN" altLang="en-US" sz="1100" kern="100" dirty="0">
                  <a:latin typeface="宋体" panose="02010600030101010101" pitchFamily="2" charset="-122"/>
                  <a:ea typeface="宋体" panose="02010600030101010101" pitchFamily="2" charset="-122"/>
                  <a:cs typeface="Times New Roman" panose="02020603050405020304" pitchFamily="18" charset="0"/>
                </a:rPr>
                <a:t>首先，我学会了如何与团队合作，与后端开发人员和数据库设计人员密切合作，互相协助，使项目能够顺利进行。我认识到，一个成功的项目不仅仅依赖于个人的能力，更需要团队之间的密切合作和良好的沟通。</a:t>
              </a:r>
            </a:p>
            <a:p>
              <a:pPr indent="266400" defTabSz="913765">
                <a:buSzPct val="100000"/>
                <a:defRPr/>
              </a:pPr>
              <a:r>
                <a:rPr lang="zh-CN" altLang="en-US" sz="1100" kern="100" dirty="0">
                  <a:latin typeface="宋体" panose="02010600030101010101" pitchFamily="2" charset="-122"/>
                  <a:ea typeface="宋体" panose="02010600030101010101" pitchFamily="2" charset="-122"/>
                  <a:cs typeface="Times New Roman" panose="02020603050405020304" pitchFamily="18" charset="0"/>
                </a:rPr>
                <a:t>其次，通过这次实训，我学习了前端开发的基础知识，并且学会了如何运用这些知识来设计和开发用户友好的界面，也了解了前后端接口连接的操作方法。通过解决遇到的问题，我学会了分析问题、寻找解决方案、调试代码等技巧，不断学习和成长。我学会了主动学习新知识、掌握新技术，并将其应用到实际项目中。</a:t>
              </a:r>
            </a:p>
          </p:txBody>
        </p:sp>
        <p:sp>
          <p:nvSpPr>
            <p:cNvPr id="20" name="文本框 19">
              <a:extLst>
                <a:ext uri="{FF2B5EF4-FFF2-40B4-BE49-F238E27FC236}">
                  <a16:creationId xmlns:a16="http://schemas.microsoft.com/office/drawing/2014/main" id="{781E8A86-73E6-9900-C515-0691C5B029BD}"/>
                </a:ext>
              </a:extLst>
            </p:cNvPr>
            <p:cNvSpPr txBox="1"/>
            <p:nvPr/>
          </p:nvSpPr>
          <p:spPr>
            <a:xfrm>
              <a:off x="8956484" y="2633661"/>
              <a:ext cx="2315500" cy="3816429"/>
            </a:xfrm>
            <a:prstGeom prst="rect">
              <a:avLst/>
            </a:prstGeom>
            <a:noFill/>
          </p:spPr>
          <p:txBody>
            <a:bodyPr wrap="square" rtlCol="0">
              <a:spAutoFit/>
            </a:bodyPr>
            <a:lstStyle/>
            <a:p>
              <a:pPr marL="0" marR="0" indent="266700" algn="just">
                <a:spcBef>
                  <a:spcPts val="0"/>
                </a:spcBef>
                <a:spcAft>
                  <a:spcPts val="0"/>
                </a:spcAft>
              </a:pPr>
              <a:r>
                <a:rPr lang="zh-CN" altLang="en-US" sz="1100" kern="100" dirty="0">
                  <a:effectLst/>
                  <a:latin typeface="宋体" panose="02010600030101010101" pitchFamily="2" charset="-122"/>
                  <a:ea typeface="宋体" panose="02010600030101010101" pitchFamily="2" charset="-122"/>
                  <a:cs typeface="Times New Roman" panose="02020603050405020304" pitchFamily="18" charset="0"/>
                </a:rPr>
                <a:t>在知识学习和课程管理系统项目实践过程中，我更加深入地理解了</a:t>
              </a:r>
              <a:r>
                <a:rPr lang="en-US" altLang="zh-CN" sz="1100" kern="100" dirty="0">
                  <a:effectLst/>
                  <a:latin typeface="Calibri" panose="020F0502020204030204" pitchFamily="34" charset="0"/>
                  <a:ea typeface="宋体" panose="02010600030101010101" pitchFamily="2" charset="-122"/>
                  <a:cs typeface="Times New Roman" panose="02020603050405020304" pitchFamily="18" charset="0"/>
                </a:rPr>
                <a:t>Spring Boot</a:t>
              </a:r>
              <a:r>
                <a:rPr lang="zh-CN" altLang="en-US" sz="1100" kern="100" dirty="0">
                  <a:effectLst/>
                  <a:latin typeface="宋体" panose="02010600030101010101" pitchFamily="2" charset="-122"/>
                  <a:ea typeface="宋体" panose="02010600030101010101" pitchFamily="2" charset="-122"/>
                  <a:cs typeface="Times New Roman" panose="02020603050405020304" pitchFamily="18" charset="0"/>
                </a:rPr>
                <a:t>和</a:t>
              </a:r>
              <a:r>
                <a:rPr lang="en-US" altLang="zh-CN" sz="1100" kern="100" dirty="0">
                  <a:effectLst/>
                  <a:latin typeface="Calibri" panose="020F0502020204030204" pitchFamily="34" charset="0"/>
                  <a:ea typeface="宋体" panose="02010600030101010101" pitchFamily="2" charset="-122"/>
                  <a:cs typeface="Times New Roman" panose="02020603050405020304" pitchFamily="18" charset="0"/>
                </a:rPr>
                <a:t>Vue</a:t>
              </a:r>
              <a:r>
                <a:rPr lang="zh-CN" altLang="en-US" sz="1100" kern="100" dirty="0">
                  <a:effectLst/>
                  <a:latin typeface="宋体" panose="02010600030101010101" pitchFamily="2" charset="-122"/>
                  <a:ea typeface="宋体" panose="02010600030101010101" pitchFamily="2" charset="-122"/>
                  <a:cs typeface="Times New Roman" panose="02020603050405020304" pitchFamily="18" charset="0"/>
                </a:rPr>
                <a:t>框架的使用，同时还培养了我的项目管理和团队合作能力。</a:t>
              </a:r>
              <a:endParaRPr lang="zh-CN" altLang="en-US" sz="1100" kern="100" dirty="0">
                <a:effectLst/>
                <a:latin typeface="Calibri" panose="020F0502020204030204" pitchFamily="34" charset="0"/>
                <a:ea typeface="宋体" panose="02010600030101010101" pitchFamily="2" charset="-122"/>
                <a:cs typeface="Times New Roman" panose="02020603050405020304" pitchFamily="18" charset="0"/>
              </a:endParaRPr>
            </a:p>
            <a:p>
              <a:pPr marL="0" marR="0" indent="266700" algn="just">
                <a:spcBef>
                  <a:spcPts val="0"/>
                </a:spcBef>
                <a:spcAft>
                  <a:spcPts val="0"/>
                </a:spcAft>
              </a:pPr>
              <a:r>
                <a:rPr lang="zh-CN" altLang="en-US" sz="1100" kern="100" dirty="0">
                  <a:effectLst/>
                  <a:latin typeface="宋体" panose="02010600030101010101" pitchFamily="2" charset="-122"/>
                  <a:ea typeface="宋体" panose="02010600030101010101" pitchFamily="2" charset="-122"/>
                  <a:cs typeface="Times New Roman" panose="02020603050405020304" pitchFamily="18" charset="0"/>
                </a:rPr>
                <a:t>我主要负责的是前端设计系统登录界面、菜单框架、个人信息界面和学生选课界面。首先，设计登录界面和个人信息页面需要考虑用户的使用体验，通过这个项目我学习了如何通过布局、颜色、图标等元素来设计直观、易用的界面。其次，在学生选课的课程冲突可视化中，我学习如何使用图表和自定义组件来展示数据，并通过视觉化方式显示课程时间表的冲突情况，加强对数据处理和呈现的理解。</a:t>
              </a:r>
              <a:endParaRPr lang="en-US" altLang="zh-CN" sz="1100" kern="100" dirty="0">
                <a:effectLst/>
                <a:latin typeface="宋体" panose="02010600030101010101" pitchFamily="2" charset="-122"/>
                <a:ea typeface="宋体" panose="02010600030101010101" pitchFamily="2" charset="-122"/>
                <a:cs typeface="Times New Roman" panose="02020603050405020304" pitchFamily="18" charset="0"/>
              </a:endParaRPr>
            </a:p>
            <a:p>
              <a:pPr marL="0" marR="0" indent="266700" algn="just">
                <a:spcBef>
                  <a:spcPts val="0"/>
                </a:spcBef>
                <a:spcAft>
                  <a:spcPts val="0"/>
                </a:spcAft>
              </a:pPr>
              <a:r>
                <a:rPr lang="zh-CN" altLang="en-US" sz="1100" kern="100" dirty="0">
                  <a:effectLst/>
                  <a:latin typeface="宋体" panose="02010600030101010101" pitchFamily="2" charset="-122"/>
                  <a:ea typeface="宋体" panose="02010600030101010101" pitchFamily="2" charset="-122"/>
                  <a:cs typeface="Times New Roman" panose="02020603050405020304" pitchFamily="18" charset="0"/>
                </a:rPr>
                <a:t>最后，我锻炼了与团队有效沟通和合作能力，以及如何解决项目开发中的问题和挑战。这些经验和知识将对我的未来学习工作带来巨大的帮助。</a:t>
              </a:r>
              <a:endParaRPr lang="zh-CN" altLang="en-US" sz="1100" kern="100" dirty="0">
                <a:effectLst/>
                <a:latin typeface="Calibri" panose="020F0502020204030204" pitchFamily="34" charset="0"/>
                <a:ea typeface="宋体" panose="02010600030101010101" pitchFamily="2" charset="-122"/>
                <a:cs typeface="Times New Roman" panose="02020603050405020304" pitchFamily="18" charset="0"/>
              </a:endParaRPr>
            </a:p>
          </p:txBody>
        </p:sp>
      </p:grpSp>
    </p:spTree>
    <p:extLst>
      <p:ext uri="{BB962C8B-B14F-4D97-AF65-F5344CB8AC3E}">
        <p14:creationId xmlns:p14="http://schemas.microsoft.com/office/powerpoint/2010/main" val="2215577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n-lt"/>
                <a:ea typeface="+mn-ea"/>
                <a:cs typeface="+mn-ea"/>
                <a:sym typeface="+mn-lt"/>
              </a:rPr>
              <a:t>个人收获与总结（后端）</a:t>
            </a:r>
          </a:p>
        </p:txBody>
      </p:sp>
      <p:sp>
        <p:nvSpPr>
          <p:cNvPr id="3" name="页脚占位符 2"/>
          <p:cNvSpPr>
            <a:spLocks noGrp="1"/>
          </p:cNvSpPr>
          <p:nvPr>
            <p:ph type="ftr" sz="quarter" idx="11"/>
          </p:nvPr>
        </p:nvSpPr>
        <p:spPr/>
        <p:txBody>
          <a:bodyPr/>
          <a:lstStyle/>
          <a:p>
            <a:r>
              <a:rPr lang="zh-CN" altLang="en-US" dirty="0">
                <a:cs typeface="+mn-ea"/>
                <a:sym typeface="+mn-lt"/>
              </a:rPr>
              <a:t>课程管理系统</a:t>
            </a:r>
          </a:p>
        </p:txBody>
      </p:sp>
      <p:sp>
        <p:nvSpPr>
          <p:cNvPr id="4" name="灯片编号占位符 3"/>
          <p:cNvSpPr>
            <a:spLocks noGrp="1"/>
          </p:cNvSpPr>
          <p:nvPr>
            <p:ph type="sldNum" sz="quarter" idx="12"/>
          </p:nvPr>
        </p:nvSpPr>
        <p:spPr/>
        <p:txBody>
          <a:bodyPr/>
          <a:lstStyle/>
          <a:p>
            <a:fld id="{5DD3DB80-B894-403A-B48E-6FDC1A72010E}" type="slidenum">
              <a:rPr lang="zh-CN" altLang="en-US" b="1" smtClean="0">
                <a:solidFill>
                  <a:schemeClr val="tx1"/>
                </a:solidFill>
                <a:cs typeface="+mn-ea"/>
                <a:sym typeface="+mn-lt"/>
              </a:rPr>
              <a:t>27</a:t>
            </a:fld>
            <a:endParaRPr lang="zh-CN" altLang="en-US" b="1" dirty="0">
              <a:solidFill>
                <a:schemeClr val="tx1"/>
              </a:solidFill>
              <a:cs typeface="+mn-ea"/>
              <a:sym typeface="+mn-lt"/>
            </a:endParaRPr>
          </a:p>
        </p:txBody>
      </p:sp>
      <p:sp>
        <p:nvSpPr>
          <p:cNvPr id="5" name="任意多边形: 形状 4">
            <a:extLst>
              <a:ext uri="{FF2B5EF4-FFF2-40B4-BE49-F238E27FC236}">
                <a16:creationId xmlns:a16="http://schemas.microsoft.com/office/drawing/2014/main" id="{100F3C77-A4F2-3C51-21DC-04731C931471}"/>
              </a:ext>
            </a:extLst>
          </p:cNvPr>
          <p:cNvSpPr/>
          <p:nvPr/>
        </p:nvSpPr>
        <p:spPr>
          <a:xfrm>
            <a:off x="1652165" y="2920960"/>
            <a:ext cx="328689" cy="275757"/>
          </a:xfrm>
          <a:custGeom>
            <a:avLst/>
            <a:gdLst>
              <a:gd name="T0" fmla="*/ 8903 w 14551"/>
              <a:gd name="T1" fmla="*/ 8301 h 12803"/>
              <a:gd name="T2" fmla="*/ 10780 w 14551"/>
              <a:gd name="T3" fmla="*/ 8301 h 12803"/>
              <a:gd name="T4" fmla="*/ 9842 w 14551"/>
              <a:gd name="T5" fmla="*/ 10148 h 12803"/>
              <a:gd name="T6" fmla="*/ 9842 w 14551"/>
              <a:gd name="T7" fmla="*/ 6455 h 12803"/>
              <a:gd name="T8" fmla="*/ 9842 w 14551"/>
              <a:gd name="T9" fmla="*/ 10148 h 12803"/>
              <a:gd name="T10" fmla="*/ 10989 w 14551"/>
              <a:gd name="T11" fmla="*/ 11432 h 12803"/>
              <a:gd name="T12" fmla="*/ 11884 w 14551"/>
              <a:gd name="T13" fmla="*/ 10938 h 12803"/>
              <a:gd name="T14" fmla="*/ 13111 w 14551"/>
              <a:gd name="T15" fmla="*/ 8971 h 12803"/>
              <a:gd name="T16" fmla="*/ 13111 w 14551"/>
              <a:gd name="T17" fmla="*/ 7680 h 12803"/>
              <a:gd name="T18" fmla="*/ 11884 w 14551"/>
              <a:gd name="T19" fmla="*/ 5713 h 12803"/>
              <a:gd name="T20" fmla="*/ 11001 w 14551"/>
              <a:gd name="T21" fmla="*/ 5225 h 12803"/>
              <a:gd name="T22" fmla="*/ 10642 w 14551"/>
              <a:gd name="T23" fmla="*/ 5507 h 12803"/>
              <a:gd name="T24" fmla="*/ 9113 w 14551"/>
              <a:gd name="T25" fmla="*/ 5501 h 12803"/>
              <a:gd name="T26" fmla="*/ 8752 w 14551"/>
              <a:gd name="T27" fmla="*/ 5214 h 12803"/>
              <a:gd name="T28" fmla="*/ 7838 w 14551"/>
              <a:gd name="T29" fmla="*/ 5714 h 12803"/>
              <a:gd name="T30" fmla="*/ 6611 w 14551"/>
              <a:gd name="T31" fmla="*/ 7680 h 12803"/>
              <a:gd name="T32" fmla="*/ 6612 w 14551"/>
              <a:gd name="T33" fmla="*/ 8972 h 12803"/>
              <a:gd name="T34" fmla="*/ 7838 w 14551"/>
              <a:gd name="T35" fmla="*/ 10939 h 12803"/>
              <a:gd name="T36" fmla="*/ 8702 w 14551"/>
              <a:gd name="T37" fmla="*/ 11421 h 12803"/>
              <a:gd name="T38" fmla="*/ 9061 w 14551"/>
              <a:gd name="T39" fmla="*/ 11124 h 12803"/>
              <a:gd name="T40" fmla="*/ 10628 w 14551"/>
              <a:gd name="T41" fmla="*/ 11130 h 12803"/>
              <a:gd name="T42" fmla="*/ 11243 w 14551"/>
              <a:gd name="T43" fmla="*/ 12780 h 12803"/>
              <a:gd name="T44" fmla="*/ 9802 w 14551"/>
              <a:gd name="T45" fmla="*/ 12009 h 12803"/>
              <a:gd name="T46" fmla="*/ 8371 w 14551"/>
              <a:gd name="T47" fmla="*/ 12765 h 12803"/>
              <a:gd name="T48" fmla="*/ 8131 w 14551"/>
              <a:gd name="T49" fmla="*/ 12714 h 12803"/>
              <a:gd name="T50" fmla="*/ 6961 w 14551"/>
              <a:gd name="T51" fmla="*/ 12057 h 12803"/>
              <a:gd name="T52" fmla="*/ 6881 w 14551"/>
              <a:gd name="T53" fmla="*/ 10916 h 12803"/>
              <a:gd name="T54" fmla="*/ 5604 w 14551"/>
              <a:gd name="T55" fmla="*/ 9688 h 12803"/>
              <a:gd name="T56" fmla="*/ 5103 w 14551"/>
              <a:gd name="T57" fmla="*/ 8323 h 12803"/>
              <a:gd name="T58" fmla="*/ 5612 w 14551"/>
              <a:gd name="T59" fmla="*/ 6958 h 12803"/>
              <a:gd name="T60" fmla="*/ 6881 w 14551"/>
              <a:gd name="T61" fmla="*/ 5729 h 12803"/>
              <a:gd name="T62" fmla="*/ 6963 w 14551"/>
              <a:gd name="T63" fmla="*/ 4588 h 12803"/>
              <a:gd name="T64" fmla="*/ 8197 w 14551"/>
              <a:gd name="T65" fmla="*/ 3908 h 12803"/>
              <a:gd name="T66" fmla="*/ 8434 w 14551"/>
              <a:gd name="T67" fmla="*/ 3859 h 12803"/>
              <a:gd name="T68" fmla="*/ 9851 w 14551"/>
              <a:gd name="T69" fmla="*/ 4587 h 12803"/>
              <a:gd name="T70" fmla="*/ 11259 w 14551"/>
              <a:gd name="T71" fmla="*/ 3873 h 12803"/>
              <a:gd name="T72" fmla="*/ 11499 w 14551"/>
              <a:gd name="T73" fmla="*/ 3924 h 12803"/>
              <a:gd name="T74" fmla="*/ 12692 w 14551"/>
              <a:gd name="T75" fmla="*/ 4588 h 12803"/>
              <a:gd name="T76" fmla="*/ 12772 w 14551"/>
              <a:gd name="T77" fmla="*/ 5729 h 12803"/>
              <a:gd name="T78" fmla="*/ 14042 w 14551"/>
              <a:gd name="T79" fmla="*/ 6958 h 12803"/>
              <a:gd name="T80" fmla="*/ 14551 w 14551"/>
              <a:gd name="T81" fmla="*/ 8323 h 12803"/>
              <a:gd name="T82" fmla="*/ 14042 w 14551"/>
              <a:gd name="T83" fmla="*/ 9687 h 12803"/>
              <a:gd name="T84" fmla="*/ 12772 w 14551"/>
              <a:gd name="T85" fmla="*/ 10916 h 12803"/>
              <a:gd name="T86" fmla="*/ 12692 w 14551"/>
              <a:gd name="T87" fmla="*/ 12057 h 12803"/>
              <a:gd name="T88" fmla="*/ 11478 w 14551"/>
              <a:gd name="T89" fmla="*/ 12730 h 12803"/>
              <a:gd name="T90" fmla="*/ 11243 w 14551"/>
              <a:gd name="T91" fmla="*/ 12780 h 12803"/>
              <a:gd name="T92" fmla="*/ 13410 w 14551"/>
              <a:gd name="T93" fmla="*/ 4573 h 12803"/>
              <a:gd name="T94" fmla="*/ 12800 w 14551"/>
              <a:gd name="T95" fmla="*/ 1526 h 12803"/>
              <a:gd name="T96" fmla="*/ 1523 w 14551"/>
              <a:gd name="T97" fmla="*/ 1220 h 12803"/>
              <a:gd name="T98" fmla="*/ 1219 w 14551"/>
              <a:gd name="T99" fmla="*/ 8838 h 12803"/>
              <a:gd name="T100" fmla="*/ 4267 w 14551"/>
              <a:gd name="T101" fmla="*/ 9144 h 12803"/>
              <a:gd name="T102" fmla="*/ 4267 w 14551"/>
              <a:gd name="T103" fmla="*/ 10363 h 12803"/>
              <a:gd name="T104" fmla="*/ 0 w 14551"/>
              <a:gd name="T105" fmla="*/ 9753 h 12803"/>
              <a:gd name="T106" fmla="*/ 611 w 14551"/>
              <a:gd name="T107" fmla="*/ 1 h 12803"/>
              <a:gd name="T108" fmla="*/ 14019 w 14551"/>
              <a:gd name="T109" fmla="*/ 611 h 12803"/>
              <a:gd name="T110" fmla="*/ 2743 w 14551"/>
              <a:gd name="T111" fmla="*/ 12191 h 12803"/>
              <a:gd name="T112" fmla="*/ 5788 w 14551"/>
              <a:gd name="T113" fmla="*/ 11582 h 12803"/>
              <a:gd name="T114" fmla="*/ 5788 w 14551"/>
              <a:gd name="T115" fmla="*/ 12801 h 12803"/>
              <a:gd name="T116" fmla="*/ 2743 w 14551"/>
              <a:gd name="T117" fmla="*/ 12191 h 128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4551" h="12803">
                <a:moveTo>
                  <a:pt x="9842" y="7363"/>
                </a:moveTo>
                <a:cubicBezTo>
                  <a:pt x="9324" y="7363"/>
                  <a:pt x="8904" y="7783"/>
                  <a:pt x="8903" y="8301"/>
                </a:cubicBezTo>
                <a:cubicBezTo>
                  <a:pt x="8904" y="8820"/>
                  <a:pt x="9324" y="9240"/>
                  <a:pt x="9842" y="9240"/>
                </a:cubicBezTo>
                <a:cubicBezTo>
                  <a:pt x="10360" y="9239"/>
                  <a:pt x="10780" y="8820"/>
                  <a:pt x="10780" y="8301"/>
                </a:cubicBezTo>
                <a:cubicBezTo>
                  <a:pt x="10780" y="7783"/>
                  <a:pt x="10360" y="7364"/>
                  <a:pt x="9842" y="7363"/>
                </a:cubicBezTo>
                <a:close/>
                <a:moveTo>
                  <a:pt x="9842" y="10148"/>
                </a:moveTo>
                <a:cubicBezTo>
                  <a:pt x="8822" y="10147"/>
                  <a:pt x="7996" y="9321"/>
                  <a:pt x="7995" y="8301"/>
                </a:cubicBezTo>
                <a:cubicBezTo>
                  <a:pt x="7995" y="7283"/>
                  <a:pt x="8823" y="6455"/>
                  <a:pt x="9842" y="6455"/>
                </a:cubicBezTo>
                <a:cubicBezTo>
                  <a:pt x="10860" y="6455"/>
                  <a:pt x="11689" y="7283"/>
                  <a:pt x="11689" y="8301"/>
                </a:cubicBezTo>
                <a:cubicBezTo>
                  <a:pt x="11689" y="9320"/>
                  <a:pt x="10860" y="10148"/>
                  <a:pt x="9842" y="10148"/>
                </a:cubicBezTo>
                <a:close/>
                <a:moveTo>
                  <a:pt x="10960" y="11425"/>
                </a:moveTo>
                <a:cubicBezTo>
                  <a:pt x="10964" y="11428"/>
                  <a:pt x="10976" y="11432"/>
                  <a:pt x="10989" y="11432"/>
                </a:cubicBezTo>
                <a:lnTo>
                  <a:pt x="10990" y="11432"/>
                </a:lnTo>
                <a:lnTo>
                  <a:pt x="11884" y="10938"/>
                </a:lnTo>
                <a:cubicBezTo>
                  <a:pt x="11863" y="10888"/>
                  <a:pt x="11764" y="10645"/>
                  <a:pt x="11764" y="10392"/>
                </a:cubicBezTo>
                <a:cubicBezTo>
                  <a:pt x="11764" y="9636"/>
                  <a:pt x="12356" y="9012"/>
                  <a:pt x="13111" y="8971"/>
                </a:cubicBezTo>
                <a:cubicBezTo>
                  <a:pt x="13121" y="8912"/>
                  <a:pt x="13180" y="8577"/>
                  <a:pt x="13180" y="8326"/>
                </a:cubicBezTo>
                <a:cubicBezTo>
                  <a:pt x="13180" y="8074"/>
                  <a:pt x="13121" y="7740"/>
                  <a:pt x="13111" y="7680"/>
                </a:cubicBezTo>
                <a:cubicBezTo>
                  <a:pt x="12356" y="7640"/>
                  <a:pt x="11765" y="7016"/>
                  <a:pt x="11764" y="6261"/>
                </a:cubicBezTo>
                <a:cubicBezTo>
                  <a:pt x="11764" y="6006"/>
                  <a:pt x="11863" y="5763"/>
                  <a:pt x="11884" y="5713"/>
                </a:cubicBezTo>
                <a:lnTo>
                  <a:pt x="11005" y="5225"/>
                </a:lnTo>
                <a:lnTo>
                  <a:pt x="11001" y="5225"/>
                </a:lnTo>
                <a:cubicBezTo>
                  <a:pt x="10989" y="5225"/>
                  <a:pt x="10978" y="5228"/>
                  <a:pt x="10967" y="5234"/>
                </a:cubicBezTo>
                <a:cubicBezTo>
                  <a:pt x="10867" y="5334"/>
                  <a:pt x="10758" y="5425"/>
                  <a:pt x="10642" y="5507"/>
                </a:cubicBezTo>
                <a:cubicBezTo>
                  <a:pt x="10371" y="5697"/>
                  <a:pt x="10115" y="5794"/>
                  <a:pt x="9880" y="5794"/>
                </a:cubicBezTo>
                <a:cubicBezTo>
                  <a:pt x="9644" y="5794"/>
                  <a:pt x="9385" y="5695"/>
                  <a:pt x="9113" y="5501"/>
                </a:cubicBezTo>
                <a:cubicBezTo>
                  <a:pt x="8996" y="5418"/>
                  <a:pt x="8887" y="5325"/>
                  <a:pt x="8786" y="5222"/>
                </a:cubicBezTo>
                <a:cubicBezTo>
                  <a:pt x="8776" y="5217"/>
                  <a:pt x="8764" y="5214"/>
                  <a:pt x="8752" y="5214"/>
                </a:cubicBezTo>
                <a:lnTo>
                  <a:pt x="8749" y="5214"/>
                </a:lnTo>
                <a:lnTo>
                  <a:pt x="7838" y="5714"/>
                </a:lnTo>
                <a:cubicBezTo>
                  <a:pt x="7860" y="5765"/>
                  <a:pt x="7958" y="6008"/>
                  <a:pt x="7958" y="6261"/>
                </a:cubicBezTo>
                <a:cubicBezTo>
                  <a:pt x="7957" y="7017"/>
                  <a:pt x="7366" y="7640"/>
                  <a:pt x="6611" y="7680"/>
                </a:cubicBezTo>
                <a:cubicBezTo>
                  <a:pt x="6601" y="7740"/>
                  <a:pt x="6542" y="8074"/>
                  <a:pt x="6542" y="8326"/>
                </a:cubicBezTo>
                <a:cubicBezTo>
                  <a:pt x="6542" y="8577"/>
                  <a:pt x="6601" y="8912"/>
                  <a:pt x="6612" y="8972"/>
                </a:cubicBezTo>
                <a:cubicBezTo>
                  <a:pt x="7366" y="9012"/>
                  <a:pt x="7958" y="9636"/>
                  <a:pt x="7959" y="10392"/>
                </a:cubicBezTo>
                <a:cubicBezTo>
                  <a:pt x="7959" y="10646"/>
                  <a:pt x="7859" y="10890"/>
                  <a:pt x="7838" y="10939"/>
                </a:cubicBezTo>
                <a:lnTo>
                  <a:pt x="8700" y="11421"/>
                </a:lnTo>
                <a:lnTo>
                  <a:pt x="8702" y="11421"/>
                </a:lnTo>
                <a:cubicBezTo>
                  <a:pt x="8714" y="11421"/>
                  <a:pt x="8726" y="11416"/>
                  <a:pt x="8731" y="11413"/>
                </a:cubicBezTo>
                <a:cubicBezTo>
                  <a:pt x="8832" y="11307"/>
                  <a:pt x="8943" y="11211"/>
                  <a:pt x="9061" y="11124"/>
                </a:cubicBezTo>
                <a:cubicBezTo>
                  <a:pt x="9337" y="10922"/>
                  <a:pt x="9599" y="10819"/>
                  <a:pt x="9841" y="10819"/>
                </a:cubicBezTo>
                <a:cubicBezTo>
                  <a:pt x="10085" y="10819"/>
                  <a:pt x="10350" y="10923"/>
                  <a:pt x="10628" y="11130"/>
                </a:cubicBezTo>
                <a:cubicBezTo>
                  <a:pt x="10814" y="11268"/>
                  <a:pt x="10944" y="11407"/>
                  <a:pt x="10960" y="11425"/>
                </a:cubicBezTo>
                <a:moveTo>
                  <a:pt x="11243" y="12780"/>
                </a:moveTo>
                <a:cubicBezTo>
                  <a:pt x="11071" y="12779"/>
                  <a:pt x="10904" y="12708"/>
                  <a:pt x="10796" y="12589"/>
                </a:cubicBezTo>
                <a:cubicBezTo>
                  <a:pt x="10649" y="12428"/>
                  <a:pt x="10184" y="12009"/>
                  <a:pt x="9802" y="12009"/>
                </a:cubicBezTo>
                <a:cubicBezTo>
                  <a:pt x="9424" y="12009"/>
                  <a:pt x="8951" y="12431"/>
                  <a:pt x="8815" y="12578"/>
                </a:cubicBezTo>
                <a:cubicBezTo>
                  <a:pt x="8707" y="12696"/>
                  <a:pt x="8541" y="12765"/>
                  <a:pt x="8371" y="12765"/>
                </a:cubicBezTo>
                <a:cubicBezTo>
                  <a:pt x="8290" y="12765"/>
                  <a:pt x="8213" y="12750"/>
                  <a:pt x="8144" y="12719"/>
                </a:cubicBezTo>
                <a:lnTo>
                  <a:pt x="8131" y="12714"/>
                </a:lnTo>
                <a:lnTo>
                  <a:pt x="6973" y="12066"/>
                </a:lnTo>
                <a:lnTo>
                  <a:pt x="6961" y="12057"/>
                </a:lnTo>
                <a:cubicBezTo>
                  <a:pt x="6749" y="11905"/>
                  <a:pt x="6671" y="11626"/>
                  <a:pt x="6775" y="11386"/>
                </a:cubicBezTo>
                <a:cubicBezTo>
                  <a:pt x="6775" y="11384"/>
                  <a:pt x="6881" y="11139"/>
                  <a:pt x="6881" y="10916"/>
                </a:cubicBezTo>
                <a:cubicBezTo>
                  <a:pt x="6880" y="10238"/>
                  <a:pt x="6331" y="9688"/>
                  <a:pt x="5653" y="9688"/>
                </a:cubicBezTo>
                <a:lnTo>
                  <a:pt x="5604" y="9688"/>
                </a:lnTo>
                <a:cubicBezTo>
                  <a:pt x="5410" y="9688"/>
                  <a:pt x="5252" y="9515"/>
                  <a:pt x="5202" y="9249"/>
                </a:cubicBezTo>
                <a:cubicBezTo>
                  <a:pt x="5198" y="9227"/>
                  <a:pt x="5103" y="8721"/>
                  <a:pt x="5103" y="8323"/>
                </a:cubicBezTo>
                <a:cubicBezTo>
                  <a:pt x="5103" y="7924"/>
                  <a:pt x="5197" y="7419"/>
                  <a:pt x="5202" y="7397"/>
                </a:cubicBezTo>
                <a:cubicBezTo>
                  <a:pt x="5253" y="7127"/>
                  <a:pt x="5414" y="6954"/>
                  <a:pt x="5612" y="6958"/>
                </a:cubicBezTo>
                <a:lnTo>
                  <a:pt x="5653" y="6958"/>
                </a:lnTo>
                <a:cubicBezTo>
                  <a:pt x="6331" y="6957"/>
                  <a:pt x="6881" y="6408"/>
                  <a:pt x="6881" y="5729"/>
                </a:cubicBezTo>
                <a:cubicBezTo>
                  <a:pt x="6881" y="5506"/>
                  <a:pt x="6775" y="5262"/>
                  <a:pt x="6774" y="5259"/>
                </a:cubicBezTo>
                <a:cubicBezTo>
                  <a:pt x="6671" y="5019"/>
                  <a:pt x="6750" y="4740"/>
                  <a:pt x="6963" y="4588"/>
                </a:cubicBezTo>
                <a:lnTo>
                  <a:pt x="6974" y="4580"/>
                </a:lnTo>
                <a:lnTo>
                  <a:pt x="8197" y="3908"/>
                </a:lnTo>
                <a:lnTo>
                  <a:pt x="8210" y="3903"/>
                </a:lnTo>
                <a:cubicBezTo>
                  <a:pt x="8279" y="3873"/>
                  <a:pt x="8354" y="3859"/>
                  <a:pt x="8434" y="3859"/>
                </a:cubicBezTo>
                <a:cubicBezTo>
                  <a:pt x="8604" y="3859"/>
                  <a:pt x="8770" y="3927"/>
                  <a:pt x="8879" y="4042"/>
                </a:cubicBezTo>
                <a:cubicBezTo>
                  <a:pt x="9024" y="4193"/>
                  <a:pt x="9481" y="4587"/>
                  <a:pt x="9851" y="4587"/>
                </a:cubicBezTo>
                <a:cubicBezTo>
                  <a:pt x="10218" y="4587"/>
                  <a:pt x="10673" y="4201"/>
                  <a:pt x="10817" y="4052"/>
                </a:cubicBezTo>
                <a:cubicBezTo>
                  <a:pt x="10925" y="3939"/>
                  <a:pt x="11090" y="3873"/>
                  <a:pt x="11259" y="3873"/>
                </a:cubicBezTo>
                <a:cubicBezTo>
                  <a:pt x="11340" y="3873"/>
                  <a:pt x="11417" y="3888"/>
                  <a:pt x="11487" y="3918"/>
                </a:cubicBezTo>
                <a:lnTo>
                  <a:pt x="11499" y="3924"/>
                </a:lnTo>
                <a:lnTo>
                  <a:pt x="12680" y="4580"/>
                </a:lnTo>
                <a:lnTo>
                  <a:pt x="12692" y="4588"/>
                </a:lnTo>
                <a:cubicBezTo>
                  <a:pt x="12903" y="4735"/>
                  <a:pt x="12984" y="5024"/>
                  <a:pt x="12879" y="5260"/>
                </a:cubicBezTo>
                <a:cubicBezTo>
                  <a:pt x="12878" y="5262"/>
                  <a:pt x="12772" y="5506"/>
                  <a:pt x="12772" y="5729"/>
                </a:cubicBezTo>
                <a:cubicBezTo>
                  <a:pt x="12773" y="6407"/>
                  <a:pt x="13322" y="6957"/>
                  <a:pt x="14000" y="6958"/>
                </a:cubicBezTo>
                <a:lnTo>
                  <a:pt x="14042" y="6958"/>
                </a:lnTo>
                <a:cubicBezTo>
                  <a:pt x="14239" y="6954"/>
                  <a:pt x="14401" y="7127"/>
                  <a:pt x="14452" y="7397"/>
                </a:cubicBezTo>
                <a:cubicBezTo>
                  <a:pt x="14456" y="7418"/>
                  <a:pt x="14551" y="7924"/>
                  <a:pt x="14551" y="8323"/>
                </a:cubicBezTo>
                <a:cubicBezTo>
                  <a:pt x="14551" y="8721"/>
                  <a:pt x="14456" y="9228"/>
                  <a:pt x="14451" y="9249"/>
                </a:cubicBezTo>
                <a:cubicBezTo>
                  <a:pt x="14401" y="9518"/>
                  <a:pt x="14239" y="9692"/>
                  <a:pt x="14042" y="9687"/>
                </a:cubicBezTo>
                <a:lnTo>
                  <a:pt x="14000" y="9687"/>
                </a:lnTo>
                <a:cubicBezTo>
                  <a:pt x="13322" y="9688"/>
                  <a:pt x="12773" y="10238"/>
                  <a:pt x="12772" y="10916"/>
                </a:cubicBezTo>
                <a:cubicBezTo>
                  <a:pt x="12772" y="11139"/>
                  <a:pt x="12878" y="11384"/>
                  <a:pt x="12879" y="11386"/>
                </a:cubicBezTo>
                <a:cubicBezTo>
                  <a:pt x="12982" y="11626"/>
                  <a:pt x="12904" y="11906"/>
                  <a:pt x="12692" y="12057"/>
                </a:cubicBezTo>
                <a:lnTo>
                  <a:pt x="12680" y="12066"/>
                </a:lnTo>
                <a:lnTo>
                  <a:pt x="11478" y="12730"/>
                </a:lnTo>
                <a:lnTo>
                  <a:pt x="11466" y="12735"/>
                </a:lnTo>
                <a:cubicBezTo>
                  <a:pt x="11396" y="12765"/>
                  <a:pt x="11320" y="12780"/>
                  <a:pt x="11243" y="12780"/>
                </a:cubicBezTo>
                <a:close/>
                <a:moveTo>
                  <a:pt x="14019" y="3963"/>
                </a:moveTo>
                <a:cubicBezTo>
                  <a:pt x="14019" y="4300"/>
                  <a:pt x="13746" y="4573"/>
                  <a:pt x="13410" y="4573"/>
                </a:cubicBezTo>
                <a:cubicBezTo>
                  <a:pt x="13073" y="4573"/>
                  <a:pt x="12800" y="4300"/>
                  <a:pt x="12800" y="3963"/>
                </a:cubicBezTo>
                <a:lnTo>
                  <a:pt x="12800" y="1526"/>
                </a:lnTo>
                <a:cubicBezTo>
                  <a:pt x="12800" y="1357"/>
                  <a:pt x="12664" y="1220"/>
                  <a:pt x="12496" y="1220"/>
                </a:cubicBezTo>
                <a:lnTo>
                  <a:pt x="1523" y="1220"/>
                </a:lnTo>
                <a:cubicBezTo>
                  <a:pt x="1357" y="1220"/>
                  <a:pt x="1219" y="1357"/>
                  <a:pt x="1219" y="1526"/>
                </a:cubicBezTo>
                <a:lnTo>
                  <a:pt x="1219" y="8838"/>
                </a:lnTo>
                <a:cubicBezTo>
                  <a:pt x="1219" y="9006"/>
                  <a:pt x="1355" y="9144"/>
                  <a:pt x="1523" y="9144"/>
                </a:cubicBezTo>
                <a:lnTo>
                  <a:pt x="4267" y="9144"/>
                </a:lnTo>
                <a:cubicBezTo>
                  <a:pt x="4603" y="9144"/>
                  <a:pt x="4876" y="9417"/>
                  <a:pt x="4876" y="9753"/>
                </a:cubicBezTo>
                <a:cubicBezTo>
                  <a:pt x="4876" y="10090"/>
                  <a:pt x="4603" y="10363"/>
                  <a:pt x="4267" y="10363"/>
                </a:cubicBezTo>
                <a:lnTo>
                  <a:pt x="611" y="10363"/>
                </a:lnTo>
                <a:cubicBezTo>
                  <a:pt x="274" y="10364"/>
                  <a:pt x="0" y="10091"/>
                  <a:pt x="0" y="9753"/>
                </a:cubicBezTo>
                <a:lnTo>
                  <a:pt x="0" y="611"/>
                </a:lnTo>
                <a:cubicBezTo>
                  <a:pt x="0" y="274"/>
                  <a:pt x="274" y="1"/>
                  <a:pt x="611" y="1"/>
                </a:cubicBezTo>
                <a:lnTo>
                  <a:pt x="13408" y="1"/>
                </a:lnTo>
                <a:cubicBezTo>
                  <a:pt x="13745" y="0"/>
                  <a:pt x="14019" y="273"/>
                  <a:pt x="14019" y="611"/>
                </a:cubicBezTo>
                <a:lnTo>
                  <a:pt x="14019" y="3963"/>
                </a:lnTo>
                <a:close/>
                <a:moveTo>
                  <a:pt x="2743" y="12191"/>
                </a:moveTo>
                <a:cubicBezTo>
                  <a:pt x="2743" y="11855"/>
                  <a:pt x="3018" y="11582"/>
                  <a:pt x="3355" y="11582"/>
                </a:cubicBezTo>
                <a:lnTo>
                  <a:pt x="5788" y="11582"/>
                </a:lnTo>
                <a:cubicBezTo>
                  <a:pt x="6124" y="11582"/>
                  <a:pt x="6397" y="11855"/>
                  <a:pt x="6397" y="12191"/>
                </a:cubicBezTo>
                <a:cubicBezTo>
                  <a:pt x="6397" y="12528"/>
                  <a:pt x="6124" y="12801"/>
                  <a:pt x="5788" y="12801"/>
                </a:cubicBezTo>
                <a:lnTo>
                  <a:pt x="3355" y="12801"/>
                </a:lnTo>
                <a:cubicBezTo>
                  <a:pt x="3018" y="12803"/>
                  <a:pt x="2743" y="12529"/>
                  <a:pt x="2743" y="12191"/>
                </a:cubicBez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任意多边形: 形状 5">
            <a:extLst>
              <a:ext uri="{FF2B5EF4-FFF2-40B4-BE49-F238E27FC236}">
                <a16:creationId xmlns:a16="http://schemas.microsoft.com/office/drawing/2014/main" id="{1E5ED77F-93DF-23DA-6302-39ED3BD6CCA9}"/>
              </a:ext>
            </a:extLst>
          </p:cNvPr>
          <p:cNvSpPr/>
          <p:nvPr/>
        </p:nvSpPr>
        <p:spPr>
          <a:xfrm>
            <a:off x="4469462" y="2888239"/>
            <a:ext cx="371798" cy="332261"/>
          </a:xfrm>
          <a:custGeom>
            <a:avLst/>
            <a:gdLst>
              <a:gd name="connsiteX0" fmla="*/ 357220 w 579201"/>
              <a:gd name="connsiteY0" fmla="*/ 347990 h 608768"/>
              <a:gd name="connsiteX1" fmla="*/ 357220 w 579201"/>
              <a:gd name="connsiteY1" fmla="*/ 428456 h 608768"/>
              <a:gd name="connsiteX2" fmla="*/ 378460 w 579201"/>
              <a:gd name="connsiteY2" fmla="*/ 382794 h 608768"/>
              <a:gd name="connsiteX3" fmla="*/ 357220 w 579201"/>
              <a:gd name="connsiteY3" fmla="*/ 347990 h 608768"/>
              <a:gd name="connsiteX4" fmla="*/ 222560 w 579201"/>
              <a:gd name="connsiteY4" fmla="*/ 347381 h 608768"/>
              <a:gd name="connsiteX5" fmla="*/ 200811 w 579201"/>
              <a:gd name="connsiteY5" fmla="*/ 382896 h 608768"/>
              <a:gd name="connsiteX6" fmla="*/ 222560 w 579201"/>
              <a:gd name="connsiteY6" fmla="*/ 429471 h 608768"/>
              <a:gd name="connsiteX7" fmla="*/ 269208 w 579201"/>
              <a:gd name="connsiteY7" fmla="*/ 261233 h 608768"/>
              <a:gd name="connsiteX8" fmla="*/ 287705 w 579201"/>
              <a:gd name="connsiteY8" fmla="*/ 279599 h 608768"/>
              <a:gd name="connsiteX9" fmla="*/ 269513 w 579201"/>
              <a:gd name="connsiteY9" fmla="*/ 401059 h 608768"/>
              <a:gd name="connsiteX10" fmla="*/ 269716 w 579201"/>
              <a:gd name="connsiteY10" fmla="*/ 402277 h 608768"/>
              <a:gd name="connsiteX11" fmla="*/ 288619 w 579201"/>
              <a:gd name="connsiteY11" fmla="*/ 427949 h 608768"/>
              <a:gd name="connsiteX12" fmla="*/ 289839 w 579201"/>
              <a:gd name="connsiteY12" fmla="*/ 428557 h 608768"/>
              <a:gd name="connsiteX13" fmla="*/ 291160 w 579201"/>
              <a:gd name="connsiteY13" fmla="*/ 427949 h 608768"/>
              <a:gd name="connsiteX14" fmla="*/ 309962 w 579201"/>
              <a:gd name="connsiteY14" fmla="*/ 402277 h 608768"/>
              <a:gd name="connsiteX15" fmla="*/ 310266 w 579201"/>
              <a:gd name="connsiteY15" fmla="*/ 401059 h 608768"/>
              <a:gd name="connsiteX16" fmla="*/ 292075 w 579201"/>
              <a:gd name="connsiteY16" fmla="*/ 279599 h 608768"/>
              <a:gd name="connsiteX17" fmla="*/ 310571 w 579201"/>
              <a:gd name="connsiteY17" fmla="*/ 261233 h 608768"/>
              <a:gd name="connsiteX18" fmla="*/ 322665 w 579201"/>
              <a:gd name="connsiteY18" fmla="*/ 271482 h 608768"/>
              <a:gd name="connsiteX19" fmla="*/ 350512 w 579201"/>
              <a:gd name="connsiteY19" fmla="*/ 284368 h 608768"/>
              <a:gd name="connsiteX20" fmla="*/ 420535 w 579201"/>
              <a:gd name="connsiteY20" fmla="*/ 372850 h 608768"/>
              <a:gd name="connsiteX21" fmla="*/ 421755 w 579201"/>
              <a:gd name="connsiteY21" fmla="*/ 383302 h 608768"/>
              <a:gd name="connsiteX22" fmla="*/ 382729 w 579201"/>
              <a:gd name="connsiteY22" fmla="*/ 468740 h 608768"/>
              <a:gd name="connsiteX23" fmla="*/ 364740 w 579201"/>
              <a:gd name="connsiteY23" fmla="*/ 478684 h 608768"/>
              <a:gd name="connsiteX24" fmla="*/ 354374 w 579201"/>
              <a:gd name="connsiteY24" fmla="*/ 475842 h 608768"/>
              <a:gd name="connsiteX25" fmla="*/ 346650 w 579201"/>
              <a:gd name="connsiteY25" fmla="*/ 489947 h 608768"/>
              <a:gd name="connsiteX26" fmla="*/ 346548 w 579201"/>
              <a:gd name="connsiteY26" fmla="*/ 608768 h 608768"/>
              <a:gd name="connsiteX27" fmla="*/ 295327 w 579201"/>
              <a:gd name="connsiteY27" fmla="*/ 608768 h 608768"/>
              <a:gd name="connsiteX28" fmla="*/ 295327 w 579201"/>
              <a:gd name="connsiteY28" fmla="*/ 517242 h 608768"/>
              <a:gd name="connsiteX29" fmla="*/ 289839 w 579201"/>
              <a:gd name="connsiteY29" fmla="*/ 517445 h 608768"/>
              <a:gd name="connsiteX30" fmla="*/ 284452 w 579201"/>
              <a:gd name="connsiteY30" fmla="*/ 517242 h 608768"/>
              <a:gd name="connsiteX31" fmla="*/ 284452 w 579201"/>
              <a:gd name="connsiteY31" fmla="*/ 608768 h 608768"/>
              <a:gd name="connsiteX32" fmla="*/ 233129 w 579201"/>
              <a:gd name="connsiteY32" fmla="*/ 608768 h 608768"/>
              <a:gd name="connsiteX33" fmla="*/ 233129 w 579201"/>
              <a:gd name="connsiteY33" fmla="*/ 489947 h 608768"/>
              <a:gd name="connsiteX34" fmla="*/ 225304 w 579201"/>
              <a:gd name="connsiteY34" fmla="*/ 475741 h 608768"/>
              <a:gd name="connsiteX35" fmla="*/ 214531 w 579201"/>
              <a:gd name="connsiteY35" fmla="*/ 478684 h 608768"/>
              <a:gd name="connsiteX36" fmla="*/ 196441 w 579201"/>
              <a:gd name="connsiteY36" fmla="*/ 468841 h 608768"/>
              <a:gd name="connsiteX37" fmla="*/ 157516 w 579201"/>
              <a:gd name="connsiteY37" fmla="*/ 383403 h 608768"/>
              <a:gd name="connsiteX38" fmla="*/ 158736 w 579201"/>
              <a:gd name="connsiteY38" fmla="*/ 372850 h 608768"/>
              <a:gd name="connsiteX39" fmla="*/ 228657 w 579201"/>
              <a:gd name="connsiteY39" fmla="*/ 284470 h 608768"/>
              <a:gd name="connsiteX40" fmla="*/ 257114 w 579201"/>
              <a:gd name="connsiteY40" fmla="*/ 271482 h 608768"/>
              <a:gd name="connsiteX41" fmla="*/ 289832 w 579201"/>
              <a:gd name="connsiteY41" fmla="*/ 129064 h 608768"/>
              <a:gd name="connsiteX42" fmla="*/ 344830 w 579201"/>
              <a:gd name="connsiteY42" fmla="*/ 182940 h 608768"/>
              <a:gd name="connsiteX43" fmla="*/ 289832 w 579201"/>
              <a:gd name="connsiteY43" fmla="*/ 260457 h 608768"/>
              <a:gd name="connsiteX44" fmla="*/ 234935 w 579201"/>
              <a:gd name="connsiteY44" fmla="*/ 182940 h 608768"/>
              <a:gd name="connsiteX45" fmla="*/ 289832 w 579201"/>
              <a:gd name="connsiteY45" fmla="*/ 129064 h 608768"/>
              <a:gd name="connsiteX46" fmla="*/ 369368 w 579201"/>
              <a:gd name="connsiteY46" fmla="*/ 60372 h 608768"/>
              <a:gd name="connsiteX47" fmla="*/ 384407 w 579201"/>
              <a:gd name="connsiteY47" fmla="*/ 92840 h 608768"/>
              <a:gd name="connsiteX48" fmla="*/ 406254 w 579201"/>
              <a:gd name="connsiteY48" fmla="*/ 172693 h 608768"/>
              <a:gd name="connsiteX49" fmla="*/ 486224 w 579201"/>
              <a:gd name="connsiteY49" fmla="*/ 194508 h 608768"/>
              <a:gd name="connsiteX50" fmla="*/ 518741 w 579201"/>
              <a:gd name="connsiteY50" fmla="*/ 209525 h 608768"/>
              <a:gd name="connsiteX51" fmla="*/ 369368 w 579201"/>
              <a:gd name="connsiteY51" fmla="*/ 60372 h 608768"/>
              <a:gd name="connsiteX52" fmla="*/ 209833 w 579201"/>
              <a:gd name="connsiteY52" fmla="*/ 60372 h 608768"/>
              <a:gd name="connsiteX53" fmla="*/ 132810 w 579201"/>
              <a:gd name="connsiteY53" fmla="*/ 104407 h 608768"/>
              <a:gd name="connsiteX54" fmla="*/ 134029 w 579201"/>
              <a:gd name="connsiteY54" fmla="*/ 114148 h 608768"/>
              <a:gd name="connsiteX55" fmla="*/ 92469 w 579201"/>
              <a:gd name="connsiteY55" fmla="*/ 155748 h 608768"/>
              <a:gd name="connsiteX56" fmla="*/ 87388 w 579201"/>
              <a:gd name="connsiteY56" fmla="*/ 155444 h 608768"/>
              <a:gd name="connsiteX57" fmla="*/ 60460 w 579201"/>
              <a:gd name="connsiteY57" fmla="*/ 209525 h 608768"/>
              <a:gd name="connsiteX58" fmla="*/ 92977 w 579201"/>
              <a:gd name="connsiteY58" fmla="*/ 194508 h 608768"/>
              <a:gd name="connsiteX59" fmla="*/ 172947 w 579201"/>
              <a:gd name="connsiteY59" fmla="*/ 172693 h 608768"/>
              <a:gd name="connsiteX60" fmla="*/ 194794 w 579201"/>
              <a:gd name="connsiteY60" fmla="*/ 92840 h 608768"/>
              <a:gd name="connsiteX61" fmla="*/ 209833 w 579201"/>
              <a:gd name="connsiteY61" fmla="*/ 60372 h 608768"/>
              <a:gd name="connsiteX62" fmla="*/ 289600 w 579201"/>
              <a:gd name="connsiteY62" fmla="*/ 0 h 608768"/>
              <a:gd name="connsiteX63" fmla="*/ 494353 w 579201"/>
              <a:gd name="connsiteY63" fmla="*/ 84723 h 608768"/>
              <a:gd name="connsiteX64" fmla="*/ 579201 w 579201"/>
              <a:gd name="connsiteY64" fmla="*/ 289175 h 608768"/>
              <a:gd name="connsiteX65" fmla="*/ 494353 w 579201"/>
              <a:gd name="connsiteY65" fmla="*/ 493626 h 608768"/>
              <a:gd name="connsiteX66" fmla="*/ 365506 w 579201"/>
              <a:gd name="connsiteY66" fmla="*/ 568304 h 608768"/>
              <a:gd name="connsiteX67" fmla="*/ 365506 w 579201"/>
              <a:gd name="connsiteY67" fmla="*/ 519296 h 608768"/>
              <a:gd name="connsiteX68" fmla="*/ 369368 w 579201"/>
              <a:gd name="connsiteY68" fmla="*/ 517977 h 608768"/>
              <a:gd name="connsiteX69" fmla="*/ 518741 w 579201"/>
              <a:gd name="connsiteY69" fmla="*/ 368824 h 608768"/>
              <a:gd name="connsiteX70" fmla="*/ 486224 w 579201"/>
              <a:gd name="connsiteY70" fmla="*/ 383841 h 608768"/>
              <a:gd name="connsiteX71" fmla="*/ 435823 w 579201"/>
              <a:gd name="connsiteY71" fmla="*/ 399365 h 608768"/>
              <a:gd name="connsiteX72" fmla="*/ 440498 w 579201"/>
              <a:gd name="connsiteY72" fmla="*/ 380188 h 608768"/>
              <a:gd name="connsiteX73" fmla="*/ 438160 w 579201"/>
              <a:gd name="connsiteY73" fmla="*/ 360301 h 608768"/>
              <a:gd name="connsiteX74" fmla="*/ 433994 w 579201"/>
              <a:gd name="connsiteY74" fmla="*/ 351372 h 608768"/>
              <a:gd name="connsiteX75" fmla="*/ 532255 w 579201"/>
              <a:gd name="connsiteY75" fmla="*/ 289175 h 608768"/>
              <a:gd name="connsiteX76" fmla="*/ 412960 w 579201"/>
              <a:gd name="connsiteY76" fmla="*/ 221802 h 608768"/>
              <a:gd name="connsiteX77" fmla="*/ 415297 w 579201"/>
              <a:gd name="connsiteY77" fmla="*/ 252952 h 608768"/>
              <a:gd name="connsiteX78" fmla="*/ 436433 w 579201"/>
              <a:gd name="connsiteY78" fmla="*/ 289175 h 608768"/>
              <a:gd name="connsiteX79" fmla="*/ 418549 w 579201"/>
              <a:gd name="connsiteY79" fmla="*/ 323267 h 608768"/>
              <a:gd name="connsiteX80" fmla="*/ 362153 w 579201"/>
              <a:gd name="connsiteY80" fmla="*/ 263504 h 608768"/>
              <a:gd name="connsiteX81" fmla="*/ 368453 w 579201"/>
              <a:gd name="connsiteY81" fmla="*/ 257112 h 608768"/>
              <a:gd name="connsiteX82" fmla="*/ 364897 w 579201"/>
              <a:gd name="connsiteY82" fmla="*/ 213888 h 608768"/>
              <a:gd name="connsiteX83" fmla="*/ 345895 w 579201"/>
              <a:gd name="connsiteY83" fmla="*/ 124700 h 608768"/>
              <a:gd name="connsiteX84" fmla="*/ 289600 w 579201"/>
              <a:gd name="connsiteY84" fmla="*/ 46877 h 608768"/>
              <a:gd name="connsiteX85" fmla="*/ 233001 w 579201"/>
              <a:gd name="connsiteY85" fmla="*/ 125512 h 608768"/>
              <a:gd name="connsiteX86" fmla="*/ 214203 w 579201"/>
              <a:gd name="connsiteY86" fmla="*/ 213888 h 608768"/>
              <a:gd name="connsiteX87" fmla="*/ 210240 w 579201"/>
              <a:gd name="connsiteY87" fmla="*/ 267563 h 608768"/>
              <a:gd name="connsiteX88" fmla="*/ 163599 w 579201"/>
              <a:gd name="connsiteY88" fmla="*/ 318802 h 608768"/>
              <a:gd name="connsiteX89" fmla="*/ 162989 w 579201"/>
              <a:gd name="connsiteY89" fmla="*/ 289175 h 608768"/>
              <a:gd name="connsiteX90" fmla="*/ 166241 w 579201"/>
              <a:gd name="connsiteY90" fmla="*/ 221802 h 608768"/>
              <a:gd name="connsiteX91" fmla="*/ 109947 w 579201"/>
              <a:gd name="connsiteY91" fmla="*/ 238138 h 608768"/>
              <a:gd name="connsiteX92" fmla="*/ 46946 w 579201"/>
              <a:gd name="connsiteY92" fmla="*/ 289175 h 608768"/>
              <a:gd name="connsiteX93" fmla="*/ 145207 w 579201"/>
              <a:gd name="connsiteY93" fmla="*/ 351372 h 608768"/>
              <a:gd name="connsiteX94" fmla="*/ 141041 w 579201"/>
              <a:gd name="connsiteY94" fmla="*/ 360403 h 608768"/>
              <a:gd name="connsiteX95" fmla="*/ 138703 w 579201"/>
              <a:gd name="connsiteY95" fmla="*/ 380188 h 608768"/>
              <a:gd name="connsiteX96" fmla="*/ 143378 w 579201"/>
              <a:gd name="connsiteY96" fmla="*/ 399365 h 608768"/>
              <a:gd name="connsiteX97" fmla="*/ 92977 w 579201"/>
              <a:gd name="connsiteY97" fmla="*/ 383841 h 608768"/>
              <a:gd name="connsiteX98" fmla="*/ 60460 w 579201"/>
              <a:gd name="connsiteY98" fmla="*/ 368824 h 608768"/>
              <a:gd name="connsiteX99" fmla="*/ 209833 w 579201"/>
              <a:gd name="connsiteY99" fmla="*/ 517977 h 608768"/>
              <a:gd name="connsiteX100" fmla="*/ 214203 w 579201"/>
              <a:gd name="connsiteY100" fmla="*/ 519398 h 608768"/>
              <a:gd name="connsiteX101" fmla="*/ 214203 w 579201"/>
              <a:gd name="connsiteY101" fmla="*/ 568405 h 608768"/>
              <a:gd name="connsiteX102" fmla="*/ 84848 w 579201"/>
              <a:gd name="connsiteY102" fmla="*/ 493626 h 608768"/>
              <a:gd name="connsiteX103" fmla="*/ 0 w 579201"/>
              <a:gd name="connsiteY103" fmla="*/ 289175 h 608768"/>
              <a:gd name="connsiteX104" fmla="*/ 52026 w 579201"/>
              <a:gd name="connsiteY104" fmla="*/ 123787 h 608768"/>
              <a:gd name="connsiteX105" fmla="*/ 50909 w 579201"/>
              <a:gd name="connsiteY105" fmla="*/ 114148 h 608768"/>
              <a:gd name="connsiteX106" fmla="*/ 92469 w 579201"/>
              <a:gd name="connsiteY106" fmla="*/ 72649 h 608768"/>
              <a:gd name="connsiteX107" fmla="*/ 97346 w 579201"/>
              <a:gd name="connsiteY107" fmla="*/ 72953 h 608768"/>
              <a:gd name="connsiteX108" fmla="*/ 289600 w 579201"/>
              <a:gd name="connsiteY108" fmla="*/ 0 h 608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579201" h="608768">
                <a:moveTo>
                  <a:pt x="357220" y="347990"/>
                </a:moveTo>
                <a:lnTo>
                  <a:pt x="357220" y="428456"/>
                </a:lnTo>
                <a:cubicBezTo>
                  <a:pt x="366163" y="412627"/>
                  <a:pt x="375208" y="394463"/>
                  <a:pt x="378460" y="382794"/>
                </a:cubicBezTo>
                <a:cubicBezTo>
                  <a:pt x="374090" y="373662"/>
                  <a:pt x="366061" y="360065"/>
                  <a:pt x="357220" y="347990"/>
                </a:cubicBezTo>
                <a:close/>
                <a:moveTo>
                  <a:pt x="222560" y="347381"/>
                </a:moveTo>
                <a:cubicBezTo>
                  <a:pt x="213514" y="359659"/>
                  <a:pt x="205282" y="373561"/>
                  <a:pt x="200811" y="382896"/>
                </a:cubicBezTo>
                <a:cubicBezTo>
                  <a:pt x="204164" y="394768"/>
                  <a:pt x="213413" y="413438"/>
                  <a:pt x="222560" y="429471"/>
                </a:cubicBezTo>
                <a:close/>
                <a:moveTo>
                  <a:pt x="269208" y="261233"/>
                </a:moveTo>
                <a:lnTo>
                  <a:pt x="287705" y="279599"/>
                </a:lnTo>
                <a:lnTo>
                  <a:pt x="269513" y="401059"/>
                </a:lnTo>
                <a:cubicBezTo>
                  <a:pt x="269411" y="401465"/>
                  <a:pt x="269513" y="401871"/>
                  <a:pt x="269716" y="402277"/>
                </a:cubicBezTo>
                <a:lnTo>
                  <a:pt x="288619" y="427949"/>
                </a:lnTo>
                <a:cubicBezTo>
                  <a:pt x="288822" y="428354"/>
                  <a:pt x="289331" y="428557"/>
                  <a:pt x="289839" y="428557"/>
                </a:cubicBezTo>
                <a:cubicBezTo>
                  <a:pt x="290347" y="428557"/>
                  <a:pt x="290855" y="428354"/>
                  <a:pt x="291160" y="427949"/>
                </a:cubicBezTo>
                <a:lnTo>
                  <a:pt x="309962" y="402277"/>
                </a:lnTo>
                <a:cubicBezTo>
                  <a:pt x="310165" y="401871"/>
                  <a:pt x="310266" y="401465"/>
                  <a:pt x="310266" y="401059"/>
                </a:cubicBezTo>
                <a:lnTo>
                  <a:pt x="292075" y="279599"/>
                </a:lnTo>
                <a:lnTo>
                  <a:pt x="310571" y="261233"/>
                </a:lnTo>
                <a:lnTo>
                  <a:pt x="322665" y="271482"/>
                </a:lnTo>
                <a:cubicBezTo>
                  <a:pt x="322665" y="271482"/>
                  <a:pt x="350512" y="284368"/>
                  <a:pt x="350512" y="284368"/>
                </a:cubicBezTo>
                <a:cubicBezTo>
                  <a:pt x="386388" y="301517"/>
                  <a:pt x="416470" y="362297"/>
                  <a:pt x="420535" y="372850"/>
                </a:cubicBezTo>
                <a:cubicBezTo>
                  <a:pt x="421856" y="376199"/>
                  <a:pt x="422263" y="379750"/>
                  <a:pt x="421755" y="383302"/>
                </a:cubicBezTo>
                <a:cubicBezTo>
                  <a:pt x="417893" y="412322"/>
                  <a:pt x="388623" y="459607"/>
                  <a:pt x="382729" y="468740"/>
                </a:cubicBezTo>
                <a:cubicBezTo>
                  <a:pt x="378765" y="475132"/>
                  <a:pt x="371854" y="478582"/>
                  <a:pt x="364740" y="478684"/>
                </a:cubicBezTo>
                <a:cubicBezTo>
                  <a:pt x="361183" y="478684"/>
                  <a:pt x="357626" y="477770"/>
                  <a:pt x="354374" y="475842"/>
                </a:cubicBezTo>
                <a:cubicBezTo>
                  <a:pt x="352545" y="480916"/>
                  <a:pt x="349902" y="485685"/>
                  <a:pt x="346650" y="489947"/>
                </a:cubicBezTo>
                <a:lnTo>
                  <a:pt x="346548" y="608768"/>
                </a:lnTo>
                <a:lnTo>
                  <a:pt x="295327" y="608768"/>
                </a:lnTo>
                <a:lnTo>
                  <a:pt x="295327" y="517242"/>
                </a:lnTo>
                <a:cubicBezTo>
                  <a:pt x="293497" y="517344"/>
                  <a:pt x="291668" y="517445"/>
                  <a:pt x="289839" y="517445"/>
                </a:cubicBezTo>
                <a:cubicBezTo>
                  <a:pt x="288111" y="517445"/>
                  <a:pt x="286282" y="517344"/>
                  <a:pt x="284452" y="517242"/>
                </a:cubicBezTo>
                <a:lnTo>
                  <a:pt x="284452" y="608768"/>
                </a:lnTo>
                <a:lnTo>
                  <a:pt x="233129" y="608768"/>
                </a:lnTo>
                <a:lnTo>
                  <a:pt x="233129" y="489947"/>
                </a:lnTo>
                <a:cubicBezTo>
                  <a:pt x="229877" y="485584"/>
                  <a:pt x="227235" y="480814"/>
                  <a:pt x="225304" y="475741"/>
                </a:cubicBezTo>
                <a:cubicBezTo>
                  <a:pt x="221950" y="477669"/>
                  <a:pt x="218189" y="478684"/>
                  <a:pt x="214531" y="478684"/>
                </a:cubicBezTo>
                <a:cubicBezTo>
                  <a:pt x="207417" y="478684"/>
                  <a:pt x="200506" y="475234"/>
                  <a:pt x="196441" y="468841"/>
                </a:cubicBezTo>
                <a:cubicBezTo>
                  <a:pt x="190648" y="459607"/>
                  <a:pt x="161378" y="412322"/>
                  <a:pt x="157516" y="383403"/>
                </a:cubicBezTo>
                <a:cubicBezTo>
                  <a:pt x="157008" y="379852"/>
                  <a:pt x="157415" y="376199"/>
                  <a:pt x="158736" y="372850"/>
                </a:cubicBezTo>
                <a:cubicBezTo>
                  <a:pt x="162801" y="362399"/>
                  <a:pt x="192883" y="301618"/>
                  <a:pt x="228657" y="284470"/>
                </a:cubicBezTo>
                <a:cubicBezTo>
                  <a:pt x="229369" y="284165"/>
                  <a:pt x="257114" y="271482"/>
                  <a:pt x="257114" y="271482"/>
                </a:cubicBezTo>
                <a:close/>
                <a:moveTo>
                  <a:pt x="289832" y="129064"/>
                </a:moveTo>
                <a:cubicBezTo>
                  <a:pt x="329073" y="129064"/>
                  <a:pt x="345135" y="149255"/>
                  <a:pt x="344830" y="182940"/>
                </a:cubicBezTo>
                <a:cubicBezTo>
                  <a:pt x="344220" y="231541"/>
                  <a:pt x="321041" y="260457"/>
                  <a:pt x="289832" y="260457"/>
                </a:cubicBezTo>
                <a:cubicBezTo>
                  <a:pt x="258724" y="260457"/>
                  <a:pt x="235443" y="231541"/>
                  <a:pt x="234935" y="182940"/>
                </a:cubicBezTo>
                <a:cubicBezTo>
                  <a:pt x="234630" y="149255"/>
                  <a:pt x="250692" y="129064"/>
                  <a:pt x="289832" y="129064"/>
                </a:cubicBezTo>
                <a:close/>
                <a:moveTo>
                  <a:pt x="369368" y="60372"/>
                </a:moveTo>
                <a:cubicBezTo>
                  <a:pt x="374753" y="70112"/>
                  <a:pt x="379834" y="80868"/>
                  <a:pt x="384407" y="92840"/>
                </a:cubicBezTo>
                <a:cubicBezTo>
                  <a:pt x="393552" y="116380"/>
                  <a:pt x="400868" y="143471"/>
                  <a:pt x="406254" y="172693"/>
                </a:cubicBezTo>
                <a:cubicBezTo>
                  <a:pt x="435518" y="177969"/>
                  <a:pt x="462548" y="185275"/>
                  <a:pt x="486224" y="194508"/>
                </a:cubicBezTo>
                <a:cubicBezTo>
                  <a:pt x="498214" y="199074"/>
                  <a:pt x="508986" y="204147"/>
                  <a:pt x="518741" y="209525"/>
                </a:cubicBezTo>
                <a:cubicBezTo>
                  <a:pt x="494455" y="139920"/>
                  <a:pt x="439075" y="84622"/>
                  <a:pt x="369368" y="60372"/>
                </a:cubicBezTo>
                <a:close/>
                <a:moveTo>
                  <a:pt x="209833" y="60372"/>
                </a:moveTo>
                <a:cubicBezTo>
                  <a:pt x="181381" y="70214"/>
                  <a:pt x="155368" y="85332"/>
                  <a:pt x="132810" y="104407"/>
                </a:cubicBezTo>
                <a:cubicBezTo>
                  <a:pt x="133623" y="107553"/>
                  <a:pt x="134029" y="110800"/>
                  <a:pt x="134029" y="114148"/>
                </a:cubicBezTo>
                <a:cubicBezTo>
                  <a:pt x="134029" y="137079"/>
                  <a:pt x="115434" y="155748"/>
                  <a:pt x="92469" y="155748"/>
                </a:cubicBezTo>
                <a:cubicBezTo>
                  <a:pt x="90741" y="155748"/>
                  <a:pt x="89014" y="155647"/>
                  <a:pt x="87388" y="155444"/>
                </a:cubicBezTo>
                <a:cubicBezTo>
                  <a:pt x="76312" y="172084"/>
                  <a:pt x="67167" y="190246"/>
                  <a:pt x="60460" y="209525"/>
                </a:cubicBezTo>
                <a:cubicBezTo>
                  <a:pt x="70215" y="204147"/>
                  <a:pt x="80987" y="199074"/>
                  <a:pt x="92977" y="194508"/>
                </a:cubicBezTo>
                <a:cubicBezTo>
                  <a:pt x="116653" y="185275"/>
                  <a:pt x="143682" y="177969"/>
                  <a:pt x="172947" y="172693"/>
                </a:cubicBezTo>
                <a:cubicBezTo>
                  <a:pt x="178333" y="143471"/>
                  <a:pt x="185649" y="116380"/>
                  <a:pt x="194794" y="92840"/>
                </a:cubicBezTo>
                <a:cubicBezTo>
                  <a:pt x="199367" y="80868"/>
                  <a:pt x="204448" y="70112"/>
                  <a:pt x="209833" y="60372"/>
                </a:cubicBezTo>
                <a:close/>
                <a:moveTo>
                  <a:pt x="289600" y="0"/>
                </a:moveTo>
                <a:cubicBezTo>
                  <a:pt x="366929" y="0"/>
                  <a:pt x="439685" y="30034"/>
                  <a:pt x="494353" y="84723"/>
                </a:cubicBezTo>
                <a:cubicBezTo>
                  <a:pt x="549022" y="139311"/>
                  <a:pt x="579201" y="211960"/>
                  <a:pt x="579201" y="289175"/>
                </a:cubicBezTo>
                <a:cubicBezTo>
                  <a:pt x="579201" y="366389"/>
                  <a:pt x="549022" y="439038"/>
                  <a:pt x="494353" y="493626"/>
                </a:cubicBezTo>
                <a:cubicBezTo>
                  <a:pt x="458077" y="529849"/>
                  <a:pt x="413773" y="555316"/>
                  <a:pt x="365506" y="568304"/>
                </a:cubicBezTo>
                <a:lnTo>
                  <a:pt x="365506" y="519296"/>
                </a:lnTo>
                <a:lnTo>
                  <a:pt x="369368" y="517977"/>
                </a:lnTo>
                <a:cubicBezTo>
                  <a:pt x="439075" y="493626"/>
                  <a:pt x="494455" y="438429"/>
                  <a:pt x="518741" y="368824"/>
                </a:cubicBezTo>
                <a:cubicBezTo>
                  <a:pt x="508986" y="374202"/>
                  <a:pt x="498214" y="379174"/>
                  <a:pt x="486224" y="383841"/>
                </a:cubicBezTo>
                <a:cubicBezTo>
                  <a:pt x="470779" y="389827"/>
                  <a:pt x="453809" y="395002"/>
                  <a:pt x="435823" y="399365"/>
                </a:cubicBezTo>
                <a:cubicBezTo>
                  <a:pt x="438059" y="392668"/>
                  <a:pt x="439685" y="386175"/>
                  <a:pt x="440498" y="380188"/>
                </a:cubicBezTo>
                <a:cubicBezTo>
                  <a:pt x="441412" y="373492"/>
                  <a:pt x="440599" y="366592"/>
                  <a:pt x="438160" y="360301"/>
                </a:cubicBezTo>
                <a:cubicBezTo>
                  <a:pt x="438059" y="360200"/>
                  <a:pt x="436636" y="356851"/>
                  <a:pt x="433994" y="351372"/>
                </a:cubicBezTo>
                <a:cubicBezTo>
                  <a:pt x="496284" y="334732"/>
                  <a:pt x="532255" y="309163"/>
                  <a:pt x="532255" y="289175"/>
                </a:cubicBezTo>
                <a:cubicBezTo>
                  <a:pt x="532255" y="266954"/>
                  <a:pt x="488155" y="238036"/>
                  <a:pt x="412960" y="221802"/>
                </a:cubicBezTo>
                <a:cubicBezTo>
                  <a:pt x="413976" y="232050"/>
                  <a:pt x="414789" y="242501"/>
                  <a:pt x="415297" y="252952"/>
                </a:cubicBezTo>
                <a:cubicBezTo>
                  <a:pt x="427897" y="260156"/>
                  <a:pt x="436433" y="273650"/>
                  <a:pt x="436433" y="289175"/>
                </a:cubicBezTo>
                <a:cubicBezTo>
                  <a:pt x="436433" y="303278"/>
                  <a:pt x="429320" y="315758"/>
                  <a:pt x="418549" y="323267"/>
                </a:cubicBezTo>
                <a:cubicBezTo>
                  <a:pt x="405136" y="301655"/>
                  <a:pt x="385626" y="276187"/>
                  <a:pt x="362153" y="263504"/>
                </a:cubicBezTo>
                <a:cubicBezTo>
                  <a:pt x="364084" y="261170"/>
                  <a:pt x="366218" y="258938"/>
                  <a:pt x="368453" y="257112"/>
                </a:cubicBezTo>
                <a:cubicBezTo>
                  <a:pt x="367742" y="241993"/>
                  <a:pt x="366522" y="227585"/>
                  <a:pt x="364897" y="213888"/>
                </a:cubicBezTo>
                <a:cubicBezTo>
                  <a:pt x="364897" y="213888"/>
                  <a:pt x="370892" y="161532"/>
                  <a:pt x="345895" y="124700"/>
                </a:cubicBezTo>
                <a:cubicBezTo>
                  <a:pt x="329433" y="75084"/>
                  <a:pt x="307383" y="46877"/>
                  <a:pt x="289600" y="46877"/>
                </a:cubicBezTo>
                <a:cubicBezTo>
                  <a:pt x="271716" y="46877"/>
                  <a:pt x="249463" y="75388"/>
                  <a:pt x="233001" y="125512"/>
                </a:cubicBezTo>
                <a:cubicBezTo>
                  <a:pt x="211662" y="147023"/>
                  <a:pt x="214203" y="213888"/>
                  <a:pt x="214203" y="213888"/>
                </a:cubicBezTo>
                <a:cubicBezTo>
                  <a:pt x="212272" y="230731"/>
                  <a:pt x="210849" y="248690"/>
                  <a:pt x="210240" y="267563"/>
                </a:cubicBezTo>
                <a:cubicBezTo>
                  <a:pt x="191441" y="280144"/>
                  <a:pt x="175488" y="300336"/>
                  <a:pt x="163599" y="318802"/>
                </a:cubicBezTo>
                <a:cubicBezTo>
                  <a:pt x="163192" y="308960"/>
                  <a:pt x="162989" y="299118"/>
                  <a:pt x="162989" y="289175"/>
                </a:cubicBezTo>
                <a:cubicBezTo>
                  <a:pt x="162989" y="266142"/>
                  <a:pt x="164107" y="243617"/>
                  <a:pt x="166241" y="221802"/>
                </a:cubicBezTo>
                <a:cubicBezTo>
                  <a:pt x="145715" y="226165"/>
                  <a:pt x="126815" y="231644"/>
                  <a:pt x="109947" y="238138"/>
                </a:cubicBezTo>
                <a:cubicBezTo>
                  <a:pt x="71130" y="253256"/>
                  <a:pt x="46946" y="272737"/>
                  <a:pt x="46946" y="289175"/>
                </a:cubicBezTo>
                <a:cubicBezTo>
                  <a:pt x="46946" y="309163"/>
                  <a:pt x="82917" y="334732"/>
                  <a:pt x="145207" y="351372"/>
                </a:cubicBezTo>
                <a:cubicBezTo>
                  <a:pt x="142565" y="356851"/>
                  <a:pt x="141142" y="360200"/>
                  <a:pt x="141041" y="360403"/>
                </a:cubicBezTo>
                <a:cubicBezTo>
                  <a:pt x="138602" y="366693"/>
                  <a:pt x="137789" y="373492"/>
                  <a:pt x="138703" y="380188"/>
                </a:cubicBezTo>
                <a:cubicBezTo>
                  <a:pt x="139516" y="386175"/>
                  <a:pt x="141142" y="392668"/>
                  <a:pt x="143378" y="399365"/>
                </a:cubicBezTo>
                <a:cubicBezTo>
                  <a:pt x="125290" y="395002"/>
                  <a:pt x="108422" y="389827"/>
                  <a:pt x="92977" y="383841"/>
                </a:cubicBezTo>
                <a:cubicBezTo>
                  <a:pt x="80987" y="379174"/>
                  <a:pt x="70215" y="374202"/>
                  <a:pt x="60460" y="368824"/>
                </a:cubicBezTo>
                <a:cubicBezTo>
                  <a:pt x="84746" y="438429"/>
                  <a:pt x="140126" y="493626"/>
                  <a:pt x="209833" y="517977"/>
                </a:cubicBezTo>
                <a:lnTo>
                  <a:pt x="214203" y="519398"/>
                </a:lnTo>
                <a:lnTo>
                  <a:pt x="214203" y="568405"/>
                </a:lnTo>
                <a:cubicBezTo>
                  <a:pt x="165733" y="555519"/>
                  <a:pt x="121327" y="530052"/>
                  <a:pt x="84848" y="493626"/>
                </a:cubicBezTo>
                <a:cubicBezTo>
                  <a:pt x="30179" y="439038"/>
                  <a:pt x="0" y="366389"/>
                  <a:pt x="0" y="289175"/>
                </a:cubicBezTo>
                <a:cubicBezTo>
                  <a:pt x="0" y="229107"/>
                  <a:pt x="18189" y="171881"/>
                  <a:pt x="52026" y="123787"/>
                </a:cubicBezTo>
                <a:cubicBezTo>
                  <a:pt x="51214" y="120642"/>
                  <a:pt x="50909" y="117496"/>
                  <a:pt x="50909" y="114148"/>
                </a:cubicBezTo>
                <a:cubicBezTo>
                  <a:pt x="50909" y="91217"/>
                  <a:pt x="69504" y="72649"/>
                  <a:pt x="92469" y="72649"/>
                </a:cubicBezTo>
                <a:cubicBezTo>
                  <a:pt x="94095" y="72649"/>
                  <a:pt x="95721" y="72750"/>
                  <a:pt x="97346" y="72953"/>
                </a:cubicBezTo>
                <a:cubicBezTo>
                  <a:pt x="150389" y="25772"/>
                  <a:pt x="217962" y="0"/>
                  <a:pt x="289600" y="0"/>
                </a:cubicBez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组合 7">
            <a:extLst>
              <a:ext uri="{FF2B5EF4-FFF2-40B4-BE49-F238E27FC236}">
                <a16:creationId xmlns:a16="http://schemas.microsoft.com/office/drawing/2014/main" id="{4ACC4CFC-9F3B-CF17-CBDE-961CB6D6DC0C}"/>
              </a:ext>
            </a:extLst>
          </p:cNvPr>
          <p:cNvGrpSpPr/>
          <p:nvPr/>
        </p:nvGrpSpPr>
        <p:grpSpPr>
          <a:xfrm>
            <a:off x="1472988" y="1398062"/>
            <a:ext cx="9244434" cy="4710228"/>
            <a:chOff x="904175" y="1532485"/>
            <a:chExt cx="7688987" cy="4710228"/>
          </a:xfrm>
        </p:grpSpPr>
        <p:sp>
          <p:nvSpPr>
            <p:cNvPr id="9" name="矩形: 圆角 8">
              <a:extLst>
                <a:ext uri="{FF2B5EF4-FFF2-40B4-BE49-F238E27FC236}">
                  <a16:creationId xmlns:a16="http://schemas.microsoft.com/office/drawing/2014/main" id="{A516500F-1331-9721-60CA-1458EDFE5796}"/>
                </a:ext>
              </a:extLst>
            </p:cNvPr>
            <p:cNvSpPr/>
            <p:nvPr/>
          </p:nvSpPr>
          <p:spPr>
            <a:xfrm flipH="1">
              <a:off x="920016" y="1532485"/>
              <a:ext cx="2315500" cy="918028"/>
            </a:xfrm>
            <a:prstGeom prst="roundRect">
              <a:avLst>
                <a:gd name="adj" fmla="val 50000"/>
              </a:avLst>
            </a:prstGeom>
            <a:solidFill>
              <a:schemeClr val="tx1">
                <a:lumMod val="50000"/>
                <a:lumOff val="50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0" name="文本框 9">
              <a:extLst>
                <a:ext uri="{FF2B5EF4-FFF2-40B4-BE49-F238E27FC236}">
                  <a16:creationId xmlns:a16="http://schemas.microsoft.com/office/drawing/2014/main" id="{7E7D4713-CAEB-B739-0A1E-4B38E889A203}"/>
                </a:ext>
              </a:extLst>
            </p:cNvPr>
            <p:cNvSpPr txBox="1"/>
            <p:nvPr/>
          </p:nvSpPr>
          <p:spPr>
            <a:xfrm>
              <a:off x="1405803" y="1806833"/>
              <a:ext cx="1343925" cy="369332"/>
            </a:xfrm>
            <a:prstGeom prst="rect">
              <a:avLst/>
            </a:prstGeom>
            <a:noFill/>
          </p:spPr>
          <p:txBody>
            <a:bodyPr wrap="square" rtlCol="0">
              <a:spAutoFit/>
            </a:bodyPr>
            <a:lstStyle/>
            <a:p>
              <a:pPr algn="ctr"/>
              <a:r>
                <a:rPr lang="zh-CN" altLang="en-US" sz="1800" b="1" dirty="0">
                  <a:solidFill>
                    <a:schemeClr val="tx1"/>
                  </a:solidFill>
                  <a:effectLst/>
                  <a:latin typeface="Arial" panose="020B0604020202020204" pitchFamily="34" charset="0"/>
                  <a:ea typeface="微软雅黑" panose="020B0503020204020204" pitchFamily="34" charset="-122"/>
                </a:rPr>
                <a:t>李潇怿</a:t>
              </a:r>
              <a:endParaRPr lang="en-US" altLang="zh-CN" sz="1800" b="1" dirty="0">
                <a:solidFill>
                  <a:schemeClr val="tx1"/>
                </a:solidFill>
                <a:latin typeface="Arial" panose="020B0604020202020204" pitchFamily="34" charset="0"/>
                <a:ea typeface="微软雅黑" panose="020B0503020204020204" pitchFamily="34" charset="-122"/>
              </a:endParaRPr>
            </a:p>
          </p:txBody>
        </p:sp>
        <p:sp>
          <p:nvSpPr>
            <p:cNvPr id="11" name="文本框 10">
              <a:extLst>
                <a:ext uri="{FF2B5EF4-FFF2-40B4-BE49-F238E27FC236}">
                  <a16:creationId xmlns:a16="http://schemas.microsoft.com/office/drawing/2014/main" id="{ED3676E1-A9A5-FA3C-6C9D-3B0A882DEEBB}"/>
                </a:ext>
              </a:extLst>
            </p:cNvPr>
            <p:cNvSpPr txBox="1"/>
            <p:nvPr/>
          </p:nvSpPr>
          <p:spPr>
            <a:xfrm>
              <a:off x="904175" y="2595561"/>
              <a:ext cx="2315500" cy="3477875"/>
            </a:xfrm>
            <a:prstGeom prst="rect">
              <a:avLst/>
            </a:prstGeom>
            <a:noFill/>
          </p:spPr>
          <p:txBody>
            <a:bodyPr wrap="square" rtlCol="0">
              <a:spAutoFit/>
            </a:bodyPr>
            <a:lstStyle/>
            <a:p>
              <a:pPr marL="0" marR="0" indent="266400" algn="just">
                <a:spcBef>
                  <a:spcPts val="0"/>
                </a:spcBef>
                <a:spcAft>
                  <a:spcPts val="0"/>
                </a:spcAft>
              </a:pPr>
              <a:r>
                <a:rPr lang="zh-CN" altLang="en-US" sz="1100" kern="100" dirty="0">
                  <a:latin typeface="宋体" panose="02010600030101010101" pitchFamily="2" charset="-122"/>
                  <a:ea typeface="宋体" panose="02010600030101010101" pitchFamily="2" charset="-122"/>
                  <a:cs typeface="Times New Roman" panose="02020603050405020304" pitchFamily="18" charset="0"/>
                </a:rPr>
                <a:t>我在课程管理系统中负责了注册登录、教务身份的后端开发和教务选排课的前端开发，从中有很多收获。</a:t>
              </a:r>
            </a:p>
            <a:p>
              <a:pPr marL="0" marR="0" indent="266400" algn="just">
                <a:spcBef>
                  <a:spcPts val="0"/>
                </a:spcBef>
                <a:spcAft>
                  <a:spcPts val="0"/>
                </a:spcAft>
              </a:pPr>
              <a:r>
                <a:rPr lang="zh-CN" altLang="en-US" sz="1100" kern="100" dirty="0">
                  <a:latin typeface="宋体" panose="02010600030101010101" pitchFamily="2" charset="-122"/>
                  <a:ea typeface="宋体" panose="02010600030101010101" pitchFamily="2" charset="-122"/>
                  <a:cs typeface="Times New Roman" panose="02020603050405020304" pitchFamily="18" charset="0"/>
                </a:rPr>
                <a:t>首先，通过参与前后端开发，我对整个开发流程有了更深入的了解。我学会了如何与伙伴沟通需求，并将其转化为具体的软件功能。在项目从立项到落地的过程中，从优秀的组员身上学到了如何合理分配时间和资源，以更高效地完成项目。</a:t>
              </a:r>
            </a:p>
            <a:p>
              <a:pPr marL="0" marR="0" indent="266400" algn="just">
                <a:spcBef>
                  <a:spcPts val="0"/>
                </a:spcBef>
                <a:spcAft>
                  <a:spcPts val="0"/>
                </a:spcAft>
              </a:pPr>
              <a:r>
                <a:rPr lang="zh-CN" altLang="en-US" sz="1100" kern="100" dirty="0">
                  <a:latin typeface="宋体" panose="02010600030101010101" pitchFamily="2" charset="-122"/>
                  <a:ea typeface="宋体" panose="02010600030101010101" pitchFamily="2" charset="-122"/>
                  <a:cs typeface="Times New Roman" panose="02020603050405020304" pitchFamily="18" charset="0"/>
                </a:rPr>
                <a:t>其次，在开发过程中，对于前端开发，我初步掌握了</a:t>
              </a:r>
              <a:r>
                <a:rPr lang="en-US" altLang="zh-CN" sz="1100" kern="100" dirty="0">
                  <a:latin typeface="宋体" panose="02010600030101010101" pitchFamily="2" charset="-122"/>
                  <a:ea typeface="宋体" panose="02010600030101010101" pitchFamily="2" charset="-122"/>
                  <a:cs typeface="Times New Roman" panose="02020603050405020304" pitchFamily="18" charset="0"/>
                </a:rPr>
                <a:t>JavaScript</a:t>
              </a:r>
              <a:r>
                <a:rPr lang="zh-CN" altLang="en-US" sz="1100" kern="100" dirty="0">
                  <a:latin typeface="宋体" panose="02010600030101010101" pitchFamily="2" charset="-122"/>
                  <a:ea typeface="宋体" panose="02010600030101010101" pitchFamily="2" charset="-122"/>
                  <a:cs typeface="Times New Roman" panose="02020603050405020304" pitchFamily="18" charset="0"/>
                </a:rPr>
                <a:t>，并学会了使用前端框架</a:t>
              </a:r>
              <a:r>
                <a:rPr lang="en-US" altLang="zh-CN" sz="1100" kern="100" dirty="0">
                  <a:latin typeface="宋体" panose="02010600030101010101" pitchFamily="2" charset="-122"/>
                  <a:ea typeface="宋体" panose="02010600030101010101" pitchFamily="2" charset="-122"/>
                  <a:cs typeface="Times New Roman" panose="02020603050405020304" pitchFamily="18" charset="0"/>
                </a:rPr>
                <a:t>Vue</a:t>
              </a:r>
              <a:r>
                <a:rPr lang="zh-CN" altLang="en-US" sz="1100" kern="100" dirty="0">
                  <a:latin typeface="宋体" panose="02010600030101010101" pitchFamily="2" charset="-122"/>
                  <a:ea typeface="宋体" panose="02010600030101010101" pitchFamily="2" charset="-122"/>
                  <a:cs typeface="Times New Roman" panose="02020603050405020304" pitchFamily="18" charset="0"/>
                </a:rPr>
                <a:t>来构建用户友好的界面。对于后端开发，我使用了</a:t>
              </a:r>
              <a:r>
                <a:rPr lang="en-US" altLang="zh-CN" sz="1100" kern="100" dirty="0">
                  <a:latin typeface="宋体" panose="02010600030101010101" pitchFamily="2" charset="-122"/>
                  <a:ea typeface="宋体" panose="02010600030101010101" pitchFamily="2" charset="-122"/>
                  <a:cs typeface="Times New Roman" panose="02020603050405020304" pitchFamily="18" charset="0"/>
                </a:rPr>
                <a:t>java</a:t>
              </a:r>
              <a:r>
                <a:rPr lang="zh-CN" altLang="en-US" sz="1100" kern="100" dirty="0">
                  <a:latin typeface="宋体" panose="02010600030101010101" pitchFamily="2" charset="-122"/>
                  <a:ea typeface="宋体" panose="02010600030101010101" pitchFamily="2" charset="-122"/>
                  <a:cs typeface="Times New Roman" panose="02020603050405020304" pitchFamily="18" charset="0"/>
                </a:rPr>
                <a:t>编程语言和框架</a:t>
              </a:r>
              <a:r>
                <a:rPr lang="en-US" altLang="zh-CN" sz="1100" kern="100" dirty="0">
                  <a:latin typeface="宋体" panose="02010600030101010101" pitchFamily="2" charset="-122"/>
                  <a:ea typeface="宋体" panose="02010600030101010101" pitchFamily="2" charset="-122"/>
                  <a:cs typeface="Times New Roman" panose="02020603050405020304" pitchFamily="18" charset="0"/>
                </a:rPr>
                <a:t>Spring Boot</a:t>
              </a:r>
              <a:r>
                <a:rPr lang="zh-CN" altLang="en-US" sz="1100" kern="100" dirty="0">
                  <a:latin typeface="宋体" panose="02010600030101010101" pitchFamily="2" charset="-122"/>
                  <a:ea typeface="宋体" panose="02010600030101010101" pitchFamily="2" charset="-122"/>
                  <a:cs typeface="Times New Roman" panose="02020603050405020304" pitchFamily="18" charset="0"/>
                </a:rPr>
                <a:t>，实现了业务逻辑和数据处理。</a:t>
              </a:r>
            </a:p>
            <a:p>
              <a:pPr marL="0" marR="0" indent="266400" algn="just">
                <a:spcBef>
                  <a:spcPts val="0"/>
                </a:spcBef>
                <a:spcAft>
                  <a:spcPts val="0"/>
                </a:spcAft>
              </a:pPr>
              <a:r>
                <a:rPr lang="zh-CN" altLang="en-US" sz="1100" kern="100" dirty="0">
                  <a:latin typeface="宋体" panose="02010600030101010101" pitchFamily="2" charset="-122"/>
                  <a:ea typeface="宋体" panose="02010600030101010101" pitchFamily="2" charset="-122"/>
                  <a:cs typeface="Times New Roman" panose="02020603050405020304" pitchFamily="18" charset="0"/>
                </a:rPr>
                <a:t>此外，我还了解了班级和学生管理等教育领域的特殊需求。在设计数据库和开发后端接口时，我学会了如何处理教务排课、成绩管理和处理冲突等任务。我也深入了解了权限管理和数据安全等重要问题，确保系统的稳定性和可靠性。</a:t>
              </a:r>
            </a:p>
          </p:txBody>
        </p:sp>
        <p:sp>
          <p:nvSpPr>
            <p:cNvPr id="12" name="矩形: 圆角 11">
              <a:extLst>
                <a:ext uri="{FF2B5EF4-FFF2-40B4-BE49-F238E27FC236}">
                  <a16:creationId xmlns:a16="http://schemas.microsoft.com/office/drawing/2014/main" id="{97EAEE27-0D71-8BFD-1F62-AF887B06FD52}"/>
                </a:ext>
              </a:extLst>
            </p:cNvPr>
            <p:cNvSpPr/>
            <p:nvPr/>
          </p:nvSpPr>
          <p:spPr>
            <a:xfrm flipH="1">
              <a:off x="3598839" y="1532485"/>
              <a:ext cx="2315500" cy="918028"/>
            </a:xfrm>
            <a:prstGeom prst="roundRect">
              <a:avLst>
                <a:gd name="adj" fmla="val 50000"/>
              </a:avLst>
            </a:prstGeom>
            <a:solidFill>
              <a:schemeClr val="tx1">
                <a:lumMod val="50000"/>
                <a:lumOff val="50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3" name="文本框 12">
              <a:extLst>
                <a:ext uri="{FF2B5EF4-FFF2-40B4-BE49-F238E27FC236}">
                  <a16:creationId xmlns:a16="http://schemas.microsoft.com/office/drawing/2014/main" id="{B1C3F3EC-17FB-6A56-ABD1-F23A8C8528B8}"/>
                </a:ext>
              </a:extLst>
            </p:cNvPr>
            <p:cNvSpPr txBox="1"/>
            <p:nvPr/>
          </p:nvSpPr>
          <p:spPr>
            <a:xfrm>
              <a:off x="3983398" y="1806833"/>
              <a:ext cx="1343925" cy="369332"/>
            </a:xfrm>
            <a:prstGeom prst="rect">
              <a:avLst/>
            </a:prstGeom>
            <a:noFill/>
          </p:spPr>
          <p:txBody>
            <a:bodyPr wrap="square" rtlCol="0">
              <a:spAutoFit/>
            </a:bodyPr>
            <a:lstStyle/>
            <a:p>
              <a:pPr algn="ctr"/>
              <a:r>
                <a:rPr lang="zh-CN" altLang="en-US" sz="1800" b="1" dirty="0">
                  <a:solidFill>
                    <a:schemeClr val="tx1"/>
                  </a:solidFill>
                  <a:effectLst/>
                  <a:latin typeface="Arial" panose="020B0604020202020204" pitchFamily="34" charset="0"/>
                  <a:ea typeface="微软雅黑" panose="020B0503020204020204" pitchFamily="34" charset="-122"/>
                </a:rPr>
                <a:t>焦杨凡</a:t>
              </a:r>
              <a:endParaRPr lang="en-US" altLang="zh-CN" sz="1800" b="1" dirty="0">
                <a:solidFill>
                  <a:schemeClr val="tx1"/>
                </a:solidFill>
                <a:latin typeface="Arial" panose="020B0604020202020204" pitchFamily="34" charset="0"/>
                <a:ea typeface="微软雅黑" panose="020B0503020204020204" pitchFamily="34" charset="-122"/>
              </a:endParaRPr>
            </a:p>
          </p:txBody>
        </p:sp>
        <p:sp>
          <p:nvSpPr>
            <p:cNvPr id="14" name="矩形: 圆角 13">
              <a:extLst>
                <a:ext uri="{FF2B5EF4-FFF2-40B4-BE49-F238E27FC236}">
                  <a16:creationId xmlns:a16="http://schemas.microsoft.com/office/drawing/2014/main" id="{8060E006-5C95-F07F-99EA-4E19393A69F3}"/>
                </a:ext>
              </a:extLst>
            </p:cNvPr>
            <p:cNvSpPr/>
            <p:nvPr/>
          </p:nvSpPr>
          <p:spPr>
            <a:xfrm flipH="1">
              <a:off x="6277662" y="1532485"/>
              <a:ext cx="2315500" cy="918028"/>
            </a:xfrm>
            <a:prstGeom prst="roundRect">
              <a:avLst>
                <a:gd name="adj" fmla="val 50000"/>
              </a:avLst>
            </a:prstGeom>
            <a:solidFill>
              <a:schemeClr val="tx1">
                <a:lumMod val="50000"/>
                <a:lumOff val="50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5" name="文本框 14">
              <a:extLst>
                <a:ext uri="{FF2B5EF4-FFF2-40B4-BE49-F238E27FC236}">
                  <a16:creationId xmlns:a16="http://schemas.microsoft.com/office/drawing/2014/main" id="{ADED0919-3573-D690-424D-DC48CEF52DE5}"/>
                </a:ext>
              </a:extLst>
            </p:cNvPr>
            <p:cNvSpPr txBox="1"/>
            <p:nvPr/>
          </p:nvSpPr>
          <p:spPr>
            <a:xfrm>
              <a:off x="6763449" y="1806833"/>
              <a:ext cx="1343925" cy="369332"/>
            </a:xfrm>
            <a:prstGeom prst="rect">
              <a:avLst/>
            </a:prstGeom>
            <a:noFill/>
          </p:spPr>
          <p:txBody>
            <a:bodyPr wrap="square" rtlCol="0">
              <a:spAutoFit/>
            </a:bodyPr>
            <a:lstStyle/>
            <a:p>
              <a:pPr algn="ctr"/>
              <a:r>
                <a:rPr lang="zh-CN" altLang="en-US" sz="1800" b="1" dirty="0">
                  <a:solidFill>
                    <a:schemeClr val="tx1"/>
                  </a:solidFill>
                  <a:effectLst/>
                  <a:latin typeface="Arial" panose="020B0604020202020204" pitchFamily="34" charset="0"/>
                  <a:ea typeface="微软雅黑" panose="020B0503020204020204" pitchFamily="34" charset="-122"/>
                </a:rPr>
                <a:t>刘江涛</a:t>
              </a:r>
              <a:endParaRPr lang="en-US" altLang="zh-CN" sz="1800" b="1" dirty="0">
                <a:solidFill>
                  <a:schemeClr val="tx1"/>
                </a:solidFill>
                <a:latin typeface="Arial" panose="020B0604020202020204" pitchFamily="34" charset="0"/>
                <a:ea typeface="微软雅黑" panose="020B0503020204020204" pitchFamily="34" charset="-122"/>
              </a:endParaRPr>
            </a:p>
          </p:txBody>
        </p:sp>
        <p:sp>
          <p:nvSpPr>
            <p:cNvPr id="18" name="文本框 17">
              <a:extLst>
                <a:ext uri="{FF2B5EF4-FFF2-40B4-BE49-F238E27FC236}">
                  <a16:creationId xmlns:a16="http://schemas.microsoft.com/office/drawing/2014/main" id="{5DA73CD5-E7F9-60FE-4EC8-D7E6AFB8A578}"/>
                </a:ext>
              </a:extLst>
            </p:cNvPr>
            <p:cNvSpPr txBox="1"/>
            <p:nvPr/>
          </p:nvSpPr>
          <p:spPr>
            <a:xfrm>
              <a:off x="3494063" y="2595768"/>
              <a:ext cx="2420277" cy="2962349"/>
            </a:xfrm>
            <a:prstGeom prst="rect">
              <a:avLst/>
            </a:prstGeom>
            <a:noFill/>
          </p:spPr>
          <p:txBody>
            <a:bodyPr wrap="square" rtlCol="0">
              <a:spAutoFit/>
            </a:bodyPr>
            <a:lstStyle/>
            <a:p>
              <a:pPr indent="266400" defTabSz="913765">
                <a:buSzPct val="100000"/>
                <a:defRPr/>
              </a:pPr>
              <a:r>
                <a:rPr lang="zh-CN" altLang="en-US" sz="1100" kern="100" dirty="0">
                  <a:latin typeface="宋体" panose="02010600030101010101" pitchFamily="2" charset="-122"/>
                  <a:ea typeface="宋体" panose="02010600030101010101" pitchFamily="2" charset="-122"/>
                  <a:cs typeface="Times New Roman" panose="02020603050405020304" pitchFamily="18" charset="0"/>
                </a:rPr>
                <a:t>作为后端工程师，在这次实训项目中，我负责了后端系统的设计和开发。通过这次实训，我获得了以下宝贵的经验和知识：</a:t>
              </a:r>
              <a:br>
                <a:rPr lang="zh-CN" altLang="en-US" sz="1100" kern="100" dirty="0">
                  <a:latin typeface="宋体" panose="02010600030101010101" pitchFamily="2" charset="-122"/>
                  <a:ea typeface="宋体" panose="02010600030101010101" pitchFamily="2" charset="-122"/>
                  <a:cs typeface="Times New Roman" panose="02020603050405020304" pitchFamily="18" charset="0"/>
                </a:rPr>
              </a:br>
              <a:r>
                <a:rPr lang="zh-CN" altLang="en-US" sz="1100" kern="100" dirty="0">
                  <a:latin typeface="宋体" panose="02010600030101010101" pitchFamily="2" charset="-122"/>
                  <a:ea typeface="宋体" panose="02010600030101010101" pitchFamily="2" charset="-122"/>
                  <a:cs typeface="Times New Roman" panose="02020603050405020304" pitchFamily="18" charset="0"/>
                </a:rPr>
                <a:t>首先，我学会了如何进行系统设计，包括数据库设计、</a:t>
              </a:r>
              <a:r>
                <a:rPr lang="en-US" altLang="zh-CN" sz="1100" kern="100" dirty="0">
                  <a:latin typeface="宋体" panose="02010600030101010101" pitchFamily="2" charset="-122"/>
                  <a:ea typeface="宋体" panose="02010600030101010101" pitchFamily="2" charset="-122"/>
                  <a:cs typeface="Times New Roman" panose="02020603050405020304" pitchFamily="18" charset="0"/>
                </a:rPr>
                <a:t>API</a:t>
              </a:r>
              <a:r>
                <a:rPr lang="zh-CN" altLang="en-US" sz="1100" kern="100" dirty="0">
                  <a:latin typeface="宋体" panose="02010600030101010101" pitchFamily="2" charset="-122"/>
                  <a:ea typeface="宋体" panose="02010600030101010101" pitchFamily="2" charset="-122"/>
                  <a:cs typeface="Times New Roman" panose="02020603050405020304" pitchFamily="18" charset="0"/>
                </a:rPr>
                <a:t>设计和系统架构设计等，了解了如何将需求转化为可行的系统设计方案，并将其实现为可靠高效的后端系统。</a:t>
              </a:r>
              <a:br>
                <a:rPr lang="zh-CN" altLang="en-US" sz="1100" kern="100" dirty="0">
                  <a:latin typeface="宋体" panose="02010600030101010101" pitchFamily="2" charset="-122"/>
                  <a:ea typeface="宋体" panose="02010600030101010101" pitchFamily="2" charset="-122"/>
                  <a:cs typeface="Times New Roman" panose="02020603050405020304" pitchFamily="18" charset="0"/>
                </a:rPr>
              </a:br>
              <a:r>
                <a:rPr lang="zh-CN" altLang="en-US" sz="1100" kern="100" dirty="0">
                  <a:latin typeface="宋体" panose="02010600030101010101" pitchFamily="2" charset="-122"/>
                  <a:ea typeface="宋体" panose="02010600030101010101" pitchFamily="2" charset="-122"/>
                  <a:cs typeface="Times New Roman" panose="02020603050405020304" pitchFamily="18" charset="0"/>
                </a:rPr>
                <a:t>其次，在实际项目中，我不断应用编程技能，使用合适的编程语言和框架来实现系统功能。我学会了如何编写可维护、可扩展和高质量的代码，并注意代码的结构和性能优化。</a:t>
              </a:r>
              <a:br>
                <a:rPr lang="zh-CN" altLang="en-US" sz="1100" kern="100" dirty="0">
                  <a:latin typeface="宋体" panose="02010600030101010101" pitchFamily="2" charset="-122"/>
                  <a:ea typeface="宋体" panose="02010600030101010101" pitchFamily="2" charset="-122"/>
                  <a:cs typeface="Times New Roman" panose="02020603050405020304" pitchFamily="18" charset="0"/>
                </a:rPr>
              </a:br>
              <a:r>
                <a:rPr lang="zh-CN" altLang="en-US" sz="1100" kern="100" dirty="0">
                  <a:latin typeface="宋体" panose="02010600030101010101" pitchFamily="2" charset="-122"/>
                  <a:ea typeface="宋体" panose="02010600030101010101" pitchFamily="2" charset="-122"/>
                  <a:cs typeface="Times New Roman" panose="02020603050405020304" pitchFamily="18" charset="0"/>
                </a:rPr>
                <a:t>最后，作为后端工程师，我负责设计和管理系统的数据库。深入了解了数据库的设计原则、优化技巧和数据操作等方面。我学会了使用数据库管理系统来管理数据，并实现高效的数据存储和检索。</a:t>
              </a:r>
              <a:br>
                <a:rPr lang="zh-CN" altLang="en-US" sz="1050" dirty="0"/>
              </a:br>
              <a:endParaRPr kumimoji="0" lang="en-US" altLang="zh-CN" sz="1050" b="0" i="0" u="none" strike="noStrike" kern="1200" cap="none" spc="0" normalizeH="0" baseline="0" noProof="0" dirty="0">
                <a:ln>
                  <a:noFill/>
                </a:ln>
                <a:effectLst/>
                <a:uLnTx/>
                <a:uFillTx/>
                <a:latin typeface="Arial" panose="020B0604020202020204" pitchFamily="34" charset="0"/>
                <a:ea typeface="微软雅黑" panose="020B0503020204020204" pitchFamily="34" charset="-122"/>
              </a:endParaRPr>
            </a:p>
          </p:txBody>
        </p:sp>
        <p:sp>
          <p:nvSpPr>
            <p:cNvPr id="19" name="文本框 18">
              <a:extLst>
                <a:ext uri="{FF2B5EF4-FFF2-40B4-BE49-F238E27FC236}">
                  <a16:creationId xmlns:a16="http://schemas.microsoft.com/office/drawing/2014/main" id="{728BA7BB-FAF9-FEAA-1B2E-5391BBE81570}"/>
                </a:ext>
              </a:extLst>
            </p:cNvPr>
            <p:cNvSpPr txBox="1"/>
            <p:nvPr/>
          </p:nvSpPr>
          <p:spPr>
            <a:xfrm>
              <a:off x="6277660" y="2595561"/>
              <a:ext cx="2315500" cy="3647152"/>
            </a:xfrm>
            <a:prstGeom prst="rect">
              <a:avLst/>
            </a:prstGeom>
            <a:noFill/>
          </p:spPr>
          <p:txBody>
            <a:bodyPr wrap="square" rtlCol="0">
              <a:spAutoFit/>
            </a:bodyPr>
            <a:lstStyle/>
            <a:p>
              <a:pPr indent="266400" algn="just">
                <a:buSzPct val="100000"/>
                <a:defRPr/>
              </a:pPr>
              <a:r>
                <a:rPr lang="zh-CN" altLang="en-US" sz="1100" kern="100" dirty="0">
                  <a:latin typeface="宋体" panose="02010600030101010101" pitchFamily="2" charset="-122"/>
                  <a:ea typeface="宋体" panose="02010600030101010101" pitchFamily="2" charset="-122"/>
                  <a:cs typeface="Times New Roman" panose="02020603050405020304" pitchFamily="18" charset="0"/>
                </a:rPr>
                <a:t>在这一次的项目当中，我担任了项目中的重要角色</a:t>
              </a:r>
              <a:r>
                <a:rPr lang="en-US" altLang="zh-CN" sz="1100" kern="100" dirty="0">
                  <a:latin typeface="宋体" panose="02010600030101010101" pitchFamily="2" charset="-122"/>
                  <a:ea typeface="宋体" panose="02010600030101010101" pitchFamily="2" charset="-122"/>
                  <a:cs typeface="Times New Roman" panose="02020603050405020304" pitchFamily="18" charset="0"/>
                </a:rPr>
                <a:t>——</a:t>
              </a:r>
              <a:r>
                <a:rPr lang="zh-CN" altLang="en-US" sz="1100" kern="100" dirty="0">
                  <a:latin typeface="宋体" panose="02010600030101010101" pitchFamily="2" charset="-122"/>
                  <a:ea typeface="宋体" panose="02010600030101010101" pitchFamily="2" charset="-122"/>
                  <a:cs typeface="Times New Roman" panose="02020603050405020304" pitchFamily="18" charset="0"/>
                </a:rPr>
                <a:t>项目经理一职，并负责管理项目数据库以及后端部分中学生端的开发内容。</a:t>
              </a:r>
              <a:endParaRPr lang="en-US" altLang="zh-CN" sz="1100" kern="100" dirty="0">
                <a:latin typeface="宋体" panose="02010600030101010101" pitchFamily="2" charset="-122"/>
                <a:ea typeface="宋体" panose="02010600030101010101" pitchFamily="2" charset="-122"/>
                <a:cs typeface="Times New Roman" panose="02020603050405020304" pitchFamily="18" charset="0"/>
              </a:endParaRPr>
            </a:p>
            <a:p>
              <a:pPr indent="266400" algn="just">
                <a:buSzPct val="100000"/>
                <a:defRPr/>
              </a:pPr>
              <a:r>
                <a:rPr lang="zh-CN" altLang="en-US" sz="1100" kern="100" dirty="0">
                  <a:latin typeface="宋体" panose="02010600030101010101" pitchFamily="2" charset="-122"/>
                  <a:ea typeface="宋体" panose="02010600030101010101" pitchFamily="2" charset="-122"/>
                  <a:cs typeface="Times New Roman" panose="02020603050405020304" pitchFamily="18" charset="0"/>
                </a:rPr>
                <a:t>很荣幸能管理这一实训项目，非常感谢组内成员的信任，也感谢来自之前组队参加</a:t>
              </a:r>
              <a:r>
                <a:rPr lang="en-US" altLang="zh-CN" sz="1100" kern="100" dirty="0">
                  <a:latin typeface="宋体" panose="02010600030101010101" pitchFamily="2" charset="-122"/>
                  <a:ea typeface="宋体" panose="02010600030101010101" pitchFamily="2" charset="-122"/>
                  <a:cs typeface="Times New Roman" panose="02020603050405020304" pitchFamily="18" charset="0"/>
                </a:rPr>
                <a:t>CUSGA</a:t>
              </a:r>
              <a:r>
                <a:rPr lang="zh-CN" altLang="en-US" sz="1100" kern="100" dirty="0">
                  <a:latin typeface="宋体" panose="02010600030101010101" pitchFamily="2" charset="-122"/>
                  <a:ea typeface="宋体" panose="02010600030101010101" pitchFamily="2" charset="-122"/>
                  <a:cs typeface="Times New Roman" panose="02020603050405020304" pitchFamily="18" charset="0"/>
                </a:rPr>
                <a:t>的团队成员的经验，是他们让我认识到团队策划一职是非常重要的，也希望我的带领能给项目团队成员带来一些成果。</a:t>
              </a:r>
              <a:endParaRPr lang="en-US" altLang="zh-CN" sz="1100" kern="100" dirty="0">
                <a:latin typeface="宋体" panose="02010600030101010101" pitchFamily="2" charset="-122"/>
                <a:ea typeface="宋体" panose="02010600030101010101" pitchFamily="2" charset="-122"/>
                <a:cs typeface="Times New Roman" panose="02020603050405020304" pitchFamily="18" charset="0"/>
              </a:endParaRPr>
            </a:p>
            <a:p>
              <a:pPr indent="266400" algn="just">
                <a:buSzPct val="100000"/>
                <a:defRPr/>
              </a:pPr>
              <a:r>
                <a:rPr lang="zh-CN" altLang="en-US" sz="1100" kern="100" dirty="0">
                  <a:latin typeface="宋体" panose="02010600030101010101" pitchFamily="2" charset="-122"/>
                  <a:ea typeface="宋体" panose="02010600030101010101" pitchFamily="2" charset="-122"/>
                  <a:cs typeface="Times New Roman" panose="02020603050405020304" pitchFamily="18" charset="0"/>
                </a:rPr>
                <a:t>这段时间内静下心来学习，了解了</a:t>
              </a:r>
              <a:r>
                <a:rPr lang="en-US" altLang="zh-CN" sz="1100" kern="100" dirty="0">
                  <a:latin typeface="宋体" panose="02010600030101010101" pitchFamily="2" charset="-122"/>
                  <a:ea typeface="宋体" panose="02010600030101010101" pitchFamily="2" charset="-122"/>
                  <a:cs typeface="Times New Roman" panose="02020603050405020304" pitchFamily="18" charset="0"/>
                </a:rPr>
                <a:t>Spring Boot</a:t>
              </a:r>
              <a:r>
                <a:rPr lang="zh-CN" altLang="en-US" sz="1100" kern="100" dirty="0">
                  <a:latin typeface="宋体" panose="02010600030101010101" pitchFamily="2" charset="-122"/>
                  <a:ea typeface="宋体" panose="02010600030101010101" pitchFamily="2" charset="-122"/>
                  <a:cs typeface="Times New Roman" panose="02020603050405020304" pitchFamily="18" charset="0"/>
                </a:rPr>
                <a:t>与</a:t>
              </a:r>
              <a:r>
                <a:rPr lang="en-US" altLang="zh-CN" sz="1100" kern="100" dirty="0">
                  <a:latin typeface="宋体" panose="02010600030101010101" pitchFamily="2" charset="-122"/>
                  <a:ea typeface="宋体" panose="02010600030101010101" pitchFamily="2" charset="-122"/>
                  <a:cs typeface="Times New Roman" panose="02020603050405020304" pitchFamily="18" charset="0"/>
                </a:rPr>
                <a:t>Vue</a:t>
              </a:r>
              <a:r>
                <a:rPr lang="zh-CN" altLang="en-US" sz="1100" kern="100" dirty="0">
                  <a:latin typeface="宋体" panose="02010600030101010101" pitchFamily="2" charset="-122"/>
                  <a:ea typeface="宋体" panose="02010600030101010101" pitchFamily="2" charset="-122"/>
                  <a:cs typeface="Times New Roman" panose="02020603050405020304" pitchFamily="18" charset="0"/>
                </a:rPr>
                <a:t>的基础内容，也学会了如何部署数据库等；授课内容为我揭开了行业秘密的面纱，让我认识到了现阶段的热门技术；在过去的时间里，我只是了解了一些行业技术的皮毛，也只是一些重要的集成系统，比如</a:t>
              </a:r>
              <a:r>
                <a:rPr lang="en-US" altLang="zh-CN" sz="1100" kern="100" dirty="0">
                  <a:latin typeface="宋体" panose="02010600030101010101" pitchFamily="2" charset="-122"/>
                  <a:ea typeface="宋体" panose="02010600030101010101" pitchFamily="2" charset="-122"/>
                  <a:cs typeface="Times New Roman" panose="02020603050405020304" pitchFamily="18" charset="0"/>
                </a:rPr>
                <a:t>Git</a:t>
              </a:r>
              <a:r>
                <a:rPr lang="zh-CN" altLang="en-US" sz="1100" kern="100" dirty="0">
                  <a:latin typeface="宋体" panose="02010600030101010101" pitchFamily="2" charset="-122"/>
                  <a:ea typeface="宋体" panose="02010600030101010101" pitchFamily="2" charset="-122"/>
                  <a:cs typeface="Times New Roman" panose="02020603050405020304" pitchFamily="18" charset="0"/>
                </a:rPr>
                <a:t>，</a:t>
              </a:r>
              <a:r>
                <a:rPr lang="en-US" altLang="zh-CN" sz="1100" kern="100" dirty="0">
                  <a:latin typeface="宋体" panose="02010600030101010101" pitchFamily="2" charset="-122"/>
                  <a:ea typeface="宋体" panose="02010600030101010101" pitchFamily="2" charset="-122"/>
                  <a:cs typeface="Times New Roman" panose="02020603050405020304" pitchFamily="18" charset="0"/>
                </a:rPr>
                <a:t>node.js</a:t>
              </a:r>
              <a:r>
                <a:rPr lang="zh-CN" altLang="en-US" sz="1100" kern="100" dirty="0">
                  <a:latin typeface="宋体" panose="02010600030101010101" pitchFamily="2" charset="-122"/>
                  <a:ea typeface="宋体" panose="02010600030101010101" pitchFamily="2" charset="-122"/>
                  <a:cs typeface="Times New Roman" panose="02020603050405020304" pitchFamily="18" charset="0"/>
                </a:rPr>
                <a:t>等；但是学校的授课内容与自主学习内容以及相关经验让我在此次实训中能够较为从容地面对，我收获了成就感，也不再迷茫，接下来要好好学习技术，为未来而奋斗。</a:t>
              </a:r>
              <a:endParaRPr lang="en-US" altLang="zh-CN" sz="1100" kern="100" dirty="0">
                <a:latin typeface="宋体" panose="02010600030101010101" pitchFamily="2" charset="-122"/>
                <a:ea typeface="宋体" panose="02010600030101010101" pitchFamily="2" charset="-122"/>
                <a:cs typeface="Times New Roman" panose="02020603050405020304" pitchFamily="18" charset="0"/>
              </a:endParaRPr>
            </a:p>
          </p:txBody>
        </p:sp>
      </p:grpSp>
    </p:spTree>
    <p:extLst>
      <p:ext uri="{BB962C8B-B14F-4D97-AF65-F5344CB8AC3E}">
        <p14:creationId xmlns:p14="http://schemas.microsoft.com/office/powerpoint/2010/main" val="42243216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p:nvPr>
        </p:nvSpPr>
        <p:spPr>
          <a:xfrm>
            <a:off x="3289174" y="1492469"/>
            <a:ext cx="5613651" cy="1882851"/>
          </a:xfrm>
        </p:spPr>
        <p:txBody>
          <a:bodyPr>
            <a:normAutofit/>
          </a:bodyPr>
          <a:lstStyle/>
          <a:p>
            <a:pPr>
              <a:lnSpc>
                <a:spcPct val="150000"/>
              </a:lnSpc>
            </a:pPr>
            <a:r>
              <a:rPr lang="zh-CN" altLang="en-US" sz="4400" dirty="0">
                <a:latin typeface="+mn-lt"/>
                <a:ea typeface="+mn-ea"/>
                <a:cs typeface="+mn-ea"/>
                <a:sym typeface="+mn-lt"/>
              </a:rPr>
              <a:t>非常感谢</a:t>
            </a:r>
            <a:br>
              <a:rPr lang="en-US" altLang="zh-CN" sz="3600" dirty="0">
                <a:latin typeface="+mn-lt"/>
                <a:ea typeface="+mn-ea"/>
                <a:cs typeface="+mn-ea"/>
                <a:sym typeface="+mn-lt"/>
              </a:rPr>
            </a:br>
            <a:r>
              <a:rPr lang="zh-CN" altLang="en-US" sz="2800" b="0" dirty="0">
                <a:latin typeface="+mn-lt"/>
                <a:ea typeface="+mn-ea"/>
                <a:cs typeface="+mn-ea"/>
                <a:sym typeface="+mn-lt"/>
              </a:rPr>
              <a:t>老师的无私奉献与组员的工作配合</a:t>
            </a:r>
            <a:endParaRPr lang="zh-CN" altLang="en-US" sz="3600" b="0" dirty="0">
              <a:latin typeface="+mn-lt"/>
              <a:ea typeface="+mn-ea"/>
              <a:cs typeface="+mn-ea"/>
              <a:sym typeface="+mn-lt"/>
            </a:endParaRPr>
          </a:p>
        </p:txBody>
      </p:sp>
      <p:sp>
        <p:nvSpPr>
          <p:cNvPr id="7" name="文本占位符 6"/>
          <p:cNvSpPr>
            <a:spLocks noGrp="1"/>
          </p:cNvSpPr>
          <p:nvPr>
            <p:ph type="body" sz="quarter" idx="18"/>
          </p:nvPr>
        </p:nvSpPr>
        <p:spPr>
          <a:xfrm>
            <a:off x="4117189" y="5176135"/>
            <a:ext cx="3957622" cy="338964"/>
          </a:xfrm>
        </p:spPr>
        <p:txBody>
          <a:bodyPr>
            <a:noAutofit/>
          </a:bodyPr>
          <a:lstStyle/>
          <a:p>
            <a:r>
              <a:rPr lang="en-US" altLang="zh-CN" sz="1600" b="1" dirty="0">
                <a:solidFill>
                  <a:srgbClr val="124582"/>
                </a:solidFill>
                <a:cs typeface="+mn-ea"/>
                <a:sym typeface="+mn-lt"/>
              </a:rPr>
              <a:t>Temp Studio</a:t>
            </a:r>
          </a:p>
        </p:txBody>
      </p:sp>
      <p:sp>
        <p:nvSpPr>
          <p:cNvPr id="6" name="文本占位符 5"/>
          <p:cNvSpPr>
            <a:spLocks noGrp="1"/>
          </p:cNvSpPr>
          <p:nvPr>
            <p:ph type="body" sz="quarter" idx="10"/>
          </p:nvPr>
        </p:nvSpPr>
        <p:spPr>
          <a:xfrm>
            <a:off x="4117189" y="4146544"/>
            <a:ext cx="3957622" cy="296271"/>
          </a:xfrm>
        </p:spPr>
        <p:txBody>
          <a:bodyPr/>
          <a:lstStyle/>
          <a:p>
            <a:pPr algn="l">
              <a:lnSpc>
                <a:spcPct val="150000"/>
              </a:lnSpc>
              <a:spcBef>
                <a:spcPts val="0"/>
              </a:spcBef>
            </a:pPr>
            <a:r>
              <a:rPr lang="zh-CN" altLang="en-US" sz="1600" b="1" spc="300" dirty="0">
                <a:solidFill>
                  <a:schemeClr val="tx1"/>
                </a:solidFill>
                <a:cs typeface="+mn-ea"/>
                <a:sym typeface="+mn-lt"/>
              </a:rPr>
              <a:t>项目经理：刘江涛</a:t>
            </a:r>
            <a:endParaRPr lang="en-US" altLang="zh-CN" sz="1600" b="1" spc="300" dirty="0">
              <a:solidFill>
                <a:schemeClr val="tx1"/>
              </a:solidFill>
              <a:cs typeface="+mn-ea"/>
              <a:sym typeface="+mn-lt"/>
            </a:endParaRPr>
          </a:p>
          <a:p>
            <a:pPr algn="l">
              <a:lnSpc>
                <a:spcPct val="150000"/>
              </a:lnSpc>
              <a:spcBef>
                <a:spcPts val="0"/>
              </a:spcBef>
            </a:pPr>
            <a:r>
              <a:rPr lang="zh-CN" altLang="en-US" sz="1600" b="1" spc="300" dirty="0">
                <a:solidFill>
                  <a:schemeClr val="tx1"/>
                </a:solidFill>
                <a:cs typeface="+mn-ea"/>
                <a:sym typeface="+mn-lt"/>
              </a:rPr>
              <a:t>组内成员：唐婉婷 赵家熠 张婷婷</a:t>
            </a:r>
            <a:endParaRPr lang="en-US" altLang="zh-CN" sz="1600" b="1" spc="300" dirty="0">
              <a:solidFill>
                <a:schemeClr val="tx1"/>
              </a:solidFill>
              <a:cs typeface="+mn-ea"/>
              <a:sym typeface="+mn-lt"/>
            </a:endParaRPr>
          </a:p>
          <a:p>
            <a:pPr algn="l">
              <a:lnSpc>
                <a:spcPct val="150000"/>
              </a:lnSpc>
              <a:spcBef>
                <a:spcPts val="0"/>
              </a:spcBef>
            </a:pPr>
            <a:r>
              <a:rPr lang="en-US" altLang="zh-CN" sz="1600" b="1" spc="300" dirty="0">
                <a:solidFill>
                  <a:schemeClr val="tx1"/>
                </a:solidFill>
                <a:cs typeface="+mn-ea"/>
                <a:sym typeface="+mn-lt"/>
              </a:rPr>
              <a:t>	   </a:t>
            </a:r>
            <a:r>
              <a:rPr lang="zh-CN" altLang="en-US" sz="1600" b="1" spc="300" dirty="0">
                <a:solidFill>
                  <a:schemeClr val="tx1"/>
                </a:solidFill>
                <a:cs typeface="+mn-ea"/>
                <a:sym typeface="+mn-lt"/>
              </a:rPr>
              <a:t>滕嫚玲 李潇怿 焦杨凡</a:t>
            </a:r>
            <a:endParaRPr lang="en-US" altLang="zh-CN" sz="1600" b="1" spc="300" dirty="0">
              <a:solidFill>
                <a:schemeClr val="tx1"/>
              </a:solidFill>
              <a:cs typeface="+mn-ea"/>
              <a:sym typeface="+mn-lt"/>
            </a:endParaRPr>
          </a:p>
        </p:txBody>
      </p:sp>
      <p:cxnSp>
        <p:nvCxnSpPr>
          <p:cNvPr id="3" name="直接连接符 2"/>
          <p:cNvCxnSpPr/>
          <p:nvPr/>
        </p:nvCxnSpPr>
        <p:spPr>
          <a:xfrm>
            <a:off x="3184866" y="3709495"/>
            <a:ext cx="5810250" cy="0"/>
          </a:xfrm>
          <a:prstGeom prst="line">
            <a:avLst/>
          </a:prstGeom>
          <a:ln>
            <a:solidFill>
              <a:schemeClr val="accent1">
                <a:alpha val="31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73073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2948458" y="3033485"/>
            <a:ext cx="3842950" cy="895350"/>
          </a:xfrm>
        </p:spPr>
        <p:txBody>
          <a:bodyPr/>
          <a:lstStyle/>
          <a:p>
            <a:r>
              <a:rPr lang="zh-CN" altLang="en-US" dirty="0">
                <a:latin typeface="+mn-lt"/>
                <a:ea typeface="+mn-ea"/>
                <a:cs typeface="+mn-ea"/>
                <a:sym typeface="+mn-lt"/>
              </a:rPr>
              <a:t>个人陈述</a:t>
            </a:r>
          </a:p>
        </p:txBody>
      </p:sp>
      <p:sp>
        <p:nvSpPr>
          <p:cNvPr id="6" name="文本占位符 5"/>
          <p:cNvSpPr>
            <a:spLocks noGrp="1"/>
          </p:cNvSpPr>
          <p:nvPr>
            <p:ph type="body" idx="1"/>
          </p:nvPr>
        </p:nvSpPr>
        <p:spPr>
          <a:xfrm>
            <a:off x="2949574" y="3928835"/>
            <a:ext cx="3842950" cy="1015623"/>
          </a:xfrm>
        </p:spPr>
        <p:txBody>
          <a:bodyPr/>
          <a:lstStyle/>
          <a:p>
            <a:pPr>
              <a:lnSpc>
                <a:spcPct val="120000"/>
              </a:lnSpc>
            </a:pPr>
            <a:r>
              <a:rPr lang="zh-CN" altLang="en-US" b="1" dirty="0">
                <a:solidFill>
                  <a:schemeClr val="dk1">
                    <a:lumMod val="100000"/>
                  </a:schemeClr>
                </a:solidFill>
                <a:cs typeface="+mn-ea"/>
                <a:sym typeface="+mn-lt"/>
              </a:rPr>
              <a:t>个人工作总结以及</a:t>
            </a:r>
            <a:endParaRPr lang="en-US" altLang="zh-CN" b="1" dirty="0">
              <a:solidFill>
                <a:schemeClr val="dk1">
                  <a:lumMod val="100000"/>
                </a:schemeClr>
              </a:solidFill>
              <a:cs typeface="+mn-ea"/>
              <a:sym typeface="+mn-lt"/>
            </a:endParaRPr>
          </a:p>
          <a:p>
            <a:pPr>
              <a:lnSpc>
                <a:spcPct val="120000"/>
              </a:lnSpc>
            </a:pPr>
            <a:r>
              <a:rPr lang="zh-CN" altLang="en-US" b="1" dirty="0">
                <a:solidFill>
                  <a:schemeClr val="dk1">
                    <a:lumMod val="100000"/>
                  </a:schemeClr>
                </a:solidFill>
                <a:cs typeface="+mn-ea"/>
                <a:sym typeface="+mn-lt"/>
              </a:rPr>
              <a:t>负责项目内容成果汇报</a:t>
            </a:r>
          </a:p>
        </p:txBody>
      </p:sp>
      <p:sp>
        <p:nvSpPr>
          <p:cNvPr id="9" name="文本框 8"/>
          <p:cNvSpPr txBox="1"/>
          <p:nvPr/>
        </p:nvSpPr>
        <p:spPr>
          <a:xfrm>
            <a:off x="1733550" y="3544925"/>
            <a:ext cx="1029774" cy="895350"/>
          </a:xfrm>
          <a:prstGeom prst="rect">
            <a:avLst/>
          </a:prstGeom>
          <a:noFill/>
          <a:ln w="117475">
            <a:noFill/>
          </a:ln>
        </p:spPr>
        <p:txBody>
          <a:bodyPr wrap="none" rtlCol="0">
            <a:prstTxWarp prst="textPlain">
              <a:avLst/>
            </a:prstTxWarp>
            <a:spAutoFit/>
          </a:bodyPr>
          <a:lstStyle/>
          <a:p>
            <a:r>
              <a:rPr lang="en-US" altLang="zh-CN" b="1" spc="100" dirty="0">
                <a:solidFill>
                  <a:schemeClr val="accent3"/>
                </a:solidFill>
                <a:cs typeface="+mn-ea"/>
                <a:sym typeface="+mn-lt"/>
              </a:rPr>
              <a:t>/04</a:t>
            </a:r>
            <a:endParaRPr lang="zh-CN" altLang="en-US" b="1" spc="100" dirty="0">
              <a:solidFill>
                <a:schemeClr val="accent3"/>
              </a:solidFill>
              <a:cs typeface="+mn-ea"/>
              <a:sym typeface="+mn-lt"/>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n-lt"/>
                <a:ea typeface="+mn-ea"/>
                <a:cs typeface="+mn-ea"/>
                <a:sym typeface="+mn-lt"/>
              </a:rPr>
              <a:t>负责内容</a:t>
            </a:r>
          </a:p>
        </p:txBody>
      </p:sp>
      <p:sp>
        <p:nvSpPr>
          <p:cNvPr id="3" name="页脚占位符 2"/>
          <p:cNvSpPr>
            <a:spLocks noGrp="1"/>
          </p:cNvSpPr>
          <p:nvPr>
            <p:ph type="ftr" sz="quarter" idx="11"/>
          </p:nvPr>
        </p:nvSpPr>
        <p:spPr/>
        <p:txBody>
          <a:bodyPr/>
          <a:lstStyle/>
          <a:p>
            <a:r>
              <a:rPr lang="zh-CN" altLang="en-US" dirty="0">
                <a:cs typeface="+mn-ea"/>
                <a:sym typeface="+mn-lt"/>
              </a:rPr>
              <a:t>课程管理系统</a:t>
            </a:r>
          </a:p>
        </p:txBody>
      </p:sp>
      <p:sp>
        <p:nvSpPr>
          <p:cNvPr id="4" name="灯片编号占位符 3"/>
          <p:cNvSpPr>
            <a:spLocks noGrp="1"/>
          </p:cNvSpPr>
          <p:nvPr>
            <p:ph type="sldNum" sz="quarter" idx="12"/>
          </p:nvPr>
        </p:nvSpPr>
        <p:spPr/>
        <p:txBody>
          <a:bodyPr/>
          <a:lstStyle/>
          <a:p>
            <a:fld id="{5DD3DB80-B894-403A-B48E-6FDC1A72010E}" type="slidenum">
              <a:rPr lang="zh-CN" altLang="en-US" b="1" smtClean="0">
                <a:solidFill>
                  <a:schemeClr val="tx1"/>
                </a:solidFill>
                <a:cs typeface="+mn-ea"/>
                <a:sym typeface="+mn-lt"/>
              </a:rPr>
              <a:t>30</a:t>
            </a:fld>
            <a:endParaRPr lang="zh-CN" altLang="en-US" b="1" dirty="0">
              <a:solidFill>
                <a:schemeClr val="tx1"/>
              </a:solidFill>
              <a:cs typeface="+mn-ea"/>
              <a:sym typeface="+mn-lt"/>
            </a:endParaRPr>
          </a:p>
        </p:txBody>
      </p:sp>
      <p:grpSp>
        <p:nvGrpSpPr>
          <p:cNvPr id="28" name="组合 27"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nvGrpSpPr>
        <p:grpSpPr>
          <a:xfrm>
            <a:off x="1192540" y="1351211"/>
            <a:ext cx="10326359" cy="4561979"/>
            <a:chOff x="1192540" y="1351211"/>
            <a:chExt cx="10326359" cy="4561979"/>
          </a:xfrm>
        </p:grpSpPr>
        <p:sp>
          <p:nvSpPr>
            <p:cNvPr id="29" name="任意多边形: 形状 28"/>
            <p:cNvSpPr/>
            <p:nvPr/>
          </p:nvSpPr>
          <p:spPr bwMode="auto">
            <a:xfrm flipH="1">
              <a:off x="4055454" y="1351211"/>
              <a:ext cx="586231" cy="4561979"/>
            </a:xfrm>
            <a:custGeom>
              <a:avLst/>
              <a:gdLst>
                <a:gd name="T0" fmla="*/ 0 w 1412"/>
                <a:gd name="T1" fmla="*/ 82 h 6009"/>
                <a:gd name="T2" fmla="*/ 0 w 1412"/>
                <a:gd name="T3" fmla="*/ 0 h 6009"/>
                <a:gd name="T4" fmla="*/ 283 w 1412"/>
                <a:gd name="T5" fmla="*/ 71 h 6009"/>
                <a:gd name="T6" fmla="*/ 518 w 1412"/>
                <a:gd name="T7" fmla="*/ 182 h 6009"/>
                <a:gd name="T8" fmla="*/ 723 w 1412"/>
                <a:gd name="T9" fmla="*/ 367 h 6009"/>
                <a:gd name="T10" fmla="*/ 863 w 1412"/>
                <a:gd name="T11" fmla="*/ 597 h 6009"/>
                <a:gd name="T12" fmla="*/ 935 w 1412"/>
                <a:gd name="T13" fmla="*/ 848 h 6009"/>
                <a:gd name="T14" fmla="*/ 966 w 1412"/>
                <a:gd name="T15" fmla="*/ 1141 h 6009"/>
                <a:gd name="T16" fmla="*/ 931 w 1412"/>
                <a:gd name="T17" fmla="*/ 1500 h 6009"/>
                <a:gd name="T18" fmla="*/ 856 w 1412"/>
                <a:gd name="T19" fmla="*/ 1831 h 6009"/>
                <a:gd name="T20" fmla="*/ 828 w 1412"/>
                <a:gd name="T21" fmla="*/ 2176 h 6009"/>
                <a:gd name="T22" fmla="*/ 869 w 1412"/>
                <a:gd name="T23" fmla="*/ 2502 h 6009"/>
                <a:gd name="T24" fmla="*/ 961 w 1412"/>
                <a:gd name="T25" fmla="*/ 2687 h 6009"/>
                <a:gd name="T26" fmla="*/ 1110 w 1412"/>
                <a:gd name="T27" fmla="*/ 2815 h 6009"/>
                <a:gd name="T28" fmla="*/ 1244 w 1412"/>
                <a:gd name="T29" fmla="*/ 2889 h 6009"/>
                <a:gd name="T30" fmla="*/ 1412 w 1412"/>
                <a:gd name="T31" fmla="*/ 2920 h 6009"/>
                <a:gd name="T32" fmla="*/ 1412 w 1412"/>
                <a:gd name="T33" fmla="*/ 3079 h 6009"/>
                <a:gd name="T34" fmla="*/ 1156 w 1412"/>
                <a:gd name="T35" fmla="*/ 3164 h 6009"/>
                <a:gd name="T36" fmla="*/ 999 w 1412"/>
                <a:gd name="T37" fmla="*/ 3291 h 6009"/>
                <a:gd name="T38" fmla="*/ 880 w 1412"/>
                <a:gd name="T39" fmla="*/ 3508 h 6009"/>
                <a:gd name="T40" fmla="*/ 826 w 1412"/>
                <a:gd name="T41" fmla="*/ 3804 h 6009"/>
                <a:gd name="T42" fmla="*/ 850 w 1412"/>
                <a:gd name="T43" fmla="*/ 4193 h 6009"/>
                <a:gd name="T44" fmla="*/ 884 w 1412"/>
                <a:gd name="T45" fmla="*/ 4452 h 6009"/>
                <a:gd name="T46" fmla="*/ 935 w 1412"/>
                <a:gd name="T47" fmla="*/ 4752 h 6009"/>
                <a:gd name="T48" fmla="*/ 944 w 1412"/>
                <a:gd name="T49" fmla="*/ 5046 h 6009"/>
                <a:gd name="T50" fmla="*/ 893 w 1412"/>
                <a:gd name="T51" fmla="*/ 5331 h 6009"/>
                <a:gd name="T52" fmla="*/ 792 w 1412"/>
                <a:gd name="T53" fmla="*/ 5553 h 6009"/>
                <a:gd name="T54" fmla="*/ 639 w 1412"/>
                <a:gd name="T55" fmla="*/ 5737 h 6009"/>
                <a:gd name="T56" fmla="*/ 458 w 1412"/>
                <a:gd name="T57" fmla="*/ 5879 h 6009"/>
                <a:gd name="T58" fmla="*/ 310 w 1412"/>
                <a:gd name="T59" fmla="*/ 5967 h 6009"/>
                <a:gd name="T60" fmla="*/ 212 w 1412"/>
                <a:gd name="T61" fmla="*/ 6005 h 6009"/>
                <a:gd name="T62" fmla="*/ 171 w 1412"/>
                <a:gd name="T63" fmla="*/ 5973 h 6009"/>
                <a:gd name="T64" fmla="*/ 208 w 1412"/>
                <a:gd name="T65" fmla="*/ 5905 h 6009"/>
                <a:gd name="T66" fmla="*/ 300 w 1412"/>
                <a:gd name="T67" fmla="*/ 5840 h 6009"/>
                <a:gd name="T68" fmla="*/ 445 w 1412"/>
                <a:gd name="T69" fmla="*/ 5705 h 6009"/>
                <a:gd name="T70" fmla="*/ 564 w 1412"/>
                <a:gd name="T71" fmla="*/ 5512 h 6009"/>
                <a:gd name="T72" fmla="*/ 625 w 1412"/>
                <a:gd name="T73" fmla="*/ 5315 h 6009"/>
                <a:gd name="T74" fmla="*/ 638 w 1412"/>
                <a:gd name="T75" fmla="*/ 5121 h 6009"/>
                <a:gd name="T76" fmla="*/ 618 w 1412"/>
                <a:gd name="T77" fmla="*/ 4825 h 6009"/>
                <a:gd name="T78" fmla="*/ 584 w 1412"/>
                <a:gd name="T79" fmla="*/ 4415 h 6009"/>
                <a:gd name="T80" fmla="*/ 578 w 1412"/>
                <a:gd name="T81" fmla="*/ 4048 h 6009"/>
                <a:gd name="T82" fmla="*/ 632 w 1412"/>
                <a:gd name="T83" fmla="*/ 3704 h 6009"/>
                <a:gd name="T84" fmla="*/ 772 w 1412"/>
                <a:gd name="T85" fmla="*/ 3412 h 6009"/>
                <a:gd name="T86" fmla="*/ 941 w 1412"/>
                <a:gd name="T87" fmla="*/ 3215 h 6009"/>
                <a:gd name="T88" fmla="*/ 1273 w 1412"/>
                <a:gd name="T89" fmla="*/ 3012 h 6009"/>
                <a:gd name="T90" fmla="*/ 1034 w 1412"/>
                <a:gd name="T91" fmla="*/ 2880 h 6009"/>
                <a:gd name="T92" fmla="*/ 884 w 1412"/>
                <a:gd name="T93" fmla="*/ 2767 h 6009"/>
                <a:gd name="T94" fmla="*/ 739 w 1412"/>
                <a:gd name="T95" fmla="*/ 2564 h 6009"/>
                <a:gd name="T96" fmla="*/ 611 w 1412"/>
                <a:gd name="T97" fmla="*/ 2279 h 6009"/>
                <a:gd name="T98" fmla="*/ 558 w 1412"/>
                <a:gd name="T99" fmla="*/ 1973 h 6009"/>
                <a:gd name="T100" fmla="*/ 562 w 1412"/>
                <a:gd name="T101" fmla="*/ 1648 h 6009"/>
                <a:gd name="T102" fmla="*/ 605 w 1412"/>
                <a:gd name="T103" fmla="*/ 1308 h 6009"/>
                <a:gd name="T104" fmla="*/ 646 w 1412"/>
                <a:gd name="T105" fmla="*/ 904 h 6009"/>
                <a:gd name="T106" fmla="*/ 619 w 1412"/>
                <a:gd name="T107" fmla="*/ 644 h 6009"/>
                <a:gd name="T108" fmla="*/ 520 w 1412"/>
                <a:gd name="T109" fmla="*/ 441 h 6009"/>
                <a:gd name="T110" fmla="*/ 341 w 1412"/>
                <a:gd name="T111" fmla="*/ 240 h 6009"/>
                <a:gd name="T112" fmla="*/ 152 w 1412"/>
                <a:gd name="T113" fmla="*/ 132 h 6009"/>
                <a:gd name="T114" fmla="*/ 0 w 1412"/>
                <a:gd name="T115" fmla="*/ 82 h 6009"/>
                <a:gd name="connsiteX0" fmla="*/ 0 w 12987"/>
                <a:gd name="connsiteY0" fmla="*/ 136 h 9994"/>
                <a:gd name="connsiteX1" fmla="*/ 0 w 12987"/>
                <a:gd name="connsiteY1" fmla="*/ 0 h 9994"/>
                <a:gd name="connsiteX2" fmla="*/ 2004 w 12987"/>
                <a:gd name="connsiteY2" fmla="*/ 118 h 9994"/>
                <a:gd name="connsiteX3" fmla="*/ 3669 w 12987"/>
                <a:gd name="connsiteY3" fmla="*/ 303 h 9994"/>
                <a:gd name="connsiteX4" fmla="*/ 5120 w 12987"/>
                <a:gd name="connsiteY4" fmla="*/ 611 h 9994"/>
                <a:gd name="connsiteX5" fmla="*/ 6112 w 12987"/>
                <a:gd name="connsiteY5" fmla="*/ 994 h 9994"/>
                <a:gd name="connsiteX6" fmla="*/ 6622 w 12987"/>
                <a:gd name="connsiteY6" fmla="*/ 1411 h 9994"/>
                <a:gd name="connsiteX7" fmla="*/ 6841 w 12987"/>
                <a:gd name="connsiteY7" fmla="*/ 1899 h 9994"/>
                <a:gd name="connsiteX8" fmla="*/ 6593 w 12987"/>
                <a:gd name="connsiteY8" fmla="*/ 2496 h 9994"/>
                <a:gd name="connsiteX9" fmla="*/ 6062 w 12987"/>
                <a:gd name="connsiteY9" fmla="*/ 3047 h 9994"/>
                <a:gd name="connsiteX10" fmla="*/ 5864 w 12987"/>
                <a:gd name="connsiteY10" fmla="*/ 3621 h 9994"/>
                <a:gd name="connsiteX11" fmla="*/ 6154 w 12987"/>
                <a:gd name="connsiteY11" fmla="*/ 4164 h 9994"/>
                <a:gd name="connsiteX12" fmla="*/ 6806 w 12987"/>
                <a:gd name="connsiteY12" fmla="*/ 4472 h 9994"/>
                <a:gd name="connsiteX13" fmla="*/ 7861 w 12987"/>
                <a:gd name="connsiteY13" fmla="*/ 4685 h 9994"/>
                <a:gd name="connsiteX14" fmla="*/ 8810 w 12987"/>
                <a:gd name="connsiteY14" fmla="*/ 4808 h 9994"/>
                <a:gd name="connsiteX15" fmla="*/ 10000 w 12987"/>
                <a:gd name="connsiteY15" fmla="*/ 4859 h 9994"/>
                <a:gd name="connsiteX16" fmla="*/ 12987 w 12987"/>
                <a:gd name="connsiteY16" fmla="*/ 4983 h 9994"/>
                <a:gd name="connsiteX17" fmla="*/ 10000 w 12987"/>
                <a:gd name="connsiteY17" fmla="*/ 5124 h 9994"/>
                <a:gd name="connsiteX18" fmla="*/ 8187 w 12987"/>
                <a:gd name="connsiteY18" fmla="*/ 5265 h 9994"/>
                <a:gd name="connsiteX19" fmla="*/ 7075 w 12987"/>
                <a:gd name="connsiteY19" fmla="*/ 5477 h 9994"/>
                <a:gd name="connsiteX20" fmla="*/ 6232 w 12987"/>
                <a:gd name="connsiteY20" fmla="*/ 5838 h 9994"/>
                <a:gd name="connsiteX21" fmla="*/ 5850 w 12987"/>
                <a:gd name="connsiteY21" fmla="*/ 6331 h 9994"/>
                <a:gd name="connsiteX22" fmla="*/ 6020 w 12987"/>
                <a:gd name="connsiteY22" fmla="*/ 6978 h 9994"/>
                <a:gd name="connsiteX23" fmla="*/ 6261 w 12987"/>
                <a:gd name="connsiteY23" fmla="*/ 7409 h 9994"/>
                <a:gd name="connsiteX24" fmla="*/ 6622 w 12987"/>
                <a:gd name="connsiteY24" fmla="*/ 7908 h 9994"/>
                <a:gd name="connsiteX25" fmla="*/ 6686 w 12987"/>
                <a:gd name="connsiteY25" fmla="*/ 8397 h 9994"/>
                <a:gd name="connsiteX26" fmla="*/ 6324 w 12987"/>
                <a:gd name="connsiteY26" fmla="*/ 8872 h 9994"/>
                <a:gd name="connsiteX27" fmla="*/ 5609 w 12987"/>
                <a:gd name="connsiteY27" fmla="*/ 9241 h 9994"/>
                <a:gd name="connsiteX28" fmla="*/ 4525 w 12987"/>
                <a:gd name="connsiteY28" fmla="*/ 9547 h 9994"/>
                <a:gd name="connsiteX29" fmla="*/ 3244 w 12987"/>
                <a:gd name="connsiteY29" fmla="*/ 9784 h 9994"/>
                <a:gd name="connsiteX30" fmla="*/ 2195 w 12987"/>
                <a:gd name="connsiteY30" fmla="*/ 9930 h 9994"/>
                <a:gd name="connsiteX31" fmla="*/ 1501 w 12987"/>
                <a:gd name="connsiteY31" fmla="*/ 9993 h 9994"/>
                <a:gd name="connsiteX32" fmla="*/ 1211 w 12987"/>
                <a:gd name="connsiteY32" fmla="*/ 9940 h 9994"/>
                <a:gd name="connsiteX33" fmla="*/ 1473 w 12987"/>
                <a:gd name="connsiteY33" fmla="*/ 9827 h 9994"/>
                <a:gd name="connsiteX34" fmla="*/ 2125 w 12987"/>
                <a:gd name="connsiteY34" fmla="*/ 9719 h 9994"/>
                <a:gd name="connsiteX35" fmla="*/ 3152 w 12987"/>
                <a:gd name="connsiteY35" fmla="*/ 9494 h 9994"/>
                <a:gd name="connsiteX36" fmla="*/ 3994 w 12987"/>
                <a:gd name="connsiteY36" fmla="*/ 9173 h 9994"/>
                <a:gd name="connsiteX37" fmla="*/ 4426 w 12987"/>
                <a:gd name="connsiteY37" fmla="*/ 8845 h 9994"/>
                <a:gd name="connsiteX38" fmla="*/ 4518 w 12987"/>
                <a:gd name="connsiteY38" fmla="*/ 8522 h 9994"/>
                <a:gd name="connsiteX39" fmla="*/ 4377 w 12987"/>
                <a:gd name="connsiteY39" fmla="*/ 8030 h 9994"/>
                <a:gd name="connsiteX40" fmla="*/ 4136 w 12987"/>
                <a:gd name="connsiteY40" fmla="*/ 7347 h 9994"/>
                <a:gd name="connsiteX41" fmla="*/ 4093 w 12987"/>
                <a:gd name="connsiteY41" fmla="*/ 6737 h 9994"/>
                <a:gd name="connsiteX42" fmla="*/ 4476 w 12987"/>
                <a:gd name="connsiteY42" fmla="*/ 6164 h 9994"/>
                <a:gd name="connsiteX43" fmla="*/ 5467 w 12987"/>
                <a:gd name="connsiteY43" fmla="*/ 5678 h 9994"/>
                <a:gd name="connsiteX44" fmla="*/ 6664 w 12987"/>
                <a:gd name="connsiteY44" fmla="*/ 5350 h 9994"/>
                <a:gd name="connsiteX45" fmla="*/ 9016 w 12987"/>
                <a:gd name="connsiteY45" fmla="*/ 5012 h 9994"/>
                <a:gd name="connsiteX46" fmla="*/ 7323 w 12987"/>
                <a:gd name="connsiteY46" fmla="*/ 4793 h 9994"/>
                <a:gd name="connsiteX47" fmla="*/ 6261 w 12987"/>
                <a:gd name="connsiteY47" fmla="*/ 4605 h 9994"/>
                <a:gd name="connsiteX48" fmla="*/ 5234 w 12987"/>
                <a:gd name="connsiteY48" fmla="*/ 4267 h 9994"/>
                <a:gd name="connsiteX49" fmla="*/ 4327 w 12987"/>
                <a:gd name="connsiteY49" fmla="*/ 3793 h 9994"/>
                <a:gd name="connsiteX50" fmla="*/ 3952 w 12987"/>
                <a:gd name="connsiteY50" fmla="*/ 3283 h 9994"/>
                <a:gd name="connsiteX51" fmla="*/ 3980 w 12987"/>
                <a:gd name="connsiteY51" fmla="*/ 2743 h 9994"/>
                <a:gd name="connsiteX52" fmla="*/ 4285 w 12987"/>
                <a:gd name="connsiteY52" fmla="*/ 2177 h 9994"/>
                <a:gd name="connsiteX53" fmla="*/ 4575 w 12987"/>
                <a:gd name="connsiteY53" fmla="*/ 1504 h 9994"/>
                <a:gd name="connsiteX54" fmla="*/ 4384 w 12987"/>
                <a:gd name="connsiteY54" fmla="*/ 1072 h 9994"/>
                <a:gd name="connsiteX55" fmla="*/ 3683 w 12987"/>
                <a:gd name="connsiteY55" fmla="*/ 734 h 9994"/>
                <a:gd name="connsiteX56" fmla="*/ 2415 w 12987"/>
                <a:gd name="connsiteY56" fmla="*/ 399 h 9994"/>
                <a:gd name="connsiteX57" fmla="*/ 1076 w 12987"/>
                <a:gd name="connsiteY57" fmla="*/ 220 h 9994"/>
                <a:gd name="connsiteX58" fmla="*/ 0 w 12987"/>
                <a:gd name="connsiteY58" fmla="*/ 136 h 9994"/>
                <a:gd name="connsiteX0-1" fmla="*/ 0 w 10000"/>
                <a:gd name="connsiteY0-2" fmla="*/ 136 h 10000"/>
                <a:gd name="connsiteX1-3" fmla="*/ 0 w 10000"/>
                <a:gd name="connsiteY1-4" fmla="*/ 0 h 10000"/>
                <a:gd name="connsiteX2-5" fmla="*/ 1543 w 10000"/>
                <a:gd name="connsiteY2-6" fmla="*/ 118 h 10000"/>
                <a:gd name="connsiteX3-7" fmla="*/ 2825 w 10000"/>
                <a:gd name="connsiteY3-8" fmla="*/ 303 h 10000"/>
                <a:gd name="connsiteX4-9" fmla="*/ 3942 w 10000"/>
                <a:gd name="connsiteY4-10" fmla="*/ 611 h 10000"/>
                <a:gd name="connsiteX5-11" fmla="*/ 4706 w 10000"/>
                <a:gd name="connsiteY5-12" fmla="*/ 995 h 10000"/>
                <a:gd name="connsiteX6-13" fmla="*/ 5099 w 10000"/>
                <a:gd name="connsiteY6-14" fmla="*/ 1412 h 10000"/>
                <a:gd name="connsiteX7-15" fmla="*/ 5268 w 10000"/>
                <a:gd name="connsiteY7-16" fmla="*/ 1900 h 10000"/>
                <a:gd name="connsiteX8-17" fmla="*/ 5077 w 10000"/>
                <a:gd name="connsiteY8-18" fmla="*/ 2497 h 10000"/>
                <a:gd name="connsiteX9-19" fmla="*/ 4668 w 10000"/>
                <a:gd name="connsiteY9-20" fmla="*/ 3049 h 10000"/>
                <a:gd name="connsiteX10-21" fmla="*/ 4515 w 10000"/>
                <a:gd name="connsiteY10-22" fmla="*/ 3623 h 10000"/>
                <a:gd name="connsiteX11-23" fmla="*/ 4739 w 10000"/>
                <a:gd name="connsiteY11-24" fmla="*/ 4166 h 10000"/>
                <a:gd name="connsiteX12-25" fmla="*/ 5241 w 10000"/>
                <a:gd name="connsiteY12-26" fmla="*/ 4475 h 10000"/>
                <a:gd name="connsiteX13-27" fmla="*/ 6053 w 10000"/>
                <a:gd name="connsiteY13-28" fmla="*/ 4688 h 10000"/>
                <a:gd name="connsiteX14-29" fmla="*/ 6784 w 10000"/>
                <a:gd name="connsiteY14-30" fmla="*/ 4811 h 10000"/>
                <a:gd name="connsiteX15-31" fmla="*/ 7700 w 10000"/>
                <a:gd name="connsiteY15-32" fmla="*/ 4862 h 10000"/>
                <a:gd name="connsiteX16-33" fmla="*/ 10000 w 10000"/>
                <a:gd name="connsiteY16-34" fmla="*/ 4986 h 10000"/>
                <a:gd name="connsiteX17-35" fmla="*/ 7700 w 10000"/>
                <a:gd name="connsiteY17-36" fmla="*/ 5127 h 10000"/>
                <a:gd name="connsiteX18-37" fmla="*/ 6304 w 10000"/>
                <a:gd name="connsiteY18-38" fmla="*/ 5268 h 10000"/>
                <a:gd name="connsiteX19-39" fmla="*/ 5448 w 10000"/>
                <a:gd name="connsiteY19-40" fmla="*/ 5480 h 10000"/>
                <a:gd name="connsiteX20-41" fmla="*/ 4799 w 10000"/>
                <a:gd name="connsiteY20-42" fmla="*/ 5842 h 10000"/>
                <a:gd name="connsiteX21-43" fmla="*/ 4505 w 10000"/>
                <a:gd name="connsiteY21-44" fmla="*/ 6335 h 10000"/>
                <a:gd name="connsiteX22-45" fmla="*/ 4635 w 10000"/>
                <a:gd name="connsiteY22-46" fmla="*/ 6982 h 10000"/>
                <a:gd name="connsiteX23-47" fmla="*/ 4821 w 10000"/>
                <a:gd name="connsiteY23-48" fmla="*/ 7413 h 10000"/>
                <a:gd name="connsiteX24-49" fmla="*/ 5099 w 10000"/>
                <a:gd name="connsiteY24-50" fmla="*/ 7913 h 10000"/>
                <a:gd name="connsiteX25-51" fmla="*/ 5148 w 10000"/>
                <a:gd name="connsiteY25-52" fmla="*/ 8402 h 10000"/>
                <a:gd name="connsiteX26-53" fmla="*/ 4869 w 10000"/>
                <a:gd name="connsiteY26-54" fmla="*/ 8877 h 10000"/>
                <a:gd name="connsiteX27-55" fmla="*/ 4319 w 10000"/>
                <a:gd name="connsiteY27-56" fmla="*/ 9247 h 10000"/>
                <a:gd name="connsiteX28-57" fmla="*/ 3484 w 10000"/>
                <a:gd name="connsiteY28-58" fmla="*/ 9553 h 10000"/>
                <a:gd name="connsiteX29-59" fmla="*/ 2498 w 10000"/>
                <a:gd name="connsiteY29-60" fmla="*/ 9790 h 10000"/>
                <a:gd name="connsiteX30-61" fmla="*/ 1690 w 10000"/>
                <a:gd name="connsiteY30-62" fmla="*/ 9936 h 10000"/>
                <a:gd name="connsiteX31-63" fmla="*/ 1156 w 10000"/>
                <a:gd name="connsiteY31-64" fmla="*/ 9999 h 10000"/>
                <a:gd name="connsiteX32-65" fmla="*/ 932 w 10000"/>
                <a:gd name="connsiteY32-66" fmla="*/ 9946 h 10000"/>
                <a:gd name="connsiteX33-67" fmla="*/ 1134 w 10000"/>
                <a:gd name="connsiteY33-68" fmla="*/ 9833 h 10000"/>
                <a:gd name="connsiteX34-69" fmla="*/ 1636 w 10000"/>
                <a:gd name="connsiteY34-70" fmla="*/ 9725 h 10000"/>
                <a:gd name="connsiteX35-71" fmla="*/ 2427 w 10000"/>
                <a:gd name="connsiteY35-72" fmla="*/ 9500 h 10000"/>
                <a:gd name="connsiteX36-73" fmla="*/ 3075 w 10000"/>
                <a:gd name="connsiteY36-74" fmla="*/ 9179 h 10000"/>
                <a:gd name="connsiteX37-75" fmla="*/ 3408 w 10000"/>
                <a:gd name="connsiteY37-76" fmla="*/ 8850 h 10000"/>
                <a:gd name="connsiteX38-77" fmla="*/ 3479 w 10000"/>
                <a:gd name="connsiteY38-78" fmla="*/ 8527 h 10000"/>
                <a:gd name="connsiteX39-79" fmla="*/ 3370 w 10000"/>
                <a:gd name="connsiteY39-80" fmla="*/ 8035 h 10000"/>
                <a:gd name="connsiteX40-81" fmla="*/ 3185 w 10000"/>
                <a:gd name="connsiteY40-82" fmla="*/ 7351 h 10000"/>
                <a:gd name="connsiteX41-83" fmla="*/ 3152 w 10000"/>
                <a:gd name="connsiteY41-84" fmla="*/ 6741 h 10000"/>
                <a:gd name="connsiteX42-85" fmla="*/ 3447 w 10000"/>
                <a:gd name="connsiteY42-86" fmla="*/ 6168 h 10000"/>
                <a:gd name="connsiteX43-87" fmla="*/ 4210 w 10000"/>
                <a:gd name="connsiteY43-88" fmla="*/ 5681 h 10000"/>
                <a:gd name="connsiteX44-89" fmla="*/ 5131 w 10000"/>
                <a:gd name="connsiteY44-90" fmla="*/ 5353 h 10000"/>
                <a:gd name="connsiteX45-91" fmla="*/ 6942 w 10000"/>
                <a:gd name="connsiteY45-92" fmla="*/ 5015 h 10000"/>
                <a:gd name="connsiteX46-93" fmla="*/ 5639 w 10000"/>
                <a:gd name="connsiteY46-94" fmla="*/ 4796 h 10000"/>
                <a:gd name="connsiteX47-95" fmla="*/ 4821 w 10000"/>
                <a:gd name="connsiteY47-96" fmla="*/ 4608 h 10000"/>
                <a:gd name="connsiteX48-97" fmla="*/ 4030 w 10000"/>
                <a:gd name="connsiteY48-98" fmla="*/ 4270 h 10000"/>
                <a:gd name="connsiteX49-99" fmla="*/ 3332 w 10000"/>
                <a:gd name="connsiteY49-100" fmla="*/ 3795 h 10000"/>
                <a:gd name="connsiteX50-101" fmla="*/ 3043 w 10000"/>
                <a:gd name="connsiteY50-102" fmla="*/ 3285 h 10000"/>
                <a:gd name="connsiteX51-103" fmla="*/ 3065 w 10000"/>
                <a:gd name="connsiteY51-104" fmla="*/ 2745 h 10000"/>
                <a:gd name="connsiteX52-105" fmla="*/ 3299 w 10000"/>
                <a:gd name="connsiteY52-106" fmla="*/ 2178 h 10000"/>
                <a:gd name="connsiteX53-107" fmla="*/ 3523 w 10000"/>
                <a:gd name="connsiteY53-108" fmla="*/ 1505 h 10000"/>
                <a:gd name="connsiteX54-109" fmla="*/ 3376 w 10000"/>
                <a:gd name="connsiteY54-110" fmla="*/ 1073 h 10000"/>
                <a:gd name="connsiteX55-111" fmla="*/ 2836 w 10000"/>
                <a:gd name="connsiteY55-112" fmla="*/ 734 h 10000"/>
                <a:gd name="connsiteX56-113" fmla="*/ 1860 w 10000"/>
                <a:gd name="connsiteY56-114" fmla="*/ 399 h 10000"/>
                <a:gd name="connsiteX57-115" fmla="*/ 829 w 10000"/>
                <a:gd name="connsiteY57-116" fmla="*/ 220 h 10000"/>
                <a:gd name="connsiteX58-117" fmla="*/ 0 w 10000"/>
                <a:gd name="connsiteY58-118" fmla="*/ 136 h 10000"/>
                <a:gd name="connsiteX0-119" fmla="*/ 0 w 10000"/>
                <a:gd name="connsiteY0-120" fmla="*/ 136 h 10000"/>
                <a:gd name="connsiteX1-121" fmla="*/ 0 w 10000"/>
                <a:gd name="connsiteY1-122" fmla="*/ 0 h 10000"/>
                <a:gd name="connsiteX2-123" fmla="*/ 1543 w 10000"/>
                <a:gd name="connsiteY2-124" fmla="*/ 118 h 10000"/>
                <a:gd name="connsiteX3-125" fmla="*/ 2825 w 10000"/>
                <a:gd name="connsiteY3-126" fmla="*/ 303 h 10000"/>
                <a:gd name="connsiteX4-127" fmla="*/ 3942 w 10000"/>
                <a:gd name="connsiteY4-128" fmla="*/ 611 h 10000"/>
                <a:gd name="connsiteX5-129" fmla="*/ 4706 w 10000"/>
                <a:gd name="connsiteY5-130" fmla="*/ 995 h 10000"/>
                <a:gd name="connsiteX6-131" fmla="*/ 5099 w 10000"/>
                <a:gd name="connsiteY6-132" fmla="*/ 1412 h 10000"/>
                <a:gd name="connsiteX7-133" fmla="*/ 5268 w 10000"/>
                <a:gd name="connsiteY7-134" fmla="*/ 1900 h 10000"/>
                <a:gd name="connsiteX8-135" fmla="*/ 5077 w 10000"/>
                <a:gd name="connsiteY8-136" fmla="*/ 2497 h 10000"/>
                <a:gd name="connsiteX9-137" fmla="*/ 4668 w 10000"/>
                <a:gd name="connsiteY9-138" fmla="*/ 3049 h 10000"/>
                <a:gd name="connsiteX10-139" fmla="*/ 4515 w 10000"/>
                <a:gd name="connsiteY10-140" fmla="*/ 3623 h 10000"/>
                <a:gd name="connsiteX11-141" fmla="*/ 4739 w 10000"/>
                <a:gd name="connsiteY11-142" fmla="*/ 4166 h 10000"/>
                <a:gd name="connsiteX12-143" fmla="*/ 5241 w 10000"/>
                <a:gd name="connsiteY12-144" fmla="*/ 4475 h 10000"/>
                <a:gd name="connsiteX13-145" fmla="*/ 6053 w 10000"/>
                <a:gd name="connsiteY13-146" fmla="*/ 4688 h 10000"/>
                <a:gd name="connsiteX14-147" fmla="*/ 6784 w 10000"/>
                <a:gd name="connsiteY14-148" fmla="*/ 4811 h 10000"/>
                <a:gd name="connsiteX15-149" fmla="*/ 7700 w 10000"/>
                <a:gd name="connsiteY15-150" fmla="*/ 4862 h 10000"/>
                <a:gd name="connsiteX16-151" fmla="*/ 10000 w 10000"/>
                <a:gd name="connsiteY16-152" fmla="*/ 4986 h 10000"/>
                <a:gd name="connsiteX17-153" fmla="*/ 7700 w 10000"/>
                <a:gd name="connsiteY17-154" fmla="*/ 5127 h 10000"/>
                <a:gd name="connsiteX18-155" fmla="*/ 6304 w 10000"/>
                <a:gd name="connsiteY18-156" fmla="*/ 5268 h 10000"/>
                <a:gd name="connsiteX19-157" fmla="*/ 5448 w 10000"/>
                <a:gd name="connsiteY19-158" fmla="*/ 5480 h 10000"/>
                <a:gd name="connsiteX20-159" fmla="*/ 4799 w 10000"/>
                <a:gd name="connsiteY20-160" fmla="*/ 5842 h 10000"/>
                <a:gd name="connsiteX21-161" fmla="*/ 4505 w 10000"/>
                <a:gd name="connsiteY21-162" fmla="*/ 6335 h 10000"/>
                <a:gd name="connsiteX22-163" fmla="*/ 4635 w 10000"/>
                <a:gd name="connsiteY22-164" fmla="*/ 6982 h 10000"/>
                <a:gd name="connsiteX23-165" fmla="*/ 4821 w 10000"/>
                <a:gd name="connsiteY23-166" fmla="*/ 7413 h 10000"/>
                <a:gd name="connsiteX24-167" fmla="*/ 5099 w 10000"/>
                <a:gd name="connsiteY24-168" fmla="*/ 7913 h 10000"/>
                <a:gd name="connsiteX25-169" fmla="*/ 5148 w 10000"/>
                <a:gd name="connsiteY25-170" fmla="*/ 8402 h 10000"/>
                <a:gd name="connsiteX26-171" fmla="*/ 4869 w 10000"/>
                <a:gd name="connsiteY26-172" fmla="*/ 8877 h 10000"/>
                <a:gd name="connsiteX27-173" fmla="*/ 4319 w 10000"/>
                <a:gd name="connsiteY27-174" fmla="*/ 9247 h 10000"/>
                <a:gd name="connsiteX28-175" fmla="*/ 3484 w 10000"/>
                <a:gd name="connsiteY28-176" fmla="*/ 9553 h 10000"/>
                <a:gd name="connsiteX29-177" fmla="*/ 2498 w 10000"/>
                <a:gd name="connsiteY29-178" fmla="*/ 9790 h 10000"/>
                <a:gd name="connsiteX30-179" fmla="*/ 1690 w 10000"/>
                <a:gd name="connsiteY30-180" fmla="*/ 9936 h 10000"/>
                <a:gd name="connsiteX31-181" fmla="*/ 1156 w 10000"/>
                <a:gd name="connsiteY31-182" fmla="*/ 9999 h 10000"/>
                <a:gd name="connsiteX32-183" fmla="*/ 932 w 10000"/>
                <a:gd name="connsiteY32-184" fmla="*/ 9946 h 10000"/>
                <a:gd name="connsiteX33-185" fmla="*/ 1134 w 10000"/>
                <a:gd name="connsiteY33-186" fmla="*/ 9833 h 10000"/>
                <a:gd name="connsiteX34-187" fmla="*/ 1636 w 10000"/>
                <a:gd name="connsiteY34-188" fmla="*/ 9725 h 10000"/>
                <a:gd name="connsiteX35-189" fmla="*/ 2427 w 10000"/>
                <a:gd name="connsiteY35-190" fmla="*/ 9500 h 10000"/>
                <a:gd name="connsiteX36-191" fmla="*/ 3075 w 10000"/>
                <a:gd name="connsiteY36-192" fmla="*/ 9179 h 10000"/>
                <a:gd name="connsiteX37-193" fmla="*/ 3408 w 10000"/>
                <a:gd name="connsiteY37-194" fmla="*/ 8850 h 10000"/>
                <a:gd name="connsiteX38-195" fmla="*/ 3479 w 10000"/>
                <a:gd name="connsiteY38-196" fmla="*/ 8527 h 10000"/>
                <a:gd name="connsiteX39-197" fmla="*/ 3370 w 10000"/>
                <a:gd name="connsiteY39-198" fmla="*/ 8035 h 10000"/>
                <a:gd name="connsiteX40-199" fmla="*/ 3185 w 10000"/>
                <a:gd name="connsiteY40-200" fmla="*/ 7351 h 10000"/>
                <a:gd name="connsiteX41-201" fmla="*/ 3152 w 10000"/>
                <a:gd name="connsiteY41-202" fmla="*/ 6741 h 10000"/>
                <a:gd name="connsiteX42-203" fmla="*/ 3447 w 10000"/>
                <a:gd name="connsiteY42-204" fmla="*/ 6168 h 10000"/>
                <a:gd name="connsiteX43-205" fmla="*/ 4210 w 10000"/>
                <a:gd name="connsiteY43-206" fmla="*/ 5681 h 10000"/>
                <a:gd name="connsiteX44-207" fmla="*/ 5131 w 10000"/>
                <a:gd name="connsiteY44-208" fmla="*/ 5353 h 10000"/>
                <a:gd name="connsiteX45-209" fmla="*/ 6942 w 10000"/>
                <a:gd name="connsiteY45-210" fmla="*/ 5015 h 10000"/>
                <a:gd name="connsiteX46-211" fmla="*/ 5639 w 10000"/>
                <a:gd name="connsiteY46-212" fmla="*/ 4796 h 10000"/>
                <a:gd name="connsiteX47-213" fmla="*/ 4821 w 10000"/>
                <a:gd name="connsiteY47-214" fmla="*/ 4608 h 10000"/>
                <a:gd name="connsiteX48-215" fmla="*/ 4030 w 10000"/>
                <a:gd name="connsiteY48-216" fmla="*/ 4270 h 10000"/>
                <a:gd name="connsiteX49-217" fmla="*/ 3332 w 10000"/>
                <a:gd name="connsiteY49-218" fmla="*/ 3795 h 10000"/>
                <a:gd name="connsiteX50-219" fmla="*/ 3043 w 10000"/>
                <a:gd name="connsiteY50-220" fmla="*/ 3285 h 10000"/>
                <a:gd name="connsiteX51-221" fmla="*/ 3065 w 10000"/>
                <a:gd name="connsiteY51-222" fmla="*/ 2745 h 10000"/>
                <a:gd name="connsiteX52-223" fmla="*/ 3299 w 10000"/>
                <a:gd name="connsiteY52-224" fmla="*/ 2178 h 10000"/>
                <a:gd name="connsiteX53-225" fmla="*/ 3523 w 10000"/>
                <a:gd name="connsiteY53-226" fmla="*/ 1505 h 10000"/>
                <a:gd name="connsiteX54-227" fmla="*/ 3376 w 10000"/>
                <a:gd name="connsiteY54-228" fmla="*/ 1073 h 10000"/>
                <a:gd name="connsiteX55-229" fmla="*/ 2836 w 10000"/>
                <a:gd name="connsiteY55-230" fmla="*/ 734 h 10000"/>
                <a:gd name="connsiteX56-231" fmla="*/ 1860 w 10000"/>
                <a:gd name="connsiteY56-232" fmla="*/ 399 h 10000"/>
                <a:gd name="connsiteX57-233" fmla="*/ 829 w 10000"/>
                <a:gd name="connsiteY57-234" fmla="*/ 220 h 10000"/>
                <a:gd name="connsiteX58-235" fmla="*/ 0 w 10000"/>
                <a:gd name="connsiteY58-236" fmla="*/ 136 h 10000"/>
                <a:gd name="connsiteX0-237" fmla="*/ 0 w 10000"/>
                <a:gd name="connsiteY0-238" fmla="*/ 136 h 10000"/>
                <a:gd name="connsiteX1-239" fmla="*/ 0 w 10000"/>
                <a:gd name="connsiteY1-240" fmla="*/ 0 h 10000"/>
                <a:gd name="connsiteX2-241" fmla="*/ 1543 w 10000"/>
                <a:gd name="connsiteY2-242" fmla="*/ 118 h 10000"/>
                <a:gd name="connsiteX3-243" fmla="*/ 2825 w 10000"/>
                <a:gd name="connsiteY3-244" fmla="*/ 303 h 10000"/>
                <a:gd name="connsiteX4-245" fmla="*/ 3942 w 10000"/>
                <a:gd name="connsiteY4-246" fmla="*/ 611 h 10000"/>
                <a:gd name="connsiteX5-247" fmla="*/ 4706 w 10000"/>
                <a:gd name="connsiteY5-248" fmla="*/ 995 h 10000"/>
                <a:gd name="connsiteX6-249" fmla="*/ 5099 w 10000"/>
                <a:gd name="connsiteY6-250" fmla="*/ 1412 h 10000"/>
                <a:gd name="connsiteX7-251" fmla="*/ 5268 w 10000"/>
                <a:gd name="connsiteY7-252" fmla="*/ 1900 h 10000"/>
                <a:gd name="connsiteX8-253" fmla="*/ 5077 w 10000"/>
                <a:gd name="connsiteY8-254" fmla="*/ 2497 h 10000"/>
                <a:gd name="connsiteX9-255" fmla="*/ 4668 w 10000"/>
                <a:gd name="connsiteY9-256" fmla="*/ 3049 h 10000"/>
                <a:gd name="connsiteX10-257" fmla="*/ 4515 w 10000"/>
                <a:gd name="connsiteY10-258" fmla="*/ 3623 h 10000"/>
                <a:gd name="connsiteX11-259" fmla="*/ 4739 w 10000"/>
                <a:gd name="connsiteY11-260" fmla="*/ 4166 h 10000"/>
                <a:gd name="connsiteX12-261" fmla="*/ 5241 w 10000"/>
                <a:gd name="connsiteY12-262" fmla="*/ 4475 h 10000"/>
                <a:gd name="connsiteX13-263" fmla="*/ 6053 w 10000"/>
                <a:gd name="connsiteY13-264" fmla="*/ 4688 h 10000"/>
                <a:gd name="connsiteX14-265" fmla="*/ 6784 w 10000"/>
                <a:gd name="connsiteY14-266" fmla="*/ 4811 h 10000"/>
                <a:gd name="connsiteX15-267" fmla="*/ 7700 w 10000"/>
                <a:gd name="connsiteY15-268" fmla="*/ 4862 h 10000"/>
                <a:gd name="connsiteX16-269" fmla="*/ 10000 w 10000"/>
                <a:gd name="connsiteY16-270" fmla="*/ 4986 h 10000"/>
                <a:gd name="connsiteX17-271" fmla="*/ 7700 w 10000"/>
                <a:gd name="connsiteY17-272" fmla="*/ 5127 h 10000"/>
                <a:gd name="connsiteX18-273" fmla="*/ 6304 w 10000"/>
                <a:gd name="connsiteY18-274" fmla="*/ 5268 h 10000"/>
                <a:gd name="connsiteX19-275" fmla="*/ 5448 w 10000"/>
                <a:gd name="connsiteY19-276" fmla="*/ 5480 h 10000"/>
                <a:gd name="connsiteX20-277" fmla="*/ 4799 w 10000"/>
                <a:gd name="connsiteY20-278" fmla="*/ 5842 h 10000"/>
                <a:gd name="connsiteX21-279" fmla="*/ 4505 w 10000"/>
                <a:gd name="connsiteY21-280" fmla="*/ 6335 h 10000"/>
                <a:gd name="connsiteX22-281" fmla="*/ 4635 w 10000"/>
                <a:gd name="connsiteY22-282" fmla="*/ 6982 h 10000"/>
                <a:gd name="connsiteX23-283" fmla="*/ 4821 w 10000"/>
                <a:gd name="connsiteY23-284" fmla="*/ 7413 h 10000"/>
                <a:gd name="connsiteX24-285" fmla="*/ 5099 w 10000"/>
                <a:gd name="connsiteY24-286" fmla="*/ 7913 h 10000"/>
                <a:gd name="connsiteX25-287" fmla="*/ 5148 w 10000"/>
                <a:gd name="connsiteY25-288" fmla="*/ 8402 h 10000"/>
                <a:gd name="connsiteX26-289" fmla="*/ 4869 w 10000"/>
                <a:gd name="connsiteY26-290" fmla="*/ 8877 h 10000"/>
                <a:gd name="connsiteX27-291" fmla="*/ 4319 w 10000"/>
                <a:gd name="connsiteY27-292" fmla="*/ 9247 h 10000"/>
                <a:gd name="connsiteX28-293" fmla="*/ 3484 w 10000"/>
                <a:gd name="connsiteY28-294" fmla="*/ 9553 h 10000"/>
                <a:gd name="connsiteX29-295" fmla="*/ 2498 w 10000"/>
                <a:gd name="connsiteY29-296" fmla="*/ 9790 h 10000"/>
                <a:gd name="connsiteX30-297" fmla="*/ 1690 w 10000"/>
                <a:gd name="connsiteY30-298" fmla="*/ 9936 h 10000"/>
                <a:gd name="connsiteX31-299" fmla="*/ 1156 w 10000"/>
                <a:gd name="connsiteY31-300" fmla="*/ 9999 h 10000"/>
                <a:gd name="connsiteX32-301" fmla="*/ 932 w 10000"/>
                <a:gd name="connsiteY32-302" fmla="*/ 9946 h 10000"/>
                <a:gd name="connsiteX33-303" fmla="*/ 1134 w 10000"/>
                <a:gd name="connsiteY33-304" fmla="*/ 9833 h 10000"/>
                <a:gd name="connsiteX34-305" fmla="*/ 1636 w 10000"/>
                <a:gd name="connsiteY34-306" fmla="*/ 9725 h 10000"/>
                <a:gd name="connsiteX35-307" fmla="*/ 2427 w 10000"/>
                <a:gd name="connsiteY35-308" fmla="*/ 9500 h 10000"/>
                <a:gd name="connsiteX36-309" fmla="*/ 3075 w 10000"/>
                <a:gd name="connsiteY36-310" fmla="*/ 9179 h 10000"/>
                <a:gd name="connsiteX37-311" fmla="*/ 3408 w 10000"/>
                <a:gd name="connsiteY37-312" fmla="*/ 8850 h 10000"/>
                <a:gd name="connsiteX38-313" fmla="*/ 3479 w 10000"/>
                <a:gd name="connsiteY38-314" fmla="*/ 8527 h 10000"/>
                <a:gd name="connsiteX39-315" fmla="*/ 3370 w 10000"/>
                <a:gd name="connsiteY39-316" fmla="*/ 8035 h 10000"/>
                <a:gd name="connsiteX40-317" fmla="*/ 3185 w 10000"/>
                <a:gd name="connsiteY40-318" fmla="*/ 7351 h 10000"/>
                <a:gd name="connsiteX41-319" fmla="*/ 3152 w 10000"/>
                <a:gd name="connsiteY41-320" fmla="*/ 6741 h 10000"/>
                <a:gd name="connsiteX42-321" fmla="*/ 3447 w 10000"/>
                <a:gd name="connsiteY42-322" fmla="*/ 6168 h 10000"/>
                <a:gd name="connsiteX43-323" fmla="*/ 4210 w 10000"/>
                <a:gd name="connsiteY43-324" fmla="*/ 5681 h 10000"/>
                <a:gd name="connsiteX44-325" fmla="*/ 5131 w 10000"/>
                <a:gd name="connsiteY44-326" fmla="*/ 5353 h 10000"/>
                <a:gd name="connsiteX45-327" fmla="*/ 6942 w 10000"/>
                <a:gd name="connsiteY45-328" fmla="*/ 5015 h 10000"/>
                <a:gd name="connsiteX46-329" fmla="*/ 5639 w 10000"/>
                <a:gd name="connsiteY46-330" fmla="*/ 4796 h 10000"/>
                <a:gd name="connsiteX47-331" fmla="*/ 4821 w 10000"/>
                <a:gd name="connsiteY47-332" fmla="*/ 4608 h 10000"/>
                <a:gd name="connsiteX48-333" fmla="*/ 4030 w 10000"/>
                <a:gd name="connsiteY48-334" fmla="*/ 4270 h 10000"/>
                <a:gd name="connsiteX49-335" fmla="*/ 3332 w 10000"/>
                <a:gd name="connsiteY49-336" fmla="*/ 3795 h 10000"/>
                <a:gd name="connsiteX50-337" fmla="*/ 3043 w 10000"/>
                <a:gd name="connsiteY50-338" fmla="*/ 3285 h 10000"/>
                <a:gd name="connsiteX51-339" fmla="*/ 3065 w 10000"/>
                <a:gd name="connsiteY51-340" fmla="*/ 2745 h 10000"/>
                <a:gd name="connsiteX52-341" fmla="*/ 3299 w 10000"/>
                <a:gd name="connsiteY52-342" fmla="*/ 2178 h 10000"/>
                <a:gd name="connsiteX53-343" fmla="*/ 3523 w 10000"/>
                <a:gd name="connsiteY53-344" fmla="*/ 1505 h 10000"/>
                <a:gd name="connsiteX54-345" fmla="*/ 3376 w 10000"/>
                <a:gd name="connsiteY54-346" fmla="*/ 1073 h 10000"/>
                <a:gd name="connsiteX55-347" fmla="*/ 2836 w 10000"/>
                <a:gd name="connsiteY55-348" fmla="*/ 734 h 10000"/>
                <a:gd name="connsiteX56-349" fmla="*/ 1860 w 10000"/>
                <a:gd name="connsiteY56-350" fmla="*/ 399 h 10000"/>
                <a:gd name="connsiteX57-351" fmla="*/ 829 w 10000"/>
                <a:gd name="connsiteY57-352" fmla="*/ 220 h 10000"/>
                <a:gd name="connsiteX58-353" fmla="*/ 0 w 10000"/>
                <a:gd name="connsiteY58-354" fmla="*/ 136 h 10000"/>
                <a:gd name="connsiteX0-355" fmla="*/ 0 w 10000"/>
                <a:gd name="connsiteY0-356" fmla="*/ 136 h 10000"/>
                <a:gd name="connsiteX1-357" fmla="*/ 0 w 10000"/>
                <a:gd name="connsiteY1-358" fmla="*/ 0 h 10000"/>
                <a:gd name="connsiteX2-359" fmla="*/ 1543 w 10000"/>
                <a:gd name="connsiteY2-360" fmla="*/ 118 h 10000"/>
                <a:gd name="connsiteX3-361" fmla="*/ 2825 w 10000"/>
                <a:gd name="connsiteY3-362" fmla="*/ 303 h 10000"/>
                <a:gd name="connsiteX4-363" fmla="*/ 3942 w 10000"/>
                <a:gd name="connsiteY4-364" fmla="*/ 611 h 10000"/>
                <a:gd name="connsiteX5-365" fmla="*/ 4706 w 10000"/>
                <a:gd name="connsiteY5-366" fmla="*/ 995 h 10000"/>
                <a:gd name="connsiteX6-367" fmla="*/ 5099 w 10000"/>
                <a:gd name="connsiteY6-368" fmla="*/ 1412 h 10000"/>
                <a:gd name="connsiteX7-369" fmla="*/ 5268 w 10000"/>
                <a:gd name="connsiteY7-370" fmla="*/ 1900 h 10000"/>
                <a:gd name="connsiteX8-371" fmla="*/ 5077 w 10000"/>
                <a:gd name="connsiteY8-372" fmla="*/ 2497 h 10000"/>
                <a:gd name="connsiteX9-373" fmla="*/ 4668 w 10000"/>
                <a:gd name="connsiteY9-374" fmla="*/ 3049 h 10000"/>
                <a:gd name="connsiteX10-375" fmla="*/ 4515 w 10000"/>
                <a:gd name="connsiteY10-376" fmla="*/ 3623 h 10000"/>
                <a:gd name="connsiteX11-377" fmla="*/ 4739 w 10000"/>
                <a:gd name="connsiteY11-378" fmla="*/ 4166 h 10000"/>
                <a:gd name="connsiteX12-379" fmla="*/ 5241 w 10000"/>
                <a:gd name="connsiteY12-380" fmla="*/ 4475 h 10000"/>
                <a:gd name="connsiteX13-381" fmla="*/ 6053 w 10000"/>
                <a:gd name="connsiteY13-382" fmla="*/ 4688 h 10000"/>
                <a:gd name="connsiteX14-383" fmla="*/ 6784 w 10000"/>
                <a:gd name="connsiteY14-384" fmla="*/ 4811 h 10000"/>
                <a:gd name="connsiteX15-385" fmla="*/ 7700 w 10000"/>
                <a:gd name="connsiteY15-386" fmla="*/ 4862 h 10000"/>
                <a:gd name="connsiteX16-387" fmla="*/ 10000 w 10000"/>
                <a:gd name="connsiteY16-388" fmla="*/ 4986 h 10000"/>
                <a:gd name="connsiteX17-389" fmla="*/ 7700 w 10000"/>
                <a:gd name="connsiteY17-390" fmla="*/ 5127 h 10000"/>
                <a:gd name="connsiteX18-391" fmla="*/ 6304 w 10000"/>
                <a:gd name="connsiteY18-392" fmla="*/ 5268 h 10000"/>
                <a:gd name="connsiteX19-393" fmla="*/ 5448 w 10000"/>
                <a:gd name="connsiteY19-394" fmla="*/ 5480 h 10000"/>
                <a:gd name="connsiteX20-395" fmla="*/ 4799 w 10000"/>
                <a:gd name="connsiteY20-396" fmla="*/ 5842 h 10000"/>
                <a:gd name="connsiteX21-397" fmla="*/ 4505 w 10000"/>
                <a:gd name="connsiteY21-398" fmla="*/ 6335 h 10000"/>
                <a:gd name="connsiteX22-399" fmla="*/ 4635 w 10000"/>
                <a:gd name="connsiteY22-400" fmla="*/ 6982 h 10000"/>
                <a:gd name="connsiteX23-401" fmla="*/ 4821 w 10000"/>
                <a:gd name="connsiteY23-402" fmla="*/ 7413 h 10000"/>
                <a:gd name="connsiteX24-403" fmla="*/ 5099 w 10000"/>
                <a:gd name="connsiteY24-404" fmla="*/ 7913 h 10000"/>
                <a:gd name="connsiteX25-405" fmla="*/ 5148 w 10000"/>
                <a:gd name="connsiteY25-406" fmla="*/ 8402 h 10000"/>
                <a:gd name="connsiteX26-407" fmla="*/ 4869 w 10000"/>
                <a:gd name="connsiteY26-408" fmla="*/ 8877 h 10000"/>
                <a:gd name="connsiteX27-409" fmla="*/ 4319 w 10000"/>
                <a:gd name="connsiteY27-410" fmla="*/ 9247 h 10000"/>
                <a:gd name="connsiteX28-411" fmla="*/ 3484 w 10000"/>
                <a:gd name="connsiteY28-412" fmla="*/ 9553 h 10000"/>
                <a:gd name="connsiteX29-413" fmla="*/ 2498 w 10000"/>
                <a:gd name="connsiteY29-414" fmla="*/ 9790 h 10000"/>
                <a:gd name="connsiteX30-415" fmla="*/ 1690 w 10000"/>
                <a:gd name="connsiteY30-416" fmla="*/ 9936 h 10000"/>
                <a:gd name="connsiteX31-417" fmla="*/ 1156 w 10000"/>
                <a:gd name="connsiteY31-418" fmla="*/ 9999 h 10000"/>
                <a:gd name="connsiteX32-419" fmla="*/ 932 w 10000"/>
                <a:gd name="connsiteY32-420" fmla="*/ 9946 h 10000"/>
                <a:gd name="connsiteX33-421" fmla="*/ 1134 w 10000"/>
                <a:gd name="connsiteY33-422" fmla="*/ 9833 h 10000"/>
                <a:gd name="connsiteX34-423" fmla="*/ 1636 w 10000"/>
                <a:gd name="connsiteY34-424" fmla="*/ 9725 h 10000"/>
                <a:gd name="connsiteX35-425" fmla="*/ 2427 w 10000"/>
                <a:gd name="connsiteY35-426" fmla="*/ 9500 h 10000"/>
                <a:gd name="connsiteX36-427" fmla="*/ 3075 w 10000"/>
                <a:gd name="connsiteY36-428" fmla="*/ 9179 h 10000"/>
                <a:gd name="connsiteX37-429" fmla="*/ 3408 w 10000"/>
                <a:gd name="connsiteY37-430" fmla="*/ 8850 h 10000"/>
                <a:gd name="connsiteX38-431" fmla="*/ 3479 w 10000"/>
                <a:gd name="connsiteY38-432" fmla="*/ 8527 h 10000"/>
                <a:gd name="connsiteX39-433" fmla="*/ 3370 w 10000"/>
                <a:gd name="connsiteY39-434" fmla="*/ 8035 h 10000"/>
                <a:gd name="connsiteX40-435" fmla="*/ 3185 w 10000"/>
                <a:gd name="connsiteY40-436" fmla="*/ 7351 h 10000"/>
                <a:gd name="connsiteX41-437" fmla="*/ 3152 w 10000"/>
                <a:gd name="connsiteY41-438" fmla="*/ 6741 h 10000"/>
                <a:gd name="connsiteX42-439" fmla="*/ 3447 w 10000"/>
                <a:gd name="connsiteY42-440" fmla="*/ 6168 h 10000"/>
                <a:gd name="connsiteX43-441" fmla="*/ 4210 w 10000"/>
                <a:gd name="connsiteY43-442" fmla="*/ 5681 h 10000"/>
                <a:gd name="connsiteX44-443" fmla="*/ 5131 w 10000"/>
                <a:gd name="connsiteY44-444" fmla="*/ 5353 h 10000"/>
                <a:gd name="connsiteX45-445" fmla="*/ 6942 w 10000"/>
                <a:gd name="connsiteY45-446" fmla="*/ 5015 h 10000"/>
                <a:gd name="connsiteX46-447" fmla="*/ 5639 w 10000"/>
                <a:gd name="connsiteY46-448" fmla="*/ 4796 h 10000"/>
                <a:gd name="connsiteX47-449" fmla="*/ 4821 w 10000"/>
                <a:gd name="connsiteY47-450" fmla="*/ 4608 h 10000"/>
                <a:gd name="connsiteX48-451" fmla="*/ 4030 w 10000"/>
                <a:gd name="connsiteY48-452" fmla="*/ 4270 h 10000"/>
                <a:gd name="connsiteX49-453" fmla="*/ 3332 w 10000"/>
                <a:gd name="connsiteY49-454" fmla="*/ 3795 h 10000"/>
                <a:gd name="connsiteX50-455" fmla="*/ 3043 w 10000"/>
                <a:gd name="connsiteY50-456" fmla="*/ 3285 h 10000"/>
                <a:gd name="connsiteX51-457" fmla="*/ 3065 w 10000"/>
                <a:gd name="connsiteY51-458" fmla="*/ 2745 h 10000"/>
                <a:gd name="connsiteX52-459" fmla="*/ 3299 w 10000"/>
                <a:gd name="connsiteY52-460" fmla="*/ 2178 h 10000"/>
                <a:gd name="connsiteX53-461" fmla="*/ 3523 w 10000"/>
                <a:gd name="connsiteY53-462" fmla="*/ 1505 h 10000"/>
                <a:gd name="connsiteX54-463" fmla="*/ 3376 w 10000"/>
                <a:gd name="connsiteY54-464" fmla="*/ 1073 h 10000"/>
                <a:gd name="connsiteX55-465" fmla="*/ 2836 w 10000"/>
                <a:gd name="connsiteY55-466" fmla="*/ 734 h 10000"/>
                <a:gd name="connsiteX56-467" fmla="*/ 1860 w 10000"/>
                <a:gd name="connsiteY56-468" fmla="*/ 399 h 10000"/>
                <a:gd name="connsiteX57-469" fmla="*/ 829 w 10000"/>
                <a:gd name="connsiteY57-470" fmla="*/ 220 h 10000"/>
                <a:gd name="connsiteX58-471" fmla="*/ 0 w 10000"/>
                <a:gd name="connsiteY58-472" fmla="*/ 136 h 10000"/>
                <a:gd name="connsiteX0-473" fmla="*/ 0 w 10000"/>
                <a:gd name="connsiteY0-474" fmla="*/ 136 h 10000"/>
                <a:gd name="connsiteX1-475" fmla="*/ 0 w 10000"/>
                <a:gd name="connsiteY1-476" fmla="*/ 0 h 10000"/>
                <a:gd name="connsiteX2-477" fmla="*/ 1543 w 10000"/>
                <a:gd name="connsiteY2-478" fmla="*/ 118 h 10000"/>
                <a:gd name="connsiteX3-479" fmla="*/ 2825 w 10000"/>
                <a:gd name="connsiteY3-480" fmla="*/ 303 h 10000"/>
                <a:gd name="connsiteX4-481" fmla="*/ 3942 w 10000"/>
                <a:gd name="connsiteY4-482" fmla="*/ 611 h 10000"/>
                <a:gd name="connsiteX5-483" fmla="*/ 4706 w 10000"/>
                <a:gd name="connsiteY5-484" fmla="*/ 995 h 10000"/>
                <a:gd name="connsiteX6-485" fmla="*/ 5099 w 10000"/>
                <a:gd name="connsiteY6-486" fmla="*/ 1412 h 10000"/>
                <a:gd name="connsiteX7-487" fmla="*/ 5268 w 10000"/>
                <a:gd name="connsiteY7-488" fmla="*/ 1900 h 10000"/>
                <a:gd name="connsiteX8-489" fmla="*/ 5077 w 10000"/>
                <a:gd name="connsiteY8-490" fmla="*/ 2497 h 10000"/>
                <a:gd name="connsiteX9-491" fmla="*/ 4668 w 10000"/>
                <a:gd name="connsiteY9-492" fmla="*/ 3049 h 10000"/>
                <a:gd name="connsiteX10-493" fmla="*/ 4515 w 10000"/>
                <a:gd name="connsiteY10-494" fmla="*/ 3623 h 10000"/>
                <a:gd name="connsiteX11-495" fmla="*/ 4739 w 10000"/>
                <a:gd name="connsiteY11-496" fmla="*/ 4166 h 10000"/>
                <a:gd name="connsiteX12-497" fmla="*/ 5241 w 10000"/>
                <a:gd name="connsiteY12-498" fmla="*/ 4475 h 10000"/>
                <a:gd name="connsiteX13-499" fmla="*/ 6053 w 10000"/>
                <a:gd name="connsiteY13-500" fmla="*/ 4688 h 10000"/>
                <a:gd name="connsiteX14-501" fmla="*/ 7700 w 10000"/>
                <a:gd name="connsiteY14-502" fmla="*/ 4862 h 10000"/>
                <a:gd name="connsiteX15-503" fmla="*/ 10000 w 10000"/>
                <a:gd name="connsiteY15-504" fmla="*/ 4986 h 10000"/>
                <a:gd name="connsiteX16-505" fmla="*/ 7700 w 10000"/>
                <a:gd name="connsiteY16-506" fmla="*/ 5127 h 10000"/>
                <a:gd name="connsiteX17-507" fmla="*/ 6304 w 10000"/>
                <a:gd name="connsiteY17-508" fmla="*/ 5268 h 10000"/>
                <a:gd name="connsiteX18-509" fmla="*/ 5448 w 10000"/>
                <a:gd name="connsiteY18-510" fmla="*/ 5480 h 10000"/>
                <a:gd name="connsiteX19-511" fmla="*/ 4799 w 10000"/>
                <a:gd name="connsiteY19-512" fmla="*/ 5842 h 10000"/>
                <a:gd name="connsiteX20-513" fmla="*/ 4505 w 10000"/>
                <a:gd name="connsiteY20-514" fmla="*/ 6335 h 10000"/>
                <a:gd name="connsiteX21-515" fmla="*/ 4635 w 10000"/>
                <a:gd name="connsiteY21-516" fmla="*/ 6982 h 10000"/>
                <a:gd name="connsiteX22-517" fmla="*/ 4821 w 10000"/>
                <a:gd name="connsiteY22-518" fmla="*/ 7413 h 10000"/>
                <a:gd name="connsiteX23-519" fmla="*/ 5099 w 10000"/>
                <a:gd name="connsiteY23-520" fmla="*/ 7913 h 10000"/>
                <a:gd name="connsiteX24-521" fmla="*/ 5148 w 10000"/>
                <a:gd name="connsiteY24-522" fmla="*/ 8402 h 10000"/>
                <a:gd name="connsiteX25-523" fmla="*/ 4869 w 10000"/>
                <a:gd name="connsiteY25-524" fmla="*/ 8877 h 10000"/>
                <a:gd name="connsiteX26-525" fmla="*/ 4319 w 10000"/>
                <a:gd name="connsiteY26-526" fmla="*/ 9247 h 10000"/>
                <a:gd name="connsiteX27-527" fmla="*/ 3484 w 10000"/>
                <a:gd name="connsiteY27-528" fmla="*/ 9553 h 10000"/>
                <a:gd name="connsiteX28-529" fmla="*/ 2498 w 10000"/>
                <a:gd name="connsiteY28-530" fmla="*/ 9790 h 10000"/>
                <a:gd name="connsiteX29-531" fmla="*/ 1690 w 10000"/>
                <a:gd name="connsiteY29-532" fmla="*/ 9936 h 10000"/>
                <a:gd name="connsiteX30-533" fmla="*/ 1156 w 10000"/>
                <a:gd name="connsiteY30-534" fmla="*/ 9999 h 10000"/>
                <a:gd name="connsiteX31-535" fmla="*/ 932 w 10000"/>
                <a:gd name="connsiteY31-536" fmla="*/ 9946 h 10000"/>
                <a:gd name="connsiteX32-537" fmla="*/ 1134 w 10000"/>
                <a:gd name="connsiteY32-538" fmla="*/ 9833 h 10000"/>
                <a:gd name="connsiteX33-539" fmla="*/ 1636 w 10000"/>
                <a:gd name="connsiteY33-540" fmla="*/ 9725 h 10000"/>
                <a:gd name="connsiteX34-541" fmla="*/ 2427 w 10000"/>
                <a:gd name="connsiteY34-542" fmla="*/ 9500 h 10000"/>
                <a:gd name="connsiteX35-543" fmla="*/ 3075 w 10000"/>
                <a:gd name="connsiteY35-544" fmla="*/ 9179 h 10000"/>
                <a:gd name="connsiteX36-545" fmla="*/ 3408 w 10000"/>
                <a:gd name="connsiteY36-546" fmla="*/ 8850 h 10000"/>
                <a:gd name="connsiteX37-547" fmla="*/ 3479 w 10000"/>
                <a:gd name="connsiteY37-548" fmla="*/ 8527 h 10000"/>
                <a:gd name="connsiteX38-549" fmla="*/ 3370 w 10000"/>
                <a:gd name="connsiteY38-550" fmla="*/ 8035 h 10000"/>
                <a:gd name="connsiteX39-551" fmla="*/ 3185 w 10000"/>
                <a:gd name="connsiteY39-552" fmla="*/ 7351 h 10000"/>
                <a:gd name="connsiteX40-553" fmla="*/ 3152 w 10000"/>
                <a:gd name="connsiteY40-554" fmla="*/ 6741 h 10000"/>
                <a:gd name="connsiteX41-555" fmla="*/ 3447 w 10000"/>
                <a:gd name="connsiteY41-556" fmla="*/ 6168 h 10000"/>
                <a:gd name="connsiteX42-557" fmla="*/ 4210 w 10000"/>
                <a:gd name="connsiteY42-558" fmla="*/ 5681 h 10000"/>
                <a:gd name="connsiteX43-559" fmla="*/ 5131 w 10000"/>
                <a:gd name="connsiteY43-560" fmla="*/ 5353 h 10000"/>
                <a:gd name="connsiteX44-561" fmla="*/ 6942 w 10000"/>
                <a:gd name="connsiteY44-562" fmla="*/ 5015 h 10000"/>
                <a:gd name="connsiteX45-563" fmla="*/ 5639 w 10000"/>
                <a:gd name="connsiteY45-564" fmla="*/ 4796 h 10000"/>
                <a:gd name="connsiteX46-565" fmla="*/ 4821 w 10000"/>
                <a:gd name="connsiteY46-566" fmla="*/ 4608 h 10000"/>
                <a:gd name="connsiteX47-567" fmla="*/ 4030 w 10000"/>
                <a:gd name="connsiteY47-568" fmla="*/ 4270 h 10000"/>
                <a:gd name="connsiteX48-569" fmla="*/ 3332 w 10000"/>
                <a:gd name="connsiteY48-570" fmla="*/ 3795 h 10000"/>
                <a:gd name="connsiteX49-571" fmla="*/ 3043 w 10000"/>
                <a:gd name="connsiteY49-572" fmla="*/ 3285 h 10000"/>
                <a:gd name="connsiteX50-573" fmla="*/ 3065 w 10000"/>
                <a:gd name="connsiteY50-574" fmla="*/ 2745 h 10000"/>
                <a:gd name="connsiteX51-575" fmla="*/ 3299 w 10000"/>
                <a:gd name="connsiteY51-576" fmla="*/ 2178 h 10000"/>
                <a:gd name="connsiteX52-577" fmla="*/ 3523 w 10000"/>
                <a:gd name="connsiteY52-578" fmla="*/ 1505 h 10000"/>
                <a:gd name="connsiteX53-579" fmla="*/ 3376 w 10000"/>
                <a:gd name="connsiteY53-580" fmla="*/ 1073 h 10000"/>
                <a:gd name="connsiteX54-581" fmla="*/ 2836 w 10000"/>
                <a:gd name="connsiteY54-582" fmla="*/ 734 h 10000"/>
                <a:gd name="connsiteX55-583" fmla="*/ 1860 w 10000"/>
                <a:gd name="connsiteY55-584" fmla="*/ 399 h 10000"/>
                <a:gd name="connsiteX56-585" fmla="*/ 829 w 10000"/>
                <a:gd name="connsiteY56-586" fmla="*/ 220 h 10000"/>
                <a:gd name="connsiteX57-587" fmla="*/ 0 w 10000"/>
                <a:gd name="connsiteY57-588" fmla="*/ 136 h 100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 ang="0">
                  <a:pos x="connsiteX22-45" y="connsiteY22-46"/>
                </a:cxn>
                <a:cxn ang="0">
                  <a:pos x="connsiteX23-47" y="connsiteY23-48"/>
                </a:cxn>
                <a:cxn ang="0">
                  <a:pos x="connsiteX24-49" y="connsiteY24-50"/>
                </a:cxn>
                <a:cxn ang="0">
                  <a:pos x="connsiteX25-51" y="connsiteY25-52"/>
                </a:cxn>
                <a:cxn ang="0">
                  <a:pos x="connsiteX26-53" y="connsiteY26-54"/>
                </a:cxn>
                <a:cxn ang="0">
                  <a:pos x="connsiteX27-55" y="connsiteY27-56"/>
                </a:cxn>
                <a:cxn ang="0">
                  <a:pos x="connsiteX28-57" y="connsiteY28-58"/>
                </a:cxn>
                <a:cxn ang="0">
                  <a:pos x="connsiteX29-59" y="connsiteY29-60"/>
                </a:cxn>
                <a:cxn ang="0">
                  <a:pos x="connsiteX30-61" y="connsiteY30-62"/>
                </a:cxn>
                <a:cxn ang="0">
                  <a:pos x="connsiteX31-63" y="connsiteY31-64"/>
                </a:cxn>
                <a:cxn ang="0">
                  <a:pos x="connsiteX32-65" y="connsiteY32-66"/>
                </a:cxn>
                <a:cxn ang="0">
                  <a:pos x="connsiteX33-67" y="connsiteY33-68"/>
                </a:cxn>
                <a:cxn ang="0">
                  <a:pos x="connsiteX34-69" y="connsiteY34-70"/>
                </a:cxn>
                <a:cxn ang="0">
                  <a:pos x="connsiteX35-71" y="connsiteY35-72"/>
                </a:cxn>
                <a:cxn ang="0">
                  <a:pos x="connsiteX36-73" y="connsiteY36-74"/>
                </a:cxn>
                <a:cxn ang="0">
                  <a:pos x="connsiteX37-75" y="connsiteY37-76"/>
                </a:cxn>
                <a:cxn ang="0">
                  <a:pos x="connsiteX38-77" y="connsiteY38-78"/>
                </a:cxn>
                <a:cxn ang="0">
                  <a:pos x="connsiteX39-79" y="connsiteY39-80"/>
                </a:cxn>
                <a:cxn ang="0">
                  <a:pos x="connsiteX40-81" y="connsiteY40-82"/>
                </a:cxn>
                <a:cxn ang="0">
                  <a:pos x="connsiteX41-83" y="connsiteY41-84"/>
                </a:cxn>
                <a:cxn ang="0">
                  <a:pos x="connsiteX42-85" y="connsiteY42-86"/>
                </a:cxn>
                <a:cxn ang="0">
                  <a:pos x="connsiteX43-87" y="connsiteY43-88"/>
                </a:cxn>
                <a:cxn ang="0">
                  <a:pos x="connsiteX44-89" y="connsiteY44-90"/>
                </a:cxn>
                <a:cxn ang="0">
                  <a:pos x="connsiteX45-91" y="connsiteY45-92"/>
                </a:cxn>
                <a:cxn ang="0">
                  <a:pos x="connsiteX46-93" y="connsiteY46-94"/>
                </a:cxn>
                <a:cxn ang="0">
                  <a:pos x="connsiteX47-95" y="connsiteY47-96"/>
                </a:cxn>
                <a:cxn ang="0">
                  <a:pos x="connsiteX48-97" y="connsiteY48-98"/>
                </a:cxn>
                <a:cxn ang="0">
                  <a:pos x="connsiteX49-99" y="connsiteY49-100"/>
                </a:cxn>
                <a:cxn ang="0">
                  <a:pos x="connsiteX50-101" y="connsiteY50-102"/>
                </a:cxn>
                <a:cxn ang="0">
                  <a:pos x="connsiteX51-103" y="connsiteY51-104"/>
                </a:cxn>
                <a:cxn ang="0">
                  <a:pos x="connsiteX52-105" y="connsiteY52-106"/>
                </a:cxn>
                <a:cxn ang="0">
                  <a:pos x="connsiteX53-107" y="connsiteY53-108"/>
                </a:cxn>
                <a:cxn ang="0">
                  <a:pos x="connsiteX54-109" y="connsiteY54-110"/>
                </a:cxn>
                <a:cxn ang="0">
                  <a:pos x="connsiteX55-111" y="connsiteY55-112"/>
                </a:cxn>
                <a:cxn ang="0">
                  <a:pos x="connsiteX56-113" y="connsiteY56-114"/>
                </a:cxn>
                <a:cxn ang="0">
                  <a:pos x="connsiteX57-115" y="connsiteY57-116"/>
                </a:cxn>
              </a:cxnLst>
              <a:rect l="l" t="t" r="r" b="b"/>
              <a:pathLst>
                <a:path w="10000" h="10000">
                  <a:moveTo>
                    <a:pt x="0" y="136"/>
                  </a:moveTo>
                  <a:lnTo>
                    <a:pt x="0" y="0"/>
                  </a:lnTo>
                  <a:lnTo>
                    <a:pt x="1543" y="118"/>
                  </a:lnTo>
                  <a:cubicBezTo>
                    <a:pt x="1985" y="158"/>
                    <a:pt x="2410" y="220"/>
                    <a:pt x="2825" y="303"/>
                  </a:cubicBezTo>
                  <a:cubicBezTo>
                    <a:pt x="3239" y="384"/>
                    <a:pt x="3610" y="488"/>
                    <a:pt x="3942" y="611"/>
                  </a:cubicBezTo>
                  <a:cubicBezTo>
                    <a:pt x="4275" y="737"/>
                    <a:pt x="4526" y="865"/>
                    <a:pt x="4706" y="995"/>
                  </a:cubicBezTo>
                  <a:cubicBezTo>
                    <a:pt x="4875" y="1124"/>
                    <a:pt x="5000" y="1264"/>
                    <a:pt x="5099" y="1412"/>
                  </a:cubicBezTo>
                  <a:cubicBezTo>
                    <a:pt x="5191" y="1560"/>
                    <a:pt x="5251" y="1725"/>
                    <a:pt x="5268" y="1900"/>
                  </a:cubicBezTo>
                  <a:cubicBezTo>
                    <a:pt x="5290" y="2078"/>
                    <a:pt x="5230" y="2278"/>
                    <a:pt x="5077" y="2497"/>
                  </a:cubicBezTo>
                  <a:lnTo>
                    <a:pt x="4668" y="3049"/>
                  </a:lnTo>
                  <a:cubicBezTo>
                    <a:pt x="4548" y="3232"/>
                    <a:pt x="4505" y="3422"/>
                    <a:pt x="4515" y="3623"/>
                  </a:cubicBezTo>
                  <a:cubicBezTo>
                    <a:pt x="4515" y="3843"/>
                    <a:pt x="4586" y="4024"/>
                    <a:pt x="4739" y="4166"/>
                  </a:cubicBezTo>
                  <a:cubicBezTo>
                    <a:pt x="4886" y="4308"/>
                    <a:pt x="5050" y="4411"/>
                    <a:pt x="5241" y="4475"/>
                  </a:cubicBezTo>
                  <a:cubicBezTo>
                    <a:pt x="5421" y="4536"/>
                    <a:pt x="5643" y="4624"/>
                    <a:pt x="6053" y="4688"/>
                  </a:cubicBezTo>
                  <a:cubicBezTo>
                    <a:pt x="6463" y="4752"/>
                    <a:pt x="7042" y="4812"/>
                    <a:pt x="7700" y="4862"/>
                  </a:cubicBezTo>
                  <a:cubicBezTo>
                    <a:pt x="8401" y="4900"/>
                    <a:pt x="9984" y="4948"/>
                    <a:pt x="10000" y="4986"/>
                  </a:cubicBezTo>
                  <a:cubicBezTo>
                    <a:pt x="9984" y="5037"/>
                    <a:pt x="8646" y="5065"/>
                    <a:pt x="7700" y="5127"/>
                  </a:cubicBezTo>
                  <a:cubicBezTo>
                    <a:pt x="7079" y="5172"/>
                    <a:pt x="6615" y="5219"/>
                    <a:pt x="6304" y="5268"/>
                  </a:cubicBezTo>
                  <a:cubicBezTo>
                    <a:pt x="5993" y="5317"/>
                    <a:pt x="5710" y="5388"/>
                    <a:pt x="5448" y="5480"/>
                  </a:cubicBezTo>
                  <a:cubicBezTo>
                    <a:pt x="5191" y="5573"/>
                    <a:pt x="4973" y="5693"/>
                    <a:pt x="4799" y="5842"/>
                  </a:cubicBezTo>
                  <a:cubicBezTo>
                    <a:pt x="4619" y="5988"/>
                    <a:pt x="4521" y="6153"/>
                    <a:pt x="4505" y="6335"/>
                  </a:cubicBezTo>
                  <a:cubicBezTo>
                    <a:pt x="4488" y="6518"/>
                    <a:pt x="4526" y="6732"/>
                    <a:pt x="4635" y="6982"/>
                  </a:cubicBezTo>
                  <a:cubicBezTo>
                    <a:pt x="4690" y="7153"/>
                    <a:pt x="4756" y="7298"/>
                    <a:pt x="4821" y="7413"/>
                  </a:cubicBezTo>
                  <a:lnTo>
                    <a:pt x="5099" y="7913"/>
                  </a:lnTo>
                  <a:cubicBezTo>
                    <a:pt x="5170" y="8085"/>
                    <a:pt x="5186" y="8248"/>
                    <a:pt x="5148" y="8402"/>
                  </a:cubicBezTo>
                  <a:cubicBezTo>
                    <a:pt x="5104" y="8575"/>
                    <a:pt x="5011" y="8735"/>
                    <a:pt x="4869" y="8877"/>
                  </a:cubicBezTo>
                  <a:cubicBezTo>
                    <a:pt x="4722" y="9018"/>
                    <a:pt x="4537" y="9143"/>
                    <a:pt x="4319" y="9247"/>
                  </a:cubicBezTo>
                  <a:cubicBezTo>
                    <a:pt x="4106" y="9354"/>
                    <a:pt x="3828" y="9455"/>
                    <a:pt x="3484" y="9553"/>
                  </a:cubicBezTo>
                  <a:cubicBezTo>
                    <a:pt x="3152" y="9652"/>
                    <a:pt x="2819" y="9730"/>
                    <a:pt x="2498" y="9790"/>
                  </a:cubicBezTo>
                  <a:lnTo>
                    <a:pt x="1690" y="9936"/>
                  </a:lnTo>
                  <a:cubicBezTo>
                    <a:pt x="1461" y="9986"/>
                    <a:pt x="1281" y="10006"/>
                    <a:pt x="1156" y="9999"/>
                  </a:cubicBezTo>
                  <a:cubicBezTo>
                    <a:pt x="1031" y="9993"/>
                    <a:pt x="954" y="9974"/>
                    <a:pt x="932" y="9946"/>
                  </a:cubicBezTo>
                  <a:cubicBezTo>
                    <a:pt x="906" y="9914"/>
                    <a:pt x="976" y="9878"/>
                    <a:pt x="1134" y="9833"/>
                  </a:cubicBezTo>
                  <a:cubicBezTo>
                    <a:pt x="1194" y="9818"/>
                    <a:pt x="1358" y="9781"/>
                    <a:pt x="1636" y="9725"/>
                  </a:cubicBezTo>
                  <a:cubicBezTo>
                    <a:pt x="1914" y="9665"/>
                    <a:pt x="2176" y="9592"/>
                    <a:pt x="2427" y="9500"/>
                  </a:cubicBezTo>
                  <a:cubicBezTo>
                    <a:pt x="2683" y="9409"/>
                    <a:pt x="2901" y="9304"/>
                    <a:pt x="3075" y="9179"/>
                  </a:cubicBezTo>
                  <a:cubicBezTo>
                    <a:pt x="3250" y="9056"/>
                    <a:pt x="3365" y="8947"/>
                    <a:pt x="3408" y="8850"/>
                  </a:cubicBezTo>
                  <a:cubicBezTo>
                    <a:pt x="3457" y="8755"/>
                    <a:pt x="3479" y="8645"/>
                    <a:pt x="3479" y="8527"/>
                  </a:cubicBezTo>
                  <a:cubicBezTo>
                    <a:pt x="3468" y="8422"/>
                    <a:pt x="3430" y="8259"/>
                    <a:pt x="3370" y="8035"/>
                  </a:cubicBezTo>
                  <a:cubicBezTo>
                    <a:pt x="3305" y="7810"/>
                    <a:pt x="3245" y="7582"/>
                    <a:pt x="3185" y="7351"/>
                  </a:cubicBezTo>
                  <a:cubicBezTo>
                    <a:pt x="3130" y="7122"/>
                    <a:pt x="3119" y="6920"/>
                    <a:pt x="3152" y="6741"/>
                  </a:cubicBezTo>
                  <a:cubicBezTo>
                    <a:pt x="3185" y="6506"/>
                    <a:pt x="3289" y="6315"/>
                    <a:pt x="3447" y="6168"/>
                  </a:cubicBezTo>
                  <a:cubicBezTo>
                    <a:pt x="3604" y="6022"/>
                    <a:pt x="3861" y="5859"/>
                    <a:pt x="4210" y="5681"/>
                  </a:cubicBezTo>
                  <a:cubicBezTo>
                    <a:pt x="4565" y="5503"/>
                    <a:pt x="4869" y="5393"/>
                    <a:pt x="5131" y="5353"/>
                  </a:cubicBezTo>
                  <a:lnTo>
                    <a:pt x="6942" y="5015"/>
                  </a:lnTo>
                  <a:lnTo>
                    <a:pt x="5639" y="4796"/>
                  </a:lnTo>
                  <a:cubicBezTo>
                    <a:pt x="5317" y="4736"/>
                    <a:pt x="5039" y="4673"/>
                    <a:pt x="4821" y="4608"/>
                  </a:cubicBezTo>
                  <a:cubicBezTo>
                    <a:pt x="4602" y="4545"/>
                    <a:pt x="4340" y="4431"/>
                    <a:pt x="4030" y="4270"/>
                  </a:cubicBezTo>
                  <a:cubicBezTo>
                    <a:pt x="3724" y="4108"/>
                    <a:pt x="3484" y="3949"/>
                    <a:pt x="3332" y="3795"/>
                  </a:cubicBezTo>
                  <a:cubicBezTo>
                    <a:pt x="3174" y="3642"/>
                    <a:pt x="3081" y="3472"/>
                    <a:pt x="3043" y="3285"/>
                  </a:cubicBezTo>
                  <a:cubicBezTo>
                    <a:pt x="2999" y="3101"/>
                    <a:pt x="3010" y="2919"/>
                    <a:pt x="3065" y="2745"/>
                  </a:cubicBezTo>
                  <a:cubicBezTo>
                    <a:pt x="3086" y="2651"/>
                    <a:pt x="3163" y="2461"/>
                    <a:pt x="3299" y="2178"/>
                  </a:cubicBezTo>
                  <a:cubicBezTo>
                    <a:pt x="3430" y="1896"/>
                    <a:pt x="3507" y="1672"/>
                    <a:pt x="3523" y="1505"/>
                  </a:cubicBezTo>
                  <a:cubicBezTo>
                    <a:pt x="3539" y="1341"/>
                    <a:pt x="3496" y="1196"/>
                    <a:pt x="3376" y="1073"/>
                  </a:cubicBezTo>
                  <a:cubicBezTo>
                    <a:pt x="3289" y="981"/>
                    <a:pt x="3103" y="870"/>
                    <a:pt x="2836" y="734"/>
                  </a:cubicBezTo>
                  <a:cubicBezTo>
                    <a:pt x="2563" y="599"/>
                    <a:pt x="2241" y="488"/>
                    <a:pt x="1860" y="399"/>
                  </a:cubicBezTo>
                  <a:cubicBezTo>
                    <a:pt x="1483" y="311"/>
                    <a:pt x="1134" y="253"/>
                    <a:pt x="829" y="220"/>
                  </a:cubicBezTo>
                  <a:lnTo>
                    <a:pt x="0" y="136"/>
                  </a:lnTo>
                  <a:close/>
                </a:path>
              </a:pathLst>
            </a:custGeom>
            <a:solidFill>
              <a:schemeClr val="bg1">
                <a:lumMod val="95000"/>
              </a:schemeClr>
            </a:solidFill>
            <a:ln>
              <a:noFill/>
            </a:ln>
          </p:spPr>
          <p:txBody>
            <a:bodyPr vert="horz" wrap="square" lIns="91440" tIns="45720" rIns="91440" bIns="45720" numCol="1" anchor="t" anchorCtr="0" compatLnSpc="1">
              <a:normAutofit/>
            </a:bodyPr>
            <a:lstStyle/>
            <a:p>
              <a:endParaRPr lang="zh-CN" altLang="en-US" dirty="0">
                <a:cs typeface="+mn-ea"/>
                <a:sym typeface="+mn-lt"/>
              </a:endParaRPr>
            </a:p>
          </p:txBody>
        </p:sp>
        <p:sp>
          <p:nvSpPr>
            <p:cNvPr id="30" name="椭圆 29"/>
            <p:cNvSpPr/>
            <p:nvPr/>
          </p:nvSpPr>
          <p:spPr>
            <a:xfrm>
              <a:off x="1192540" y="2647872"/>
              <a:ext cx="1968654" cy="1968656"/>
            </a:xfrm>
            <a:prstGeom prst="ellipse">
              <a:avLst/>
            </a:prstGeom>
            <a:blipFill>
              <a:blip r:embed="rId2"/>
              <a:stretch>
                <a:fillRect l="-25161" r="-24839"/>
              </a:stretch>
            </a:blipFill>
            <a:ln w="3810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endParaRPr lang="zh-CN" altLang="en-US" sz="2800" b="1" dirty="0">
                <a:cs typeface="+mn-ea"/>
                <a:sym typeface="+mn-lt"/>
              </a:endParaRPr>
            </a:p>
          </p:txBody>
        </p:sp>
        <p:cxnSp>
          <p:nvCxnSpPr>
            <p:cNvPr id="31" name="直接连接符 30"/>
            <p:cNvCxnSpPr/>
            <p:nvPr/>
          </p:nvCxnSpPr>
          <p:spPr>
            <a:xfrm>
              <a:off x="5620870" y="2516653"/>
              <a:ext cx="5898029"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5620870" y="3632201"/>
              <a:ext cx="5898029"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5620870" y="4747749"/>
              <a:ext cx="5898029"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34" name="组合 33"/>
            <p:cNvGrpSpPr/>
            <p:nvPr/>
          </p:nvGrpSpPr>
          <p:grpSpPr>
            <a:xfrm>
              <a:off x="5086252" y="1612335"/>
              <a:ext cx="5028814" cy="693088"/>
              <a:chOff x="4526757" y="1612335"/>
              <a:chExt cx="5028814" cy="693088"/>
            </a:xfrm>
          </p:grpSpPr>
          <p:sp>
            <p:nvSpPr>
              <p:cNvPr id="45" name="矩形 44"/>
              <p:cNvSpPr/>
              <p:nvPr/>
            </p:nvSpPr>
            <p:spPr bwMode="auto">
              <a:xfrm>
                <a:off x="4976450" y="1612335"/>
                <a:ext cx="4579121" cy="693088"/>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2400" dirty="0">
                    <a:cs typeface="+mn-ea"/>
                    <a:sym typeface="+mn-lt"/>
                  </a:rPr>
                  <a:t>登录</a:t>
                </a:r>
              </a:p>
            </p:txBody>
          </p:sp>
          <p:sp>
            <p:nvSpPr>
              <p:cNvPr id="46" name="任意多边形: 形状 45"/>
              <p:cNvSpPr/>
              <p:nvPr/>
            </p:nvSpPr>
            <p:spPr>
              <a:xfrm>
                <a:off x="4526757" y="1791121"/>
                <a:ext cx="367553" cy="335518"/>
              </a:xfrm>
              <a:custGeom>
                <a:avLst/>
                <a:gdLst>
                  <a:gd name="connsiteX0" fmla="*/ 134413 w 540656"/>
                  <a:gd name="connsiteY0" fmla="*/ 235194 h 493535"/>
                  <a:gd name="connsiteX1" fmla="*/ 191280 w 540656"/>
                  <a:gd name="connsiteY1" fmla="*/ 302363 h 493535"/>
                  <a:gd name="connsiteX2" fmla="*/ 199034 w 540656"/>
                  <a:gd name="connsiteY2" fmla="*/ 304946 h 493535"/>
                  <a:gd name="connsiteX3" fmla="*/ 251015 w 540656"/>
                  <a:gd name="connsiteY3" fmla="*/ 245730 h 493535"/>
                  <a:gd name="connsiteX4" fmla="*/ 250737 w 540656"/>
                  <a:gd name="connsiteY4" fmla="*/ 235359 h 493535"/>
                  <a:gd name="connsiteX5" fmla="*/ 250832 w 540656"/>
                  <a:gd name="connsiteY5" fmla="*/ 235264 h 493535"/>
                  <a:gd name="connsiteX6" fmla="*/ 276581 w 540656"/>
                  <a:gd name="connsiteY6" fmla="*/ 253278 h 493535"/>
                  <a:gd name="connsiteX7" fmla="*/ 284336 w 540656"/>
                  <a:gd name="connsiteY7" fmla="*/ 258445 h 493535"/>
                  <a:gd name="connsiteX8" fmla="*/ 320524 w 540656"/>
                  <a:gd name="connsiteY8" fmla="*/ 271362 h 493535"/>
                  <a:gd name="connsiteX9" fmla="*/ 323109 w 540656"/>
                  <a:gd name="connsiteY9" fmla="*/ 271362 h 493535"/>
                  <a:gd name="connsiteX10" fmla="*/ 351542 w 540656"/>
                  <a:gd name="connsiteY10" fmla="*/ 292029 h 493535"/>
                  <a:gd name="connsiteX11" fmla="*/ 367051 w 540656"/>
                  <a:gd name="connsiteY11" fmla="*/ 323030 h 493535"/>
                  <a:gd name="connsiteX12" fmla="*/ 356712 w 540656"/>
                  <a:gd name="connsiteY12" fmla="*/ 333364 h 493535"/>
                  <a:gd name="connsiteX13" fmla="*/ 354127 w 540656"/>
                  <a:gd name="connsiteY13" fmla="*/ 330780 h 493535"/>
                  <a:gd name="connsiteX14" fmla="*/ 323109 w 540656"/>
                  <a:gd name="connsiteY14" fmla="*/ 302363 h 493535"/>
                  <a:gd name="connsiteX15" fmla="*/ 307599 w 540656"/>
                  <a:gd name="connsiteY15" fmla="*/ 292029 h 493535"/>
                  <a:gd name="connsiteX16" fmla="*/ 307599 w 540656"/>
                  <a:gd name="connsiteY16" fmla="*/ 289446 h 493535"/>
                  <a:gd name="connsiteX17" fmla="*/ 289505 w 540656"/>
                  <a:gd name="connsiteY17" fmla="*/ 279112 h 493535"/>
                  <a:gd name="connsiteX18" fmla="*/ 255902 w 540656"/>
                  <a:gd name="connsiteY18" fmla="*/ 258445 h 493535"/>
                  <a:gd name="connsiteX19" fmla="*/ 178356 w 540656"/>
                  <a:gd name="connsiteY19" fmla="*/ 413450 h 493535"/>
                  <a:gd name="connsiteX20" fmla="*/ 219713 w 540656"/>
                  <a:gd name="connsiteY20" fmla="*/ 423783 h 493535"/>
                  <a:gd name="connsiteX21" fmla="*/ 230053 w 540656"/>
                  <a:gd name="connsiteY21" fmla="*/ 426367 h 493535"/>
                  <a:gd name="connsiteX22" fmla="*/ 242978 w 540656"/>
                  <a:gd name="connsiteY22" fmla="*/ 434117 h 493535"/>
                  <a:gd name="connsiteX23" fmla="*/ 268826 w 540656"/>
                  <a:gd name="connsiteY23" fmla="*/ 444450 h 493535"/>
                  <a:gd name="connsiteX24" fmla="*/ 299845 w 540656"/>
                  <a:gd name="connsiteY24" fmla="*/ 470285 h 493535"/>
                  <a:gd name="connsiteX25" fmla="*/ 307599 w 540656"/>
                  <a:gd name="connsiteY25" fmla="*/ 478035 h 493535"/>
                  <a:gd name="connsiteX26" fmla="*/ 201619 w 540656"/>
                  <a:gd name="connsiteY26" fmla="*/ 493535 h 493535"/>
                  <a:gd name="connsiteX27" fmla="*/ 183525 w 540656"/>
                  <a:gd name="connsiteY27" fmla="*/ 493535 h 493535"/>
                  <a:gd name="connsiteX28" fmla="*/ 10339 w 540656"/>
                  <a:gd name="connsiteY28" fmla="*/ 457368 h 493535"/>
                  <a:gd name="connsiteX29" fmla="*/ 0 w 540656"/>
                  <a:gd name="connsiteY29" fmla="*/ 431533 h 493535"/>
                  <a:gd name="connsiteX30" fmla="*/ 33603 w 540656"/>
                  <a:gd name="connsiteY30" fmla="*/ 292029 h 493535"/>
                  <a:gd name="connsiteX31" fmla="*/ 62037 w 540656"/>
                  <a:gd name="connsiteY31" fmla="*/ 271362 h 493535"/>
                  <a:gd name="connsiteX32" fmla="*/ 134413 w 540656"/>
                  <a:gd name="connsiteY32" fmla="*/ 235194 h 493535"/>
                  <a:gd name="connsiteX33" fmla="*/ 540656 w 540656"/>
                  <a:gd name="connsiteY33" fmla="*/ 232714 h 493535"/>
                  <a:gd name="connsiteX34" fmla="*/ 488919 w 540656"/>
                  <a:gd name="connsiteY34" fmla="*/ 276596 h 493535"/>
                  <a:gd name="connsiteX35" fmla="*/ 444942 w 540656"/>
                  <a:gd name="connsiteY35" fmla="*/ 328223 h 493535"/>
                  <a:gd name="connsiteX36" fmla="*/ 408726 w 540656"/>
                  <a:gd name="connsiteY36" fmla="*/ 387593 h 493535"/>
                  <a:gd name="connsiteX37" fmla="*/ 377684 w 540656"/>
                  <a:gd name="connsiteY37" fmla="*/ 446963 h 493535"/>
                  <a:gd name="connsiteX38" fmla="*/ 359576 w 540656"/>
                  <a:gd name="connsiteY38" fmla="*/ 485682 h 493535"/>
                  <a:gd name="connsiteX39" fmla="*/ 328534 w 540656"/>
                  <a:gd name="connsiteY39" fmla="*/ 444381 h 493535"/>
                  <a:gd name="connsiteX40" fmla="*/ 284557 w 540656"/>
                  <a:gd name="connsiteY40" fmla="*/ 410824 h 493535"/>
                  <a:gd name="connsiteX41" fmla="*/ 258689 w 540656"/>
                  <a:gd name="connsiteY41" fmla="*/ 397918 h 493535"/>
                  <a:gd name="connsiteX42" fmla="*/ 243168 w 540656"/>
                  <a:gd name="connsiteY42" fmla="*/ 390174 h 493535"/>
                  <a:gd name="connsiteX43" fmla="*/ 230233 w 540656"/>
                  <a:gd name="connsiteY43" fmla="*/ 385011 h 493535"/>
                  <a:gd name="connsiteX44" fmla="*/ 271623 w 540656"/>
                  <a:gd name="connsiteY44" fmla="*/ 302410 h 493535"/>
                  <a:gd name="connsiteX45" fmla="*/ 287144 w 540656"/>
                  <a:gd name="connsiteY45" fmla="*/ 315316 h 493535"/>
                  <a:gd name="connsiteX46" fmla="*/ 302665 w 540656"/>
                  <a:gd name="connsiteY46" fmla="*/ 325641 h 493535"/>
                  <a:gd name="connsiteX47" fmla="*/ 331121 w 540656"/>
                  <a:gd name="connsiteY47" fmla="*/ 351454 h 493535"/>
                  <a:gd name="connsiteX48" fmla="*/ 356989 w 540656"/>
                  <a:gd name="connsiteY48" fmla="*/ 382430 h 493535"/>
                  <a:gd name="connsiteX49" fmla="*/ 375097 w 540656"/>
                  <a:gd name="connsiteY49" fmla="*/ 361780 h 493535"/>
                  <a:gd name="connsiteX50" fmla="*/ 424248 w 540656"/>
                  <a:gd name="connsiteY50" fmla="*/ 310153 h 493535"/>
                  <a:gd name="connsiteX51" fmla="*/ 478572 w 540656"/>
                  <a:gd name="connsiteY51" fmla="*/ 266271 h 493535"/>
                  <a:gd name="connsiteX52" fmla="*/ 540656 w 540656"/>
                  <a:gd name="connsiteY52" fmla="*/ 232714 h 493535"/>
                  <a:gd name="connsiteX53" fmla="*/ 250901 w 540656"/>
                  <a:gd name="connsiteY53" fmla="*/ 232714 h 493535"/>
                  <a:gd name="connsiteX54" fmla="*/ 250901 w 540656"/>
                  <a:gd name="connsiteY54" fmla="*/ 235194 h 493535"/>
                  <a:gd name="connsiteX55" fmla="*/ 250832 w 540656"/>
                  <a:gd name="connsiteY55" fmla="*/ 235264 h 493535"/>
                  <a:gd name="connsiteX56" fmla="*/ 250732 w 540656"/>
                  <a:gd name="connsiteY56" fmla="*/ 235194 h 493535"/>
                  <a:gd name="connsiteX57" fmla="*/ 250737 w 540656"/>
                  <a:gd name="connsiteY57" fmla="*/ 235359 h 493535"/>
                  <a:gd name="connsiteX58" fmla="*/ 248421 w 540656"/>
                  <a:gd name="connsiteY58" fmla="*/ 237674 h 493535"/>
                  <a:gd name="connsiteX59" fmla="*/ 250901 w 540656"/>
                  <a:gd name="connsiteY59" fmla="*/ 232714 h 493535"/>
                  <a:gd name="connsiteX60" fmla="*/ 183628 w 540656"/>
                  <a:gd name="connsiteY60" fmla="*/ 0 h 493535"/>
                  <a:gd name="connsiteX61" fmla="*/ 217213 w 540656"/>
                  <a:gd name="connsiteY61" fmla="*/ 10333 h 493535"/>
                  <a:gd name="connsiteX62" fmla="*/ 230130 w 540656"/>
                  <a:gd name="connsiteY62" fmla="*/ 12917 h 493535"/>
                  <a:gd name="connsiteX63" fmla="*/ 274048 w 540656"/>
                  <a:gd name="connsiteY63" fmla="*/ 38751 h 493535"/>
                  <a:gd name="connsiteX64" fmla="*/ 284382 w 540656"/>
                  <a:gd name="connsiteY64" fmla="*/ 121420 h 493535"/>
                  <a:gd name="connsiteX65" fmla="*/ 284382 w 540656"/>
                  <a:gd name="connsiteY65" fmla="*/ 152421 h 493535"/>
                  <a:gd name="connsiteX66" fmla="*/ 276631 w 540656"/>
                  <a:gd name="connsiteY66" fmla="*/ 167921 h 493535"/>
                  <a:gd name="connsiteX67" fmla="*/ 191378 w 540656"/>
                  <a:gd name="connsiteY67" fmla="*/ 258341 h 493535"/>
                  <a:gd name="connsiteX68" fmla="*/ 111293 w 540656"/>
                  <a:gd name="connsiteY68" fmla="*/ 167921 h 493535"/>
                  <a:gd name="connsiteX69" fmla="*/ 103543 w 540656"/>
                  <a:gd name="connsiteY69" fmla="*/ 152421 h 493535"/>
                  <a:gd name="connsiteX70" fmla="*/ 103543 w 540656"/>
                  <a:gd name="connsiteY70" fmla="*/ 121420 h 493535"/>
                  <a:gd name="connsiteX71" fmla="*/ 106126 w 540656"/>
                  <a:gd name="connsiteY71" fmla="*/ 118837 h 493535"/>
                  <a:gd name="connsiteX72" fmla="*/ 106126 w 540656"/>
                  <a:gd name="connsiteY72" fmla="*/ 59418 h 493535"/>
                  <a:gd name="connsiteX73" fmla="*/ 160378 w 540656"/>
                  <a:gd name="connsiteY73" fmla="*/ 5167 h 493535"/>
                  <a:gd name="connsiteX74" fmla="*/ 175878 w 540656"/>
                  <a:gd name="connsiteY74" fmla="*/ 2583 h 493535"/>
                  <a:gd name="connsiteX75" fmla="*/ 181045 w 540656"/>
                  <a:gd name="connsiteY75" fmla="*/ 2583 h 493535"/>
                  <a:gd name="connsiteX76" fmla="*/ 183628 w 540656"/>
                  <a:gd name="connsiteY76" fmla="*/ 0 h 493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540656" h="493535">
                    <a:moveTo>
                      <a:pt x="134413" y="235194"/>
                    </a:moveTo>
                    <a:cubicBezTo>
                      <a:pt x="134413" y="235194"/>
                      <a:pt x="136998" y="299779"/>
                      <a:pt x="191280" y="302363"/>
                    </a:cubicBezTo>
                    <a:lnTo>
                      <a:pt x="199034" y="304946"/>
                    </a:lnTo>
                    <a:cubicBezTo>
                      <a:pt x="243624" y="303009"/>
                      <a:pt x="250409" y="264742"/>
                      <a:pt x="251015" y="245730"/>
                    </a:cubicBezTo>
                    <a:lnTo>
                      <a:pt x="250737" y="235359"/>
                    </a:lnTo>
                    <a:lnTo>
                      <a:pt x="250832" y="235264"/>
                    </a:lnTo>
                    <a:lnTo>
                      <a:pt x="276581" y="253278"/>
                    </a:lnTo>
                    <a:cubicBezTo>
                      <a:pt x="279166" y="255862"/>
                      <a:pt x="281751" y="255862"/>
                      <a:pt x="284336" y="258445"/>
                    </a:cubicBezTo>
                    <a:cubicBezTo>
                      <a:pt x="284336" y="258445"/>
                      <a:pt x="302430" y="263612"/>
                      <a:pt x="320524" y="271362"/>
                    </a:cubicBezTo>
                    <a:cubicBezTo>
                      <a:pt x="323109" y="271362"/>
                      <a:pt x="323109" y="271362"/>
                      <a:pt x="323109" y="271362"/>
                    </a:cubicBezTo>
                    <a:cubicBezTo>
                      <a:pt x="343787" y="279112"/>
                      <a:pt x="351542" y="292029"/>
                      <a:pt x="351542" y="292029"/>
                    </a:cubicBezTo>
                    <a:cubicBezTo>
                      <a:pt x="359297" y="299779"/>
                      <a:pt x="361882" y="312697"/>
                      <a:pt x="367051" y="323030"/>
                    </a:cubicBezTo>
                    <a:cubicBezTo>
                      <a:pt x="364466" y="325614"/>
                      <a:pt x="361882" y="330780"/>
                      <a:pt x="356712" y="333364"/>
                    </a:cubicBezTo>
                    <a:cubicBezTo>
                      <a:pt x="356712" y="333364"/>
                      <a:pt x="356712" y="333364"/>
                      <a:pt x="354127" y="330780"/>
                    </a:cubicBezTo>
                    <a:cubicBezTo>
                      <a:pt x="346372" y="323030"/>
                      <a:pt x="336033" y="312697"/>
                      <a:pt x="323109" y="302363"/>
                    </a:cubicBezTo>
                    <a:cubicBezTo>
                      <a:pt x="317939" y="299779"/>
                      <a:pt x="312769" y="294613"/>
                      <a:pt x="307599" y="292029"/>
                    </a:cubicBezTo>
                    <a:lnTo>
                      <a:pt x="307599" y="289446"/>
                    </a:lnTo>
                    <a:cubicBezTo>
                      <a:pt x="299845" y="286862"/>
                      <a:pt x="294675" y="281696"/>
                      <a:pt x="289505" y="279112"/>
                    </a:cubicBezTo>
                    <a:lnTo>
                      <a:pt x="255902" y="258445"/>
                    </a:lnTo>
                    <a:lnTo>
                      <a:pt x="178356" y="413450"/>
                    </a:lnTo>
                    <a:lnTo>
                      <a:pt x="219713" y="423783"/>
                    </a:lnTo>
                    <a:cubicBezTo>
                      <a:pt x="222298" y="423783"/>
                      <a:pt x="227468" y="426367"/>
                      <a:pt x="230053" y="426367"/>
                    </a:cubicBezTo>
                    <a:cubicBezTo>
                      <a:pt x="235223" y="428950"/>
                      <a:pt x="240393" y="431533"/>
                      <a:pt x="242978" y="434117"/>
                    </a:cubicBezTo>
                    <a:cubicBezTo>
                      <a:pt x="253317" y="436700"/>
                      <a:pt x="261072" y="441867"/>
                      <a:pt x="268826" y="444450"/>
                    </a:cubicBezTo>
                    <a:cubicBezTo>
                      <a:pt x="284336" y="452201"/>
                      <a:pt x="294675" y="462534"/>
                      <a:pt x="299845" y="470285"/>
                    </a:cubicBezTo>
                    <a:lnTo>
                      <a:pt x="307599" y="478035"/>
                    </a:lnTo>
                    <a:cubicBezTo>
                      <a:pt x="253317" y="490952"/>
                      <a:pt x="201619" y="493535"/>
                      <a:pt x="201619" y="493535"/>
                    </a:cubicBezTo>
                    <a:cubicBezTo>
                      <a:pt x="196450" y="493535"/>
                      <a:pt x="191280" y="493535"/>
                      <a:pt x="183525" y="493535"/>
                    </a:cubicBezTo>
                    <a:cubicBezTo>
                      <a:pt x="183525" y="493535"/>
                      <a:pt x="77546" y="488368"/>
                      <a:pt x="10339" y="457368"/>
                    </a:cubicBezTo>
                    <a:cubicBezTo>
                      <a:pt x="10339" y="457368"/>
                      <a:pt x="0" y="454784"/>
                      <a:pt x="0" y="431533"/>
                    </a:cubicBezTo>
                    <a:cubicBezTo>
                      <a:pt x="0" y="431533"/>
                      <a:pt x="2585" y="335947"/>
                      <a:pt x="33603" y="292029"/>
                    </a:cubicBezTo>
                    <a:cubicBezTo>
                      <a:pt x="33603" y="292029"/>
                      <a:pt x="41358" y="279112"/>
                      <a:pt x="62037" y="271362"/>
                    </a:cubicBezTo>
                    <a:cubicBezTo>
                      <a:pt x="62037" y="271362"/>
                      <a:pt x="129243" y="253278"/>
                      <a:pt x="134413" y="235194"/>
                    </a:cubicBezTo>
                    <a:close/>
                    <a:moveTo>
                      <a:pt x="540656" y="232714"/>
                    </a:moveTo>
                    <a:cubicBezTo>
                      <a:pt x="519961" y="245621"/>
                      <a:pt x="504440" y="261109"/>
                      <a:pt x="488919" y="276596"/>
                    </a:cubicBezTo>
                    <a:cubicBezTo>
                      <a:pt x="473398" y="292084"/>
                      <a:pt x="457877" y="310153"/>
                      <a:pt x="444942" y="328223"/>
                    </a:cubicBezTo>
                    <a:cubicBezTo>
                      <a:pt x="432008" y="348873"/>
                      <a:pt x="421661" y="366942"/>
                      <a:pt x="408726" y="387593"/>
                    </a:cubicBezTo>
                    <a:cubicBezTo>
                      <a:pt x="398379" y="405662"/>
                      <a:pt x="388032" y="426312"/>
                      <a:pt x="377684" y="446963"/>
                    </a:cubicBezTo>
                    <a:lnTo>
                      <a:pt x="359576" y="485682"/>
                    </a:lnTo>
                    <a:lnTo>
                      <a:pt x="328534" y="444381"/>
                    </a:lnTo>
                    <a:cubicBezTo>
                      <a:pt x="318186" y="431475"/>
                      <a:pt x="302665" y="421150"/>
                      <a:pt x="284557" y="410824"/>
                    </a:cubicBezTo>
                    <a:cubicBezTo>
                      <a:pt x="276797" y="405662"/>
                      <a:pt x="266449" y="400499"/>
                      <a:pt x="258689" y="397918"/>
                    </a:cubicBezTo>
                    <a:cubicBezTo>
                      <a:pt x="253515" y="395337"/>
                      <a:pt x="248341" y="392755"/>
                      <a:pt x="243168" y="390174"/>
                    </a:cubicBezTo>
                    <a:cubicBezTo>
                      <a:pt x="237994" y="390174"/>
                      <a:pt x="232820" y="387593"/>
                      <a:pt x="230233" y="385011"/>
                    </a:cubicBezTo>
                    <a:lnTo>
                      <a:pt x="271623" y="302410"/>
                    </a:lnTo>
                    <a:cubicBezTo>
                      <a:pt x="276797" y="307572"/>
                      <a:pt x="281970" y="310153"/>
                      <a:pt x="287144" y="315316"/>
                    </a:cubicBezTo>
                    <a:cubicBezTo>
                      <a:pt x="292318" y="317897"/>
                      <a:pt x="297492" y="323060"/>
                      <a:pt x="302665" y="325641"/>
                    </a:cubicBezTo>
                    <a:cubicBezTo>
                      <a:pt x="313013" y="333385"/>
                      <a:pt x="320773" y="343710"/>
                      <a:pt x="331121" y="351454"/>
                    </a:cubicBezTo>
                    <a:cubicBezTo>
                      <a:pt x="341468" y="361780"/>
                      <a:pt x="349229" y="372105"/>
                      <a:pt x="356989" y="382430"/>
                    </a:cubicBezTo>
                    <a:cubicBezTo>
                      <a:pt x="364750" y="374686"/>
                      <a:pt x="369924" y="369523"/>
                      <a:pt x="375097" y="361780"/>
                    </a:cubicBezTo>
                    <a:cubicBezTo>
                      <a:pt x="390618" y="343710"/>
                      <a:pt x="406140" y="328223"/>
                      <a:pt x="424248" y="310153"/>
                    </a:cubicBezTo>
                    <a:cubicBezTo>
                      <a:pt x="442356" y="294666"/>
                      <a:pt x="460464" y="279178"/>
                      <a:pt x="478572" y="266271"/>
                    </a:cubicBezTo>
                    <a:cubicBezTo>
                      <a:pt x="499267" y="253365"/>
                      <a:pt x="519961" y="240458"/>
                      <a:pt x="540656" y="232714"/>
                    </a:cubicBezTo>
                    <a:close/>
                    <a:moveTo>
                      <a:pt x="250901" y="232714"/>
                    </a:moveTo>
                    <a:cubicBezTo>
                      <a:pt x="250901" y="232714"/>
                      <a:pt x="250901" y="235194"/>
                      <a:pt x="250901" y="235194"/>
                    </a:cubicBezTo>
                    <a:lnTo>
                      <a:pt x="250832" y="235264"/>
                    </a:lnTo>
                    <a:lnTo>
                      <a:pt x="250732" y="235194"/>
                    </a:lnTo>
                    <a:lnTo>
                      <a:pt x="250737" y="235359"/>
                    </a:lnTo>
                    <a:lnTo>
                      <a:pt x="248421" y="237674"/>
                    </a:lnTo>
                    <a:cubicBezTo>
                      <a:pt x="250901" y="235194"/>
                      <a:pt x="250901" y="235194"/>
                      <a:pt x="250901" y="232714"/>
                    </a:cubicBezTo>
                    <a:close/>
                    <a:moveTo>
                      <a:pt x="183628" y="0"/>
                    </a:moveTo>
                    <a:cubicBezTo>
                      <a:pt x="183628" y="0"/>
                      <a:pt x="196545" y="2583"/>
                      <a:pt x="217213" y="10333"/>
                    </a:cubicBezTo>
                    <a:lnTo>
                      <a:pt x="230130" y="12917"/>
                    </a:lnTo>
                    <a:cubicBezTo>
                      <a:pt x="258548" y="20667"/>
                      <a:pt x="271465" y="36167"/>
                      <a:pt x="274048" y="38751"/>
                    </a:cubicBezTo>
                    <a:cubicBezTo>
                      <a:pt x="294715" y="64585"/>
                      <a:pt x="289548" y="103336"/>
                      <a:pt x="284382" y="121420"/>
                    </a:cubicBezTo>
                    <a:cubicBezTo>
                      <a:pt x="289548" y="129170"/>
                      <a:pt x="286965" y="144671"/>
                      <a:pt x="284382" y="152421"/>
                    </a:cubicBezTo>
                    <a:cubicBezTo>
                      <a:pt x="284382" y="160171"/>
                      <a:pt x="281798" y="165338"/>
                      <a:pt x="276631" y="167921"/>
                    </a:cubicBezTo>
                    <a:cubicBezTo>
                      <a:pt x="271465" y="211839"/>
                      <a:pt x="232713" y="258341"/>
                      <a:pt x="191378" y="258341"/>
                    </a:cubicBezTo>
                    <a:cubicBezTo>
                      <a:pt x="155211" y="258341"/>
                      <a:pt x="116460" y="214423"/>
                      <a:pt x="111293" y="167921"/>
                    </a:cubicBezTo>
                    <a:cubicBezTo>
                      <a:pt x="108709" y="165338"/>
                      <a:pt x="103543" y="160171"/>
                      <a:pt x="103543" y="152421"/>
                    </a:cubicBezTo>
                    <a:cubicBezTo>
                      <a:pt x="100959" y="144671"/>
                      <a:pt x="98376" y="129170"/>
                      <a:pt x="103543" y="121420"/>
                    </a:cubicBezTo>
                    <a:cubicBezTo>
                      <a:pt x="103543" y="121420"/>
                      <a:pt x="106126" y="121420"/>
                      <a:pt x="106126" y="118837"/>
                    </a:cubicBezTo>
                    <a:cubicBezTo>
                      <a:pt x="98376" y="80085"/>
                      <a:pt x="103543" y="62002"/>
                      <a:pt x="106126" y="59418"/>
                    </a:cubicBezTo>
                    <a:cubicBezTo>
                      <a:pt x="119043" y="20667"/>
                      <a:pt x="160378" y="5167"/>
                      <a:pt x="160378" y="5167"/>
                    </a:cubicBezTo>
                    <a:cubicBezTo>
                      <a:pt x="162961" y="2583"/>
                      <a:pt x="170711" y="0"/>
                      <a:pt x="175878" y="2583"/>
                    </a:cubicBezTo>
                    <a:cubicBezTo>
                      <a:pt x="175878" y="2583"/>
                      <a:pt x="178461" y="2583"/>
                      <a:pt x="181045" y="2583"/>
                    </a:cubicBezTo>
                    <a:cubicBezTo>
                      <a:pt x="181045" y="0"/>
                      <a:pt x="181045" y="0"/>
                      <a:pt x="183628" y="0"/>
                    </a:cubicBezTo>
                    <a:close/>
                  </a:path>
                </a:pathLst>
              </a:custGeom>
              <a:solidFill>
                <a:schemeClr val="accent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cs typeface="+mn-ea"/>
                  <a:sym typeface="+mn-lt"/>
                </a:endParaRPr>
              </a:p>
            </p:txBody>
          </p:sp>
        </p:grpSp>
        <p:grpSp>
          <p:nvGrpSpPr>
            <p:cNvPr id="35" name="组合 34"/>
            <p:cNvGrpSpPr/>
            <p:nvPr/>
          </p:nvGrpSpPr>
          <p:grpSpPr>
            <a:xfrm>
              <a:off x="5086252" y="2727883"/>
              <a:ext cx="5028814" cy="693088"/>
              <a:chOff x="4526757" y="1612335"/>
              <a:chExt cx="5028814" cy="693088"/>
            </a:xfrm>
          </p:grpSpPr>
          <p:sp>
            <p:nvSpPr>
              <p:cNvPr id="43" name="矩形 42"/>
              <p:cNvSpPr/>
              <p:nvPr/>
            </p:nvSpPr>
            <p:spPr bwMode="auto">
              <a:xfrm>
                <a:off x="4976450" y="1612335"/>
                <a:ext cx="4579121" cy="693088"/>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2400" dirty="0">
                    <a:cs typeface="+mn-ea"/>
                    <a:sym typeface="+mn-lt"/>
                  </a:rPr>
                  <a:t>菜单导航</a:t>
                </a:r>
              </a:p>
            </p:txBody>
          </p:sp>
          <p:sp>
            <p:nvSpPr>
              <p:cNvPr id="44" name="任意多边形: 形状 43"/>
              <p:cNvSpPr/>
              <p:nvPr/>
            </p:nvSpPr>
            <p:spPr>
              <a:xfrm>
                <a:off x="4526757" y="1791121"/>
                <a:ext cx="367553" cy="335518"/>
              </a:xfrm>
              <a:custGeom>
                <a:avLst/>
                <a:gdLst>
                  <a:gd name="connsiteX0" fmla="*/ 134413 w 540656"/>
                  <a:gd name="connsiteY0" fmla="*/ 235194 h 493535"/>
                  <a:gd name="connsiteX1" fmla="*/ 191280 w 540656"/>
                  <a:gd name="connsiteY1" fmla="*/ 302363 h 493535"/>
                  <a:gd name="connsiteX2" fmla="*/ 199034 w 540656"/>
                  <a:gd name="connsiteY2" fmla="*/ 304946 h 493535"/>
                  <a:gd name="connsiteX3" fmla="*/ 251015 w 540656"/>
                  <a:gd name="connsiteY3" fmla="*/ 245730 h 493535"/>
                  <a:gd name="connsiteX4" fmla="*/ 250737 w 540656"/>
                  <a:gd name="connsiteY4" fmla="*/ 235359 h 493535"/>
                  <a:gd name="connsiteX5" fmla="*/ 250832 w 540656"/>
                  <a:gd name="connsiteY5" fmla="*/ 235264 h 493535"/>
                  <a:gd name="connsiteX6" fmla="*/ 276581 w 540656"/>
                  <a:gd name="connsiteY6" fmla="*/ 253278 h 493535"/>
                  <a:gd name="connsiteX7" fmla="*/ 284336 w 540656"/>
                  <a:gd name="connsiteY7" fmla="*/ 258445 h 493535"/>
                  <a:gd name="connsiteX8" fmla="*/ 320524 w 540656"/>
                  <a:gd name="connsiteY8" fmla="*/ 271362 h 493535"/>
                  <a:gd name="connsiteX9" fmla="*/ 323109 w 540656"/>
                  <a:gd name="connsiteY9" fmla="*/ 271362 h 493535"/>
                  <a:gd name="connsiteX10" fmla="*/ 351542 w 540656"/>
                  <a:gd name="connsiteY10" fmla="*/ 292029 h 493535"/>
                  <a:gd name="connsiteX11" fmla="*/ 367051 w 540656"/>
                  <a:gd name="connsiteY11" fmla="*/ 323030 h 493535"/>
                  <a:gd name="connsiteX12" fmla="*/ 356712 w 540656"/>
                  <a:gd name="connsiteY12" fmla="*/ 333364 h 493535"/>
                  <a:gd name="connsiteX13" fmla="*/ 354127 w 540656"/>
                  <a:gd name="connsiteY13" fmla="*/ 330780 h 493535"/>
                  <a:gd name="connsiteX14" fmla="*/ 323109 w 540656"/>
                  <a:gd name="connsiteY14" fmla="*/ 302363 h 493535"/>
                  <a:gd name="connsiteX15" fmla="*/ 307599 w 540656"/>
                  <a:gd name="connsiteY15" fmla="*/ 292029 h 493535"/>
                  <a:gd name="connsiteX16" fmla="*/ 307599 w 540656"/>
                  <a:gd name="connsiteY16" fmla="*/ 289446 h 493535"/>
                  <a:gd name="connsiteX17" fmla="*/ 289505 w 540656"/>
                  <a:gd name="connsiteY17" fmla="*/ 279112 h 493535"/>
                  <a:gd name="connsiteX18" fmla="*/ 255902 w 540656"/>
                  <a:gd name="connsiteY18" fmla="*/ 258445 h 493535"/>
                  <a:gd name="connsiteX19" fmla="*/ 178356 w 540656"/>
                  <a:gd name="connsiteY19" fmla="*/ 413450 h 493535"/>
                  <a:gd name="connsiteX20" fmla="*/ 219713 w 540656"/>
                  <a:gd name="connsiteY20" fmla="*/ 423783 h 493535"/>
                  <a:gd name="connsiteX21" fmla="*/ 230053 w 540656"/>
                  <a:gd name="connsiteY21" fmla="*/ 426367 h 493535"/>
                  <a:gd name="connsiteX22" fmla="*/ 242978 w 540656"/>
                  <a:gd name="connsiteY22" fmla="*/ 434117 h 493535"/>
                  <a:gd name="connsiteX23" fmla="*/ 268826 w 540656"/>
                  <a:gd name="connsiteY23" fmla="*/ 444450 h 493535"/>
                  <a:gd name="connsiteX24" fmla="*/ 299845 w 540656"/>
                  <a:gd name="connsiteY24" fmla="*/ 470285 h 493535"/>
                  <a:gd name="connsiteX25" fmla="*/ 307599 w 540656"/>
                  <a:gd name="connsiteY25" fmla="*/ 478035 h 493535"/>
                  <a:gd name="connsiteX26" fmla="*/ 201619 w 540656"/>
                  <a:gd name="connsiteY26" fmla="*/ 493535 h 493535"/>
                  <a:gd name="connsiteX27" fmla="*/ 183525 w 540656"/>
                  <a:gd name="connsiteY27" fmla="*/ 493535 h 493535"/>
                  <a:gd name="connsiteX28" fmla="*/ 10339 w 540656"/>
                  <a:gd name="connsiteY28" fmla="*/ 457368 h 493535"/>
                  <a:gd name="connsiteX29" fmla="*/ 0 w 540656"/>
                  <a:gd name="connsiteY29" fmla="*/ 431533 h 493535"/>
                  <a:gd name="connsiteX30" fmla="*/ 33603 w 540656"/>
                  <a:gd name="connsiteY30" fmla="*/ 292029 h 493535"/>
                  <a:gd name="connsiteX31" fmla="*/ 62037 w 540656"/>
                  <a:gd name="connsiteY31" fmla="*/ 271362 h 493535"/>
                  <a:gd name="connsiteX32" fmla="*/ 134413 w 540656"/>
                  <a:gd name="connsiteY32" fmla="*/ 235194 h 493535"/>
                  <a:gd name="connsiteX33" fmla="*/ 540656 w 540656"/>
                  <a:gd name="connsiteY33" fmla="*/ 232714 h 493535"/>
                  <a:gd name="connsiteX34" fmla="*/ 488919 w 540656"/>
                  <a:gd name="connsiteY34" fmla="*/ 276596 h 493535"/>
                  <a:gd name="connsiteX35" fmla="*/ 444942 w 540656"/>
                  <a:gd name="connsiteY35" fmla="*/ 328223 h 493535"/>
                  <a:gd name="connsiteX36" fmla="*/ 408726 w 540656"/>
                  <a:gd name="connsiteY36" fmla="*/ 387593 h 493535"/>
                  <a:gd name="connsiteX37" fmla="*/ 377684 w 540656"/>
                  <a:gd name="connsiteY37" fmla="*/ 446963 h 493535"/>
                  <a:gd name="connsiteX38" fmla="*/ 359576 w 540656"/>
                  <a:gd name="connsiteY38" fmla="*/ 485682 h 493535"/>
                  <a:gd name="connsiteX39" fmla="*/ 328534 w 540656"/>
                  <a:gd name="connsiteY39" fmla="*/ 444381 h 493535"/>
                  <a:gd name="connsiteX40" fmla="*/ 284557 w 540656"/>
                  <a:gd name="connsiteY40" fmla="*/ 410824 h 493535"/>
                  <a:gd name="connsiteX41" fmla="*/ 258689 w 540656"/>
                  <a:gd name="connsiteY41" fmla="*/ 397918 h 493535"/>
                  <a:gd name="connsiteX42" fmla="*/ 243168 w 540656"/>
                  <a:gd name="connsiteY42" fmla="*/ 390174 h 493535"/>
                  <a:gd name="connsiteX43" fmla="*/ 230233 w 540656"/>
                  <a:gd name="connsiteY43" fmla="*/ 385011 h 493535"/>
                  <a:gd name="connsiteX44" fmla="*/ 271623 w 540656"/>
                  <a:gd name="connsiteY44" fmla="*/ 302410 h 493535"/>
                  <a:gd name="connsiteX45" fmla="*/ 287144 w 540656"/>
                  <a:gd name="connsiteY45" fmla="*/ 315316 h 493535"/>
                  <a:gd name="connsiteX46" fmla="*/ 302665 w 540656"/>
                  <a:gd name="connsiteY46" fmla="*/ 325641 h 493535"/>
                  <a:gd name="connsiteX47" fmla="*/ 331121 w 540656"/>
                  <a:gd name="connsiteY47" fmla="*/ 351454 h 493535"/>
                  <a:gd name="connsiteX48" fmla="*/ 356989 w 540656"/>
                  <a:gd name="connsiteY48" fmla="*/ 382430 h 493535"/>
                  <a:gd name="connsiteX49" fmla="*/ 375097 w 540656"/>
                  <a:gd name="connsiteY49" fmla="*/ 361780 h 493535"/>
                  <a:gd name="connsiteX50" fmla="*/ 424248 w 540656"/>
                  <a:gd name="connsiteY50" fmla="*/ 310153 h 493535"/>
                  <a:gd name="connsiteX51" fmla="*/ 478572 w 540656"/>
                  <a:gd name="connsiteY51" fmla="*/ 266271 h 493535"/>
                  <a:gd name="connsiteX52" fmla="*/ 540656 w 540656"/>
                  <a:gd name="connsiteY52" fmla="*/ 232714 h 493535"/>
                  <a:gd name="connsiteX53" fmla="*/ 250901 w 540656"/>
                  <a:gd name="connsiteY53" fmla="*/ 232714 h 493535"/>
                  <a:gd name="connsiteX54" fmla="*/ 250901 w 540656"/>
                  <a:gd name="connsiteY54" fmla="*/ 235194 h 493535"/>
                  <a:gd name="connsiteX55" fmla="*/ 250832 w 540656"/>
                  <a:gd name="connsiteY55" fmla="*/ 235264 h 493535"/>
                  <a:gd name="connsiteX56" fmla="*/ 250732 w 540656"/>
                  <a:gd name="connsiteY56" fmla="*/ 235194 h 493535"/>
                  <a:gd name="connsiteX57" fmla="*/ 250737 w 540656"/>
                  <a:gd name="connsiteY57" fmla="*/ 235359 h 493535"/>
                  <a:gd name="connsiteX58" fmla="*/ 248421 w 540656"/>
                  <a:gd name="connsiteY58" fmla="*/ 237674 h 493535"/>
                  <a:gd name="connsiteX59" fmla="*/ 250901 w 540656"/>
                  <a:gd name="connsiteY59" fmla="*/ 232714 h 493535"/>
                  <a:gd name="connsiteX60" fmla="*/ 183628 w 540656"/>
                  <a:gd name="connsiteY60" fmla="*/ 0 h 493535"/>
                  <a:gd name="connsiteX61" fmla="*/ 217213 w 540656"/>
                  <a:gd name="connsiteY61" fmla="*/ 10333 h 493535"/>
                  <a:gd name="connsiteX62" fmla="*/ 230130 w 540656"/>
                  <a:gd name="connsiteY62" fmla="*/ 12917 h 493535"/>
                  <a:gd name="connsiteX63" fmla="*/ 274048 w 540656"/>
                  <a:gd name="connsiteY63" fmla="*/ 38751 h 493535"/>
                  <a:gd name="connsiteX64" fmla="*/ 284382 w 540656"/>
                  <a:gd name="connsiteY64" fmla="*/ 121420 h 493535"/>
                  <a:gd name="connsiteX65" fmla="*/ 284382 w 540656"/>
                  <a:gd name="connsiteY65" fmla="*/ 152421 h 493535"/>
                  <a:gd name="connsiteX66" fmla="*/ 276631 w 540656"/>
                  <a:gd name="connsiteY66" fmla="*/ 167921 h 493535"/>
                  <a:gd name="connsiteX67" fmla="*/ 191378 w 540656"/>
                  <a:gd name="connsiteY67" fmla="*/ 258341 h 493535"/>
                  <a:gd name="connsiteX68" fmla="*/ 111293 w 540656"/>
                  <a:gd name="connsiteY68" fmla="*/ 167921 h 493535"/>
                  <a:gd name="connsiteX69" fmla="*/ 103543 w 540656"/>
                  <a:gd name="connsiteY69" fmla="*/ 152421 h 493535"/>
                  <a:gd name="connsiteX70" fmla="*/ 103543 w 540656"/>
                  <a:gd name="connsiteY70" fmla="*/ 121420 h 493535"/>
                  <a:gd name="connsiteX71" fmla="*/ 106126 w 540656"/>
                  <a:gd name="connsiteY71" fmla="*/ 118837 h 493535"/>
                  <a:gd name="connsiteX72" fmla="*/ 106126 w 540656"/>
                  <a:gd name="connsiteY72" fmla="*/ 59418 h 493535"/>
                  <a:gd name="connsiteX73" fmla="*/ 160378 w 540656"/>
                  <a:gd name="connsiteY73" fmla="*/ 5167 h 493535"/>
                  <a:gd name="connsiteX74" fmla="*/ 175878 w 540656"/>
                  <a:gd name="connsiteY74" fmla="*/ 2583 h 493535"/>
                  <a:gd name="connsiteX75" fmla="*/ 181045 w 540656"/>
                  <a:gd name="connsiteY75" fmla="*/ 2583 h 493535"/>
                  <a:gd name="connsiteX76" fmla="*/ 183628 w 540656"/>
                  <a:gd name="connsiteY76" fmla="*/ 0 h 493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540656" h="493535">
                    <a:moveTo>
                      <a:pt x="134413" y="235194"/>
                    </a:moveTo>
                    <a:cubicBezTo>
                      <a:pt x="134413" y="235194"/>
                      <a:pt x="136998" y="299779"/>
                      <a:pt x="191280" y="302363"/>
                    </a:cubicBezTo>
                    <a:lnTo>
                      <a:pt x="199034" y="304946"/>
                    </a:lnTo>
                    <a:cubicBezTo>
                      <a:pt x="243624" y="303009"/>
                      <a:pt x="250409" y="264742"/>
                      <a:pt x="251015" y="245730"/>
                    </a:cubicBezTo>
                    <a:lnTo>
                      <a:pt x="250737" y="235359"/>
                    </a:lnTo>
                    <a:lnTo>
                      <a:pt x="250832" y="235264"/>
                    </a:lnTo>
                    <a:lnTo>
                      <a:pt x="276581" y="253278"/>
                    </a:lnTo>
                    <a:cubicBezTo>
                      <a:pt x="279166" y="255862"/>
                      <a:pt x="281751" y="255862"/>
                      <a:pt x="284336" y="258445"/>
                    </a:cubicBezTo>
                    <a:cubicBezTo>
                      <a:pt x="284336" y="258445"/>
                      <a:pt x="302430" y="263612"/>
                      <a:pt x="320524" y="271362"/>
                    </a:cubicBezTo>
                    <a:cubicBezTo>
                      <a:pt x="323109" y="271362"/>
                      <a:pt x="323109" y="271362"/>
                      <a:pt x="323109" y="271362"/>
                    </a:cubicBezTo>
                    <a:cubicBezTo>
                      <a:pt x="343787" y="279112"/>
                      <a:pt x="351542" y="292029"/>
                      <a:pt x="351542" y="292029"/>
                    </a:cubicBezTo>
                    <a:cubicBezTo>
                      <a:pt x="359297" y="299779"/>
                      <a:pt x="361882" y="312697"/>
                      <a:pt x="367051" y="323030"/>
                    </a:cubicBezTo>
                    <a:cubicBezTo>
                      <a:pt x="364466" y="325614"/>
                      <a:pt x="361882" y="330780"/>
                      <a:pt x="356712" y="333364"/>
                    </a:cubicBezTo>
                    <a:cubicBezTo>
                      <a:pt x="356712" y="333364"/>
                      <a:pt x="356712" y="333364"/>
                      <a:pt x="354127" y="330780"/>
                    </a:cubicBezTo>
                    <a:cubicBezTo>
                      <a:pt x="346372" y="323030"/>
                      <a:pt x="336033" y="312697"/>
                      <a:pt x="323109" y="302363"/>
                    </a:cubicBezTo>
                    <a:cubicBezTo>
                      <a:pt x="317939" y="299779"/>
                      <a:pt x="312769" y="294613"/>
                      <a:pt x="307599" y="292029"/>
                    </a:cubicBezTo>
                    <a:lnTo>
                      <a:pt x="307599" y="289446"/>
                    </a:lnTo>
                    <a:cubicBezTo>
                      <a:pt x="299845" y="286862"/>
                      <a:pt x="294675" y="281696"/>
                      <a:pt x="289505" y="279112"/>
                    </a:cubicBezTo>
                    <a:lnTo>
                      <a:pt x="255902" y="258445"/>
                    </a:lnTo>
                    <a:lnTo>
                      <a:pt x="178356" y="413450"/>
                    </a:lnTo>
                    <a:lnTo>
                      <a:pt x="219713" y="423783"/>
                    </a:lnTo>
                    <a:cubicBezTo>
                      <a:pt x="222298" y="423783"/>
                      <a:pt x="227468" y="426367"/>
                      <a:pt x="230053" y="426367"/>
                    </a:cubicBezTo>
                    <a:cubicBezTo>
                      <a:pt x="235223" y="428950"/>
                      <a:pt x="240393" y="431533"/>
                      <a:pt x="242978" y="434117"/>
                    </a:cubicBezTo>
                    <a:cubicBezTo>
                      <a:pt x="253317" y="436700"/>
                      <a:pt x="261072" y="441867"/>
                      <a:pt x="268826" y="444450"/>
                    </a:cubicBezTo>
                    <a:cubicBezTo>
                      <a:pt x="284336" y="452201"/>
                      <a:pt x="294675" y="462534"/>
                      <a:pt x="299845" y="470285"/>
                    </a:cubicBezTo>
                    <a:lnTo>
                      <a:pt x="307599" y="478035"/>
                    </a:lnTo>
                    <a:cubicBezTo>
                      <a:pt x="253317" y="490952"/>
                      <a:pt x="201619" y="493535"/>
                      <a:pt x="201619" y="493535"/>
                    </a:cubicBezTo>
                    <a:cubicBezTo>
                      <a:pt x="196450" y="493535"/>
                      <a:pt x="191280" y="493535"/>
                      <a:pt x="183525" y="493535"/>
                    </a:cubicBezTo>
                    <a:cubicBezTo>
                      <a:pt x="183525" y="493535"/>
                      <a:pt x="77546" y="488368"/>
                      <a:pt x="10339" y="457368"/>
                    </a:cubicBezTo>
                    <a:cubicBezTo>
                      <a:pt x="10339" y="457368"/>
                      <a:pt x="0" y="454784"/>
                      <a:pt x="0" y="431533"/>
                    </a:cubicBezTo>
                    <a:cubicBezTo>
                      <a:pt x="0" y="431533"/>
                      <a:pt x="2585" y="335947"/>
                      <a:pt x="33603" y="292029"/>
                    </a:cubicBezTo>
                    <a:cubicBezTo>
                      <a:pt x="33603" y="292029"/>
                      <a:pt x="41358" y="279112"/>
                      <a:pt x="62037" y="271362"/>
                    </a:cubicBezTo>
                    <a:cubicBezTo>
                      <a:pt x="62037" y="271362"/>
                      <a:pt x="129243" y="253278"/>
                      <a:pt x="134413" y="235194"/>
                    </a:cubicBezTo>
                    <a:close/>
                    <a:moveTo>
                      <a:pt x="540656" y="232714"/>
                    </a:moveTo>
                    <a:cubicBezTo>
                      <a:pt x="519961" y="245621"/>
                      <a:pt x="504440" y="261109"/>
                      <a:pt x="488919" y="276596"/>
                    </a:cubicBezTo>
                    <a:cubicBezTo>
                      <a:pt x="473398" y="292084"/>
                      <a:pt x="457877" y="310153"/>
                      <a:pt x="444942" y="328223"/>
                    </a:cubicBezTo>
                    <a:cubicBezTo>
                      <a:pt x="432008" y="348873"/>
                      <a:pt x="421661" y="366942"/>
                      <a:pt x="408726" y="387593"/>
                    </a:cubicBezTo>
                    <a:cubicBezTo>
                      <a:pt x="398379" y="405662"/>
                      <a:pt x="388032" y="426312"/>
                      <a:pt x="377684" y="446963"/>
                    </a:cubicBezTo>
                    <a:lnTo>
                      <a:pt x="359576" y="485682"/>
                    </a:lnTo>
                    <a:lnTo>
                      <a:pt x="328534" y="444381"/>
                    </a:lnTo>
                    <a:cubicBezTo>
                      <a:pt x="318186" y="431475"/>
                      <a:pt x="302665" y="421150"/>
                      <a:pt x="284557" y="410824"/>
                    </a:cubicBezTo>
                    <a:cubicBezTo>
                      <a:pt x="276797" y="405662"/>
                      <a:pt x="266449" y="400499"/>
                      <a:pt x="258689" y="397918"/>
                    </a:cubicBezTo>
                    <a:cubicBezTo>
                      <a:pt x="253515" y="395337"/>
                      <a:pt x="248341" y="392755"/>
                      <a:pt x="243168" y="390174"/>
                    </a:cubicBezTo>
                    <a:cubicBezTo>
                      <a:pt x="237994" y="390174"/>
                      <a:pt x="232820" y="387593"/>
                      <a:pt x="230233" y="385011"/>
                    </a:cubicBezTo>
                    <a:lnTo>
                      <a:pt x="271623" y="302410"/>
                    </a:lnTo>
                    <a:cubicBezTo>
                      <a:pt x="276797" y="307572"/>
                      <a:pt x="281970" y="310153"/>
                      <a:pt x="287144" y="315316"/>
                    </a:cubicBezTo>
                    <a:cubicBezTo>
                      <a:pt x="292318" y="317897"/>
                      <a:pt x="297492" y="323060"/>
                      <a:pt x="302665" y="325641"/>
                    </a:cubicBezTo>
                    <a:cubicBezTo>
                      <a:pt x="313013" y="333385"/>
                      <a:pt x="320773" y="343710"/>
                      <a:pt x="331121" y="351454"/>
                    </a:cubicBezTo>
                    <a:cubicBezTo>
                      <a:pt x="341468" y="361780"/>
                      <a:pt x="349229" y="372105"/>
                      <a:pt x="356989" y="382430"/>
                    </a:cubicBezTo>
                    <a:cubicBezTo>
                      <a:pt x="364750" y="374686"/>
                      <a:pt x="369924" y="369523"/>
                      <a:pt x="375097" y="361780"/>
                    </a:cubicBezTo>
                    <a:cubicBezTo>
                      <a:pt x="390618" y="343710"/>
                      <a:pt x="406140" y="328223"/>
                      <a:pt x="424248" y="310153"/>
                    </a:cubicBezTo>
                    <a:cubicBezTo>
                      <a:pt x="442356" y="294666"/>
                      <a:pt x="460464" y="279178"/>
                      <a:pt x="478572" y="266271"/>
                    </a:cubicBezTo>
                    <a:cubicBezTo>
                      <a:pt x="499267" y="253365"/>
                      <a:pt x="519961" y="240458"/>
                      <a:pt x="540656" y="232714"/>
                    </a:cubicBezTo>
                    <a:close/>
                    <a:moveTo>
                      <a:pt x="250901" y="232714"/>
                    </a:moveTo>
                    <a:cubicBezTo>
                      <a:pt x="250901" y="232714"/>
                      <a:pt x="250901" y="235194"/>
                      <a:pt x="250901" y="235194"/>
                    </a:cubicBezTo>
                    <a:lnTo>
                      <a:pt x="250832" y="235264"/>
                    </a:lnTo>
                    <a:lnTo>
                      <a:pt x="250732" y="235194"/>
                    </a:lnTo>
                    <a:lnTo>
                      <a:pt x="250737" y="235359"/>
                    </a:lnTo>
                    <a:lnTo>
                      <a:pt x="248421" y="237674"/>
                    </a:lnTo>
                    <a:cubicBezTo>
                      <a:pt x="250901" y="235194"/>
                      <a:pt x="250901" y="235194"/>
                      <a:pt x="250901" y="232714"/>
                    </a:cubicBezTo>
                    <a:close/>
                    <a:moveTo>
                      <a:pt x="183628" y="0"/>
                    </a:moveTo>
                    <a:cubicBezTo>
                      <a:pt x="183628" y="0"/>
                      <a:pt x="196545" y="2583"/>
                      <a:pt x="217213" y="10333"/>
                    </a:cubicBezTo>
                    <a:lnTo>
                      <a:pt x="230130" y="12917"/>
                    </a:lnTo>
                    <a:cubicBezTo>
                      <a:pt x="258548" y="20667"/>
                      <a:pt x="271465" y="36167"/>
                      <a:pt x="274048" y="38751"/>
                    </a:cubicBezTo>
                    <a:cubicBezTo>
                      <a:pt x="294715" y="64585"/>
                      <a:pt x="289548" y="103336"/>
                      <a:pt x="284382" y="121420"/>
                    </a:cubicBezTo>
                    <a:cubicBezTo>
                      <a:pt x="289548" y="129170"/>
                      <a:pt x="286965" y="144671"/>
                      <a:pt x="284382" y="152421"/>
                    </a:cubicBezTo>
                    <a:cubicBezTo>
                      <a:pt x="284382" y="160171"/>
                      <a:pt x="281798" y="165338"/>
                      <a:pt x="276631" y="167921"/>
                    </a:cubicBezTo>
                    <a:cubicBezTo>
                      <a:pt x="271465" y="211839"/>
                      <a:pt x="232713" y="258341"/>
                      <a:pt x="191378" y="258341"/>
                    </a:cubicBezTo>
                    <a:cubicBezTo>
                      <a:pt x="155211" y="258341"/>
                      <a:pt x="116460" y="214423"/>
                      <a:pt x="111293" y="167921"/>
                    </a:cubicBezTo>
                    <a:cubicBezTo>
                      <a:pt x="108709" y="165338"/>
                      <a:pt x="103543" y="160171"/>
                      <a:pt x="103543" y="152421"/>
                    </a:cubicBezTo>
                    <a:cubicBezTo>
                      <a:pt x="100959" y="144671"/>
                      <a:pt x="98376" y="129170"/>
                      <a:pt x="103543" y="121420"/>
                    </a:cubicBezTo>
                    <a:cubicBezTo>
                      <a:pt x="103543" y="121420"/>
                      <a:pt x="106126" y="121420"/>
                      <a:pt x="106126" y="118837"/>
                    </a:cubicBezTo>
                    <a:cubicBezTo>
                      <a:pt x="98376" y="80085"/>
                      <a:pt x="103543" y="62002"/>
                      <a:pt x="106126" y="59418"/>
                    </a:cubicBezTo>
                    <a:cubicBezTo>
                      <a:pt x="119043" y="20667"/>
                      <a:pt x="160378" y="5167"/>
                      <a:pt x="160378" y="5167"/>
                    </a:cubicBezTo>
                    <a:cubicBezTo>
                      <a:pt x="162961" y="2583"/>
                      <a:pt x="170711" y="0"/>
                      <a:pt x="175878" y="2583"/>
                    </a:cubicBezTo>
                    <a:cubicBezTo>
                      <a:pt x="175878" y="2583"/>
                      <a:pt x="178461" y="2583"/>
                      <a:pt x="181045" y="2583"/>
                    </a:cubicBezTo>
                    <a:cubicBezTo>
                      <a:pt x="181045" y="0"/>
                      <a:pt x="181045" y="0"/>
                      <a:pt x="183628" y="0"/>
                    </a:cubicBezTo>
                    <a:close/>
                  </a:path>
                </a:pathLst>
              </a:custGeom>
              <a:solidFill>
                <a:schemeClr val="accent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cs typeface="+mn-ea"/>
                  <a:sym typeface="+mn-lt"/>
                </a:endParaRPr>
              </a:p>
            </p:txBody>
          </p:sp>
        </p:grpSp>
        <p:grpSp>
          <p:nvGrpSpPr>
            <p:cNvPr id="36" name="组合 35"/>
            <p:cNvGrpSpPr/>
            <p:nvPr/>
          </p:nvGrpSpPr>
          <p:grpSpPr>
            <a:xfrm>
              <a:off x="5086252" y="3843431"/>
              <a:ext cx="5028814" cy="693088"/>
              <a:chOff x="4526757" y="1612335"/>
              <a:chExt cx="5028814" cy="693088"/>
            </a:xfrm>
          </p:grpSpPr>
          <p:sp>
            <p:nvSpPr>
              <p:cNvPr id="41" name="矩形 40"/>
              <p:cNvSpPr/>
              <p:nvPr/>
            </p:nvSpPr>
            <p:spPr bwMode="auto">
              <a:xfrm>
                <a:off x="4976450" y="1612335"/>
                <a:ext cx="4579121" cy="693088"/>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2400" dirty="0">
                    <a:cs typeface="+mn-ea"/>
                    <a:sym typeface="+mn-lt"/>
                  </a:rPr>
                  <a:t>教师、学生个人信息</a:t>
                </a:r>
              </a:p>
            </p:txBody>
          </p:sp>
          <p:sp>
            <p:nvSpPr>
              <p:cNvPr id="42" name="任意多边形: 形状 41"/>
              <p:cNvSpPr/>
              <p:nvPr/>
            </p:nvSpPr>
            <p:spPr>
              <a:xfrm>
                <a:off x="4526757" y="1791121"/>
                <a:ext cx="367553" cy="335518"/>
              </a:xfrm>
              <a:custGeom>
                <a:avLst/>
                <a:gdLst>
                  <a:gd name="connsiteX0" fmla="*/ 134413 w 540656"/>
                  <a:gd name="connsiteY0" fmla="*/ 235194 h 493535"/>
                  <a:gd name="connsiteX1" fmla="*/ 191280 w 540656"/>
                  <a:gd name="connsiteY1" fmla="*/ 302363 h 493535"/>
                  <a:gd name="connsiteX2" fmla="*/ 199034 w 540656"/>
                  <a:gd name="connsiteY2" fmla="*/ 304946 h 493535"/>
                  <a:gd name="connsiteX3" fmla="*/ 251015 w 540656"/>
                  <a:gd name="connsiteY3" fmla="*/ 245730 h 493535"/>
                  <a:gd name="connsiteX4" fmla="*/ 250737 w 540656"/>
                  <a:gd name="connsiteY4" fmla="*/ 235359 h 493535"/>
                  <a:gd name="connsiteX5" fmla="*/ 250832 w 540656"/>
                  <a:gd name="connsiteY5" fmla="*/ 235264 h 493535"/>
                  <a:gd name="connsiteX6" fmla="*/ 276581 w 540656"/>
                  <a:gd name="connsiteY6" fmla="*/ 253278 h 493535"/>
                  <a:gd name="connsiteX7" fmla="*/ 284336 w 540656"/>
                  <a:gd name="connsiteY7" fmla="*/ 258445 h 493535"/>
                  <a:gd name="connsiteX8" fmla="*/ 320524 w 540656"/>
                  <a:gd name="connsiteY8" fmla="*/ 271362 h 493535"/>
                  <a:gd name="connsiteX9" fmla="*/ 323109 w 540656"/>
                  <a:gd name="connsiteY9" fmla="*/ 271362 h 493535"/>
                  <a:gd name="connsiteX10" fmla="*/ 351542 w 540656"/>
                  <a:gd name="connsiteY10" fmla="*/ 292029 h 493535"/>
                  <a:gd name="connsiteX11" fmla="*/ 367051 w 540656"/>
                  <a:gd name="connsiteY11" fmla="*/ 323030 h 493535"/>
                  <a:gd name="connsiteX12" fmla="*/ 356712 w 540656"/>
                  <a:gd name="connsiteY12" fmla="*/ 333364 h 493535"/>
                  <a:gd name="connsiteX13" fmla="*/ 354127 w 540656"/>
                  <a:gd name="connsiteY13" fmla="*/ 330780 h 493535"/>
                  <a:gd name="connsiteX14" fmla="*/ 323109 w 540656"/>
                  <a:gd name="connsiteY14" fmla="*/ 302363 h 493535"/>
                  <a:gd name="connsiteX15" fmla="*/ 307599 w 540656"/>
                  <a:gd name="connsiteY15" fmla="*/ 292029 h 493535"/>
                  <a:gd name="connsiteX16" fmla="*/ 307599 w 540656"/>
                  <a:gd name="connsiteY16" fmla="*/ 289446 h 493535"/>
                  <a:gd name="connsiteX17" fmla="*/ 289505 w 540656"/>
                  <a:gd name="connsiteY17" fmla="*/ 279112 h 493535"/>
                  <a:gd name="connsiteX18" fmla="*/ 255902 w 540656"/>
                  <a:gd name="connsiteY18" fmla="*/ 258445 h 493535"/>
                  <a:gd name="connsiteX19" fmla="*/ 178356 w 540656"/>
                  <a:gd name="connsiteY19" fmla="*/ 413450 h 493535"/>
                  <a:gd name="connsiteX20" fmla="*/ 219713 w 540656"/>
                  <a:gd name="connsiteY20" fmla="*/ 423783 h 493535"/>
                  <a:gd name="connsiteX21" fmla="*/ 230053 w 540656"/>
                  <a:gd name="connsiteY21" fmla="*/ 426367 h 493535"/>
                  <a:gd name="connsiteX22" fmla="*/ 242978 w 540656"/>
                  <a:gd name="connsiteY22" fmla="*/ 434117 h 493535"/>
                  <a:gd name="connsiteX23" fmla="*/ 268826 w 540656"/>
                  <a:gd name="connsiteY23" fmla="*/ 444450 h 493535"/>
                  <a:gd name="connsiteX24" fmla="*/ 299845 w 540656"/>
                  <a:gd name="connsiteY24" fmla="*/ 470285 h 493535"/>
                  <a:gd name="connsiteX25" fmla="*/ 307599 w 540656"/>
                  <a:gd name="connsiteY25" fmla="*/ 478035 h 493535"/>
                  <a:gd name="connsiteX26" fmla="*/ 201619 w 540656"/>
                  <a:gd name="connsiteY26" fmla="*/ 493535 h 493535"/>
                  <a:gd name="connsiteX27" fmla="*/ 183525 w 540656"/>
                  <a:gd name="connsiteY27" fmla="*/ 493535 h 493535"/>
                  <a:gd name="connsiteX28" fmla="*/ 10339 w 540656"/>
                  <a:gd name="connsiteY28" fmla="*/ 457368 h 493535"/>
                  <a:gd name="connsiteX29" fmla="*/ 0 w 540656"/>
                  <a:gd name="connsiteY29" fmla="*/ 431533 h 493535"/>
                  <a:gd name="connsiteX30" fmla="*/ 33603 w 540656"/>
                  <a:gd name="connsiteY30" fmla="*/ 292029 h 493535"/>
                  <a:gd name="connsiteX31" fmla="*/ 62037 w 540656"/>
                  <a:gd name="connsiteY31" fmla="*/ 271362 h 493535"/>
                  <a:gd name="connsiteX32" fmla="*/ 134413 w 540656"/>
                  <a:gd name="connsiteY32" fmla="*/ 235194 h 493535"/>
                  <a:gd name="connsiteX33" fmla="*/ 540656 w 540656"/>
                  <a:gd name="connsiteY33" fmla="*/ 232714 h 493535"/>
                  <a:gd name="connsiteX34" fmla="*/ 488919 w 540656"/>
                  <a:gd name="connsiteY34" fmla="*/ 276596 h 493535"/>
                  <a:gd name="connsiteX35" fmla="*/ 444942 w 540656"/>
                  <a:gd name="connsiteY35" fmla="*/ 328223 h 493535"/>
                  <a:gd name="connsiteX36" fmla="*/ 408726 w 540656"/>
                  <a:gd name="connsiteY36" fmla="*/ 387593 h 493535"/>
                  <a:gd name="connsiteX37" fmla="*/ 377684 w 540656"/>
                  <a:gd name="connsiteY37" fmla="*/ 446963 h 493535"/>
                  <a:gd name="connsiteX38" fmla="*/ 359576 w 540656"/>
                  <a:gd name="connsiteY38" fmla="*/ 485682 h 493535"/>
                  <a:gd name="connsiteX39" fmla="*/ 328534 w 540656"/>
                  <a:gd name="connsiteY39" fmla="*/ 444381 h 493535"/>
                  <a:gd name="connsiteX40" fmla="*/ 284557 w 540656"/>
                  <a:gd name="connsiteY40" fmla="*/ 410824 h 493535"/>
                  <a:gd name="connsiteX41" fmla="*/ 258689 w 540656"/>
                  <a:gd name="connsiteY41" fmla="*/ 397918 h 493535"/>
                  <a:gd name="connsiteX42" fmla="*/ 243168 w 540656"/>
                  <a:gd name="connsiteY42" fmla="*/ 390174 h 493535"/>
                  <a:gd name="connsiteX43" fmla="*/ 230233 w 540656"/>
                  <a:gd name="connsiteY43" fmla="*/ 385011 h 493535"/>
                  <a:gd name="connsiteX44" fmla="*/ 271623 w 540656"/>
                  <a:gd name="connsiteY44" fmla="*/ 302410 h 493535"/>
                  <a:gd name="connsiteX45" fmla="*/ 287144 w 540656"/>
                  <a:gd name="connsiteY45" fmla="*/ 315316 h 493535"/>
                  <a:gd name="connsiteX46" fmla="*/ 302665 w 540656"/>
                  <a:gd name="connsiteY46" fmla="*/ 325641 h 493535"/>
                  <a:gd name="connsiteX47" fmla="*/ 331121 w 540656"/>
                  <a:gd name="connsiteY47" fmla="*/ 351454 h 493535"/>
                  <a:gd name="connsiteX48" fmla="*/ 356989 w 540656"/>
                  <a:gd name="connsiteY48" fmla="*/ 382430 h 493535"/>
                  <a:gd name="connsiteX49" fmla="*/ 375097 w 540656"/>
                  <a:gd name="connsiteY49" fmla="*/ 361780 h 493535"/>
                  <a:gd name="connsiteX50" fmla="*/ 424248 w 540656"/>
                  <a:gd name="connsiteY50" fmla="*/ 310153 h 493535"/>
                  <a:gd name="connsiteX51" fmla="*/ 478572 w 540656"/>
                  <a:gd name="connsiteY51" fmla="*/ 266271 h 493535"/>
                  <a:gd name="connsiteX52" fmla="*/ 540656 w 540656"/>
                  <a:gd name="connsiteY52" fmla="*/ 232714 h 493535"/>
                  <a:gd name="connsiteX53" fmla="*/ 250901 w 540656"/>
                  <a:gd name="connsiteY53" fmla="*/ 232714 h 493535"/>
                  <a:gd name="connsiteX54" fmla="*/ 250901 w 540656"/>
                  <a:gd name="connsiteY54" fmla="*/ 235194 h 493535"/>
                  <a:gd name="connsiteX55" fmla="*/ 250832 w 540656"/>
                  <a:gd name="connsiteY55" fmla="*/ 235264 h 493535"/>
                  <a:gd name="connsiteX56" fmla="*/ 250732 w 540656"/>
                  <a:gd name="connsiteY56" fmla="*/ 235194 h 493535"/>
                  <a:gd name="connsiteX57" fmla="*/ 250737 w 540656"/>
                  <a:gd name="connsiteY57" fmla="*/ 235359 h 493535"/>
                  <a:gd name="connsiteX58" fmla="*/ 248421 w 540656"/>
                  <a:gd name="connsiteY58" fmla="*/ 237674 h 493535"/>
                  <a:gd name="connsiteX59" fmla="*/ 250901 w 540656"/>
                  <a:gd name="connsiteY59" fmla="*/ 232714 h 493535"/>
                  <a:gd name="connsiteX60" fmla="*/ 183628 w 540656"/>
                  <a:gd name="connsiteY60" fmla="*/ 0 h 493535"/>
                  <a:gd name="connsiteX61" fmla="*/ 217213 w 540656"/>
                  <a:gd name="connsiteY61" fmla="*/ 10333 h 493535"/>
                  <a:gd name="connsiteX62" fmla="*/ 230130 w 540656"/>
                  <a:gd name="connsiteY62" fmla="*/ 12917 h 493535"/>
                  <a:gd name="connsiteX63" fmla="*/ 274048 w 540656"/>
                  <a:gd name="connsiteY63" fmla="*/ 38751 h 493535"/>
                  <a:gd name="connsiteX64" fmla="*/ 284382 w 540656"/>
                  <a:gd name="connsiteY64" fmla="*/ 121420 h 493535"/>
                  <a:gd name="connsiteX65" fmla="*/ 284382 w 540656"/>
                  <a:gd name="connsiteY65" fmla="*/ 152421 h 493535"/>
                  <a:gd name="connsiteX66" fmla="*/ 276631 w 540656"/>
                  <a:gd name="connsiteY66" fmla="*/ 167921 h 493535"/>
                  <a:gd name="connsiteX67" fmla="*/ 191378 w 540656"/>
                  <a:gd name="connsiteY67" fmla="*/ 258341 h 493535"/>
                  <a:gd name="connsiteX68" fmla="*/ 111293 w 540656"/>
                  <a:gd name="connsiteY68" fmla="*/ 167921 h 493535"/>
                  <a:gd name="connsiteX69" fmla="*/ 103543 w 540656"/>
                  <a:gd name="connsiteY69" fmla="*/ 152421 h 493535"/>
                  <a:gd name="connsiteX70" fmla="*/ 103543 w 540656"/>
                  <a:gd name="connsiteY70" fmla="*/ 121420 h 493535"/>
                  <a:gd name="connsiteX71" fmla="*/ 106126 w 540656"/>
                  <a:gd name="connsiteY71" fmla="*/ 118837 h 493535"/>
                  <a:gd name="connsiteX72" fmla="*/ 106126 w 540656"/>
                  <a:gd name="connsiteY72" fmla="*/ 59418 h 493535"/>
                  <a:gd name="connsiteX73" fmla="*/ 160378 w 540656"/>
                  <a:gd name="connsiteY73" fmla="*/ 5167 h 493535"/>
                  <a:gd name="connsiteX74" fmla="*/ 175878 w 540656"/>
                  <a:gd name="connsiteY74" fmla="*/ 2583 h 493535"/>
                  <a:gd name="connsiteX75" fmla="*/ 181045 w 540656"/>
                  <a:gd name="connsiteY75" fmla="*/ 2583 h 493535"/>
                  <a:gd name="connsiteX76" fmla="*/ 183628 w 540656"/>
                  <a:gd name="connsiteY76" fmla="*/ 0 h 493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540656" h="493535">
                    <a:moveTo>
                      <a:pt x="134413" y="235194"/>
                    </a:moveTo>
                    <a:cubicBezTo>
                      <a:pt x="134413" y="235194"/>
                      <a:pt x="136998" y="299779"/>
                      <a:pt x="191280" y="302363"/>
                    </a:cubicBezTo>
                    <a:lnTo>
                      <a:pt x="199034" y="304946"/>
                    </a:lnTo>
                    <a:cubicBezTo>
                      <a:pt x="243624" y="303009"/>
                      <a:pt x="250409" y="264742"/>
                      <a:pt x="251015" y="245730"/>
                    </a:cubicBezTo>
                    <a:lnTo>
                      <a:pt x="250737" y="235359"/>
                    </a:lnTo>
                    <a:lnTo>
                      <a:pt x="250832" y="235264"/>
                    </a:lnTo>
                    <a:lnTo>
                      <a:pt x="276581" y="253278"/>
                    </a:lnTo>
                    <a:cubicBezTo>
                      <a:pt x="279166" y="255862"/>
                      <a:pt x="281751" y="255862"/>
                      <a:pt x="284336" y="258445"/>
                    </a:cubicBezTo>
                    <a:cubicBezTo>
                      <a:pt x="284336" y="258445"/>
                      <a:pt x="302430" y="263612"/>
                      <a:pt x="320524" y="271362"/>
                    </a:cubicBezTo>
                    <a:cubicBezTo>
                      <a:pt x="323109" y="271362"/>
                      <a:pt x="323109" y="271362"/>
                      <a:pt x="323109" y="271362"/>
                    </a:cubicBezTo>
                    <a:cubicBezTo>
                      <a:pt x="343787" y="279112"/>
                      <a:pt x="351542" y="292029"/>
                      <a:pt x="351542" y="292029"/>
                    </a:cubicBezTo>
                    <a:cubicBezTo>
                      <a:pt x="359297" y="299779"/>
                      <a:pt x="361882" y="312697"/>
                      <a:pt x="367051" y="323030"/>
                    </a:cubicBezTo>
                    <a:cubicBezTo>
                      <a:pt x="364466" y="325614"/>
                      <a:pt x="361882" y="330780"/>
                      <a:pt x="356712" y="333364"/>
                    </a:cubicBezTo>
                    <a:cubicBezTo>
                      <a:pt x="356712" y="333364"/>
                      <a:pt x="356712" y="333364"/>
                      <a:pt x="354127" y="330780"/>
                    </a:cubicBezTo>
                    <a:cubicBezTo>
                      <a:pt x="346372" y="323030"/>
                      <a:pt x="336033" y="312697"/>
                      <a:pt x="323109" y="302363"/>
                    </a:cubicBezTo>
                    <a:cubicBezTo>
                      <a:pt x="317939" y="299779"/>
                      <a:pt x="312769" y="294613"/>
                      <a:pt x="307599" y="292029"/>
                    </a:cubicBezTo>
                    <a:lnTo>
                      <a:pt x="307599" y="289446"/>
                    </a:lnTo>
                    <a:cubicBezTo>
                      <a:pt x="299845" y="286862"/>
                      <a:pt x="294675" y="281696"/>
                      <a:pt x="289505" y="279112"/>
                    </a:cubicBezTo>
                    <a:lnTo>
                      <a:pt x="255902" y="258445"/>
                    </a:lnTo>
                    <a:lnTo>
                      <a:pt x="178356" y="413450"/>
                    </a:lnTo>
                    <a:lnTo>
                      <a:pt x="219713" y="423783"/>
                    </a:lnTo>
                    <a:cubicBezTo>
                      <a:pt x="222298" y="423783"/>
                      <a:pt x="227468" y="426367"/>
                      <a:pt x="230053" y="426367"/>
                    </a:cubicBezTo>
                    <a:cubicBezTo>
                      <a:pt x="235223" y="428950"/>
                      <a:pt x="240393" y="431533"/>
                      <a:pt x="242978" y="434117"/>
                    </a:cubicBezTo>
                    <a:cubicBezTo>
                      <a:pt x="253317" y="436700"/>
                      <a:pt x="261072" y="441867"/>
                      <a:pt x="268826" y="444450"/>
                    </a:cubicBezTo>
                    <a:cubicBezTo>
                      <a:pt x="284336" y="452201"/>
                      <a:pt x="294675" y="462534"/>
                      <a:pt x="299845" y="470285"/>
                    </a:cubicBezTo>
                    <a:lnTo>
                      <a:pt x="307599" y="478035"/>
                    </a:lnTo>
                    <a:cubicBezTo>
                      <a:pt x="253317" y="490952"/>
                      <a:pt x="201619" y="493535"/>
                      <a:pt x="201619" y="493535"/>
                    </a:cubicBezTo>
                    <a:cubicBezTo>
                      <a:pt x="196450" y="493535"/>
                      <a:pt x="191280" y="493535"/>
                      <a:pt x="183525" y="493535"/>
                    </a:cubicBezTo>
                    <a:cubicBezTo>
                      <a:pt x="183525" y="493535"/>
                      <a:pt x="77546" y="488368"/>
                      <a:pt x="10339" y="457368"/>
                    </a:cubicBezTo>
                    <a:cubicBezTo>
                      <a:pt x="10339" y="457368"/>
                      <a:pt x="0" y="454784"/>
                      <a:pt x="0" y="431533"/>
                    </a:cubicBezTo>
                    <a:cubicBezTo>
                      <a:pt x="0" y="431533"/>
                      <a:pt x="2585" y="335947"/>
                      <a:pt x="33603" y="292029"/>
                    </a:cubicBezTo>
                    <a:cubicBezTo>
                      <a:pt x="33603" y="292029"/>
                      <a:pt x="41358" y="279112"/>
                      <a:pt x="62037" y="271362"/>
                    </a:cubicBezTo>
                    <a:cubicBezTo>
                      <a:pt x="62037" y="271362"/>
                      <a:pt x="129243" y="253278"/>
                      <a:pt x="134413" y="235194"/>
                    </a:cubicBezTo>
                    <a:close/>
                    <a:moveTo>
                      <a:pt x="540656" y="232714"/>
                    </a:moveTo>
                    <a:cubicBezTo>
                      <a:pt x="519961" y="245621"/>
                      <a:pt x="504440" y="261109"/>
                      <a:pt x="488919" y="276596"/>
                    </a:cubicBezTo>
                    <a:cubicBezTo>
                      <a:pt x="473398" y="292084"/>
                      <a:pt x="457877" y="310153"/>
                      <a:pt x="444942" y="328223"/>
                    </a:cubicBezTo>
                    <a:cubicBezTo>
                      <a:pt x="432008" y="348873"/>
                      <a:pt x="421661" y="366942"/>
                      <a:pt x="408726" y="387593"/>
                    </a:cubicBezTo>
                    <a:cubicBezTo>
                      <a:pt x="398379" y="405662"/>
                      <a:pt x="388032" y="426312"/>
                      <a:pt x="377684" y="446963"/>
                    </a:cubicBezTo>
                    <a:lnTo>
                      <a:pt x="359576" y="485682"/>
                    </a:lnTo>
                    <a:lnTo>
                      <a:pt x="328534" y="444381"/>
                    </a:lnTo>
                    <a:cubicBezTo>
                      <a:pt x="318186" y="431475"/>
                      <a:pt x="302665" y="421150"/>
                      <a:pt x="284557" y="410824"/>
                    </a:cubicBezTo>
                    <a:cubicBezTo>
                      <a:pt x="276797" y="405662"/>
                      <a:pt x="266449" y="400499"/>
                      <a:pt x="258689" y="397918"/>
                    </a:cubicBezTo>
                    <a:cubicBezTo>
                      <a:pt x="253515" y="395337"/>
                      <a:pt x="248341" y="392755"/>
                      <a:pt x="243168" y="390174"/>
                    </a:cubicBezTo>
                    <a:cubicBezTo>
                      <a:pt x="237994" y="390174"/>
                      <a:pt x="232820" y="387593"/>
                      <a:pt x="230233" y="385011"/>
                    </a:cubicBezTo>
                    <a:lnTo>
                      <a:pt x="271623" y="302410"/>
                    </a:lnTo>
                    <a:cubicBezTo>
                      <a:pt x="276797" y="307572"/>
                      <a:pt x="281970" y="310153"/>
                      <a:pt x="287144" y="315316"/>
                    </a:cubicBezTo>
                    <a:cubicBezTo>
                      <a:pt x="292318" y="317897"/>
                      <a:pt x="297492" y="323060"/>
                      <a:pt x="302665" y="325641"/>
                    </a:cubicBezTo>
                    <a:cubicBezTo>
                      <a:pt x="313013" y="333385"/>
                      <a:pt x="320773" y="343710"/>
                      <a:pt x="331121" y="351454"/>
                    </a:cubicBezTo>
                    <a:cubicBezTo>
                      <a:pt x="341468" y="361780"/>
                      <a:pt x="349229" y="372105"/>
                      <a:pt x="356989" y="382430"/>
                    </a:cubicBezTo>
                    <a:cubicBezTo>
                      <a:pt x="364750" y="374686"/>
                      <a:pt x="369924" y="369523"/>
                      <a:pt x="375097" y="361780"/>
                    </a:cubicBezTo>
                    <a:cubicBezTo>
                      <a:pt x="390618" y="343710"/>
                      <a:pt x="406140" y="328223"/>
                      <a:pt x="424248" y="310153"/>
                    </a:cubicBezTo>
                    <a:cubicBezTo>
                      <a:pt x="442356" y="294666"/>
                      <a:pt x="460464" y="279178"/>
                      <a:pt x="478572" y="266271"/>
                    </a:cubicBezTo>
                    <a:cubicBezTo>
                      <a:pt x="499267" y="253365"/>
                      <a:pt x="519961" y="240458"/>
                      <a:pt x="540656" y="232714"/>
                    </a:cubicBezTo>
                    <a:close/>
                    <a:moveTo>
                      <a:pt x="250901" y="232714"/>
                    </a:moveTo>
                    <a:cubicBezTo>
                      <a:pt x="250901" y="232714"/>
                      <a:pt x="250901" y="235194"/>
                      <a:pt x="250901" y="235194"/>
                    </a:cubicBezTo>
                    <a:lnTo>
                      <a:pt x="250832" y="235264"/>
                    </a:lnTo>
                    <a:lnTo>
                      <a:pt x="250732" y="235194"/>
                    </a:lnTo>
                    <a:lnTo>
                      <a:pt x="250737" y="235359"/>
                    </a:lnTo>
                    <a:lnTo>
                      <a:pt x="248421" y="237674"/>
                    </a:lnTo>
                    <a:cubicBezTo>
                      <a:pt x="250901" y="235194"/>
                      <a:pt x="250901" y="235194"/>
                      <a:pt x="250901" y="232714"/>
                    </a:cubicBezTo>
                    <a:close/>
                    <a:moveTo>
                      <a:pt x="183628" y="0"/>
                    </a:moveTo>
                    <a:cubicBezTo>
                      <a:pt x="183628" y="0"/>
                      <a:pt x="196545" y="2583"/>
                      <a:pt x="217213" y="10333"/>
                    </a:cubicBezTo>
                    <a:lnTo>
                      <a:pt x="230130" y="12917"/>
                    </a:lnTo>
                    <a:cubicBezTo>
                      <a:pt x="258548" y="20667"/>
                      <a:pt x="271465" y="36167"/>
                      <a:pt x="274048" y="38751"/>
                    </a:cubicBezTo>
                    <a:cubicBezTo>
                      <a:pt x="294715" y="64585"/>
                      <a:pt x="289548" y="103336"/>
                      <a:pt x="284382" y="121420"/>
                    </a:cubicBezTo>
                    <a:cubicBezTo>
                      <a:pt x="289548" y="129170"/>
                      <a:pt x="286965" y="144671"/>
                      <a:pt x="284382" y="152421"/>
                    </a:cubicBezTo>
                    <a:cubicBezTo>
                      <a:pt x="284382" y="160171"/>
                      <a:pt x="281798" y="165338"/>
                      <a:pt x="276631" y="167921"/>
                    </a:cubicBezTo>
                    <a:cubicBezTo>
                      <a:pt x="271465" y="211839"/>
                      <a:pt x="232713" y="258341"/>
                      <a:pt x="191378" y="258341"/>
                    </a:cubicBezTo>
                    <a:cubicBezTo>
                      <a:pt x="155211" y="258341"/>
                      <a:pt x="116460" y="214423"/>
                      <a:pt x="111293" y="167921"/>
                    </a:cubicBezTo>
                    <a:cubicBezTo>
                      <a:pt x="108709" y="165338"/>
                      <a:pt x="103543" y="160171"/>
                      <a:pt x="103543" y="152421"/>
                    </a:cubicBezTo>
                    <a:cubicBezTo>
                      <a:pt x="100959" y="144671"/>
                      <a:pt x="98376" y="129170"/>
                      <a:pt x="103543" y="121420"/>
                    </a:cubicBezTo>
                    <a:cubicBezTo>
                      <a:pt x="103543" y="121420"/>
                      <a:pt x="106126" y="121420"/>
                      <a:pt x="106126" y="118837"/>
                    </a:cubicBezTo>
                    <a:cubicBezTo>
                      <a:pt x="98376" y="80085"/>
                      <a:pt x="103543" y="62002"/>
                      <a:pt x="106126" y="59418"/>
                    </a:cubicBezTo>
                    <a:cubicBezTo>
                      <a:pt x="119043" y="20667"/>
                      <a:pt x="160378" y="5167"/>
                      <a:pt x="160378" y="5167"/>
                    </a:cubicBezTo>
                    <a:cubicBezTo>
                      <a:pt x="162961" y="2583"/>
                      <a:pt x="170711" y="0"/>
                      <a:pt x="175878" y="2583"/>
                    </a:cubicBezTo>
                    <a:cubicBezTo>
                      <a:pt x="175878" y="2583"/>
                      <a:pt x="178461" y="2583"/>
                      <a:pt x="181045" y="2583"/>
                    </a:cubicBezTo>
                    <a:cubicBezTo>
                      <a:pt x="181045" y="0"/>
                      <a:pt x="181045" y="0"/>
                      <a:pt x="183628" y="0"/>
                    </a:cubicBezTo>
                    <a:close/>
                  </a:path>
                </a:pathLst>
              </a:custGeom>
              <a:solidFill>
                <a:schemeClr val="accent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cs typeface="+mn-ea"/>
                  <a:sym typeface="+mn-lt"/>
                </a:endParaRPr>
              </a:p>
            </p:txBody>
          </p:sp>
        </p:grpSp>
        <p:grpSp>
          <p:nvGrpSpPr>
            <p:cNvPr id="37" name="组合 36"/>
            <p:cNvGrpSpPr/>
            <p:nvPr/>
          </p:nvGrpSpPr>
          <p:grpSpPr>
            <a:xfrm>
              <a:off x="5086252" y="4958977"/>
              <a:ext cx="5028814" cy="693088"/>
              <a:chOff x="4526757" y="1612335"/>
              <a:chExt cx="5028814" cy="693088"/>
            </a:xfrm>
          </p:grpSpPr>
          <p:sp>
            <p:nvSpPr>
              <p:cNvPr id="39" name="矩形 38"/>
              <p:cNvSpPr/>
              <p:nvPr/>
            </p:nvSpPr>
            <p:spPr bwMode="auto">
              <a:xfrm>
                <a:off x="4976450" y="1612335"/>
                <a:ext cx="4579121" cy="693088"/>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2400" dirty="0">
                    <a:cs typeface="+mn-ea"/>
                    <a:sym typeface="+mn-lt"/>
                  </a:rPr>
                  <a:t>学生选课</a:t>
                </a:r>
              </a:p>
            </p:txBody>
          </p:sp>
          <p:sp>
            <p:nvSpPr>
              <p:cNvPr id="40" name="任意多边形: 形状 39"/>
              <p:cNvSpPr/>
              <p:nvPr/>
            </p:nvSpPr>
            <p:spPr>
              <a:xfrm>
                <a:off x="4526757" y="1791121"/>
                <a:ext cx="367553" cy="335518"/>
              </a:xfrm>
              <a:custGeom>
                <a:avLst/>
                <a:gdLst>
                  <a:gd name="connsiteX0" fmla="*/ 134413 w 540656"/>
                  <a:gd name="connsiteY0" fmla="*/ 235194 h 493535"/>
                  <a:gd name="connsiteX1" fmla="*/ 191280 w 540656"/>
                  <a:gd name="connsiteY1" fmla="*/ 302363 h 493535"/>
                  <a:gd name="connsiteX2" fmla="*/ 199034 w 540656"/>
                  <a:gd name="connsiteY2" fmla="*/ 304946 h 493535"/>
                  <a:gd name="connsiteX3" fmla="*/ 251015 w 540656"/>
                  <a:gd name="connsiteY3" fmla="*/ 245730 h 493535"/>
                  <a:gd name="connsiteX4" fmla="*/ 250737 w 540656"/>
                  <a:gd name="connsiteY4" fmla="*/ 235359 h 493535"/>
                  <a:gd name="connsiteX5" fmla="*/ 250832 w 540656"/>
                  <a:gd name="connsiteY5" fmla="*/ 235264 h 493535"/>
                  <a:gd name="connsiteX6" fmla="*/ 276581 w 540656"/>
                  <a:gd name="connsiteY6" fmla="*/ 253278 h 493535"/>
                  <a:gd name="connsiteX7" fmla="*/ 284336 w 540656"/>
                  <a:gd name="connsiteY7" fmla="*/ 258445 h 493535"/>
                  <a:gd name="connsiteX8" fmla="*/ 320524 w 540656"/>
                  <a:gd name="connsiteY8" fmla="*/ 271362 h 493535"/>
                  <a:gd name="connsiteX9" fmla="*/ 323109 w 540656"/>
                  <a:gd name="connsiteY9" fmla="*/ 271362 h 493535"/>
                  <a:gd name="connsiteX10" fmla="*/ 351542 w 540656"/>
                  <a:gd name="connsiteY10" fmla="*/ 292029 h 493535"/>
                  <a:gd name="connsiteX11" fmla="*/ 367051 w 540656"/>
                  <a:gd name="connsiteY11" fmla="*/ 323030 h 493535"/>
                  <a:gd name="connsiteX12" fmla="*/ 356712 w 540656"/>
                  <a:gd name="connsiteY12" fmla="*/ 333364 h 493535"/>
                  <a:gd name="connsiteX13" fmla="*/ 354127 w 540656"/>
                  <a:gd name="connsiteY13" fmla="*/ 330780 h 493535"/>
                  <a:gd name="connsiteX14" fmla="*/ 323109 w 540656"/>
                  <a:gd name="connsiteY14" fmla="*/ 302363 h 493535"/>
                  <a:gd name="connsiteX15" fmla="*/ 307599 w 540656"/>
                  <a:gd name="connsiteY15" fmla="*/ 292029 h 493535"/>
                  <a:gd name="connsiteX16" fmla="*/ 307599 w 540656"/>
                  <a:gd name="connsiteY16" fmla="*/ 289446 h 493535"/>
                  <a:gd name="connsiteX17" fmla="*/ 289505 w 540656"/>
                  <a:gd name="connsiteY17" fmla="*/ 279112 h 493535"/>
                  <a:gd name="connsiteX18" fmla="*/ 255902 w 540656"/>
                  <a:gd name="connsiteY18" fmla="*/ 258445 h 493535"/>
                  <a:gd name="connsiteX19" fmla="*/ 178356 w 540656"/>
                  <a:gd name="connsiteY19" fmla="*/ 413450 h 493535"/>
                  <a:gd name="connsiteX20" fmla="*/ 219713 w 540656"/>
                  <a:gd name="connsiteY20" fmla="*/ 423783 h 493535"/>
                  <a:gd name="connsiteX21" fmla="*/ 230053 w 540656"/>
                  <a:gd name="connsiteY21" fmla="*/ 426367 h 493535"/>
                  <a:gd name="connsiteX22" fmla="*/ 242978 w 540656"/>
                  <a:gd name="connsiteY22" fmla="*/ 434117 h 493535"/>
                  <a:gd name="connsiteX23" fmla="*/ 268826 w 540656"/>
                  <a:gd name="connsiteY23" fmla="*/ 444450 h 493535"/>
                  <a:gd name="connsiteX24" fmla="*/ 299845 w 540656"/>
                  <a:gd name="connsiteY24" fmla="*/ 470285 h 493535"/>
                  <a:gd name="connsiteX25" fmla="*/ 307599 w 540656"/>
                  <a:gd name="connsiteY25" fmla="*/ 478035 h 493535"/>
                  <a:gd name="connsiteX26" fmla="*/ 201619 w 540656"/>
                  <a:gd name="connsiteY26" fmla="*/ 493535 h 493535"/>
                  <a:gd name="connsiteX27" fmla="*/ 183525 w 540656"/>
                  <a:gd name="connsiteY27" fmla="*/ 493535 h 493535"/>
                  <a:gd name="connsiteX28" fmla="*/ 10339 w 540656"/>
                  <a:gd name="connsiteY28" fmla="*/ 457368 h 493535"/>
                  <a:gd name="connsiteX29" fmla="*/ 0 w 540656"/>
                  <a:gd name="connsiteY29" fmla="*/ 431533 h 493535"/>
                  <a:gd name="connsiteX30" fmla="*/ 33603 w 540656"/>
                  <a:gd name="connsiteY30" fmla="*/ 292029 h 493535"/>
                  <a:gd name="connsiteX31" fmla="*/ 62037 w 540656"/>
                  <a:gd name="connsiteY31" fmla="*/ 271362 h 493535"/>
                  <a:gd name="connsiteX32" fmla="*/ 134413 w 540656"/>
                  <a:gd name="connsiteY32" fmla="*/ 235194 h 493535"/>
                  <a:gd name="connsiteX33" fmla="*/ 540656 w 540656"/>
                  <a:gd name="connsiteY33" fmla="*/ 232714 h 493535"/>
                  <a:gd name="connsiteX34" fmla="*/ 488919 w 540656"/>
                  <a:gd name="connsiteY34" fmla="*/ 276596 h 493535"/>
                  <a:gd name="connsiteX35" fmla="*/ 444942 w 540656"/>
                  <a:gd name="connsiteY35" fmla="*/ 328223 h 493535"/>
                  <a:gd name="connsiteX36" fmla="*/ 408726 w 540656"/>
                  <a:gd name="connsiteY36" fmla="*/ 387593 h 493535"/>
                  <a:gd name="connsiteX37" fmla="*/ 377684 w 540656"/>
                  <a:gd name="connsiteY37" fmla="*/ 446963 h 493535"/>
                  <a:gd name="connsiteX38" fmla="*/ 359576 w 540656"/>
                  <a:gd name="connsiteY38" fmla="*/ 485682 h 493535"/>
                  <a:gd name="connsiteX39" fmla="*/ 328534 w 540656"/>
                  <a:gd name="connsiteY39" fmla="*/ 444381 h 493535"/>
                  <a:gd name="connsiteX40" fmla="*/ 284557 w 540656"/>
                  <a:gd name="connsiteY40" fmla="*/ 410824 h 493535"/>
                  <a:gd name="connsiteX41" fmla="*/ 258689 w 540656"/>
                  <a:gd name="connsiteY41" fmla="*/ 397918 h 493535"/>
                  <a:gd name="connsiteX42" fmla="*/ 243168 w 540656"/>
                  <a:gd name="connsiteY42" fmla="*/ 390174 h 493535"/>
                  <a:gd name="connsiteX43" fmla="*/ 230233 w 540656"/>
                  <a:gd name="connsiteY43" fmla="*/ 385011 h 493535"/>
                  <a:gd name="connsiteX44" fmla="*/ 271623 w 540656"/>
                  <a:gd name="connsiteY44" fmla="*/ 302410 h 493535"/>
                  <a:gd name="connsiteX45" fmla="*/ 287144 w 540656"/>
                  <a:gd name="connsiteY45" fmla="*/ 315316 h 493535"/>
                  <a:gd name="connsiteX46" fmla="*/ 302665 w 540656"/>
                  <a:gd name="connsiteY46" fmla="*/ 325641 h 493535"/>
                  <a:gd name="connsiteX47" fmla="*/ 331121 w 540656"/>
                  <a:gd name="connsiteY47" fmla="*/ 351454 h 493535"/>
                  <a:gd name="connsiteX48" fmla="*/ 356989 w 540656"/>
                  <a:gd name="connsiteY48" fmla="*/ 382430 h 493535"/>
                  <a:gd name="connsiteX49" fmla="*/ 375097 w 540656"/>
                  <a:gd name="connsiteY49" fmla="*/ 361780 h 493535"/>
                  <a:gd name="connsiteX50" fmla="*/ 424248 w 540656"/>
                  <a:gd name="connsiteY50" fmla="*/ 310153 h 493535"/>
                  <a:gd name="connsiteX51" fmla="*/ 478572 w 540656"/>
                  <a:gd name="connsiteY51" fmla="*/ 266271 h 493535"/>
                  <a:gd name="connsiteX52" fmla="*/ 540656 w 540656"/>
                  <a:gd name="connsiteY52" fmla="*/ 232714 h 493535"/>
                  <a:gd name="connsiteX53" fmla="*/ 250901 w 540656"/>
                  <a:gd name="connsiteY53" fmla="*/ 232714 h 493535"/>
                  <a:gd name="connsiteX54" fmla="*/ 250901 w 540656"/>
                  <a:gd name="connsiteY54" fmla="*/ 235194 h 493535"/>
                  <a:gd name="connsiteX55" fmla="*/ 250832 w 540656"/>
                  <a:gd name="connsiteY55" fmla="*/ 235264 h 493535"/>
                  <a:gd name="connsiteX56" fmla="*/ 250732 w 540656"/>
                  <a:gd name="connsiteY56" fmla="*/ 235194 h 493535"/>
                  <a:gd name="connsiteX57" fmla="*/ 250737 w 540656"/>
                  <a:gd name="connsiteY57" fmla="*/ 235359 h 493535"/>
                  <a:gd name="connsiteX58" fmla="*/ 248421 w 540656"/>
                  <a:gd name="connsiteY58" fmla="*/ 237674 h 493535"/>
                  <a:gd name="connsiteX59" fmla="*/ 250901 w 540656"/>
                  <a:gd name="connsiteY59" fmla="*/ 232714 h 493535"/>
                  <a:gd name="connsiteX60" fmla="*/ 183628 w 540656"/>
                  <a:gd name="connsiteY60" fmla="*/ 0 h 493535"/>
                  <a:gd name="connsiteX61" fmla="*/ 217213 w 540656"/>
                  <a:gd name="connsiteY61" fmla="*/ 10333 h 493535"/>
                  <a:gd name="connsiteX62" fmla="*/ 230130 w 540656"/>
                  <a:gd name="connsiteY62" fmla="*/ 12917 h 493535"/>
                  <a:gd name="connsiteX63" fmla="*/ 274048 w 540656"/>
                  <a:gd name="connsiteY63" fmla="*/ 38751 h 493535"/>
                  <a:gd name="connsiteX64" fmla="*/ 284382 w 540656"/>
                  <a:gd name="connsiteY64" fmla="*/ 121420 h 493535"/>
                  <a:gd name="connsiteX65" fmla="*/ 284382 w 540656"/>
                  <a:gd name="connsiteY65" fmla="*/ 152421 h 493535"/>
                  <a:gd name="connsiteX66" fmla="*/ 276631 w 540656"/>
                  <a:gd name="connsiteY66" fmla="*/ 167921 h 493535"/>
                  <a:gd name="connsiteX67" fmla="*/ 191378 w 540656"/>
                  <a:gd name="connsiteY67" fmla="*/ 258341 h 493535"/>
                  <a:gd name="connsiteX68" fmla="*/ 111293 w 540656"/>
                  <a:gd name="connsiteY68" fmla="*/ 167921 h 493535"/>
                  <a:gd name="connsiteX69" fmla="*/ 103543 w 540656"/>
                  <a:gd name="connsiteY69" fmla="*/ 152421 h 493535"/>
                  <a:gd name="connsiteX70" fmla="*/ 103543 w 540656"/>
                  <a:gd name="connsiteY70" fmla="*/ 121420 h 493535"/>
                  <a:gd name="connsiteX71" fmla="*/ 106126 w 540656"/>
                  <a:gd name="connsiteY71" fmla="*/ 118837 h 493535"/>
                  <a:gd name="connsiteX72" fmla="*/ 106126 w 540656"/>
                  <a:gd name="connsiteY72" fmla="*/ 59418 h 493535"/>
                  <a:gd name="connsiteX73" fmla="*/ 160378 w 540656"/>
                  <a:gd name="connsiteY73" fmla="*/ 5167 h 493535"/>
                  <a:gd name="connsiteX74" fmla="*/ 175878 w 540656"/>
                  <a:gd name="connsiteY74" fmla="*/ 2583 h 493535"/>
                  <a:gd name="connsiteX75" fmla="*/ 181045 w 540656"/>
                  <a:gd name="connsiteY75" fmla="*/ 2583 h 493535"/>
                  <a:gd name="connsiteX76" fmla="*/ 183628 w 540656"/>
                  <a:gd name="connsiteY76" fmla="*/ 0 h 493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540656" h="493535">
                    <a:moveTo>
                      <a:pt x="134413" y="235194"/>
                    </a:moveTo>
                    <a:cubicBezTo>
                      <a:pt x="134413" y="235194"/>
                      <a:pt x="136998" y="299779"/>
                      <a:pt x="191280" y="302363"/>
                    </a:cubicBezTo>
                    <a:lnTo>
                      <a:pt x="199034" y="304946"/>
                    </a:lnTo>
                    <a:cubicBezTo>
                      <a:pt x="243624" y="303009"/>
                      <a:pt x="250409" y="264742"/>
                      <a:pt x="251015" y="245730"/>
                    </a:cubicBezTo>
                    <a:lnTo>
                      <a:pt x="250737" y="235359"/>
                    </a:lnTo>
                    <a:lnTo>
                      <a:pt x="250832" y="235264"/>
                    </a:lnTo>
                    <a:lnTo>
                      <a:pt x="276581" y="253278"/>
                    </a:lnTo>
                    <a:cubicBezTo>
                      <a:pt x="279166" y="255862"/>
                      <a:pt x="281751" y="255862"/>
                      <a:pt x="284336" y="258445"/>
                    </a:cubicBezTo>
                    <a:cubicBezTo>
                      <a:pt x="284336" y="258445"/>
                      <a:pt x="302430" y="263612"/>
                      <a:pt x="320524" y="271362"/>
                    </a:cubicBezTo>
                    <a:cubicBezTo>
                      <a:pt x="323109" y="271362"/>
                      <a:pt x="323109" y="271362"/>
                      <a:pt x="323109" y="271362"/>
                    </a:cubicBezTo>
                    <a:cubicBezTo>
                      <a:pt x="343787" y="279112"/>
                      <a:pt x="351542" y="292029"/>
                      <a:pt x="351542" y="292029"/>
                    </a:cubicBezTo>
                    <a:cubicBezTo>
                      <a:pt x="359297" y="299779"/>
                      <a:pt x="361882" y="312697"/>
                      <a:pt x="367051" y="323030"/>
                    </a:cubicBezTo>
                    <a:cubicBezTo>
                      <a:pt x="364466" y="325614"/>
                      <a:pt x="361882" y="330780"/>
                      <a:pt x="356712" y="333364"/>
                    </a:cubicBezTo>
                    <a:cubicBezTo>
                      <a:pt x="356712" y="333364"/>
                      <a:pt x="356712" y="333364"/>
                      <a:pt x="354127" y="330780"/>
                    </a:cubicBezTo>
                    <a:cubicBezTo>
                      <a:pt x="346372" y="323030"/>
                      <a:pt x="336033" y="312697"/>
                      <a:pt x="323109" y="302363"/>
                    </a:cubicBezTo>
                    <a:cubicBezTo>
                      <a:pt x="317939" y="299779"/>
                      <a:pt x="312769" y="294613"/>
                      <a:pt x="307599" y="292029"/>
                    </a:cubicBezTo>
                    <a:lnTo>
                      <a:pt x="307599" y="289446"/>
                    </a:lnTo>
                    <a:cubicBezTo>
                      <a:pt x="299845" y="286862"/>
                      <a:pt x="294675" y="281696"/>
                      <a:pt x="289505" y="279112"/>
                    </a:cubicBezTo>
                    <a:lnTo>
                      <a:pt x="255902" y="258445"/>
                    </a:lnTo>
                    <a:lnTo>
                      <a:pt x="178356" y="413450"/>
                    </a:lnTo>
                    <a:lnTo>
                      <a:pt x="219713" y="423783"/>
                    </a:lnTo>
                    <a:cubicBezTo>
                      <a:pt x="222298" y="423783"/>
                      <a:pt x="227468" y="426367"/>
                      <a:pt x="230053" y="426367"/>
                    </a:cubicBezTo>
                    <a:cubicBezTo>
                      <a:pt x="235223" y="428950"/>
                      <a:pt x="240393" y="431533"/>
                      <a:pt x="242978" y="434117"/>
                    </a:cubicBezTo>
                    <a:cubicBezTo>
                      <a:pt x="253317" y="436700"/>
                      <a:pt x="261072" y="441867"/>
                      <a:pt x="268826" y="444450"/>
                    </a:cubicBezTo>
                    <a:cubicBezTo>
                      <a:pt x="284336" y="452201"/>
                      <a:pt x="294675" y="462534"/>
                      <a:pt x="299845" y="470285"/>
                    </a:cubicBezTo>
                    <a:lnTo>
                      <a:pt x="307599" y="478035"/>
                    </a:lnTo>
                    <a:cubicBezTo>
                      <a:pt x="253317" y="490952"/>
                      <a:pt x="201619" y="493535"/>
                      <a:pt x="201619" y="493535"/>
                    </a:cubicBezTo>
                    <a:cubicBezTo>
                      <a:pt x="196450" y="493535"/>
                      <a:pt x="191280" y="493535"/>
                      <a:pt x="183525" y="493535"/>
                    </a:cubicBezTo>
                    <a:cubicBezTo>
                      <a:pt x="183525" y="493535"/>
                      <a:pt x="77546" y="488368"/>
                      <a:pt x="10339" y="457368"/>
                    </a:cubicBezTo>
                    <a:cubicBezTo>
                      <a:pt x="10339" y="457368"/>
                      <a:pt x="0" y="454784"/>
                      <a:pt x="0" y="431533"/>
                    </a:cubicBezTo>
                    <a:cubicBezTo>
                      <a:pt x="0" y="431533"/>
                      <a:pt x="2585" y="335947"/>
                      <a:pt x="33603" y="292029"/>
                    </a:cubicBezTo>
                    <a:cubicBezTo>
                      <a:pt x="33603" y="292029"/>
                      <a:pt x="41358" y="279112"/>
                      <a:pt x="62037" y="271362"/>
                    </a:cubicBezTo>
                    <a:cubicBezTo>
                      <a:pt x="62037" y="271362"/>
                      <a:pt x="129243" y="253278"/>
                      <a:pt x="134413" y="235194"/>
                    </a:cubicBezTo>
                    <a:close/>
                    <a:moveTo>
                      <a:pt x="540656" y="232714"/>
                    </a:moveTo>
                    <a:cubicBezTo>
                      <a:pt x="519961" y="245621"/>
                      <a:pt x="504440" y="261109"/>
                      <a:pt x="488919" y="276596"/>
                    </a:cubicBezTo>
                    <a:cubicBezTo>
                      <a:pt x="473398" y="292084"/>
                      <a:pt x="457877" y="310153"/>
                      <a:pt x="444942" y="328223"/>
                    </a:cubicBezTo>
                    <a:cubicBezTo>
                      <a:pt x="432008" y="348873"/>
                      <a:pt x="421661" y="366942"/>
                      <a:pt x="408726" y="387593"/>
                    </a:cubicBezTo>
                    <a:cubicBezTo>
                      <a:pt x="398379" y="405662"/>
                      <a:pt x="388032" y="426312"/>
                      <a:pt x="377684" y="446963"/>
                    </a:cubicBezTo>
                    <a:lnTo>
                      <a:pt x="359576" y="485682"/>
                    </a:lnTo>
                    <a:lnTo>
                      <a:pt x="328534" y="444381"/>
                    </a:lnTo>
                    <a:cubicBezTo>
                      <a:pt x="318186" y="431475"/>
                      <a:pt x="302665" y="421150"/>
                      <a:pt x="284557" y="410824"/>
                    </a:cubicBezTo>
                    <a:cubicBezTo>
                      <a:pt x="276797" y="405662"/>
                      <a:pt x="266449" y="400499"/>
                      <a:pt x="258689" y="397918"/>
                    </a:cubicBezTo>
                    <a:cubicBezTo>
                      <a:pt x="253515" y="395337"/>
                      <a:pt x="248341" y="392755"/>
                      <a:pt x="243168" y="390174"/>
                    </a:cubicBezTo>
                    <a:cubicBezTo>
                      <a:pt x="237994" y="390174"/>
                      <a:pt x="232820" y="387593"/>
                      <a:pt x="230233" y="385011"/>
                    </a:cubicBezTo>
                    <a:lnTo>
                      <a:pt x="271623" y="302410"/>
                    </a:lnTo>
                    <a:cubicBezTo>
                      <a:pt x="276797" y="307572"/>
                      <a:pt x="281970" y="310153"/>
                      <a:pt x="287144" y="315316"/>
                    </a:cubicBezTo>
                    <a:cubicBezTo>
                      <a:pt x="292318" y="317897"/>
                      <a:pt x="297492" y="323060"/>
                      <a:pt x="302665" y="325641"/>
                    </a:cubicBezTo>
                    <a:cubicBezTo>
                      <a:pt x="313013" y="333385"/>
                      <a:pt x="320773" y="343710"/>
                      <a:pt x="331121" y="351454"/>
                    </a:cubicBezTo>
                    <a:cubicBezTo>
                      <a:pt x="341468" y="361780"/>
                      <a:pt x="349229" y="372105"/>
                      <a:pt x="356989" y="382430"/>
                    </a:cubicBezTo>
                    <a:cubicBezTo>
                      <a:pt x="364750" y="374686"/>
                      <a:pt x="369924" y="369523"/>
                      <a:pt x="375097" y="361780"/>
                    </a:cubicBezTo>
                    <a:cubicBezTo>
                      <a:pt x="390618" y="343710"/>
                      <a:pt x="406140" y="328223"/>
                      <a:pt x="424248" y="310153"/>
                    </a:cubicBezTo>
                    <a:cubicBezTo>
                      <a:pt x="442356" y="294666"/>
                      <a:pt x="460464" y="279178"/>
                      <a:pt x="478572" y="266271"/>
                    </a:cubicBezTo>
                    <a:cubicBezTo>
                      <a:pt x="499267" y="253365"/>
                      <a:pt x="519961" y="240458"/>
                      <a:pt x="540656" y="232714"/>
                    </a:cubicBezTo>
                    <a:close/>
                    <a:moveTo>
                      <a:pt x="250901" y="232714"/>
                    </a:moveTo>
                    <a:cubicBezTo>
                      <a:pt x="250901" y="232714"/>
                      <a:pt x="250901" y="235194"/>
                      <a:pt x="250901" y="235194"/>
                    </a:cubicBezTo>
                    <a:lnTo>
                      <a:pt x="250832" y="235264"/>
                    </a:lnTo>
                    <a:lnTo>
                      <a:pt x="250732" y="235194"/>
                    </a:lnTo>
                    <a:lnTo>
                      <a:pt x="250737" y="235359"/>
                    </a:lnTo>
                    <a:lnTo>
                      <a:pt x="248421" y="237674"/>
                    </a:lnTo>
                    <a:cubicBezTo>
                      <a:pt x="250901" y="235194"/>
                      <a:pt x="250901" y="235194"/>
                      <a:pt x="250901" y="232714"/>
                    </a:cubicBezTo>
                    <a:close/>
                    <a:moveTo>
                      <a:pt x="183628" y="0"/>
                    </a:moveTo>
                    <a:cubicBezTo>
                      <a:pt x="183628" y="0"/>
                      <a:pt x="196545" y="2583"/>
                      <a:pt x="217213" y="10333"/>
                    </a:cubicBezTo>
                    <a:lnTo>
                      <a:pt x="230130" y="12917"/>
                    </a:lnTo>
                    <a:cubicBezTo>
                      <a:pt x="258548" y="20667"/>
                      <a:pt x="271465" y="36167"/>
                      <a:pt x="274048" y="38751"/>
                    </a:cubicBezTo>
                    <a:cubicBezTo>
                      <a:pt x="294715" y="64585"/>
                      <a:pt x="289548" y="103336"/>
                      <a:pt x="284382" y="121420"/>
                    </a:cubicBezTo>
                    <a:cubicBezTo>
                      <a:pt x="289548" y="129170"/>
                      <a:pt x="286965" y="144671"/>
                      <a:pt x="284382" y="152421"/>
                    </a:cubicBezTo>
                    <a:cubicBezTo>
                      <a:pt x="284382" y="160171"/>
                      <a:pt x="281798" y="165338"/>
                      <a:pt x="276631" y="167921"/>
                    </a:cubicBezTo>
                    <a:cubicBezTo>
                      <a:pt x="271465" y="211839"/>
                      <a:pt x="232713" y="258341"/>
                      <a:pt x="191378" y="258341"/>
                    </a:cubicBezTo>
                    <a:cubicBezTo>
                      <a:pt x="155211" y="258341"/>
                      <a:pt x="116460" y="214423"/>
                      <a:pt x="111293" y="167921"/>
                    </a:cubicBezTo>
                    <a:cubicBezTo>
                      <a:pt x="108709" y="165338"/>
                      <a:pt x="103543" y="160171"/>
                      <a:pt x="103543" y="152421"/>
                    </a:cubicBezTo>
                    <a:cubicBezTo>
                      <a:pt x="100959" y="144671"/>
                      <a:pt x="98376" y="129170"/>
                      <a:pt x="103543" y="121420"/>
                    </a:cubicBezTo>
                    <a:cubicBezTo>
                      <a:pt x="103543" y="121420"/>
                      <a:pt x="106126" y="121420"/>
                      <a:pt x="106126" y="118837"/>
                    </a:cubicBezTo>
                    <a:cubicBezTo>
                      <a:pt x="98376" y="80085"/>
                      <a:pt x="103543" y="62002"/>
                      <a:pt x="106126" y="59418"/>
                    </a:cubicBezTo>
                    <a:cubicBezTo>
                      <a:pt x="119043" y="20667"/>
                      <a:pt x="160378" y="5167"/>
                      <a:pt x="160378" y="5167"/>
                    </a:cubicBezTo>
                    <a:cubicBezTo>
                      <a:pt x="162961" y="2583"/>
                      <a:pt x="170711" y="0"/>
                      <a:pt x="175878" y="2583"/>
                    </a:cubicBezTo>
                    <a:cubicBezTo>
                      <a:pt x="175878" y="2583"/>
                      <a:pt x="178461" y="2583"/>
                      <a:pt x="181045" y="2583"/>
                    </a:cubicBezTo>
                    <a:cubicBezTo>
                      <a:pt x="181045" y="0"/>
                      <a:pt x="181045" y="0"/>
                      <a:pt x="183628" y="0"/>
                    </a:cubicBezTo>
                    <a:close/>
                  </a:path>
                </a:pathLst>
              </a:custGeom>
              <a:solidFill>
                <a:schemeClr val="accent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cs typeface="+mn-ea"/>
                  <a:sym typeface="+mn-lt"/>
                </a:endParaRPr>
              </a:p>
            </p:txBody>
          </p:sp>
        </p:grpSp>
        <p:sp>
          <p:nvSpPr>
            <p:cNvPr id="38" name="椭圆 37"/>
            <p:cNvSpPr/>
            <p:nvPr/>
          </p:nvSpPr>
          <p:spPr>
            <a:xfrm>
              <a:off x="2988214" y="3004898"/>
              <a:ext cx="1254602" cy="1254604"/>
            </a:xfrm>
            <a:prstGeom prst="ellipse">
              <a:avLst/>
            </a:prstGeom>
            <a:solidFill>
              <a:schemeClr val="bg1"/>
            </a:solidFill>
            <a:ln w="38100">
              <a:solidFill>
                <a:schemeClr val="accent2"/>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r>
                <a:rPr lang="zh-CN" altLang="en-US" sz="2400" b="1" dirty="0">
                  <a:solidFill>
                    <a:schemeClr val="tx1"/>
                  </a:solidFill>
                  <a:latin typeface="宋体" panose="02010600030101010101" pitchFamily="2" charset="-122"/>
                  <a:ea typeface="宋体" panose="02010600030101010101" pitchFamily="2" charset="-122"/>
                  <a:cs typeface="+mn-ea"/>
                  <a:sym typeface="+mn-lt"/>
                </a:rPr>
                <a:t>负责</a:t>
              </a:r>
            </a:p>
            <a:p>
              <a:pPr algn="ctr"/>
              <a:r>
                <a:rPr lang="zh-CN" altLang="en-US" sz="2400" b="1" dirty="0">
                  <a:solidFill>
                    <a:schemeClr val="tx1"/>
                  </a:solidFill>
                  <a:latin typeface="宋体" panose="02010600030101010101" pitchFamily="2" charset="-122"/>
                  <a:ea typeface="宋体" panose="02010600030101010101" pitchFamily="2" charset="-122"/>
                  <a:cs typeface="+mn-ea"/>
                  <a:sym typeface="+mn-lt"/>
                </a:rPr>
                <a:t>部分</a:t>
              </a: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3E7816B9-4368-481C-AF7D-011CB1B5D3BB}"/>
              </a:ext>
            </a:extLst>
          </p:cNvPr>
          <p:cNvSpPr>
            <a:spLocks noGrp="1"/>
          </p:cNvSpPr>
          <p:nvPr>
            <p:ph type="title"/>
          </p:nvPr>
        </p:nvSpPr>
        <p:spPr/>
        <p:txBody>
          <a:bodyPr/>
          <a:lstStyle/>
          <a:p>
            <a:r>
              <a:rPr lang="zh-CN" altLang="en-US" dirty="0">
                <a:latin typeface="Arial" panose="020B0604020202020204" pitchFamily="34" charset="0"/>
                <a:ea typeface="微软雅黑" panose="020B0503020204020204" pitchFamily="34" charset="-122"/>
              </a:rPr>
              <a:t>前端陈述</a:t>
            </a:r>
          </a:p>
        </p:txBody>
      </p:sp>
      <p:sp>
        <p:nvSpPr>
          <p:cNvPr id="5" name="文本占位符 4">
            <a:extLst>
              <a:ext uri="{FF2B5EF4-FFF2-40B4-BE49-F238E27FC236}">
                <a16:creationId xmlns:a16="http://schemas.microsoft.com/office/drawing/2014/main" id="{7239E965-33B6-4BC1-B1B3-CD2DC6B7EA81}"/>
              </a:ext>
            </a:extLst>
          </p:cNvPr>
          <p:cNvSpPr>
            <a:spLocks noGrp="1"/>
          </p:cNvSpPr>
          <p:nvPr>
            <p:ph type="body" idx="1"/>
          </p:nvPr>
        </p:nvSpPr>
        <p:spPr/>
        <p:txBody>
          <a:bodyPr/>
          <a:lstStyle/>
          <a:p>
            <a:r>
              <a:rPr lang="zh-CN" altLang="en-US" dirty="0">
                <a:latin typeface="Arial" panose="020B0604020202020204" pitchFamily="34" charset="0"/>
                <a:ea typeface="微软雅黑" panose="020B0503020204020204" pitchFamily="34" charset="-122"/>
              </a:rPr>
              <a:t>前端 </a:t>
            </a:r>
            <a:r>
              <a:rPr lang="en-US" altLang="zh-CN" dirty="0">
                <a:latin typeface="Arial" panose="020B0604020202020204" pitchFamily="34" charset="0"/>
                <a:ea typeface="微软雅黑" panose="020B0503020204020204" pitchFamily="34" charset="-122"/>
              </a:rPr>
              <a:t>Vue </a:t>
            </a:r>
            <a:r>
              <a:rPr lang="zh-CN" altLang="en-US" dirty="0">
                <a:latin typeface="Arial" panose="020B0604020202020204" pitchFamily="34" charset="0"/>
                <a:ea typeface="微软雅黑" panose="020B0503020204020204" pitchFamily="34" charset="-122"/>
              </a:rPr>
              <a:t>开发</a:t>
            </a:r>
            <a:endParaRPr lang="en-GB" altLang="zh-CN" dirty="0">
              <a:latin typeface="Arial" panose="020B0604020202020204" pitchFamily="34" charset="0"/>
              <a:ea typeface="微软雅黑" panose="020B0503020204020204" pitchFamily="34" charset="-122"/>
            </a:endParaRPr>
          </a:p>
        </p:txBody>
      </p:sp>
      <p:sp>
        <p:nvSpPr>
          <p:cNvPr id="2" name="灯片编号占位符 1">
            <a:extLst>
              <a:ext uri="{FF2B5EF4-FFF2-40B4-BE49-F238E27FC236}">
                <a16:creationId xmlns:a16="http://schemas.microsoft.com/office/drawing/2014/main" id="{1BC2B274-6096-4E6F-B8DF-3F118E2D97ED}"/>
              </a:ext>
            </a:extLst>
          </p:cNvPr>
          <p:cNvSpPr>
            <a:spLocks noGrp="1"/>
          </p:cNvSpPr>
          <p:nvPr>
            <p:ph type="sldNum" sz="quarter" idx="12"/>
          </p:nvPr>
        </p:nvSpPr>
        <p:spPr>
          <a:prstGeom prst="rect">
            <a:avLst/>
          </a:prstGeom>
        </p:spPr>
        <p:txBody>
          <a:bodyPr vert="horz" lIns="91440" tIns="45720" rIns="91440" bIns="45720" rtlCol="0" anchor="ctr"/>
          <a:lstStyle>
            <a:defPPr>
              <a:defRPr lang="zh-CN"/>
            </a:defPPr>
            <a:lvl1pPr marL="0" algn="r" defTabSz="914400" rtl="0" eaLnBrk="1" latinLnBrk="0" hangingPunct="1">
              <a:defRPr lang="zh-CN" altLang="en-US"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F65B630-C7FF-41C0-9923-C5E5E29EED81}" type="slidenum">
              <a:rPr lang="en-US" altLang="zh-CN" b="1" smtClean="0">
                <a:latin typeface="Arial" panose="020B0604020202020204" pitchFamily="34" charset="0"/>
                <a:ea typeface="微软雅黑" panose="020B0503020204020204" pitchFamily="34" charset="-122"/>
              </a:rPr>
              <a:pPr/>
              <a:t>31</a:t>
            </a:fld>
            <a:endParaRPr lang="zh-CN" altLang="en-US" b="1" dirty="0">
              <a:latin typeface="Arial" panose="020B0604020202020204" pitchFamily="34" charset="0"/>
              <a:ea typeface="微软雅黑" panose="020B0503020204020204" pitchFamily="34" charset="-122"/>
            </a:endParaRPr>
          </a:p>
        </p:txBody>
      </p:sp>
      <p:sp>
        <p:nvSpPr>
          <p:cNvPr id="8" name="文本框 7">
            <a:extLst>
              <a:ext uri="{FF2B5EF4-FFF2-40B4-BE49-F238E27FC236}">
                <a16:creationId xmlns:a16="http://schemas.microsoft.com/office/drawing/2014/main" id="{8C020416-619F-4067-9449-EC53475B0DC8}"/>
              </a:ext>
            </a:extLst>
          </p:cNvPr>
          <p:cNvSpPr txBox="1">
            <a:spLocks/>
          </p:cNvSpPr>
          <p:nvPr/>
        </p:nvSpPr>
        <p:spPr>
          <a:xfrm>
            <a:off x="660400" y="2004763"/>
            <a:ext cx="10858500" cy="1089529"/>
          </a:xfrm>
          <a:prstGeom prst="rect">
            <a:avLst/>
          </a:prstGeom>
        </p:spPr>
        <p:txBody>
          <a:bodyPr vert="horz" wrap="square" lIns="91440" tIns="45720" rIns="91440" bIns="45720" rtlCol="0" anchor="b">
            <a:spAutoFit/>
          </a:bodyPr>
          <a:lstStyle>
            <a:lvl1pPr algn="ctr" defTabSz="914400" rtl="0" eaLnBrk="1" latinLnBrk="0" hangingPunct="1">
              <a:lnSpc>
                <a:spcPct val="90000"/>
              </a:lnSpc>
              <a:spcBef>
                <a:spcPct val="0"/>
              </a:spcBef>
              <a:buNone/>
              <a:defRPr lang="zh-CN" altLang="en-US" sz="3200" b="1" kern="1200">
                <a:solidFill>
                  <a:schemeClr val="bg1"/>
                </a:solidFill>
                <a:latin typeface="+mj-lt"/>
                <a:ea typeface="+mj-ea"/>
                <a:cs typeface="+mj-cs"/>
              </a:defRPr>
            </a:lvl1pPr>
          </a:lstStyle>
          <a:p>
            <a:r>
              <a:rPr lang="en-GB" altLang="zh-CN" sz="7200" dirty="0">
                <a:latin typeface="Arial" panose="020B0604020202020204" pitchFamily="34" charset="0"/>
                <a:ea typeface="微软雅黑" panose="020B0503020204020204" pitchFamily="34" charset="-122"/>
              </a:rPr>
              <a:t>01</a:t>
            </a:r>
          </a:p>
        </p:txBody>
      </p:sp>
    </p:spTree>
    <p:extLst>
      <p:ext uri="{BB962C8B-B14F-4D97-AF65-F5344CB8AC3E}">
        <p14:creationId xmlns:p14="http://schemas.microsoft.com/office/powerpoint/2010/main" val="37238170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n-lt"/>
                <a:ea typeface="+mn-ea"/>
                <a:cs typeface="+mn-ea"/>
                <a:sym typeface="+mn-lt"/>
              </a:rPr>
              <a:t>前端设计</a:t>
            </a:r>
          </a:p>
        </p:txBody>
      </p:sp>
      <p:sp>
        <p:nvSpPr>
          <p:cNvPr id="3" name="页脚占位符 2"/>
          <p:cNvSpPr>
            <a:spLocks noGrp="1"/>
          </p:cNvSpPr>
          <p:nvPr>
            <p:ph type="ftr" sz="quarter" idx="11"/>
          </p:nvPr>
        </p:nvSpPr>
        <p:spPr/>
        <p:txBody>
          <a:bodyPr/>
          <a:lstStyle/>
          <a:p>
            <a:r>
              <a:rPr lang="zh-CN" altLang="en-US" dirty="0">
                <a:cs typeface="+mn-ea"/>
                <a:sym typeface="+mn-lt"/>
              </a:rPr>
              <a:t>课程管理系统</a:t>
            </a:r>
          </a:p>
        </p:txBody>
      </p:sp>
      <p:sp>
        <p:nvSpPr>
          <p:cNvPr id="4" name="灯片编号占位符 3"/>
          <p:cNvSpPr>
            <a:spLocks noGrp="1"/>
          </p:cNvSpPr>
          <p:nvPr>
            <p:ph type="sldNum" sz="quarter" idx="12"/>
          </p:nvPr>
        </p:nvSpPr>
        <p:spPr/>
        <p:txBody>
          <a:bodyPr/>
          <a:lstStyle/>
          <a:p>
            <a:fld id="{5DD3DB80-B894-403A-B48E-6FDC1A72010E}" type="slidenum">
              <a:rPr lang="zh-CN" altLang="en-US" b="1" smtClean="0">
                <a:solidFill>
                  <a:schemeClr val="tx1"/>
                </a:solidFill>
                <a:cs typeface="+mn-ea"/>
                <a:sym typeface="+mn-lt"/>
              </a:rPr>
              <a:t>32</a:t>
            </a:fld>
            <a:endParaRPr lang="zh-CN" altLang="en-US" b="1" dirty="0">
              <a:solidFill>
                <a:schemeClr val="tx1"/>
              </a:solidFill>
              <a:cs typeface="+mn-ea"/>
              <a:sym typeface="+mn-lt"/>
            </a:endParaRPr>
          </a:p>
        </p:txBody>
      </p:sp>
      <p:grpSp>
        <p:nvGrpSpPr>
          <p:cNvPr id="28" name="组合 27"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nvGrpSpPr>
        <p:grpSpPr>
          <a:xfrm>
            <a:off x="1192540" y="1351211"/>
            <a:ext cx="10326359" cy="4561979"/>
            <a:chOff x="1192540" y="1351211"/>
            <a:chExt cx="10326359" cy="4561979"/>
          </a:xfrm>
        </p:grpSpPr>
        <p:sp>
          <p:nvSpPr>
            <p:cNvPr id="29" name="任意多边形: 形状 28"/>
            <p:cNvSpPr/>
            <p:nvPr/>
          </p:nvSpPr>
          <p:spPr bwMode="auto">
            <a:xfrm flipH="1">
              <a:off x="4055454" y="1351211"/>
              <a:ext cx="586231" cy="4561979"/>
            </a:xfrm>
            <a:custGeom>
              <a:avLst/>
              <a:gdLst>
                <a:gd name="T0" fmla="*/ 0 w 1412"/>
                <a:gd name="T1" fmla="*/ 82 h 6009"/>
                <a:gd name="T2" fmla="*/ 0 w 1412"/>
                <a:gd name="T3" fmla="*/ 0 h 6009"/>
                <a:gd name="T4" fmla="*/ 283 w 1412"/>
                <a:gd name="T5" fmla="*/ 71 h 6009"/>
                <a:gd name="T6" fmla="*/ 518 w 1412"/>
                <a:gd name="T7" fmla="*/ 182 h 6009"/>
                <a:gd name="T8" fmla="*/ 723 w 1412"/>
                <a:gd name="T9" fmla="*/ 367 h 6009"/>
                <a:gd name="T10" fmla="*/ 863 w 1412"/>
                <a:gd name="T11" fmla="*/ 597 h 6009"/>
                <a:gd name="T12" fmla="*/ 935 w 1412"/>
                <a:gd name="T13" fmla="*/ 848 h 6009"/>
                <a:gd name="T14" fmla="*/ 966 w 1412"/>
                <a:gd name="T15" fmla="*/ 1141 h 6009"/>
                <a:gd name="T16" fmla="*/ 931 w 1412"/>
                <a:gd name="T17" fmla="*/ 1500 h 6009"/>
                <a:gd name="T18" fmla="*/ 856 w 1412"/>
                <a:gd name="T19" fmla="*/ 1831 h 6009"/>
                <a:gd name="T20" fmla="*/ 828 w 1412"/>
                <a:gd name="T21" fmla="*/ 2176 h 6009"/>
                <a:gd name="T22" fmla="*/ 869 w 1412"/>
                <a:gd name="T23" fmla="*/ 2502 h 6009"/>
                <a:gd name="T24" fmla="*/ 961 w 1412"/>
                <a:gd name="T25" fmla="*/ 2687 h 6009"/>
                <a:gd name="T26" fmla="*/ 1110 w 1412"/>
                <a:gd name="T27" fmla="*/ 2815 h 6009"/>
                <a:gd name="T28" fmla="*/ 1244 w 1412"/>
                <a:gd name="T29" fmla="*/ 2889 h 6009"/>
                <a:gd name="T30" fmla="*/ 1412 w 1412"/>
                <a:gd name="T31" fmla="*/ 2920 h 6009"/>
                <a:gd name="T32" fmla="*/ 1412 w 1412"/>
                <a:gd name="T33" fmla="*/ 3079 h 6009"/>
                <a:gd name="T34" fmla="*/ 1156 w 1412"/>
                <a:gd name="T35" fmla="*/ 3164 h 6009"/>
                <a:gd name="T36" fmla="*/ 999 w 1412"/>
                <a:gd name="T37" fmla="*/ 3291 h 6009"/>
                <a:gd name="T38" fmla="*/ 880 w 1412"/>
                <a:gd name="T39" fmla="*/ 3508 h 6009"/>
                <a:gd name="T40" fmla="*/ 826 w 1412"/>
                <a:gd name="T41" fmla="*/ 3804 h 6009"/>
                <a:gd name="T42" fmla="*/ 850 w 1412"/>
                <a:gd name="T43" fmla="*/ 4193 h 6009"/>
                <a:gd name="T44" fmla="*/ 884 w 1412"/>
                <a:gd name="T45" fmla="*/ 4452 h 6009"/>
                <a:gd name="T46" fmla="*/ 935 w 1412"/>
                <a:gd name="T47" fmla="*/ 4752 h 6009"/>
                <a:gd name="T48" fmla="*/ 944 w 1412"/>
                <a:gd name="T49" fmla="*/ 5046 h 6009"/>
                <a:gd name="T50" fmla="*/ 893 w 1412"/>
                <a:gd name="T51" fmla="*/ 5331 h 6009"/>
                <a:gd name="T52" fmla="*/ 792 w 1412"/>
                <a:gd name="T53" fmla="*/ 5553 h 6009"/>
                <a:gd name="T54" fmla="*/ 639 w 1412"/>
                <a:gd name="T55" fmla="*/ 5737 h 6009"/>
                <a:gd name="T56" fmla="*/ 458 w 1412"/>
                <a:gd name="T57" fmla="*/ 5879 h 6009"/>
                <a:gd name="T58" fmla="*/ 310 w 1412"/>
                <a:gd name="T59" fmla="*/ 5967 h 6009"/>
                <a:gd name="T60" fmla="*/ 212 w 1412"/>
                <a:gd name="T61" fmla="*/ 6005 h 6009"/>
                <a:gd name="T62" fmla="*/ 171 w 1412"/>
                <a:gd name="T63" fmla="*/ 5973 h 6009"/>
                <a:gd name="T64" fmla="*/ 208 w 1412"/>
                <a:gd name="T65" fmla="*/ 5905 h 6009"/>
                <a:gd name="T66" fmla="*/ 300 w 1412"/>
                <a:gd name="T67" fmla="*/ 5840 h 6009"/>
                <a:gd name="T68" fmla="*/ 445 w 1412"/>
                <a:gd name="T69" fmla="*/ 5705 h 6009"/>
                <a:gd name="T70" fmla="*/ 564 w 1412"/>
                <a:gd name="T71" fmla="*/ 5512 h 6009"/>
                <a:gd name="T72" fmla="*/ 625 w 1412"/>
                <a:gd name="T73" fmla="*/ 5315 h 6009"/>
                <a:gd name="T74" fmla="*/ 638 w 1412"/>
                <a:gd name="T75" fmla="*/ 5121 h 6009"/>
                <a:gd name="T76" fmla="*/ 618 w 1412"/>
                <a:gd name="T77" fmla="*/ 4825 h 6009"/>
                <a:gd name="T78" fmla="*/ 584 w 1412"/>
                <a:gd name="T79" fmla="*/ 4415 h 6009"/>
                <a:gd name="T80" fmla="*/ 578 w 1412"/>
                <a:gd name="T81" fmla="*/ 4048 h 6009"/>
                <a:gd name="T82" fmla="*/ 632 w 1412"/>
                <a:gd name="T83" fmla="*/ 3704 h 6009"/>
                <a:gd name="T84" fmla="*/ 772 w 1412"/>
                <a:gd name="T85" fmla="*/ 3412 h 6009"/>
                <a:gd name="T86" fmla="*/ 941 w 1412"/>
                <a:gd name="T87" fmla="*/ 3215 h 6009"/>
                <a:gd name="T88" fmla="*/ 1273 w 1412"/>
                <a:gd name="T89" fmla="*/ 3012 h 6009"/>
                <a:gd name="T90" fmla="*/ 1034 w 1412"/>
                <a:gd name="T91" fmla="*/ 2880 h 6009"/>
                <a:gd name="T92" fmla="*/ 884 w 1412"/>
                <a:gd name="T93" fmla="*/ 2767 h 6009"/>
                <a:gd name="T94" fmla="*/ 739 w 1412"/>
                <a:gd name="T95" fmla="*/ 2564 h 6009"/>
                <a:gd name="T96" fmla="*/ 611 w 1412"/>
                <a:gd name="T97" fmla="*/ 2279 h 6009"/>
                <a:gd name="T98" fmla="*/ 558 w 1412"/>
                <a:gd name="T99" fmla="*/ 1973 h 6009"/>
                <a:gd name="T100" fmla="*/ 562 w 1412"/>
                <a:gd name="T101" fmla="*/ 1648 h 6009"/>
                <a:gd name="T102" fmla="*/ 605 w 1412"/>
                <a:gd name="T103" fmla="*/ 1308 h 6009"/>
                <a:gd name="T104" fmla="*/ 646 w 1412"/>
                <a:gd name="T105" fmla="*/ 904 h 6009"/>
                <a:gd name="T106" fmla="*/ 619 w 1412"/>
                <a:gd name="T107" fmla="*/ 644 h 6009"/>
                <a:gd name="T108" fmla="*/ 520 w 1412"/>
                <a:gd name="T109" fmla="*/ 441 h 6009"/>
                <a:gd name="T110" fmla="*/ 341 w 1412"/>
                <a:gd name="T111" fmla="*/ 240 h 6009"/>
                <a:gd name="T112" fmla="*/ 152 w 1412"/>
                <a:gd name="T113" fmla="*/ 132 h 6009"/>
                <a:gd name="T114" fmla="*/ 0 w 1412"/>
                <a:gd name="T115" fmla="*/ 82 h 6009"/>
                <a:gd name="connsiteX0" fmla="*/ 0 w 12987"/>
                <a:gd name="connsiteY0" fmla="*/ 136 h 9994"/>
                <a:gd name="connsiteX1" fmla="*/ 0 w 12987"/>
                <a:gd name="connsiteY1" fmla="*/ 0 h 9994"/>
                <a:gd name="connsiteX2" fmla="*/ 2004 w 12987"/>
                <a:gd name="connsiteY2" fmla="*/ 118 h 9994"/>
                <a:gd name="connsiteX3" fmla="*/ 3669 w 12987"/>
                <a:gd name="connsiteY3" fmla="*/ 303 h 9994"/>
                <a:gd name="connsiteX4" fmla="*/ 5120 w 12987"/>
                <a:gd name="connsiteY4" fmla="*/ 611 h 9994"/>
                <a:gd name="connsiteX5" fmla="*/ 6112 w 12987"/>
                <a:gd name="connsiteY5" fmla="*/ 994 h 9994"/>
                <a:gd name="connsiteX6" fmla="*/ 6622 w 12987"/>
                <a:gd name="connsiteY6" fmla="*/ 1411 h 9994"/>
                <a:gd name="connsiteX7" fmla="*/ 6841 w 12987"/>
                <a:gd name="connsiteY7" fmla="*/ 1899 h 9994"/>
                <a:gd name="connsiteX8" fmla="*/ 6593 w 12987"/>
                <a:gd name="connsiteY8" fmla="*/ 2496 h 9994"/>
                <a:gd name="connsiteX9" fmla="*/ 6062 w 12987"/>
                <a:gd name="connsiteY9" fmla="*/ 3047 h 9994"/>
                <a:gd name="connsiteX10" fmla="*/ 5864 w 12987"/>
                <a:gd name="connsiteY10" fmla="*/ 3621 h 9994"/>
                <a:gd name="connsiteX11" fmla="*/ 6154 w 12987"/>
                <a:gd name="connsiteY11" fmla="*/ 4164 h 9994"/>
                <a:gd name="connsiteX12" fmla="*/ 6806 w 12987"/>
                <a:gd name="connsiteY12" fmla="*/ 4472 h 9994"/>
                <a:gd name="connsiteX13" fmla="*/ 7861 w 12987"/>
                <a:gd name="connsiteY13" fmla="*/ 4685 h 9994"/>
                <a:gd name="connsiteX14" fmla="*/ 8810 w 12987"/>
                <a:gd name="connsiteY14" fmla="*/ 4808 h 9994"/>
                <a:gd name="connsiteX15" fmla="*/ 10000 w 12987"/>
                <a:gd name="connsiteY15" fmla="*/ 4859 h 9994"/>
                <a:gd name="connsiteX16" fmla="*/ 12987 w 12987"/>
                <a:gd name="connsiteY16" fmla="*/ 4983 h 9994"/>
                <a:gd name="connsiteX17" fmla="*/ 10000 w 12987"/>
                <a:gd name="connsiteY17" fmla="*/ 5124 h 9994"/>
                <a:gd name="connsiteX18" fmla="*/ 8187 w 12987"/>
                <a:gd name="connsiteY18" fmla="*/ 5265 h 9994"/>
                <a:gd name="connsiteX19" fmla="*/ 7075 w 12987"/>
                <a:gd name="connsiteY19" fmla="*/ 5477 h 9994"/>
                <a:gd name="connsiteX20" fmla="*/ 6232 w 12987"/>
                <a:gd name="connsiteY20" fmla="*/ 5838 h 9994"/>
                <a:gd name="connsiteX21" fmla="*/ 5850 w 12987"/>
                <a:gd name="connsiteY21" fmla="*/ 6331 h 9994"/>
                <a:gd name="connsiteX22" fmla="*/ 6020 w 12987"/>
                <a:gd name="connsiteY22" fmla="*/ 6978 h 9994"/>
                <a:gd name="connsiteX23" fmla="*/ 6261 w 12987"/>
                <a:gd name="connsiteY23" fmla="*/ 7409 h 9994"/>
                <a:gd name="connsiteX24" fmla="*/ 6622 w 12987"/>
                <a:gd name="connsiteY24" fmla="*/ 7908 h 9994"/>
                <a:gd name="connsiteX25" fmla="*/ 6686 w 12987"/>
                <a:gd name="connsiteY25" fmla="*/ 8397 h 9994"/>
                <a:gd name="connsiteX26" fmla="*/ 6324 w 12987"/>
                <a:gd name="connsiteY26" fmla="*/ 8872 h 9994"/>
                <a:gd name="connsiteX27" fmla="*/ 5609 w 12987"/>
                <a:gd name="connsiteY27" fmla="*/ 9241 h 9994"/>
                <a:gd name="connsiteX28" fmla="*/ 4525 w 12987"/>
                <a:gd name="connsiteY28" fmla="*/ 9547 h 9994"/>
                <a:gd name="connsiteX29" fmla="*/ 3244 w 12987"/>
                <a:gd name="connsiteY29" fmla="*/ 9784 h 9994"/>
                <a:gd name="connsiteX30" fmla="*/ 2195 w 12987"/>
                <a:gd name="connsiteY30" fmla="*/ 9930 h 9994"/>
                <a:gd name="connsiteX31" fmla="*/ 1501 w 12987"/>
                <a:gd name="connsiteY31" fmla="*/ 9993 h 9994"/>
                <a:gd name="connsiteX32" fmla="*/ 1211 w 12987"/>
                <a:gd name="connsiteY32" fmla="*/ 9940 h 9994"/>
                <a:gd name="connsiteX33" fmla="*/ 1473 w 12987"/>
                <a:gd name="connsiteY33" fmla="*/ 9827 h 9994"/>
                <a:gd name="connsiteX34" fmla="*/ 2125 w 12987"/>
                <a:gd name="connsiteY34" fmla="*/ 9719 h 9994"/>
                <a:gd name="connsiteX35" fmla="*/ 3152 w 12987"/>
                <a:gd name="connsiteY35" fmla="*/ 9494 h 9994"/>
                <a:gd name="connsiteX36" fmla="*/ 3994 w 12987"/>
                <a:gd name="connsiteY36" fmla="*/ 9173 h 9994"/>
                <a:gd name="connsiteX37" fmla="*/ 4426 w 12987"/>
                <a:gd name="connsiteY37" fmla="*/ 8845 h 9994"/>
                <a:gd name="connsiteX38" fmla="*/ 4518 w 12987"/>
                <a:gd name="connsiteY38" fmla="*/ 8522 h 9994"/>
                <a:gd name="connsiteX39" fmla="*/ 4377 w 12987"/>
                <a:gd name="connsiteY39" fmla="*/ 8030 h 9994"/>
                <a:gd name="connsiteX40" fmla="*/ 4136 w 12987"/>
                <a:gd name="connsiteY40" fmla="*/ 7347 h 9994"/>
                <a:gd name="connsiteX41" fmla="*/ 4093 w 12987"/>
                <a:gd name="connsiteY41" fmla="*/ 6737 h 9994"/>
                <a:gd name="connsiteX42" fmla="*/ 4476 w 12987"/>
                <a:gd name="connsiteY42" fmla="*/ 6164 h 9994"/>
                <a:gd name="connsiteX43" fmla="*/ 5467 w 12987"/>
                <a:gd name="connsiteY43" fmla="*/ 5678 h 9994"/>
                <a:gd name="connsiteX44" fmla="*/ 6664 w 12987"/>
                <a:gd name="connsiteY44" fmla="*/ 5350 h 9994"/>
                <a:gd name="connsiteX45" fmla="*/ 9016 w 12987"/>
                <a:gd name="connsiteY45" fmla="*/ 5012 h 9994"/>
                <a:gd name="connsiteX46" fmla="*/ 7323 w 12987"/>
                <a:gd name="connsiteY46" fmla="*/ 4793 h 9994"/>
                <a:gd name="connsiteX47" fmla="*/ 6261 w 12987"/>
                <a:gd name="connsiteY47" fmla="*/ 4605 h 9994"/>
                <a:gd name="connsiteX48" fmla="*/ 5234 w 12987"/>
                <a:gd name="connsiteY48" fmla="*/ 4267 h 9994"/>
                <a:gd name="connsiteX49" fmla="*/ 4327 w 12987"/>
                <a:gd name="connsiteY49" fmla="*/ 3793 h 9994"/>
                <a:gd name="connsiteX50" fmla="*/ 3952 w 12987"/>
                <a:gd name="connsiteY50" fmla="*/ 3283 h 9994"/>
                <a:gd name="connsiteX51" fmla="*/ 3980 w 12987"/>
                <a:gd name="connsiteY51" fmla="*/ 2743 h 9994"/>
                <a:gd name="connsiteX52" fmla="*/ 4285 w 12987"/>
                <a:gd name="connsiteY52" fmla="*/ 2177 h 9994"/>
                <a:gd name="connsiteX53" fmla="*/ 4575 w 12987"/>
                <a:gd name="connsiteY53" fmla="*/ 1504 h 9994"/>
                <a:gd name="connsiteX54" fmla="*/ 4384 w 12987"/>
                <a:gd name="connsiteY54" fmla="*/ 1072 h 9994"/>
                <a:gd name="connsiteX55" fmla="*/ 3683 w 12987"/>
                <a:gd name="connsiteY55" fmla="*/ 734 h 9994"/>
                <a:gd name="connsiteX56" fmla="*/ 2415 w 12987"/>
                <a:gd name="connsiteY56" fmla="*/ 399 h 9994"/>
                <a:gd name="connsiteX57" fmla="*/ 1076 w 12987"/>
                <a:gd name="connsiteY57" fmla="*/ 220 h 9994"/>
                <a:gd name="connsiteX58" fmla="*/ 0 w 12987"/>
                <a:gd name="connsiteY58" fmla="*/ 136 h 9994"/>
                <a:gd name="connsiteX0-1" fmla="*/ 0 w 10000"/>
                <a:gd name="connsiteY0-2" fmla="*/ 136 h 10000"/>
                <a:gd name="connsiteX1-3" fmla="*/ 0 w 10000"/>
                <a:gd name="connsiteY1-4" fmla="*/ 0 h 10000"/>
                <a:gd name="connsiteX2-5" fmla="*/ 1543 w 10000"/>
                <a:gd name="connsiteY2-6" fmla="*/ 118 h 10000"/>
                <a:gd name="connsiteX3-7" fmla="*/ 2825 w 10000"/>
                <a:gd name="connsiteY3-8" fmla="*/ 303 h 10000"/>
                <a:gd name="connsiteX4-9" fmla="*/ 3942 w 10000"/>
                <a:gd name="connsiteY4-10" fmla="*/ 611 h 10000"/>
                <a:gd name="connsiteX5-11" fmla="*/ 4706 w 10000"/>
                <a:gd name="connsiteY5-12" fmla="*/ 995 h 10000"/>
                <a:gd name="connsiteX6-13" fmla="*/ 5099 w 10000"/>
                <a:gd name="connsiteY6-14" fmla="*/ 1412 h 10000"/>
                <a:gd name="connsiteX7-15" fmla="*/ 5268 w 10000"/>
                <a:gd name="connsiteY7-16" fmla="*/ 1900 h 10000"/>
                <a:gd name="connsiteX8-17" fmla="*/ 5077 w 10000"/>
                <a:gd name="connsiteY8-18" fmla="*/ 2497 h 10000"/>
                <a:gd name="connsiteX9-19" fmla="*/ 4668 w 10000"/>
                <a:gd name="connsiteY9-20" fmla="*/ 3049 h 10000"/>
                <a:gd name="connsiteX10-21" fmla="*/ 4515 w 10000"/>
                <a:gd name="connsiteY10-22" fmla="*/ 3623 h 10000"/>
                <a:gd name="connsiteX11-23" fmla="*/ 4739 w 10000"/>
                <a:gd name="connsiteY11-24" fmla="*/ 4166 h 10000"/>
                <a:gd name="connsiteX12-25" fmla="*/ 5241 w 10000"/>
                <a:gd name="connsiteY12-26" fmla="*/ 4475 h 10000"/>
                <a:gd name="connsiteX13-27" fmla="*/ 6053 w 10000"/>
                <a:gd name="connsiteY13-28" fmla="*/ 4688 h 10000"/>
                <a:gd name="connsiteX14-29" fmla="*/ 6784 w 10000"/>
                <a:gd name="connsiteY14-30" fmla="*/ 4811 h 10000"/>
                <a:gd name="connsiteX15-31" fmla="*/ 7700 w 10000"/>
                <a:gd name="connsiteY15-32" fmla="*/ 4862 h 10000"/>
                <a:gd name="connsiteX16-33" fmla="*/ 10000 w 10000"/>
                <a:gd name="connsiteY16-34" fmla="*/ 4986 h 10000"/>
                <a:gd name="connsiteX17-35" fmla="*/ 7700 w 10000"/>
                <a:gd name="connsiteY17-36" fmla="*/ 5127 h 10000"/>
                <a:gd name="connsiteX18-37" fmla="*/ 6304 w 10000"/>
                <a:gd name="connsiteY18-38" fmla="*/ 5268 h 10000"/>
                <a:gd name="connsiteX19-39" fmla="*/ 5448 w 10000"/>
                <a:gd name="connsiteY19-40" fmla="*/ 5480 h 10000"/>
                <a:gd name="connsiteX20-41" fmla="*/ 4799 w 10000"/>
                <a:gd name="connsiteY20-42" fmla="*/ 5842 h 10000"/>
                <a:gd name="connsiteX21-43" fmla="*/ 4505 w 10000"/>
                <a:gd name="connsiteY21-44" fmla="*/ 6335 h 10000"/>
                <a:gd name="connsiteX22-45" fmla="*/ 4635 w 10000"/>
                <a:gd name="connsiteY22-46" fmla="*/ 6982 h 10000"/>
                <a:gd name="connsiteX23-47" fmla="*/ 4821 w 10000"/>
                <a:gd name="connsiteY23-48" fmla="*/ 7413 h 10000"/>
                <a:gd name="connsiteX24-49" fmla="*/ 5099 w 10000"/>
                <a:gd name="connsiteY24-50" fmla="*/ 7913 h 10000"/>
                <a:gd name="connsiteX25-51" fmla="*/ 5148 w 10000"/>
                <a:gd name="connsiteY25-52" fmla="*/ 8402 h 10000"/>
                <a:gd name="connsiteX26-53" fmla="*/ 4869 w 10000"/>
                <a:gd name="connsiteY26-54" fmla="*/ 8877 h 10000"/>
                <a:gd name="connsiteX27-55" fmla="*/ 4319 w 10000"/>
                <a:gd name="connsiteY27-56" fmla="*/ 9247 h 10000"/>
                <a:gd name="connsiteX28-57" fmla="*/ 3484 w 10000"/>
                <a:gd name="connsiteY28-58" fmla="*/ 9553 h 10000"/>
                <a:gd name="connsiteX29-59" fmla="*/ 2498 w 10000"/>
                <a:gd name="connsiteY29-60" fmla="*/ 9790 h 10000"/>
                <a:gd name="connsiteX30-61" fmla="*/ 1690 w 10000"/>
                <a:gd name="connsiteY30-62" fmla="*/ 9936 h 10000"/>
                <a:gd name="connsiteX31-63" fmla="*/ 1156 w 10000"/>
                <a:gd name="connsiteY31-64" fmla="*/ 9999 h 10000"/>
                <a:gd name="connsiteX32-65" fmla="*/ 932 w 10000"/>
                <a:gd name="connsiteY32-66" fmla="*/ 9946 h 10000"/>
                <a:gd name="connsiteX33-67" fmla="*/ 1134 w 10000"/>
                <a:gd name="connsiteY33-68" fmla="*/ 9833 h 10000"/>
                <a:gd name="connsiteX34-69" fmla="*/ 1636 w 10000"/>
                <a:gd name="connsiteY34-70" fmla="*/ 9725 h 10000"/>
                <a:gd name="connsiteX35-71" fmla="*/ 2427 w 10000"/>
                <a:gd name="connsiteY35-72" fmla="*/ 9500 h 10000"/>
                <a:gd name="connsiteX36-73" fmla="*/ 3075 w 10000"/>
                <a:gd name="connsiteY36-74" fmla="*/ 9179 h 10000"/>
                <a:gd name="connsiteX37-75" fmla="*/ 3408 w 10000"/>
                <a:gd name="connsiteY37-76" fmla="*/ 8850 h 10000"/>
                <a:gd name="connsiteX38-77" fmla="*/ 3479 w 10000"/>
                <a:gd name="connsiteY38-78" fmla="*/ 8527 h 10000"/>
                <a:gd name="connsiteX39-79" fmla="*/ 3370 w 10000"/>
                <a:gd name="connsiteY39-80" fmla="*/ 8035 h 10000"/>
                <a:gd name="connsiteX40-81" fmla="*/ 3185 w 10000"/>
                <a:gd name="connsiteY40-82" fmla="*/ 7351 h 10000"/>
                <a:gd name="connsiteX41-83" fmla="*/ 3152 w 10000"/>
                <a:gd name="connsiteY41-84" fmla="*/ 6741 h 10000"/>
                <a:gd name="connsiteX42-85" fmla="*/ 3447 w 10000"/>
                <a:gd name="connsiteY42-86" fmla="*/ 6168 h 10000"/>
                <a:gd name="connsiteX43-87" fmla="*/ 4210 w 10000"/>
                <a:gd name="connsiteY43-88" fmla="*/ 5681 h 10000"/>
                <a:gd name="connsiteX44-89" fmla="*/ 5131 w 10000"/>
                <a:gd name="connsiteY44-90" fmla="*/ 5353 h 10000"/>
                <a:gd name="connsiteX45-91" fmla="*/ 6942 w 10000"/>
                <a:gd name="connsiteY45-92" fmla="*/ 5015 h 10000"/>
                <a:gd name="connsiteX46-93" fmla="*/ 5639 w 10000"/>
                <a:gd name="connsiteY46-94" fmla="*/ 4796 h 10000"/>
                <a:gd name="connsiteX47-95" fmla="*/ 4821 w 10000"/>
                <a:gd name="connsiteY47-96" fmla="*/ 4608 h 10000"/>
                <a:gd name="connsiteX48-97" fmla="*/ 4030 w 10000"/>
                <a:gd name="connsiteY48-98" fmla="*/ 4270 h 10000"/>
                <a:gd name="connsiteX49-99" fmla="*/ 3332 w 10000"/>
                <a:gd name="connsiteY49-100" fmla="*/ 3795 h 10000"/>
                <a:gd name="connsiteX50-101" fmla="*/ 3043 w 10000"/>
                <a:gd name="connsiteY50-102" fmla="*/ 3285 h 10000"/>
                <a:gd name="connsiteX51-103" fmla="*/ 3065 w 10000"/>
                <a:gd name="connsiteY51-104" fmla="*/ 2745 h 10000"/>
                <a:gd name="connsiteX52-105" fmla="*/ 3299 w 10000"/>
                <a:gd name="connsiteY52-106" fmla="*/ 2178 h 10000"/>
                <a:gd name="connsiteX53-107" fmla="*/ 3523 w 10000"/>
                <a:gd name="connsiteY53-108" fmla="*/ 1505 h 10000"/>
                <a:gd name="connsiteX54-109" fmla="*/ 3376 w 10000"/>
                <a:gd name="connsiteY54-110" fmla="*/ 1073 h 10000"/>
                <a:gd name="connsiteX55-111" fmla="*/ 2836 w 10000"/>
                <a:gd name="connsiteY55-112" fmla="*/ 734 h 10000"/>
                <a:gd name="connsiteX56-113" fmla="*/ 1860 w 10000"/>
                <a:gd name="connsiteY56-114" fmla="*/ 399 h 10000"/>
                <a:gd name="connsiteX57-115" fmla="*/ 829 w 10000"/>
                <a:gd name="connsiteY57-116" fmla="*/ 220 h 10000"/>
                <a:gd name="connsiteX58-117" fmla="*/ 0 w 10000"/>
                <a:gd name="connsiteY58-118" fmla="*/ 136 h 10000"/>
                <a:gd name="connsiteX0-119" fmla="*/ 0 w 10000"/>
                <a:gd name="connsiteY0-120" fmla="*/ 136 h 10000"/>
                <a:gd name="connsiteX1-121" fmla="*/ 0 w 10000"/>
                <a:gd name="connsiteY1-122" fmla="*/ 0 h 10000"/>
                <a:gd name="connsiteX2-123" fmla="*/ 1543 w 10000"/>
                <a:gd name="connsiteY2-124" fmla="*/ 118 h 10000"/>
                <a:gd name="connsiteX3-125" fmla="*/ 2825 w 10000"/>
                <a:gd name="connsiteY3-126" fmla="*/ 303 h 10000"/>
                <a:gd name="connsiteX4-127" fmla="*/ 3942 w 10000"/>
                <a:gd name="connsiteY4-128" fmla="*/ 611 h 10000"/>
                <a:gd name="connsiteX5-129" fmla="*/ 4706 w 10000"/>
                <a:gd name="connsiteY5-130" fmla="*/ 995 h 10000"/>
                <a:gd name="connsiteX6-131" fmla="*/ 5099 w 10000"/>
                <a:gd name="connsiteY6-132" fmla="*/ 1412 h 10000"/>
                <a:gd name="connsiteX7-133" fmla="*/ 5268 w 10000"/>
                <a:gd name="connsiteY7-134" fmla="*/ 1900 h 10000"/>
                <a:gd name="connsiteX8-135" fmla="*/ 5077 w 10000"/>
                <a:gd name="connsiteY8-136" fmla="*/ 2497 h 10000"/>
                <a:gd name="connsiteX9-137" fmla="*/ 4668 w 10000"/>
                <a:gd name="connsiteY9-138" fmla="*/ 3049 h 10000"/>
                <a:gd name="connsiteX10-139" fmla="*/ 4515 w 10000"/>
                <a:gd name="connsiteY10-140" fmla="*/ 3623 h 10000"/>
                <a:gd name="connsiteX11-141" fmla="*/ 4739 w 10000"/>
                <a:gd name="connsiteY11-142" fmla="*/ 4166 h 10000"/>
                <a:gd name="connsiteX12-143" fmla="*/ 5241 w 10000"/>
                <a:gd name="connsiteY12-144" fmla="*/ 4475 h 10000"/>
                <a:gd name="connsiteX13-145" fmla="*/ 6053 w 10000"/>
                <a:gd name="connsiteY13-146" fmla="*/ 4688 h 10000"/>
                <a:gd name="connsiteX14-147" fmla="*/ 6784 w 10000"/>
                <a:gd name="connsiteY14-148" fmla="*/ 4811 h 10000"/>
                <a:gd name="connsiteX15-149" fmla="*/ 7700 w 10000"/>
                <a:gd name="connsiteY15-150" fmla="*/ 4862 h 10000"/>
                <a:gd name="connsiteX16-151" fmla="*/ 10000 w 10000"/>
                <a:gd name="connsiteY16-152" fmla="*/ 4986 h 10000"/>
                <a:gd name="connsiteX17-153" fmla="*/ 7700 w 10000"/>
                <a:gd name="connsiteY17-154" fmla="*/ 5127 h 10000"/>
                <a:gd name="connsiteX18-155" fmla="*/ 6304 w 10000"/>
                <a:gd name="connsiteY18-156" fmla="*/ 5268 h 10000"/>
                <a:gd name="connsiteX19-157" fmla="*/ 5448 w 10000"/>
                <a:gd name="connsiteY19-158" fmla="*/ 5480 h 10000"/>
                <a:gd name="connsiteX20-159" fmla="*/ 4799 w 10000"/>
                <a:gd name="connsiteY20-160" fmla="*/ 5842 h 10000"/>
                <a:gd name="connsiteX21-161" fmla="*/ 4505 w 10000"/>
                <a:gd name="connsiteY21-162" fmla="*/ 6335 h 10000"/>
                <a:gd name="connsiteX22-163" fmla="*/ 4635 w 10000"/>
                <a:gd name="connsiteY22-164" fmla="*/ 6982 h 10000"/>
                <a:gd name="connsiteX23-165" fmla="*/ 4821 w 10000"/>
                <a:gd name="connsiteY23-166" fmla="*/ 7413 h 10000"/>
                <a:gd name="connsiteX24-167" fmla="*/ 5099 w 10000"/>
                <a:gd name="connsiteY24-168" fmla="*/ 7913 h 10000"/>
                <a:gd name="connsiteX25-169" fmla="*/ 5148 w 10000"/>
                <a:gd name="connsiteY25-170" fmla="*/ 8402 h 10000"/>
                <a:gd name="connsiteX26-171" fmla="*/ 4869 w 10000"/>
                <a:gd name="connsiteY26-172" fmla="*/ 8877 h 10000"/>
                <a:gd name="connsiteX27-173" fmla="*/ 4319 w 10000"/>
                <a:gd name="connsiteY27-174" fmla="*/ 9247 h 10000"/>
                <a:gd name="connsiteX28-175" fmla="*/ 3484 w 10000"/>
                <a:gd name="connsiteY28-176" fmla="*/ 9553 h 10000"/>
                <a:gd name="connsiteX29-177" fmla="*/ 2498 w 10000"/>
                <a:gd name="connsiteY29-178" fmla="*/ 9790 h 10000"/>
                <a:gd name="connsiteX30-179" fmla="*/ 1690 w 10000"/>
                <a:gd name="connsiteY30-180" fmla="*/ 9936 h 10000"/>
                <a:gd name="connsiteX31-181" fmla="*/ 1156 w 10000"/>
                <a:gd name="connsiteY31-182" fmla="*/ 9999 h 10000"/>
                <a:gd name="connsiteX32-183" fmla="*/ 932 w 10000"/>
                <a:gd name="connsiteY32-184" fmla="*/ 9946 h 10000"/>
                <a:gd name="connsiteX33-185" fmla="*/ 1134 w 10000"/>
                <a:gd name="connsiteY33-186" fmla="*/ 9833 h 10000"/>
                <a:gd name="connsiteX34-187" fmla="*/ 1636 w 10000"/>
                <a:gd name="connsiteY34-188" fmla="*/ 9725 h 10000"/>
                <a:gd name="connsiteX35-189" fmla="*/ 2427 w 10000"/>
                <a:gd name="connsiteY35-190" fmla="*/ 9500 h 10000"/>
                <a:gd name="connsiteX36-191" fmla="*/ 3075 w 10000"/>
                <a:gd name="connsiteY36-192" fmla="*/ 9179 h 10000"/>
                <a:gd name="connsiteX37-193" fmla="*/ 3408 w 10000"/>
                <a:gd name="connsiteY37-194" fmla="*/ 8850 h 10000"/>
                <a:gd name="connsiteX38-195" fmla="*/ 3479 w 10000"/>
                <a:gd name="connsiteY38-196" fmla="*/ 8527 h 10000"/>
                <a:gd name="connsiteX39-197" fmla="*/ 3370 w 10000"/>
                <a:gd name="connsiteY39-198" fmla="*/ 8035 h 10000"/>
                <a:gd name="connsiteX40-199" fmla="*/ 3185 w 10000"/>
                <a:gd name="connsiteY40-200" fmla="*/ 7351 h 10000"/>
                <a:gd name="connsiteX41-201" fmla="*/ 3152 w 10000"/>
                <a:gd name="connsiteY41-202" fmla="*/ 6741 h 10000"/>
                <a:gd name="connsiteX42-203" fmla="*/ 3447 w 10000"/>
                <a:gd name="connsiteY42-204" fmla="*/ 6168 h 10000"/>
                <a:gd name="connsiteX43-205" fmla="*/ 4210 w 10000"/>
                <a:gd name="connsiteY43-206" fmla="*/ 5681 h 10000"/>
                <a:gd name="connsiteX44-207" fmla="*/ 5131 w 10000"/>
                <a:gd name="connsiteY44-208" fmla="*/ 5353 h 10000"/>
                <a:gd name="connsiteX45-209" fmla="*/ 6942 w 10000"/>
                <a:gd name="connsiteY45-210" fmla="*/ 5015 h 10000"/>
                <a:gd name="connsiteX46-211" fmla="*/ 5639 w 10000"/>
                <a:gd name="connsiteY46-212" fmla="*/ 4796 h 10000"/>
                <a:gd name="connsiteX47-213" fmla="*/ 4821 w 10000"/>
                <a:gd name="connsiteY47-214" fmla="*/ 4608 h 10000"/>
                <a:gd name="connsiteX48-215" fmla="*/ 4030 w 10000"/>
                <a:gd name="connsiteY48-216" fmla="*/ 4270 h 10000"/>
                <a:gd name="connsiteX49-217" fmla="*/ 3332 w 10000"/>
                <a:gd name="connsiteY49-218" fmla="*/ 3795 h 10000"/>
                <a:gd name="connsiteX50-219" fmla="*/ 3043 w 10000"/>
                <a:gd name="connsiteY50-220" fmla="*/ 3285 h 10000"/>
                <a:gd name="connsiteX51-221" fmla="*/ 3065 w 10000"/>
                <a:gd name="connsiteY51-222" fmla="*/ 2745 h 10000"/>
                <a:gd name="connsiteX52-223" fmla="*/ 3299 w 10000"/>
                <a:gd name="connsiteY52-224" fmla="*/ 2178 h 10000"/>
                <a:gd name="connsiteX53-225" fmla="*/ 3523 w 10000"/>
                <a:gd name="connsiteY53-226" fmla="*/ 1505 h 10000"/>
                <a:gd name="connsiteX54-227" fmla="*/ 3376 w 10000"/>
                <a:gd name="connsiteY54-228" fmla="*/ 1073 h 10000"/>
                <a:gd name="connsiteX55-229" fmla="*/ 2836 w 10000"/>
                <a:gd name="connsiteY55-230" fmla="*/ 734 h 10000"/>
                <a:gd name="connsiteX56-231" fmla="*/ 1860 w 10000"/>
                <a:gd name="connsiteY56-232" fmla="*/ 399 h 10000"/>
                <a:gd name="connsiteX57-233" fmla="*/ 829 w 10000"/>
                <a:gd name="connsiteY57-234" fmla="*/ 220 h 10000"/>
                <a:gd name="connsiteX58-235" fmla="*/ 0 w 10000"/>
                <a:gd name="connsiteY58-236" fmla="*/ 136 h 10000"/>
                <a:gd name="connsiteX0-237" fmla="*/ 0 w 10000"/>
                <a:gd name="connsiteY0-238" fmla="*/ 136 h 10000"/>
                <a:gd name="connsiteX1-239" fmla="*/ 0 w 10000"/>
                <a:gd name="connsiteY1-240" fmla="*/ 0 h 10000"/>
                <a:gd name="connsiteX2-241" fmla="*/ 1543 w 10000"/>
                <a:gd name="connsiteY2-242" fmla="*/ 118 h 10000"/>
                <a:gd name="connsiteX3-243" fmla="*/ 2825 w 10000"/>
                <a:gd name="connsiteY3-244" fmla="*/ 303 h 10000"/>
                <a:gd name="connsiteX4-245" fmla="*/ 3942 w 10000"/>
                <a:gd name="connsiteY4-246" fmla="*/ 611 h 10000"/>
                <a:gd name="connsiteX5-247" fmla="*/ 4706 w 10000"/>
                <a:gd name="connsiteY5-248" fmla="*/ 995 h 10000"/>
                <a:gd name="connsiteX6-249" fmla="*/ 5099 w 10000"/>
                <a:gd name="connsiteY6-250" fmla="*/ 1412 h 10000"/>
                <a:gd name="connsiteX7-251" fmla="*/ 5268 w 10000"/>
                <a:gd name="connsiteY7-252" fmla="*/ 1900 h 10000"/>
                <a:gd name="connsiteX8-253" fmla="*/ 5077 w 10000"/>
                <a:gd name="connsiteY8-254" fmla="*/ 2497 h 10000"/>
                <a:gd name="connsiteX9-255" fmla="*/ 4668 w 10000"/>
                <a:gd name="connsiteY9-256" fmla="*/ 3049 h 10000"/>
                <a:gd name="connsiteX10-257" fmla="*/ 4515 w 10000"/>
                <a:gd name="connsiteY10-258" fmla="*/ 3623 h 10000"/>
                <a:gd name="connsiteX11-259" fmla="*/ 4739 w 10000"/>
                <a:gd name="connsiteY11-260" fmla="*/ 4166 h 10000"/>
                <a:gd name="connsiteX12-261" fmla="*/ 5241 w 10000"/>
                <a:gd name="connsiteY12-262" fmla="*/ 4475 h 10000"/>
                <a:gd name="connsiteX13-263" fmla="*/ 6053 w 10000"/>
                <a:gd name="connsiteY13-264" fmla="*/ 4688 h 10000"/>
                <a:gd name="connsiteX14-265" fmla="*/ 6784 w 10000"/>
                <a:gd name="connsiteY14-266" fmla="*/ 4811 h 10000"/>
                <a:gd name="connsiteX15-267" fmla="*/ 7700 w 10000"/>
                <a:gd name="connsiteY15-268" fmla="*/ 4862 h 10000"/>
                <a:gd name="connsiteX16-269" fmla="*/ 10000 w 10000"/>
                <a:gd name="connsiteY16-270" fmla="*/ 4986 h 10000"/>
                <a:gd name="connsiteX17-271" fmla="*/ 7700 w 10000"/>
                <a:gd name="connsiteY17-272" fmla="*/ 5127 h 10000"/>
                <a:gd name="connsiteX18-273" fmla="*/ 6304 w 10000"/>
                <a:gd name="connsiteY18-274" fmla="*/ 5268 h 10000"/>
                <a:gd name="connsiteX19-275" fmla="*/ 5448 w 10000"/>
                <a:gd name="connsiteY19-276" fmla="*/ 5480 h 10000"/>
                <a:gd name="connsiteX20-277" fmla="*/ 4799 w 10000"/>
                <a:gd name="connsiteY20-278" fmla="*/ 5842 h 10000"/>
                <a:gd name="connsiteX21-279" fmla="*/ 4505 w 10000"/>
                <a:gd name="connsiteY21-280" fmla="*/ 6335 h 10000"/>
                <a:gd name="connsiteX22-281" fmla="*/ 4635 w 10000"/>
                <a:gd name="connsiteY22-282" fmla="*/ 6982 h 10000"/>
                <a:gd name="connsiteX23-283" fmla="*/ 4821 w 10000"/>
                <a:gd name="connsiteY23-284" fmla="*/ 7413 h 10000"/>
                <a:gd name="connsiteX24-285" fmla="*/ 5099 w 10000"/>
                <a:gd name="connsiteY24-286" fmla="*/ 7913 h 10000"/>
                <a:gd name="connsiteX25-287" fmla="*/ 5148 w 10000"/>
                <a:gd name="connsiteY25-288" fmla="*/ 8402 h 10000"/>
                <a:gd name="connsiteX26-289" fmla="*/ 4869 w 10000"/>
                <a:gd name="connsiteY26-290" fmla="*/ 8877 h 10000"/>
                <a:gd name="connsiteX27-291" fmla="*/ 4319 w 10000"/>
                <a:gd name="connsiteY27-292" fmla="*/ 9247 h 10000"/>
                <a:gd name="connsiteX28-293" fmla="*/ 3484 w 10000"/>
                <a:gd name="connsiteY28-294" fmla="*/ 9553 h 10000"/>
                <a:gd name="connsiteX29-295" fmla="*/ 2498 w 10000"/>
                <a:gd name="connsiteY29-296" fmla="*/ 9790 h 10000"/>
                <a:gd name="connsiteX30-297" fmla="*/ 1690 w 10000"/>
                <a:gd name="connsiteY30-298" fmla="*/ 9936 h 10000"/>
                <a:gd name="connsiteX31-299" fmla="*/ 1156 w 10000"/>
                <a:gd name="connsiteY31-300" fmla="*/ 9999 h 10000"/>
                <a:gd name="connsiteX32-301" fmla="*/ 932 w 10000"/>
                <a:gd name="connsiteY32-302" fmla="*/ 9946 h 10000"/>
                <a:gd name="connsiteX33-303" fmla="*/ 1134 w 10000"/>
                <a:gd name="connsiteY33-304" fmla="*/ 9833 h 10000"/>
                <a:gd name="connsiteX34-305" fmla="*/ 1636 w 10000"/>
                <a:gd name="connsiteY34-306" fmla="*/ 9725 h 10000"/>
                <a:gd name="connsiteX35-307" fmla="*/ 2427 w 10000"/>
                <a:gd name="connsiteY35-308" fmla="*/ 9500 h 10000"/>
                <a:gd name="connsiteX36-309" fmla="*/ 3075 w 10000"/>
                <a:gd name="connsiteY36-310" fmla="*/ 9179 h 10000"/>
                <a:gd name="connsiteX37-311" fmla="*/ 3408 w 10000"/>
                <a:gd name="connsiteY37-312" fmla="*/ 8850 h 10000"/>
                <a:gd name="connsiteX38-313" fmla="*/ 3479 w 10000"/>
                <a:gd name="connsiteY38-314" fmla="*/ 8527 h 10000"/>
                <a:gd name="connsiteX39-315" fmla="*/ 3370 w 10000"/>
                <a:gd name="connsiteY39-316" fmla="*/ 8035 h 10000"/>
                <a:gd name="connsiteX40-317" fmla="*/ 3185 w 10000"/>
                <a:gd name="connsiteY40-318" fmla="*/ 7351 h 10000"/>
                <a:gd name="connsiteX41-319" fmla="*/ 3152 w 10000"/>
                <a:gd name="connsiteY41-320" fmla="*/ 6741 h 10000"/>
                <a:gd name="connsiteX42-321" fmla="*/ 3447 w 10000"/>
                <a:gd name="connsiteY42-322" fmla="*/ 6168 h 10000"/>
                <a:gd name="connsiteX43-323" fmla="*/ 4210 w 10000"/>
                <a:gd name="connsiteY43-324" fmla="*/ 5681 h 10000"/>
                <a:gd name="connsiteX44-325" fmla="*/ 5131 w 10000"/>
                <a:gd name="connsiteY44-326" fmla="*/ 5353 h 10000"/>
                <a:gd name="connsiteX45-327" fmla="*/ 6942 w 10000"/>
                <a:gd name="connsiteY45-328" fmla="*/ 5015 h 10000"/>
                <a:gd name="connsiteX46-329" fmla="*/ 5639 w 10000"/>
                <a:gd name="connsiteY46-330" fmla="*/ 4796 h 10000"/>
                <a:gd name="connsiteX47-331" fmla="*/ 4821 w 10000"/>
                <a:gd name="connsiteY47-332" fmla="*/ 4608 h 10000"/>
                <a:gd name="connsiteX48-333" fmla="*/ 4030 w 10000"/>
                <a:gd name="connsiteY48-334" fmla="*/ 4270 h 10000"/>
                <a:gd name="connsiteX49-335" fmla="*/ 3332 w 10000"/>
                <a:gd name="connsiteY49-336" fmla="*/ 3795 h 10000"/>
                <a:gd name="connsiteX50-337" fmla="*/ 3043 w 10000"/>
                <a:gd name="connsiteY50-338" fmla="*/ 3285 h 10000"/>
                <a:gd name="connsiteX51-339" fmla="*/ 3065 w 10000"/>
                <a:gd name="connsiteY51-340" fmla="*/ 2745 h 10000"/>
                <a:gd name="connsiteX52-341" fmla="*/ 3299 w 10000"/>
                <a:gd name="connsiteY52-342" fmla="*/ 2178 h 10000"/>
                <a:gd name="connsiteX53-343" fmla="*/ 3523 w 10000"/>
                <a:gd name="connsiteY53-344" fmla="*/ 1505 h 10000"/>
                <a:gd name="connsiteX54-345" fmla="*/ 3376 w 10000"/>
                <a:gd name="connsiteY54-346" fmla="*/ 1073 h 10000"/>
                <a:gd name="connsiteX55-347" fmla="*/ 2836 w 10000"/>
                <a:gd name="connsiteY55-348" fmla="*/ 734 h 10000"/>
                <a:gd name="connsiteX56-349" fmla="*/ 1860 w 10000"/>
                <a:gd name="connsiteY56-350" fmla="*/ 399 h 10000"/>
                <a:gd name="connsiteX57-351" fmla="*/ 829 w 10000"/>
                <a:gd name="connsiteY57-352" fmla="*/ 220 h 10000"/>
                <a:gd name="connsiteX58-353" fmla="*/ 0 w 10000"/>
                <a:gd name="connsiteY58-354" fmla="*/ 136 h 10000"/>
                <a:gd name="connsiteX0-355" fmla="*/ 0 w 10000"/>
                <a:gd name="connsiteY0-356" fmla="*/ 136 h 10000"/>
                <a:gd name="connsiteX1-357" fmla="*/ 0 w 10000"/>
                <a:gd name="connsiteY1-358" fmla="*/ 0 h 10000"/>
                <a:gd name="connsiteX2-359" fmla="*/ 1543 w 10000"/>
                <a:gd name="connsiteY2-360" fmla="*/ 118 h 10000"/>
                <a:gd name="connsiteX3-361" fmla="*/ 2825 w 10000"/>
                <a:gd name="connsiteY3-362" fmla="*/ 303 h 10000"/>
                <a:gd name="connsiteX4-363" fmla="*/ 3942 w 10000"/>
                <a:gd name="connsiteY4-364" fmla="*/ 611 h 10000"/>
                <a:gd name="connsiteX5-365" fmla="*/ 4706 w 10000"/>
                <a:gd name="connsiteY5-366" fmla="*/ 995 h 10000"/>
                <a:gd name="connsiteX6-367" fmla="*/ 5099 w 10000"/>
                <a:gd name="connsiteY6-368" fmla="*/ 1412 h 10000"/>
                <a:gd name="connsiteX7-369" fmla="*/ 5268 w 10000"/>
                <a:gd name="connsiteY7-370" fmla="*/ 1900 h 10000"/>
                <a:gd name="connsiteX8-371" fmla="*/ 5077 w 10000"/>
                <a:gd name="connsiteY8-372" fmla="*/ 2497 h 10000"/>
                <a:gd name="connsiteX9-373" fmla="*/ 4668 w 10000"/>
                <a:gd name="connsiteY9-374" fmla="*/ 3049 h 10000"/>
                <a:gd name="connsiteX10-375" fmla="*/ 4515 w 10000"/>
                <a:gd name="connsiteY10-376" fmla="*/ 3623 h 10000"/>
                <a:gd name="connsiteX11-377" fmla="*/ 4739 w 10000"/>
                <a:gd name="connsiteY11-378" fmla="*/ 4166 h 10000"/>
                <a:gd name="connsiteX12-379" fmla="*/ 5241 w 10000"/>
                <a:gd name="connsiteY12-380" fmla="*/ 4475 h 10000"/>
                <a:gd name="connsiteX13-381" fmla="*/ 6053 w 10000"/>
                <a:gd name="connsiteY13-382" fmla="*/ 4688 h 10000"/>
                <a:gd name="connsiteX14-383" fmla="*/ 6784 w 10000"/>
                <a:gd name="connsiteY14-384" fmla="*/ 4811 h 10000"/>
                <a:gd name="connsiteX15-385" fmla="*/ 7700 w 10000"/>
                <a:gd name="connsiteY15-386" fmla="*/ 4862 h 10000"/>
                <a:gd name="connsiteX16-387" fmla="*/ 10000 w 10000"/>
                <a:gd name="connsiteY16-388" fmla="*/ 4986 h 10000"/>
                <a:gd name="connsiteX17-389" fmla="*/ 7700 w 10000"/>
                <a:gd name="connsiteY17-390" fmla="*/ 5127 h 10000"/>
                <a:gd name="connsiteX18-391" fmla="*/ 6304 w 10000"/>
                <a:gd name="connsiteY18-392" fmla="*/ 5268 h 10000"/>
                <a:gd name="connsiteX19-393" fmla="*/ 5448 w 10000"/>
                <a:gd name="connsiteY19-394" fmla="*/ 5480 h 10000"/>
                <a:gd name="connsiteX20-395" fmla="*/ 4799 w 10000"/>
                <a:gd name="connsiteY20-396" fmla="*/ 5842 h 10000"/>
                <a:gd name="connsiteX21-397" fmla="*/ 4505 w 10000"/>
                <a:gd name="connsiteY21-398" fmla="*/ 6335 h 10000"/>
                <a:gd name="connsiteX22-399" fmla="*/ 4635 w 10000"/>
                <a:gd name="connsiteY22-400" fmla="*/ 6982 h 10000"/>
                <a:gd name="connsiteX23-401" fmla="*/ 4821 w 10000"/>
                <a:gd name="connsiteY23-402" fmla="*/ 7413 h 10000"/>
                <a:gd name="connsiteX24-403" fmla="*/ 5099 w 10000"/>
                <a:gd name="connsiteY24-404" fmla="*/ 7913 h 10000"/>
                <a:gd name="connsiteX25-405" fmla="*/ 5148 w 10000"/>
                <a:gd name="connsiteY25-406" fmla="*/ 8402 h 10000"/>
                <a:gd name="connsiteX26-407" fmla="*/ 4869 w 10000"/>
                <a:gd name="connsiteY26-408" fmla="*/ 8877 h 10000"/>
                <a:gd name="connsiteX27-409" fmla="*/ 4319 w 10000"/>
                <a:gd name="connsiteY27-410" fmla="*/ 9247 h 10000"/>
                <a:gd name="connsiteX28-411" fmla="*/ 3484 w 10000"/>
                <a:gd name="connsiteY28-412" fmla="*/ 9553 h 10000"/>
                <a:gd name="connsiteX29-413" fmla="*/ 2498 w 10000"/>
                <a:gd name="connsiteY29-414" fmla="*/ 9790 h 10000"/>
                <a:gd name="connsiteX30-415" fmla="*/ 1690 w 10000"/>
                <a:gd name="connsiteY30-416" fmla="*/ 9936 h 10000"/>
                <a:gd name="connsiteX31-417" fmla="*/ 1156 w 10000"/>
                <a:gd name="connsiteY31-418" fmla="*/ 9999 h 10000"/>
                <a:gd name="connsiteX32-419" fmla="*/ 932 w 10000"/>
                <a:gd name="connsiteY32-420" fmla="*/ 9946 h 10000"/>
                <a:gd name="connsiteX33-421" fmla="*/ 1134 w 10000"/>
                <a:gd name="connsiteY33-422" fmla="*/ 9833 h 10000"/>
                <a:gd name="connsiteX34-423" fmla="*/ 1636 w 10000"/>
                <a:gd name="connsiteY34-424" fmla="*/ 9725 h 10000"/>
                <a:gd name="connsiteX35-425" fmla="*/ 2427 w 10000"/>
                <a:gd name="connsiteY35-426" fmla="*/ 9500 h 10000"/>
                <a:gd name="connsiteX36-427" fmla="*/ 3075 w 10000"/>
                <a:gd name="connsiteY36-428" fmla="*/ 9179 h 10000"/>
                <a:gd name="connsiteX37-429" fmla="*/ 3408 w 10000"/>
                <a:gd name="connsiteY37-430" fmla="*/ 8850 h 10000"/>
                <a:gd name="connsiteX38-431" fmla="*/ 3479 w 10000"/>
                <a:gd name="connsiteY38-432" fmla="*/ 8527 h 10000"/>
                <a:gd name="connsiteX39-433" fmla="*/ 3370 w 10000"/>
                <a:gd name="connsiteY39-434" fmla="*/ 8035 h 10000"/>
                <a:gd name="connsiteX40-435" fmla="*/ 3185 w 10000"/>
                <a:gd name="connsiteY40-436" fmla="*/ 7351 h 10000"/>
                <a:gd name="connsiteX41-437" fmla="*/ 3152 w 10000"/>
                <a:gd name="connsiteY41-438" fmla="*/ 6741 h 10000"/>
                <a:gd name="connsiteX42-439" fmla="*/ 3447 w 10000"/>
                <a:gd name="connsiteY42-440" fmla="*/ 6168 h 10000"/>
                <a:gd name="connsiteX43-441" fmla="*/ 4210 w 10000"/>
                <a:gd name="connsiteY43-442" fmla="*/ 5681 h 10000"/>
                <a:gd name="connsiteX44-443" fmla="*/ 5131 w 10000"/>
                <a:gd name="connsiteY44-444" fmla="*/ 5353 h 10000"/>
                <a:gd name="connsiteX45-445" fmla="*/ 6942 w 10000"/>
                <a:gd name="connsiteY45-446" fmla="*/ 5015 h 10000"/>
                <a:gd name="connsiteX46-447" fmla="*/ 5639 w 10000"/>
                <a:gd name="connsiteY46-448" fmla="*/ 4796 h 10000"/>
                <a:gd name="connsiteX47-449" fmla="*/ 4821 w 10000"/>
                <a:gd name="connsiteY47-450" fmla="*/ 4608 h 10000"/>
                <a:gd name="connsiteX48-451" fmla="*/ 4030 w 10000"/>
                <a:gd name="connsiteY48-452" fmla="*/ 4270 h 10000"/>
                <a:gd name="connsiteX49-453" fmla="*/ 3332 w 10000"/>
                <a:gd name="connsiteY49-454" fmla="*/ 3795 h 10000"/>
                <a:gd name="connsiteX50-455" fmla="*/ 3043 w 10000"/>
                <a:gd name="connsiteY50-456" fmla="*/ 3285 h 10000"/>
                <a:gd name="connsiteX51-457" fmla="*/ 3065 w 10000"/>
                <a:gd name="connsiteY51-458" fmla="*/ 2745 h 10000"/>
                <a:gd name="connsiteX52-459" fmla="*/ 3299 w 10000"/>
                <a:gd name="connsiteY52-460" fmla="*/ 2178 h 10000"/>
                <a:gd name="connsiteX53-461" fmla="*/ 3523 w 10000"/>
                <a:gd name="connsiteY53-462" fmla="*/ 1505 h 10000"/>
                <a:gd name="connsiteX54-463" fmla="*/ 3376 w 10000"/>
                <a:gd name="connsiteY54-464" fmla="*/ 1073 h 10000"/>
                <a:gd name="connsiteX55-465" fmla="*/ 2836 w 10000"/>
                <a:gd name="connsiteY55-466" fmla="*/ 734 h 10000"/>
                <a:gd name="connsiteX56-467" fmla="*/ 1860 w 10000"/>
                <a:gd name="connsiteY56-468" fmla="*/ 399 h 10000"/>
                <a:gd name="connsiteX57-469" fmla="*/ 829 w 10000"/>
                <a:gd name="connsiteY57-470" fmla="*/ 220 h 10000"/>
                <a:gd name="connsiteX58-471" fmla="*/ 0 w 10000"/>
                <a:gd name="connsiteY58-472" fmla="*/ 136 h 10000"/>
                <a:gd name="connsiteX0-473" fmla="*/ 0 w 10000"/>
                <a:gd name="connsiteY0-474" fmla="*/ 136 h 10000"/>
                <a:gd name="connsiteX1-475" fmla="*/ 0 w 10000"/>
                <a:gd name="connsiteY1-476" fmla="*/ 0 h 10000"/>
                <a:gd name="connsiteX2-477" fmla="*/ 1543 w 10000"/>
                <a:gd name="connsiteY2-478" fmla="*/ 118 h 10000"/>
                <a:gd name="connsiteX3-479" fmla="*/ 2825 w 10000"/>
                <a:gd name="connsiteY3-480" fmla="*/ 303 h 10000"/>
                <a:gd name="connsiteX4-481" fmla="*/ 3942 w 10000"/>
                <a:gd name="connsiteY4-482" fmla="*/ 611 h 10000"/>
                <a:gd name="connsiteX5-483" fmla="*/ 4706 w 10000"/>
                <a:gd name="connsiteY5-484" fmla="*/ 995 h 10000"/>
                <a:gd name="connsiteX6-485" fmla="*/ 5099 w 10000"/>
                <a:gd name="connsiteY6-486" fmla="*/ 1412 h 10000"/>
                <a:gd name="connsiteX7-487" fmla="*/ 5268 w 10000"/>
                <a:gd name="connsiteY7-488" fmla="*/ 1900 h 10000"/>
                <a:gd name="connsiteX8-489" fmla="*/ 5077 w 10000"/>
                <a:gd name="connsiteY8-490" fmla="*/ 2497 h 10000"/>
                <a:gd name="connsiteX9-491" fmla="*/ 4668 w 10000"/>
                <a:gd name="connsiteY9-492" fmla="*/ 3049 h 10000"/>
                <a:gd name="connsiteX10-493" fmla="*/ 4515 w 10000"/>
                <a:gd name="connsiteY10-494" fmla="*/ 3623 h 10000"/>
                <a:gd name="connsiteX11-495" fmla="*/ 4739 w 10000"/>
                <a:gd name="connsiteY11-496" fmla="*/ 4166 h 10000"/>
                <a:gd name="connsiteX12-497" fmla="*/ 5241 w 10000"/>
                <a:gd name="connsiteY12-498" fmla="*/ 4475 h 10000"/>
                <a:gd name="connsiteX13-499" fmla="*/ 6053 w 10000"/>
                <a:gd name="connsiteY13-500" fmla="*/ 4688 h 10000"/>
                <a:gd name="connsiteX14-501" fmla="*/ 7700 w 10000"/>
                <a:gd name="connsiteY14-502" fmla="*/ 4862 h 10000"/>
                <a:gd name="connsiteX15-503" fmla="*/ 10000 w 10000"/>
                <a:gd name="connsiteY15-504" fmla="*/ 4986 h 10000"/>
                <a:gd name="connsiteX16-505" fmla="*/ 7700 w 10000"/>
                <a:gd name="connsiteY16-506" fmla="*/ 5127 h 10000"/>
                <a:gd name="connsiteX17-507" fmla="*/ 6304 w 10000"/>
                <a:gd name="connsiteY17-508" fmla="*/ 5268 h 10000"/>
                <a:gd name="connsiteX18-509" fmla="*/ 5448 w 10000"/>
                <a:gd name="connsiteY18-510" fmla="*/ 5480 h 10000"/>
                <a:gd name="connsiteX19-511" fmla="*/ 4799 w 10000"/>
                <a:gd name="connsiteY19-512" fmla="*/ 5842 h 10000"/>
                <a:gd name="connsiteX20-513" fmla="*/ 4505 w 10000"/>
                <a:gd name="connsiteY20-514" fmla="*/ 6335 h 10000"/>
                <a:gd name="connsiteX21-515" fmla="*/ 4635 w 10000"/>
                <a:gd name="connsiteY21-516" fmla="*/ 6982 h 10000"/>
                <a:gd name="connsiteX22-517" fmla="*/ 4821 w 10000"/>
                <a:gd name="connsiteY22-518" fmla="*/ 7413 h 10000"/>
                <a:gd name="connsiteX23-519" fmla="*/ 5099 w 10000"/>
                <a:gd name="connsiteY23-520" fmla="*/ 7913 h 10000"/>
                <a:gd name="connsiteX24-521" fmla="*/ 5148 w 10000"/>
                <a:gd name="connsiteY24-522" fmla="*/ 8402 h 10000"/>
                <a:gd name="connsiteX25-523" fmla="*/ 4869 w 10000"/>
                <a:gd name="connsiteY25-524" fmla="*/ 8877 h 10000"/>
                <a:gd name="connsiteX26-525" fmla="*/ 4319 w 10000"/>
                <a:gd name="connsiteY26-526" fmla="*/ 9247 h 10000"/>
                <a:gd name="connsiteX27-527" fmla="*/ 3484 w 10000"/>
                <a:gd name="connsiteY27-528" fmla="*/ 9553 h 10000"/>
                <a:gd name="connsiteX28-529" fmla="*/ 2498 w 10000"/>
                <a:gd name="connsiteY28-530" fmla="*/ 9790 h 10000"/>
                <a:gd name="connsiteX29-531" fmla="*/ 1690 w 10000"/>
                <a:gd name="connsiteY29-532" fmla="*/ 9936 h 10000"/>
                <a:gd name="connsiteX30-533" fmla="*/ 1156 w 10000"/>
                <a:gd name="connsiteY30-534" fmla="*/ 9999 h 10000"/>
                <a:gd name="connsiteX31-535" fmla="*/ 932 w 10000"/>
                <a:gd name="connsiteY31-536" fmla="*/ 9946 h 10000"/>
                <a:gd name="connsiteX32-537" fmla="*/ 1134 w 10000"/>
                <a:gd name="connsiteY32-538" fmla="*/ 9833 h 10000"/>
                <a:gd name="connsiteX33-539" fmla="*/ 1636 w 10000"/>
                <a:gd name="connsiteY33-540" fmla="*/ 9725 h 10000"/>
                <a:gd name="connsiteX34-541" fmla="*/ 2427 w 10000"/>
                <a:gd name="connsiteY34-542" fmla="*/ 9500 h 10000"/>
                <a:gd name="connsiteX35-543" fmla="*/ 3075 w 10000"/>
                <a:gd name="connsiteY35-544" fmla="*/ 9179 h 10000"/>
                <a:gd name="connsiteX36-545" fmla="*/ 3408 w 10000"/>
                <a:gd name="connsiteY36-546" fmla="*/ 8850 h 10000"/>
                <a:gd name="connsiteX37-547" fmla="*/ 3479 w 10000"/>
                <a:gd name="connsiteY37-548" fmla="*/ 8527 h 10000"/>
                <a:gd name="connsiteX38-549" fmla="*/ 3370 w 10000"/>
                <a:gd name="connsiteY38-550" fmla="*/ 8035 h 10000"/>
                <a:gd name="connsiteX39-551" fmla="*/ 3185 w 10000"/>
                <a:gd name="connsiteY39-552" fmla="*/ 7351 h 10000"/>
                <a:gd name="connsiteX40-553" fmla="*/ 3152 w 10000"/>
                <a:gd name="connsiteY40-554" fmla="*/ 6741 h 10000"/>
                <a:gd name="connsiteX41-555" fmla="*/ 3447 w 10000"/>
                <a:gd name="connsiteY41-556" fmla="*/ 6168 h 10000"/>
                <a:gd name="connsiteX42-557" fmla="*/ 4210 w 10000"/>
                <a:gd name="connsiteY42-558" fmla="*/ 5681 h 10000"/>
                <a:gd name="connsiteX43-559" fmla="*/ 5131 w 10000"/>
                <a:gd name="connsiteY43-560" fmla="*/ 5353 h 10000"/>
                <a:gd name="connsiteX44-561" fmla="*/ 6942 w 10000"/>
                <a:gd name="connsiteY44-562" fmla="*/ 5015 h 10000"/>
                <a:gd name="connsiteX45-563" fmla="*/ 5639 w 10000"/>
                <a:gd name="connsiteY45-564" fmla="*/ 4796 h 10000"/>
                <a:gd name="connsiteX46-565" fmla="*/ 4821 w 10000"/>
                <a:gd name="connsiteY46-566" fmla="*/ 4608 h 10000"/>
                <a:gd name="connsiteX47-567" fmla="*/ 4030 w 10000"/>
                <a:gd name="connsiteY47-568" fmla="*/ 4270 h 10000"/>
                <a:gd name="connsiteX48-569" fmla="*/ 3332 w 10000"/>
                <a:gd name="connsiteY48-570" fmla="*/ 3795 h 10000"/>
                <a:gd name="connsiteX49-571" fmla="*/ 3043 w 10000"/>
                <a:gd name="connsiteY49-572" fmla="*/ 3285 h 10000"/>
                <a:gd name="connsiteX50-573" fmla="*/ 3065 w 10000"/>
                <a:gd name="connsiteY50-574" fmla="*/ 2745 h 10000"/>
                <a:gd name="connsiteX51-575" fmla="*/ 3299 w 10000"/>
                <a:gd name="connsiteY51-576" fmla="*/ 2178 h 10000"/>
                <a:gd name="connsiteX52-577" fmla="*/ 3523 w 10000"/>
                <a:gd name="connsiteY52-578" fmla="*/ 1505 h 10000"/>
                <a:gd name="connsiteX53-579" fmla="*/ 3376 w 10000"/>
                <a:gd name="connsiteY53-580" fmla="*/ 1073 h 10000"/>
                <a:gd name="connsiteX54-581" fmla="*/ 2836 w 10000"/>
                <a:gd name="connsiteY54-582" fmla="*/ 734 h 10000"/>
                <a:gd name="connsiteX55-583" fmla="*/ 1860 w 10000"/>
                <a:gd name="connsiteY55-584" fmla="*/ 399 h 10000"/>
                <a:gd name="connsiteX56-585" fmla="*/ 829 w 10000"/>
                <a:gd name="connsiteY56-586" fmla="*/ 220 h 10000"/>
                <a:gd name="connsiteX57-587" fmla="*/ 0 w 10000"/>
                <a:gd name="connsiteY57-588" fmla="*/ 136 h 100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 ang="0">
                  <a:pos x="connsiteX22-45" y="connsiteY22-46"/>
                </a:cxn>
                <a:cxn ang="0">
                  <a:pos x="connsiteX23-47" y="connsiteY23-48"/>
                </a:cxn>
                <a:cxn ang="0">
                  <a:pos x="connsiteX24-49" y="connsiteY24-50"/>
                </a:cxn>
                <a:cxn ang="0">
                  <a:pos x="connsiteX25-51" y="connsiteY25-52"/>
                </a:cxn>
                <a:cxn ang="0">
                  <a:pos x="connsiteX26-53" y="connsiteY26-54"/>
                </a:cxn>
                <a:cxn ang="0">
                  <a:pos x="connsiteX27-55" y="connsiteY27-56"/>
                </a:cxn>
                <a:cxn ang="0">
                  <a:pos x="connsiteX28-57" y="connsiteY28-58"/>
                </a:cxn>
                <a:cxn ang="0">
                  <a:pos x="connsiteX29-59" y="connsiteY29-60"/>
                </a:cxn>
                <a:cxn ang="0">
                  <a:pos x="connsiteX30-61" y="connsiteY30-62"/>
                </a:cxn>
                <a:cxn ang="0">
                  <a:pos x="connsiteX31-63" y="connsiteY31-64"/>
                </a:cxn>
                <a:cxn ang="0">
                  <a:pos x="connsiteX32-65" y="connsiteY32-66"/>
                </a:cxn>
                <a:cxn ang="0">
                  <a:pos x="connsiteX33-67" y="connsiteY33-68"/>
                </a:cxn>
                <a:cxn ang="0">
                  <a:pos x="connsiteX34-69" y="connsiteY34-70"/>
                </a:cxn>
                <a:cxn ang="0">
                  <a:pos x="connsiteX35-71" y="connsiteY35-72"/>
                </a:cxn>
                <a:cxn ang="0">
                  <a:pos x="connsiteX36-73" y="connsiteY36-74"/>
                </a:cxn>
                <a:cxn ang="0">
                  <a:pos x="connsiteX37-75" y="connsiteY37-76"/>
                </a:cxn>
                <a:cxn ang="0">
                  <a:pos x="connsiteX38-77" y="connsiteY38-78"/>
                </a:cxn>
                <a:cxn ang="0">
                  <a:pos x="connsiteX39-79" y="connsiteY39-80"/>
                </a:cxn>
                <a:cxn ang="0">
                  <a:pos x="connsiteX40-81" y="connsiteY40-82"/>
                </a:cxn>
                <a:cxn ang="0">
                  <a:pos x="connsiteX41-83" y="connsiteY41-84"/>
                </a:cxn>
                <a:cxn ang="0">
                  <a:pos x="connsiteX42-85" y="connsiteY42-86"/>
                </a:cxn>
                <a:cxn ang="0">
                  <a:pos x="connsiteX43-87" y="connsiteY43-88"/>
                </a:cxn>
                <a:cxn ang="0">
                  <a:pos x="connsiteX44-89" y="connsiteY44-90"/>
                </a:cxn>
                <a:cxn ang="0">
                  <a:pos x="connsiteX45-91" y="connsiteY45-92"/>
                </a:cxn>
                <a:cxn ang="0">
                  <a:pos x="connsiteX46-93" y="connsiteY46-94"/>
                </a:cxn>
                <a:cxn ang="0">
                  <a:pos x="connsiteX47-95" y="connsiteY47-96"/>
                </a:cxn>
                <a:cxn ang="0">
                  <a:pos x="connsiteX48-97" y="connsiteY48-98"/>
                </a:cxn>
                <a:cxn ang="0">
                  <a:pos x="connsiteX49-99" y="connsiteY49-100"/>
                </a:cxn>
                <a:cxn ang="0">
                  <a:pos x="connsiteX50-101" y="connsiteY50-102"/>
                </a:cxn>
                <a:cxn ang="0">
                  <a:pos x="connsiteX51-103" y="connsiteY51-104"/>
                </a:cxn>
                <a:cxn ang="0">
                  <a:pos x="connsiteX52-105" y="connsiteY52-106"/>
                </a:cxn>
                <a:cxn ang="0">
                  <a:pos x="connsiteX53-107" y="connsiteY53-108"/>
                </a:cxn>
                <a:cxn ang="0">
                  <a:pos x="connsiteX54-109" y="connsiteY54-110"/>
                </a:cxn>
                <a:cxn ang="0">
                  <a:pos x="connsiteX55-111" y="connsiteY55-112"/>
                </a:cxn>
                <a:cxn ang="0">
                  <a:pos x="connsiteX56-113" y="connsiteY56-114"/>
                </a:cxn>
                <a:cxn ang="0">
                  <a:pos x="connsiteX57-115" y="connsiteY57-116"/>
                </a:cxn>
              </a:cxnLst>
              <a:rect l="l" t="t" r="r" b="b"/>
              <a:pathLst>
                <a:path w="10000" h="10000">
                  <a:moveTo>
                    <a:pt x="0" y="136"/>
                  </a:moveTo>
                  <a:lnTo>
                    <a:pt x="0" y="0"/>
                  </a:lnTo>
                  <a:lnTo>
                    <a:pt x="1543" y="118"/>
                  </a:lnTo>
                  <a:cubicBezTo>
                    <a:pt x="1985" y="158"/>
                    <a:pt x="2410" y="220"/>
                    <a:pt x="2825" y="303"/>
                  </a:cubicBezTo>
                  <a:cubicBezTo>
                    <a:pt x="3239" y="384"/>
                    <a:pt x="3610" y="488"/>
                    <a:pt x="3942" y="611"/>
                  </a:cubicBezTo>
                  <a:cubicBezTo>
                    <a:pt x="4275" y="737"/>
                    <a:pt x="4526" y="865"/>
                    <a:pt x="4706" y="995"/>
                  </a:cubicBezTo>
                  <a:cubicBezTo>
                    <a:pt x="4875" y="1124"/>
                    <a:pt x="5000" y="1264"/>
                    <a:pt x="5099" y="1412"/>
                  </a:cubicBezTo>
                  <a:cubicBezTo>
                    <a:pt x="5191" y="1560"/>
                    <a:pt x="5251" y="1725"/>
                    <a:pt x="5268" y="1900"/>
                  </a:cubicBezTo>
                  <a:cubicBezTo>
                    <a:pt x="5290" y="2078"/>
                    <a:pt x="5230" y="2278"/>
                    <a:pt x="5077" y="2497"/>
                  </a:cubicBezTo>
                  <a:lnTo>
                    <a:pt x="4668" y="3049"/>
                  </a:lnTo>
                  <a:cubicBezTo>
                    <a:pt x="4548" y="3232"/>
                    <a:pt x="4505" y="3422"/>
                    <a:pt x="4515" y="3623"/>
                  </a:cubicBezTo>
                  <a:cubicBezTo>
                    <a:pt x="4515" y="3843"/>
                    <a:pt x="4586" y="4024"/>
                    <a:pt x="4739" y="4166"/>
                  </a:cubicBezTo>
                  <a:cubicBezTo>
                    <a:pt x="4886" y="4308"/>
                    <a:pt x="5050" y="4411"/>
                    <a:pt x="5241" y="4475"/>
                  </a:cubicBezTo>
                  <a:cubicBezTo>
                    <a:pt x="5421" y="4536"/>
                    <a:pt x="5643" y="4624"/>
                    <a:pt x="6053" y="4688"/>
                  </a:cubicBezTo>
                  <a:cubicBezTo>
                    <a:pt x="6463" y="4752"/>
                    <a:pt x="7042" y="4812"/>
                    <a:pt x="7700" y="4862"/>
                  </a:cubicBezTo>
                  <a:cubicBezTo>
                    <a:pt x="8401" y="4900"/>
                    <a:pt x="9984" y="4948"/>
                    <a:pt x="10000" y="4986"/>
                  </a:cubicBezTo>
                  <a:cubicBezTo>
                    <a:pt x="9984" y="5037"/>
                    <a:pt x="8646" y="5065"/>
                    <a:pt x="7700" y="5127"/>
                  </a:cubicBezTo>
                  <a:cubicBezTo>
                    <a:pt x="7079" y="5172"/>
                    <a:pt x="6615" y="5219"/>
                    <a:pt x="6304" y="5268"/>
                  </a:cubicBezTo>
                  <a:cubicBezTo>
                    <a:pt x="5993" y="5317"/>
                    <a:pt x="5710" y="5388"/>
                    <a:pt x="5448" y="5480"/>
                  </a:cubicBezTo>
                  <a:cubicBezTo>
                    <a:pt x="5191" y="5573"/>
                    <a:pt x="4973" y="5693"/>
                    <a:pt x="4799" y="5842"/>
                  </a:cubicBezTo>
                  <a:cubicBezTo>
                    <a:pt x="4619" y="5988"/>
                    <a:pt x="4521" y="6153"/>
                    <a:pt x="4505" y="6335"/>
                  </a:cubicBezTo>
                  <a:cubicBezTo>
                    <a:pt x="4488" y="6518"/>
                    <a:pt x="4526" y="6732"/>
                    <a:pt x="4635" y="6982"/>
                  </a:cubicBezTo>
                  <a:cubicBezTo>
                    <a:pt x="4690" y="7153"/>
                    <a:pt x="4756" y="7298"/>
                    <a:pt x="4821" y="7413"/>
                  </a:cubicBezTo>
                  <a:lnTo>
                    <a:pt x="5099" y="7913"/>
                  </a:lnTo>
                  <a:cubicBezTo>
                    <a:pt x="5170" y="8085"/>
                    <a:pt x="5186" y="8248"/>
                    <a:pt x="5148" y="8402"/>
                  </a:cubicBezTo>
                  <a:cubicBezTo>
                    <a:pt x="5104" y="8575"/>
                    <a:pt x="5011" y="8735"/>
                    <a:pt x="4869" y="8877"/>
                  </a:cubicBezTo>
                  <a:cubicBezTo>
                    <a:pt x="4722" y="9018"/>
                    <a:pt x="4537" y="9143"/>
                    <a:pt x="4319" y="9247"/>
                  </a:cubicBezTo>
                  <a:cubicBezTo>
                    <a:pt x="4106" y="9354"/>
                    <a:pt x="3828" y="9455"/>
                    <a:pt x="3484" y="9553"/>
                  </a:cubicBezTo>
                  <a:cubicBezTo>
                    <a:pt x="3152" y="9652"/>
                    <a:pt x="2819" y="9730"/>
                    <a:pt x="2498" y="9790"/>
                  </a:cubicBezTo>
                  <a:lnTo>
                    <a:pt x="1690" y="9936"/>
                  </a:lnTo>
                  <a:cubicBezTo>
                    <a:pt x="1461" y="9986"/>
                    <a:pt x="1281" y="10006"/>
                    <a:pt x="1156" y="9999"/>
                  </a:cubicBezTo>
                  <a:cubicBezTo>
                    <a:pt x="1031" y="9993"/>
                    <a:pt x="954" y="9974"/>
                    <a:pt x="932" y="9946"/>
                  </a:cubicBezTo>
                  <a:cubicBezTo>
                    <a:pt x="906" y="9914"/>
                    <a:pt x="976" y="9878"/>
                    <a:pt x="1134" y="9833"/>
                  </a:cubicBezTo>
                  <a:cubicBezTo>
                    <a:pt x="1194" y="9818"/>
                    <a:pt x="1358" y="9781"/>
                    <a:pt x="1636" y="9725"/>
                  </a:cubicBezTo>
                  <a:cubicBezTo>
                    <a:pt x="1914" y="9665"/>
                    <a:pt x="2176" y="9592"/>
                    <a:pt x="2427" y="9500"/>
                  </a:cubicBezTo>
                  <a:cubicBezTo>
                    <a:pt x="2683" y="9409"/>
                    <a:pt x="2901" y="9304"/>
                    <a:pt x="3075" y="9179"/>
                  </a:cubicBezTo>
                  <a:cubicBezTo>
                    <a:pt x="3250" y="9056"/>
                    <a:pt x="3365" y="8947"/>
                    <a:pt x="3408" y="8850"/>
                  </a:cubicBezTo>
                  <a:cubicBezTo>
                    <a:pt x="3457" y="8755"/>
                    <a:pt x="3479" y="8645"/>
                    <a:pt x="3479" y="8527"/>
                  </a:cubicBezTo>
                  <a:cubicBezTo>
                    <a:pt x="3468" y="8422"/>
                    <a:pt x="3430" y="8259"/>
                    <a:pt x="3370" y="8035"/>
                  </a:cubicBezTo>
                  <a:cubicBezTo>
                    <a:pt x="3305" y="7810"/>
                    <a:pt x="3245" y="7582"/>
                    <a:pt x="3185" y="7351"/>
                  </a:cubicBezTo>
                  <a:cubicBezTo>
                    <a:pt x="3130" y="7122"/>
                    <a:pt x="3119" y="6920"/>
                    <a:pt x="3152" y="6741"/>
                  </a:cubicBezTo>
                  <a:cubicBezTo>
                    <a:pt x="3185" y="6506"/>
                    <a:pt x="3289" y="6315"/>
                    <a:pt x="3447" y="6168"/>
                  </a:cubicBezTo>
                  <a:cubicBezTo>
                    <a:pt x="3604" y="6022"/>
                    <a:pt x="3861" y="5859"/>
                    <a:pt x="4210" y="5681"/>
                  </a:cubicBezTo>
                  <a:cubicBezTo>
                    <a:pt x="4565" y="5503"/>
                    <a:pt x="4869" y="5393"/>
                    <a:pt x="5131" y="5353"/>
                  </a:cubicBezTo>
                  <a:lnTo>
                    <a:pt x="6942" y="5015"/>
                  </a:lnTo>
                  <a:lnTo>
                    <a:pt x="5639" y="4796"/>
                  </a:lnTo>
                  <a:cubicBezTo>
                    <a:pt x="5317" y="4736"/>
                    <a:pt x="5039" y="4673"/>
                    <a:pt x="4821" y="4608"/>
                  </a:cubicBezTo>
                  <a:cubicBezTo>
                    <a:pt x="4602" y="4545"/>
                    <a:pt x="4340" y="4431"/>
                    <a:pt x="4030" y="4270"/>
                  </a:cubicBezTo>
                  <a:cubicBezTo>
                    <a:pt x="3724" y="4108"/>
                    <a:pt x="3484" y="3949"/>
                    <a:pt x="3332" y="3795"/>
                  </a:cubicBezTo>
                  <a:cubicBezTo>
                    <a:pt x="3174" y="3642"/>
                    <a:pt x="3081" y="3472"/>
                    <a:pt x="3043" y="3285"/>
                  </a:cubicBezTo>
                  <a:cubicBezTo>
                    <a:pt x="2999" y="3101"/>
                    <a:pt x="3010" y="2919"/>
                    <a:pt x="3065" y="2745"/>
                  </a:cubicBezTo>
                  <a:cubicBezTo>
                    <a:pt x="3086" y="2651"/>
                    <a:pt x="3163" y="2461"/>
                    <a:pt x="3299" y="2178"/>
                  </a:cubicBezTo>
                  <a:cubicBezTo>
                    <a:pt x="3430" y="1896"/>
                    <a:pt x="3507" y="1672"/>
                    <a:pt x="3523" y="1505"/>
                  </a:cubicBezTo>
                  <a:cubicBezTo>
                    <a:pt x="3539" y="1341"/>
                    <a:pt x="3496" y="1196"/>
                    <a:pt x="3376" y="1073"/>
                  </a:cubicBezTo>
                  <a:cubicBezTo>
                    <a:pt x="3289" y="981"/>
                    <a:pt x="3103" y="870"/>
                    <a:pt x="2836" y="734"/>
                  </a:cubicBezTo>
                  <a:cubicBezTo>
                    <a:pt x="2563" y="599"/>
                    <a:pt x="2241" y="488"/>
                    <a:pt x="1860" y="399"/>
                  </a:cubicBezTo>
                  <a:cubicBezTo>
                    <a:pt x="1483" y="311"/>
                    <a:pt x="1134" y="253"/>
                    <a:pt x="829" y="220"/>
                  </a:cubicBezTo>
                  <a:lnTo>
                    <a:pt x="0" y="136"/>
                  </a:lnTo>
                  <a:close/>
                </a:path>
              </a:pathLst>
            </a:custGeom>
            <a:solidFill>
              <a:schemeClr val="bg1">
                <a:lumMod val="95000"/>
              </a:schemeClr>
            </a:solidFill>
            <a:ln>
              <a:noFill/>
            </a:ln>
          </p:spPr>
          <p:txBody>
            <a:bodyPr vert="horz" wrap="square" lIns="91440" tIns="45720" rIns="91440" bIns="45720" numCol="1" anchor="t" anchorCtr="0" compatLnSpc="1">
              <a:normAutofit/>
            </a:bodyPr>
            <a:lstStyle/>
            <a:p>
              <a:endParaRPr lang="zh-CN" altLang="en-US" dirty="0">
                <a:cs typeface="+mn-ea"/>
                <a:sym typeface="+mn-lt"/>
              </a:endParaRPr>
            </a:p>
          </p:txBody>
        </p:sp>
        <p:sp>
          <p:nvSpPr>
            <p:cNvPr id="30" name="椭圆 29"/>
            <p:cNvSpPr/>
            <p:nvPr/>
          </p:nvSpPr>
          <p:spPr>
            <a:xfrm>
              <a:off x="1192540" y="2647872"/>
              <a:ext cx="1968654" cy="1968656"/>
            </a:xfrm>
            <a:prstGeom prst="ellipse">
              <a:avLst/>
            </a:prstGeom>
            <a:blipFill>
              <a:blip r:embed="rId2"/>
              <a:stretch>
                <a:fillRect l="-25161" r="-24839"/>
              </a:stretch>
            </a:blipFill>
            <a:ln w="3810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endParaRPr lang="zh-CN" altLang="en-US" sz="2800" b="1" dirty="0">
                <a:cs typeface="+mn-ea"/>
                <a:sym typeface="+mn-lt"/>
              </a:endParaRPr>
            </a:p>
          </p:txBody>
        </p:sp>
        <p:cxnSp>
          <p:nvCxnSpPr>
            <p:cNvPr id="31" name="直接连接符 30"/>
            <p:cNvCxnSpPr/>
            <p:nvPr/>
          </p:nvCxnSpPr>
          <p:spPr>
            <a:xfrm>
              <a:off x="5620870" y="2516653"/>
              <a:ext cx="5898029"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5620870" y="3632201"/>
              <a:ext cx="5898029"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5620870" y="4747749"/>
              <a:ext cx="5898029"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34" name="组合 33"/>
            <p:cNvGrpSpPr/>
            <p:nvPr/>
          </p:nvGrpSpPr>
          <p:grpSpPr>
            <a:xfrm>
              <a:off x="5086252" y="1612335"/>
              <a:ext cx="5028814" cy="693088"/>
              <a:chOff x="4526757" y="1612335"/>
              <a:chExt cx="5028814" cy="693088"/>
            </a:xfrm>
          </p:grpSpPr>
          <p:sp>
            <p:nvSpPr>
              <p:cNvPr id="45" name="矩形 44"/>
              <p:cNvSpPr/>
              <p:nvPr/>
            </p:nvSpPr>
            <p:spPr bwMode="auto">
              <a:xfrm>
                <a:off x="4976450" y="1612335"/>
                <a:ext cx="4579121" cy="693088"/>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2400" dirty="0">
                    <a:cs typeface="+mn-ea"/>
                    <a:sym typeface="+mn-lt"/>
                  </a:rPr>
                  <a:t>注册页面</a:t>
                </a:r>
              </a:p>
            </p:txBody>
          </p:sp>
          <p:sp>
            <p:nvSpPr>
              <p:cNvPr id="46" name="任意多边形: 形状 45"/>
              <p:cNvSpPr/>
              <p:nvPr/>
            </p:nvSpPr>
            <p:spPr>
              <a:xfrm>
                <a:off x="4526757" y="1791121"/>
                <a:ext cx="367553" cy="335518"/>
              </a:xfrm>
              <a:custGeom>
                <a:avLst/>
                <a:gdLst>
                  <a:gd name="connsiteX0" fmla="*/ 134413 w 540656"/>
                  <a:gd name="connsiteY0" fmla="*/ 235194 h 493535"/>
                  <a:gd name="connsiteX1" fmla="*/ 191280 w 540656"/>
                  <a:gd name="connsiteY1" fmla="*/ 302363 h 493535"/>
                  <a:gd name="connsiteX2" fmla="*/ 199034 w 540656"/>
                  <a:gd name="connsiteY2" fmla="*/ 304946 h 493535"/>
                  <a:gd name="connsiteX3" fmla="*/ 251015 w 540656"/>
                  <a:gd name="connsiteY3" fmla="*/ 245730 h 493535"/>
                  <a:gd name="connsiteX4" fmla="*/ 250737 w 540656"/>
                  <a:gd name="connsiteY4" fmla="*/ 235359 h 493535"/>
                  <a:gd name="connsiteX5" fmla="*/ 250832 w 540656"/>
                  <a:gd name="connsiteY5" fmla="*/ 235264 h 493535"/>
                  <a:gd name="connsiteX6" fmla="*/ 276581 w 540656"/>
                  <a:gd name="connsiteY6" fmla="*/ 253278 h 493535"/>
                  <a:gd name="connsiteX7" fmla="*/ 284336 w 540656"/>
                  <a:gd name="connsiteY7" fmla="*/ 258445 h 493535"/>
                  <a:gd name="connsiteX8" fmla="*/ 320524 w 540656"/>
                  <a:gd name="connsiteY8" fmla="*/ 271362 h 493535"/>
                  <a:gd name="connsiteX9" fmla="*/ 323109 w 540656"/>
                  <a:gd name="connsiteY9" fmla="*/ 271362 h 493535"/>
                  <a:gd name="connsiteX10" fmla="*/ 351542 w 540656"/>
                  <a:gd name="connsiteY10" fmla="*/ 292029 h 493535"/>
                  <a:gd name="connsiteX11" fmla="*/ 367051 w 540656"/>
                  <a:gd name="connsiteY11" fmla="*/ 323030 h 493535"/>
                  <a:gd name="connsiteX12" fmla="*/ 356712 w 540656"/>
                  <a:gd name="connsiteY12" fmla="*/ 333364 h 493535"/>
                  <a:gd name="connsiteX13" fmla="*/ 354127 w 540656"/>
                  <a:gd name="connsiteY13" fmla="*/ 330780 h 493535"/>
                  <a:gd name="connsiteX14" fmla="*/ 323109 w 540656"/>
                  <a:gd name="connsiteY14" fmla="*/ 302363 h 493535"/>
                  <a:gd name="connsiteX15" fmla="*/ 307599 w 540656"/>
                  <a:gd name="connsiteY15" fmla="*/ 292029 h 493535"/>
                  <a:gd name="connsiteX16" fmla="*/ 307599 w 540656"/>
                  <a:gd name="connsiteY16" fmla="*/ 289446 h 493535"/>
                  <a:gd name="connsiteX17" fmla="*/ 289505 w 540656"/>
                  <a:gd name="connsiteY17" fmla="*/ 279112 h 493535"/>
                  <a:gd name="connsiteX18" fmla="*/ 255902 w 540656"/>
                  <a:gd name="connsiteY18" fmla="*/ 258445 h 493535"/>
                  <a:gd name="connsiteX19" fmla="*/ 178356 w 540656"/>
                  <a:gd name="connsiteY19" fmla="*/ 413450 h 493535"/>
                  <a:gd name="connsiteX20" fmla="*/ 219713 w 540656"/>
                  <a:gd name="connsiteY20" fmla="*/ 423783 h 493535"/>
                  <a:gd name="connsiteX21" fmla="*/ 230053 w 540656"/>
                  <a:gd name="connsiteY21" fmla="*/ 426367 h 493535"/>
                  <a:gd name="connsiteX22" fmla="*/ 242978 w 540656"/>
                  <a:gd name="connsiteY22" fmla="*/ 434117 h 493535"/>
                  <a:gd name="connsiteX23" fmla="*/ 268826 w 540656"/>
                  <a:gd name="connsiteY23" fmla="*/ 444450 h 493535"/>
                  <a:gd name="connsiteX24" fmla="*/ 299845 w 540656"/>
                  <a:gd name="connsiteY24" fmla="*/ 470285 h 493535"/>
                  <a:gd name="connsiteX25" fmla="*/ 307599 w 540656"/>
                  <a:gd name="connsiteY25" fmla="*/ 478035 h 493535"/>
                  <a:gd name="connsiteX26" fmla="*/ 201619 w 540656"/>
                  <a:gd name="connsiteY26" fmla="*/ 493535 h 493535"/>
                  <a:gd name="connsiteX27" fmla="*/ 183525 w 540656"/>
                  <a:gd name="connsiteY27" fmla="*/ 493535 h 493535"/>
                  <a:gd name="connsiteX28" fmla="*/ 10339 w 540656"/>
                  <a:gd name="connsiteY28" fmla="*/ 457368 h 493535"/>
                  <a:gd name="connsiteX29" fmla="*/ 0 w 540656"/>
                  <a:gd name="connsiteY29" fmla="*/ 431533 h 493535"/>
                  <a:gd name="connsiteX30" fmla="*/ 33603 w 540656"/>
                  <a:gd name="connsiteY30" fmla="*/ 292029 h 493535"/>
                  <a:gd name="connsiteX31" fmla="*/ 62037 w 540656"/>
                  <a:gd name="connsiteY31" fmla="*/ 271362 h 493535"/>
                  <a:gd name="connsiteX32" fmla="*/ 134413 w 540656"/>
                  <a:gd name="connsiteY32" fmla="*/ 235194 h 493535"/>
                  <a:gd name="connsiteX33" fmla="*/ 540656 w 540656"/>
                  <a:gd name="connsiteY33" fmla="*/ 232714 h 493535"/>
                  <a:gd name="connsiteX34" fmla="*/ 488919 w 540656"/>
                  <a:gd name="connsiteY34" fmla="*/ 276596 h 493535"/>
                  <a:gd name="connsiteX35" fmla="*/ 444942 w 540656"/>
                  <a:gd name="connsiteY35" fmla="*/ 328223 h 493535"/>
                  <a:gd name="connsiteX36" fmla="*/ 408726 w 540656"/>
                  <a:gd name="connsiteY36" fmla="*/ 387593 h 493535"/>
                  <a:gd name="connsiteX37" fmla="*/ 377684 w 540656"/>
                  <a:gd name="connsiteY37" fmla="*/ 446963 h 493535"/>
                  <a:gd name="connsiteX38" fmla="*/ 359576 w 540656"/>
                  <a:gd name="connsiteY38" fmla="*/ 485682 h 493535"/>
                  <a:gd name="connsiteX39" fmla="*/ 328534 w 540656"/>
                  <a:gd name="connsiteY39" fmla="*/ 444381 h 493535"/>
                  <a:gd name="connsiteX40" fmla="*/ 284557 w 540656"/>
                  <a:gd name="connsiteY40" fmla="*/ 410824 h 493535"/>
                  <a:gd name="connsiteX41" fmla="*/ 258689 w 540656"/>
                  <a:gd name="connsiteY41" fmla="*/ 397918 h 493535"/>
                  <a:gd name="connsiteX42" fmla="*/ 243168 w 540656"/>
                  <a:gd name="connsiteY42" fmla="*/ 390174 h 493535"/>
                  <a:gd name="connsiteX43" fmla="*/ 230233 w 540656"/>
                  <a:gd name="connsiteY43" fmla="*/ 385011 h 493535"/>
                  <a:gd name="connsiteX44" fmla="*/ 271623 w 540656"/>
                  <a:gd name="connsiteY44" fmla="*/ 302410 h 493535"/>
                  <a:gd name="connsiteX45" fmla="*/ 287144 w 540656"/>
                  <a:gd name="connsiteY45" fmla="*/ 315316 h 493535"/>
                  <a:gd name="connsiteX46" fmla="*/ 302665 w 540656"/>
                  <a:gd name="connsiteY46" fmla="*/ 325641 h 493535"/>
                  <a:gd name="connsiteX47" fmla="*/ 331121 w 540656"/>
                  <a:gd name="connsiteY47" fmla="*/ 351454 h 493535"/>
                  <a:gd name="connsiteX48" fmla="*/ 356989 w 540656"/>
                  <a:gd name="connsiteY48" fmla="*/ 382430 h 493535"/>
                  <a:gd name="connsiteX49" fmla="*/ 375097 w 540656"/>
                  <a:gd name="connsiteY49" fmla="*/ 361780 h 493535"/>
                  <a:gd name="connsiteX50" fmla="*/ 424248 w 540656"/>
                  <a:gd name="connsiteY50" fmla="*/ 310153 h 493535"/>
                  <a:gd name="connsiteX51" fmla="*/ 478572 w 540656"/>
                  <a:gd name="connsiteY51" fmla="*/ 266271 h 493535"/>
                  <a:gd name="connsiteX52" fmla="*/ 540656 w 540656"/>
                  <a:gd name="connsiteY52" fmla="*/ 232714 h 493535"/>
                  <a:gd name="connsiteX53" fmla="*/ 250901 w 540656"/>
                  <a:gd name="connsiteY53" fmla="*/ 232714 h 493535"/>
                  <a:gd name="connsiteX54" fmla="*/ 250901 w 540656"/>
                  <a:gd name="connsiteY54" fmla="*/ 235194 h 493535"/>
                  <a:gd name="connsiteX55" fmla="*/ 250832 w 540656"/>
                  <a:gd name="connsiteY55" fmla="*/ 235264 h 493535"/>
                  <a:gd name="connsiteX56" fmla="*/ 250732 w 540656"/>
                  <a:gd name="connsiteY56" fmla="*/ 235194 h 493535"/>
                  <a:gd name="connsiteX57" fmla="*/ 250737 w 540656"/>
                  <a:gd name="connsiteY57" fmla="*/ 235359 h 493535"/>
                  <a:gd name="connsiteX58" fmla="*/ 248421 w 540656"/>
                  <a:gd name="connsiteY58" fmla="*/ 237674 h 493535"/>
                  <a:gd name="connsiteX59" fmla="*/ 250901 w 540656"/>
                  <a:gd name="connsiteY59" fmla="*/ 232714 h 493535"/>
                  <a:gd name="connsiteX60" fmla="*/ 183628 w 540656"/>
                  <a:gd name="connsiteY60" fmla="*/ 0 h 493535"/>
                  <a:gd name="connsiteX61" fmla="*/ 217213 w 540656"/>
                  <a:gd name="connsiteY61" fmla="*/ 10333 h 493535"/>
                  <a:gd name="connsiteX62" fmla="*/ 230130 w 540656"/>
                  <a:gd name="connsiteY62" fmla="*/ 12917 h 493535"/>
                  <a:gd name="connsiteX63" fmla="*/ 274048 w 540656"/>
                  <a:gd name="connsiteY63" fmla="*/ 38751 h 493535"/>
                  <a:gd name="connsiteX64" fmla="*/ 284382 w 540656"/>
                  <a:gd name="connsiteY64" fmla="*/ 121420 h 493535"/>
                  <a:gd name="connsiteX65" fmla="*/ 284382 w 540656"/>
                  <a:gd name="connsiteY65" fmla="*/ 152421 h 493535"/>
                  <a:gd name="connsiteX66" fmla="*/ 276631 w 540656"/>
                  <a:gd name="connsiteY66" fmla="*/ 167921 h 493535"/>
                  <a:gd name="connsiteX67" fmla="*/ 191378 w 540656"/>
                  <a:gd name="connsiteY67" fmla="*/ 258341 h 493535"/>
                  <a:gd name="connsiteX68" fmla="*/ 111293 w 540656"/>
                  <a:gd name="connsiteY68" fmla="*/ 167921 h 493535"/>
                  <a:gd name="connsiteX69" fmla="*/ 103543 w 540656"/>
                  <a:gd name="connsiteY69" fmla="*/ 152421 h 493535"/>
                  <a:gd name="connsiteX70" fmla="*/ 103543 w 540656"/>
                  <a:gd name="connsiteY70" fmla="*/ 121420 h 493535"/>
                  <a:gd name="connsiteX71" fmla="*/ 106126 w 540656"/>
                  <a:gd name="connsiteY71" fmla="*/ 118837 h 493535"/>
                  <a:gd name="connsiteX72" fmla="*/ 106126 w 540656"/>
                  <a:gd name="connsiteY72" fmla="*/ 59418 h 493535"/>
                  <a:gd name="connsiteX73" fmla="*/ 160378 w 540656"/>
                  <a:gd name="connsiteY73" fmla="*/ 5167 h 493535"/>
                  <a:gd name="connsiteX74" fmla="*/ 175878 w 540656"/>
                  <a:gd name="connsiteY74" fmla="*/ 2583 h 493535"/>
                  <a:gd name="connsiteX75" fmla="*/ 181045 w 540656"/>
                  <a:gd name="connsiteY75" fmla="*/ 2583 h 493535"/>
                  <a:gd name="connsiteX76" fmla="*/ 183628 w 540656"/>
                  <a:gd name="connsiteY76" fmla="*/ 0 h 493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540656" h="493535">
                    <a:moveTo>
                      <a:pt x="134413" y="235194"/>
                    </a:moveTo>
                    <a:cubicBezTo>
                      <a:pt x="134413" y="235194"/>
                      <a:pt x="136998" y="299779"/>
                      <a:pt x="191280" y="302363"/>
                    </a:cubicBezTo>
                    <a:lnTo>
                      <a:pt x="199034" y="304946"/>
                    </a:lnTo>
                    <a:cubicBezTo>
                      <a:pt x="243624" y="303009"/>
                      <a:pt x="250409" y="264742"/>
                      <a:pt x="251015" y="245730"/>
                    </a:cubicBezTo>
                    <a:lnTo>
                      <a:pt x="250737" y="235359"/>
                    </a:lnTo>
                    <a:lnTo>
                      <a:pt x="250832" y="235264"/>
                    </a:lnTo>
                    <a:lnTo>
                      <a:pt x="276581" y="253278"/>
                    </a:lnTo>
                    <a:cubicBezTo>
                      <a:pt x="279166" y="255862"/>
                      <a:pt x="281751" y="255862"/>
                      <a:pt x="284336" y="258445"/>
                    </a:cubicBezTo>
                    <a:cubicBezTo>
                      <a:pt x="284336" y="258445"/>
                      <a:pt x="302430" y="263612"/>
                      <a:pt x="320524" y="271362"/>
                    </a:cubicBezTo>
                    <a:cubicBezTo>
                      <a:pt x="323109" y="271362"/>
                      <a:pt x="323109" y="271362"/>
                      <a:pt x="323109" y="271362"/>
                    </a:cubicBezTo>
                    <a:cubicBezTo>
                      <a:pt x="343787" y="279112"/>
                      <a:pt x="351542" y="292029"/>
                      <a:pt x="351542" y="292029"/>
                    </a:cubicBezTo>
                    <a:cubicBezTo>
                      <a:pt x="359297" y="299779"/>
                      <a:pt x="361882" y="312697"/>
                      <a:pt x="367051" y="323030"/>
                    </a:cubicBezTo>
                    <a:cubicBezTo>
                      <a:pt x="364466" y="325614"/>
                      <a:pt x="361882" y="330780"/>
                      <a:pt x="356712" y="333364"/>
                    </a:cubicBezTo>
                    <a:cubicBezTo>
                      <a:pt x="356712" y="333364"/>
                      <a:pt x="356712" y="333364"/>
                      <a:pt x="354127" y="330780"/>
                    </a:cubicBezTo>
                    <a:cubicBezTo>
                      <a:pt x="346372" y="323030"/>
                      <a:pt x="336033" y="312697"/>
                      <a:pt x="323109" y="302363"/>
                    </a:cubicBezTo>
                    <a:cubicBezTo>
                      <a:pt x="317939" y="299779"/>
                      <a:pt x="312769" y="294613"/>
                      <a:pt x="307599" y="292029"/>
                    </a:cubicBezTo>
                    <a:lnTo>
                      <a:pt x="307599" y="289446"/>
                    </a:lnTo>
                    <a:cubicBezTo>
                      <a:pt x="299845" y="286862"/>
                      <a:pt x="294675" y="281696"/>
                      <a:pt x="289505" y="279112"/>
                    </a:cubicBezTo>
                    <a:lnTo>
                      <a:pt x="255902" y="258445"/>
                    </a:lnTo>
                    <a:lnTo>
                      <a:pt x="178356" y="413450"/>
                    </a:lnTo>
                    <a:lnTo>
                      <a:pt x="219713" y="423783"/>
                    </a:lnTo>
                    <a:cubicBezTo>
                      <a:pt x="222298" y="423783"/>
                      <a:pt x="227468" y="426367"/>
                      <a:pt x="230053" y="426367"/>
                    </a:cubicBezTo>
                    <a:cubicBezTo>
                      <a:pt x="235223" y="428950"/>
                      <a:pt x="240393" y="431533"/>
                      <a:pt x="242978" y="434117"/>
                    </a:cubicBezTo>
                    <a:cubicBezTo>
                      <a:pt x="253317" y="436700"/>
                      <a:pt x="261072" y="441867"/>
                      <a:pt x="268826" y="444450"/>
                    </a:cubicBezTo>
                    <a:cubicBezTo>
                      <a:pt x="284336" y="452201"/>
                      <a:pt x="294675" y="462534"/>
                      <a:pt x="299845" y="470285"/>
                    </a:cubicBezTo>
                    <a:lnTo>
                      <a:pt x="307599" y="478035"/>
                    </a:lnTo>
                    <a:cubicBezTo>
                      <a:pt x="253317" y="490952"/>
                      <a:pt x="201619" y="493535"/>
                      <a:pt x="201619" y="493535"/>
                    </a:cubicBezTo>
                    <a:cubicBezTo>
                      <a:pt x="196450" y="493535"/>
                      <a:pt x="191280" y="493535"/>
                      <a:pt x="183525" y="493535"/>
                    </a:cubicBezTo>
                    <a:cubicBezTo>
                      <a:pt x="183525" y="493535"/>
                      <a:pt x="77546" y="488368"/>
                      <a:pt x="10339" y="457368"/>
                    </a:cubicBezTo>
                    <a:cubicBezTo>
                      <a:pt x="10339" y="457368"/>
                      <a:pt x="0" y="454784"/>
                      <a:pt x="0" y="431533"/>
                    </a:cubicBezTo>
                    <a:cubicBezTo>
                      <a:pt x="0" y="431533"/>
                      <a:pt x="2585" y="335947"/>
                      <a:pt x="33603" y="292029"/>
                    </a:cubicBezTo>
                    <a:cubicBezTo>
                      <a:pt x="33603" y="292029"/>
                      <a:pt x="41358" y="279112"/>
                      <a:pt x="62037" y="271362"/>
                    </a:cubicBezTo>
                    <a:cubicBezTo>
                      <a:pt x="62037" y="271362"/>
                      <a:pt x="129243" y="253278"/>
                      <a:pt x="134413" y="235194"/>
                    </a:cubicBezTo>
                    <a:close/>
                    <a:moveTo>
                      <a:pt x="540656" y="232714"/>
                    </a:moveTo>
                    <a:cubicBezTo>
                      <a:pt x="519961" y="245621"/>
                      <a:pt x="504440" y="261109"/>
                      <a:pt x="488919" y="276596"/>
                    </a:cubicBezTo>
                    <a:cubicBezTo>
                      <a:pt x="473398" y="292084"/>
                      <a:pt x="457877" y="310153"/>
                      <a:pt x="444942" y="328223"/>
                    </a:cubicBezTo>
                    <a:cubicBezTo>
                      <a:pt x="432008" y="348873"/>
                      <a:pt x="421661" y="366942"/>
                      <a:pt x="408726" y="387593"/>
                    </a:cubicBezTo>
                    <a:cubicBezTo>
                      <a:pt x="398379" y="405662"/>
                      <a:pt x="388032" y="426312"/>
                      <a:pt x="377684" y="446963"/>
                    </a:cubicBezTo>
                    <a:lnTo>
                      <a:pt x="359576" y="485682"/>
                    </a:lnTo>
                    <a:lnTo>
                      <a:pt x="328534" y="444381"/>
                    </a:lnTo>
                    <a:cubicBezTo>
                      <a:pt x="318186" y="431475"/>
                      <a:pt x="302665" y="421150"/>
                      <a:pt x="284557" y="410824"/>
                    </a:cubicBezTo>
                    <a:cubicBezTo>
                      <a:pt x="276797" y="405662"/>
                      <a:pt x="266449" y="400499"/>
                      <a:pt x="258689" y="397918"/>
                    </a:cubicBezTo>
                    <a:cubicBezTo>
                      <a:pt x="253515" y="395337"/>
                      <a:pt x="248341" y="392755"/>
                      <a:pt x="243168" y="390174"/>
                    </a:cubicBezTo>
                    <a:cubicBezTo>
                      <a:pt x="237994" y="390174"/>
                      <a:pt x="232820" y="387593"/>
                      <a:pt x="230233" y="385011"/>
                    </a:cubicBezTo>
                    <a:lnTo>
                      <a:pt x="271623" y="302410"/>
                    </a:lnTo>
                    <a:cubicBezTo>
                      <a:pt x="276797" y="307572"/>
                      <a:pt x="281970" y="310153"/>
                      <a:pt x="287144" y="315316"/>
                    </a:cubicBezTo>
                    <a:cubicBezTo>
                      <a:pt x="292318" y="317897"/>
                      <a:pt x="297492" y="323060"/>
                      <a:pt x="302665" y="325641"/>
                    </a:cubicBezTo>
                    <a:cubicBezTo>
                      <a:pt x="313013" y="333385"/>
                      <a:pt x="320773" y="343710"/>
                      <a:pt x="331121" y="351454"/>
                    </a:cubicBezTo>
                    <a:cubicBezTo>
                      <a:pt x="341468" y="361780"/>
                      <a:pt x="349229" y="372105"/>
                      <a:pt x="356989" y="382430"/>
                    </a:cubicBezTo>
                    <a:cubicBezTo>
                      <a:pt x="364750" y="374686"/>
                      <a:pt x="369924" y="369523"/>
                      <a:pt x="375097" y="361780"/>
                    </a:cubicBezTo>
                    <a:cubicBezTo>
                      <a:pt x="390618" y="343710"/>
                      <a:pt x="406140" y="328223"/>
                      <a:pt x="424248" y="310153"/>
                    </a:cubicBezTo>
                    <a:cubicBezTo>
                      <a:pt x="442356" y="294666"/>
                      <a:pt x="460464" y="279178"/>
                      <a:pt x="478572" y="266271"/>
                    </a:cubicBezTo>
                    <a:cubicBezTo>
                      <a:pt x="499267" y="253365"/>
                      <a:pt x="519961" y="240458"/>
                      <a:pt x="540656" y="232714"/>
                    </a:cubicBezTo>
                    <a:close/>
                    <a:moveTo>
                      <a:pt x="250901" y="232714"/>
                    </a:moveTo>
                    <a:cubicBezTo>
                      <a:pt x="250901" y="232714"/>
                      <a:pt x="250901" y="235194"/>
                      <a:pt x="250901" y="235194"/>
                    </a:cubicBezTo>
                    <a:lnTo>
                      <a:pt x="250832" y="235264"/>
                    </a:lnTo>
                    <a:lnTo>
                      <a:pt x="250732" y="235194"/>
                    </a:lnTo>
                    <a:lnTo>
                      <a:pt x="250737" y="235359"/>
                    </a:lnTo>
                    <a:lnTo>
                      <a:pt x="248421" y="237674"/>
                    </a:lnTo>
                    <a:cubicBezTo>
                      <a:pt x="250901" y="235194"/>
                      <a:pt x="250901" y="235194"/>
                      <a:pt x="250901" y="232714"/>
                    </a:cubicBezTo>
                    <a:close/>
                    <a:moveTo>
                      <a:pt x="183628" y="0"/>
                    </a:moveTo>
                    <a:cubicBezTo>
                      <a:pt x="183628" y="0"/>
                      <a:pt x="196545" y="2583"/>
                      <a:pt x="217213" y="10333"/>
                    </a:cubicBezTo>
                    <a:lnTo>
                      <a:pt x="230130" y="12917"/>
                    </a:lnTo>
                    <a:cubicBezTo>
                      <a:pt x="258548" y="20667"/>
                      <a:pt x="271465" y="36167"/>
                      <a:pt x="274048" y="38751"/>
                    </a:cubicBezTo>
                    <a:cubicBezTo>
                      <a:pt x="294715" y="64585"/>
                      <a:pt x="289548" y="103336"/>
                      <a:pt x="284382" y="121420"/>
                    </a:cubicBezTo>
                    <a:cubicBezTo>
                      <a:pt x="289548" y="129170"/>
                      <a:pt x="286965" y="144671"/>
                      <a:pt x="284382" y="152421"/>
                    </a:cubicBezTo>
                    <a:cubicBezTo>
                      <a:pt x="284382" y="160171"/>
                      <a:pt x="281798" y="165338"/>
                      <a:pt x="276631" y="167921"/>
                    </a:cubicBezTo>
                    <a:cubicBezTo>
                      <a:pt x="271465" y="211839"/>
                      <a:pt x="232713" y="258341"/>
                      <a:pt x="191378" y="258341"/>
                    </a:cubicBezTo>
                    <a:cubicBezTo>
                      <a:pt x="155211" y="258341"/>
                      <a:pt x="116460" y="214423"/>
                      <a:pt x="111293" y="167921"/>
                    </a:cubicBezTo>
                    <a:cubicBezTo>
                      <a:pt x="108709" y="165338"/>
                      <a:pt x="103543" y="160171"/>
                      <a:pt x="103543" y="152421"/>
                    </a:cubicBezTo>
                    <a:cubicBezTo>
                      <a:pt x="100959" y="144671"/>
                      <a:pt x="98376" y="129170"/>
                      <a:pt x="103543" y="121420"/>
                    </a:cubicBezTo>
                    <a:cubicBezTo>
                      <a:pt x="103543" y="121420"/>
                      <a:pt x="106126" y="121420"/>
                      <a:pt x="106126" y="118837"/>
                    </a:cubicBezTo>
                    <a:cubicBezTo>
                      <a:pt x="98376" y="80085"/>
                      <a:pt x="103543" y="62002"/>
                      <a:pt x="106126" y="59418"/>
                    </a:cubicBezTo>
                    <a:cubicBezTo>
                      <a:pt x="119043" y="20667"/>
                      <a:pt x="160378" y="5167"/>
                      <a:pt x="160378" y="5167"/>
                    </a:cubicBezTo>
                    <a:cubicBezTo>
                      <a:pt x="162961" y="2583"/>
                      <a:pt x="170711" y="0"/>
                      <a:pt x="175878" y="2583"/>
                    </a:cubicBezTo>
                    <a:cubicBezTo>
                      <a:pt x="175878" y="2583"/>
                      <a:pt x="178461" y="2583"/>
                      <a:pt x="181045" y="2583"/>
                    </a:cubicBezTo>
                    <a:cubicBezTo>
                      <a:pt x="181045" y="0"/>
                      <a:pt x="181045" y="0"/>
                      <a:pt x="183628" y="0"/>
                    </a:cubicBezTo>
                    <a:close/>
                  </a:path>
                </a:pathLst>
              </a:custGeom>
              <a:solidFill>
                <a:schemeClr val="accent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cs typeface="+mn-ea"/>
                  <a:sym typeface="+mn-lt"/>
                </a:endParaRPr>
              </a:p>
            </p:txBody>
          </p:sp>
        </p:grpSp>
        <p:grpSp>
          <p:nvGrpSpPr>
            <p:cNvPr id="35" name="组合 34"/>
            <p:cNvGrpSpPr/>
            <p:nvPr/>
          </p:nvGrpSpPr>
          <p:grpSpPr>
            <a:xfrm>
              <a:off x="5086252" y="2727883"/>
              <a:ext cx="5028814" cy="693088"/>
              <a:chOff x="4526757" y="1612335"/>
              <a:chExt cx="5028814" cy="693088"/>
            </a:xfrm>
          </p:grpSpPr>
          <p:sp>
            <p:nvSpPr>
              <p:cNvPr id="43" name="矩形 42"/>
              <p:cNvSpPr/>
              <p:nvPr/>
            </p:nvSpPr>
            <p:spPr bwMode="auto">
              <a:xfrm>
                <a:off x="4976450" y="1612335"/>
                <a:ext cx="4579121" cy="693088"/>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2400" dirty="0">
                    <a:cs typeface="+mn-ea"/>
                    <a:sym typeface="+mn-lt"/>
                  </a:rPr>
                  <a:t>教务身份教师信息管理</a:t>
                </a:r>
              </a:p>
            </p:txBody>
          </p:sp>
          <p:sp>
            <p:nvSpPr>
              <p:cNvPr id="44" name="任意多边形: 形状 43"/>
              <p:cNvSpPr/>
              <p:nvPr/>
            </p:nvSpPr>
            <p:spPr>
              <a:xfrm>
                <a:off x="4526757" y="1791121"/>
                <a:ext cx="367553" cy="335518"/>
              </a:xfrm>
              <a:custGeom>
                <a:avLst/>
                <a:gdLst>
                  <a:gd name="connsiteX0" fmla="*/ 134413 w 540656"/>
                  <a:gd name="connsiteY0" fmla="*/ 235194 h 493535"/>
                  <a:gd name="connsiteX1" fmla="*/ 191280 w 540656"/>
                  <a:gd name="connsiteY1" fmla="*/ 302363 h 493535"/>
                  <a:gd name="connsiteX2" fmla="*/ 199034 w 540656"/>
                  <a:gd name="connsiteY2" fmla="*/ 304946 h 493535"/>
                  <a:gd name="connsiteX3" fmla="*/ 251015 w 540656"/>
                  <a:gd name="connsiteY3" fmla="*/ 245730 h 493535"/>
                  <a:gd name="connsiteX4" fmla="*/ 250737 w 540656"/>
                  <a:gd name="connsiteY4" fmla="*/ 235359 h 493535"/>
                  <a:gd name="connsiteX5" fmla="*/ 250832 w 540656"/>
                  <a:gd name="connsiteY5" fmla="*/ 235264 h 493535"/>
                  <a:gd name="connsiteX6" fmla="*/ 276581 w 540656"/>
                  <a:gd name="connsiteY6" fmla="*/ 253278 h 493535"/>
                  <a:gd name="connsiteX7" fmla="*/ 284336 w 540656"/>
                  <a:gd name="connsiteY7" fmla="*/ 258445 h 493535"/>
                  <a:gd name="connsiteX8" fmla="*/ 320524 w 540656"/>
                  <a:gd name="connsiteY8" fmla="*/ 271362 h 493535"/>
                  <a:gd name="connsiteX9" fmla="*/ 323109 w 540656"/>
                  <a:gd name="connsiteY9" fmla="*/ 271362 h 493535"/>
                  <a:gd name="connsiteX10" fmla="*/ 351542 w 540656"/>
                  <a:gd name="connsiteY10" fmla="*/ 292029 h 493535"/>
                  <a:gd name="connsiteX11" fmla="*/ 367051 w 540656"/>
                  <a:gd name="connsiteY11" fmla="*/ 323030 h 493535"/>
                  <a:gd name="connsiteX12" fmla="*/ 356712 w 540656"/>
                  <a:gd name="connsiteY12" fmla="*/ 333364 h 493535"/>
                  <a:gd name="connsiteX13" fmla="*/ 354127 w 540656"/>
                  <a:gd name="connsiteY13" fmla="*/ 330780 h 493535"/>
                  <a:gd name="connsiteX14" fmla="*/ 323109 w 540656"/>
                  <a:gd name="connsiteY14" fmla="*/ 302363 h 493535"/>
                  <a:gd name="connsiteX15" fmla="*/ 307599 w 540656"/>
                  <a:gd name="connsiteY15" fmla="*/ 292029 h 493535"/>
                  <a:gd name="connsiteX16" fmla="*/ 307599 w 540656"/>
                  <a:gd name="connsiteY16" fmla="*/ 289446 h 493535"/>
                  <a:gd name="connsiteX17" fmla="*/ 289505 w 540656"/>
                  <a:gd name="connsiteY17" fmla="*/ 279112 h 493535"/>
                  <a:gd name="connsiteX18" fmla="*/ 255902 w 540656"/>
                  <a:gd name="connsiteY18" fmla="*/ 258445 h 493535"/>
                  <a:gd name="connsiteX19" fmla="*/ 178356 w 540656"/>
                  <a:gd name="connsiteY19" fmla="*/ 413450 h 493535"/>
                  <a:gd name="connsiteX20" fmla="*/ 219713 w 540656"/>
                  <a:gd name="connsiteY20" fmla="*/ 423783 h 493535"/>
                  <a:gd name="connsiteX21" fmla="*/ 230053 w 540656"/>
                  <a:gd name="connsiteY21" fmla="*/ 426367 h 493535"/>
                  <a:gd name="connsiteX22" fmla="*/ 242978 w 540656"/>
                  <a:gd name="connsiteY22" fmla="*/ 434117 h 493535"/>
                  <a:gd name="connsiteX23" fmla="*/ 268826 w 540656"/>
                  <a:gd name="connsiteY23" fmla="*/ 444450 h 493535"/>
                  <a:gd name="connsiteX24" fmla="*/ 299845 w 540656"/>
                  <a:gd name="connsiteY24" fmla="*/ 470285 h 493535"/>
                  <a:gd name="connsiteX25" fmla="*/ 307599 w 540656"/>
                  <a:gd name="connsiteY25" fmla="*/ 478035 h 493535"/>
                  <a:gd name="connsiteX26" fmla="*/ 201619 w 540656"/>
                  <a:gd name="connsiteY26" fmla="*/ 493535 h 493535"/>
                  <a:gd name="connsiteX27" fmla="*/ 183525 w 540656"/>
                  <a:gd name="connsiteY27" fmla="*/ 493535 h 493535"/>
                  <a:gd name="connsiteX28" fmla="*/ 10339 w 540656"/>
                  <a:gd name="connsiteY28" fmla="*/ 457368 h 493535"/>
                  <a:gd name="connsiteX29" fmla="*/ 0 w 540656"/>
                  <a:gd name="connsiteY29" fmla="*/ 431533 h 493535"/>
                  <a:gd name="connsiteX30" fmla="*/ 33603 w 540656"/>
                  <a:gd name="connsiteY30" fmla="*/ 292029 h 493535"/>
                  <a:gd name="connsiteX31" fmla="*/ 62037 w 540656"/>
                  <a:gd name="connsiteY31" fmla="*/ 271362 h 493535"/>
                  <a:gd name="connsiteX32" fmla="*/ 134413 w 540656"/>
                  <a:gd name="connsiteY32" fmla="*/ 235194 h 493535"/>
                  <a:gd name="connsiteX33" fmla="*/ 540656 w 540656"/>
                  <a:gd name="connsiteY33" fmla="*/ 232714 h 493535"/>
                  <a:gd name="connsiteX34" fmla="*/ 488919 w 540656"/>
                  <a:gd name="connsiteY34" fmla="*/ 276596 h 493535"/>
                  <a:gd name="connsiteX35" fmla="*/ 444942 w 540656"/>
                  <a:gd name="connsiteY35" fmla="*/ 328223 h 493535"/>
                  <a:gd name="connsiteX36" fmla="*/ 408726 w 540656"/>
                  <a:gd name="connsiteY36" fmla="*/ 387593 h 493535"/>
                  <a:gd name="connsiteX37" fmla="*/ 377684 w 540656"/>
                  <a:gd name="connsiteY37" fmla="*/ 446963 h 493535"/>
                  <a:gd name="connsiteX38" fmla="*/ 359576 w 540656"/>
                  <a:gd name="connsiteY38" fmla="*/ 485682 h 493535"/>
                  <a:gd name="connsiteX39" fmla="*/ 328534 w 540656"/>
                  <a:gd name="connsiteY39" fmla="*/ 444381 h 493535"/>
                  <a:gd name="connsiteX40" fmla="*/ 284557 w 540656"/>
                  <a:gd name="connsiteY40" fmla="*/ 410824 h 493535"/>
                  <a:gd name="connsiteX41" fmla="*/ 258689 w 540656"/>
                  <a:gd name="connsiteY41" fmla="*/ 397918 h 493535"/>
                  <a:gd name="connsiteX42" fmla="*/ 243168 w 540656"/>
                  <a:gd name="connsiteY42" fmla="*/ 390174 h 493535"/>
                  <a:gd name="connsiteX43" fmla="*/ 230233 w 540656"/>
                  <a:gd name="connsiteY43" fmla="*/ 385011 h 493535"/>
                  <a:gd name="connsiteX44" fmla="*/ 271623 w 540656"/>
                  <a:gd name="connsiteY44" fmla="*/ 302410 h 493535"/>
                  <a:gd name="connsiteX45" fmla="*/ 287144 w 540656"/>
                  <a:gd name="connsiteY45" fmla="*/ 315316 h 493535"/>
                  <a:gd name="connsiteX46" fmla="*/ 302665 w 540656"/>
                  <a:gd name="connsiteY46" fmla="*/ 325641 h 493535"/>
                  <a:gd name="connsiteX47" fmla="*/ 331121 w 540656"/>
                  <a:gd name="connsiteY47" fmla="*/ 351454 h 493535"/>
                  <a:gd name="connsiteX48" fmla="*/ 356989 w 540656"/>
                  <a:gd name="connsiteY48" fmla="*/ 382430 h 493535"/>
                  <a:gd name="connsiteX49" fmla="*/ 375097 w 540656"/>
                  <a:gd name="connsiteY49" fmla="*/ 361780 h 493535"/>
                  <a:gd name="connsiteX50" fmla="*/ 424248 w 540656"/>
                  <a:gd name="connsiteY50" fmla="*/ 310153 h 493535"/>
                  <a:gd name="connsiteX51" fmla="*/ 478572 w 540656"/>
                  <a:gd name="connsiteY51" fmla="*/ 266271 h 493535"/>
                  <a:gd name="connsiteX52" fmla="*/ 540656 w 540656"/>
                  <a:gd name="connsiteY52" fmla="*/ 232714 h 493535"/>
                  <a:gd name="connsiteX53" fmla="*/ 250901 w 540656"/>
                  <a:gd name="connsiteY53" fmla="*/ 232714 h 493535"/>
                  <a:gd name="connsiteX54" fmla="*/ 250901 w 540656"/>
                  <a:gd name="connsiteY54" fmla="*/ 235194 h 493535"/>
                  <a:gd name="connsiteX55" fmla="*/ 250832 w 540656"/>
                  <a:gd name="connsiteY55" fmla="*/ 235264 h 493535"/>
                  <a:gd name="connsiteX56" fmla="*/ 250732 w 540656"/>
                  <a:gd name="connsiteY56" fmla="*/ 235194 h 493535"/>
                  <a:gd name="connsiteX57" fmla="*/ 250737 w 540656"/>
                  <a:gd name="connsiteY57" fmla="*/ 235359 h 493535"/>
                  <a:gd name="connsiteX58" fmla="*/ 248421 w 540656"/>
                  <a:gd name="connsiteY58" fmla="*/ 237674 h 493535"/>
                  <a:gd name="connsiteX59" fmla="*/ 250901 w 540656"/>
                  <a:gd name="connsiteY59" fmla="*/ 232714 h 493535"/>
                  <a:gd name="connsiteX60" fmla="*/ 183628 w 540656"/>
                  <a:gd name="connsiteY60" fmla="*/ 0 h 493535"/>
                  <a:gd name="connsiteX61" fmla="*/ 217213 w 540656"/>
                  <a:gd name="connsiteY61" fmla="*/ 10333 h 493535"/>
                  <a:gd name="connsiteX62" fmla="*/ 230130 w 540656"/>
                  <a:gd name="connsiteY62" fmla="*/ 12917 h 493535"/>
                  <a:gd name="connsiteX63" fmla="*/ 274048 w 540656"/>
                  <a:gd name="connsiteY63" fmla="*/ 38751 h 493535"/>
                  <a:gd name="connsiteX64" fmla="*/ 284382 w 540656"/>
                  <a:gd name="connsiteY64" fmla="*/ 121420 h 493535"/>
                  <a:gd name="connsiteX65" fmla="*/ 284382 w 540656"/>
                  <a:gd name="connsiteY65" fmla="*/ 152421 h 493535"/>
                  <a:gd name="connsiteX66" fmla="*/ 276631 w 540656"/>
                  <a:gd name="connsiteY66" fmla="*/ 167921 h 493535"/>
                  <a:gd name="connsiteX67" fmla="*/ 191378 w 540656"/>
                  <a:gd name="connsiteY67" fmla="*/ 258341 h 493535"/>
                  <a:gd name="connsiteX68" fmla="*/ 111293 w 540656"/>
                  <a:gd name="connsiteY68" fmla="*/ 167921 h 493535"/>
                  <a:gd name="connsiteX69" fmla="*/ 103543 w 540656"/>
                  <a:gd name="connsiteY69" fmla="*/ 152421 h 493535"/>
                  <a:gd name="connsiteX70" fmla="*/ 103543 w 540656"/>
                  <a:gd name="connsiteY70" fmla="*/ 121420 h 493535"/>
                  <a:gd name="connsiteX71" fmla="*/ 106126 w 540656"/>
                  <a:gd name="connsiteY71" fmla="*/ 118837 h 493535"/>
                  <a:gd name="connsiteX72" fmla="*/ 106126 w 540656"/>
                  <a:gd name="connsiteY72" fmla="*/ 59418 h 493535"/>
                  <a:gd name="connsiteX73" fmla="*/ 160378 w 540656"/>
                  <a:gd name="connsiteY73" fmla="*/ 5167 h 493535"/>
                  <a:gd name="connsiteX74" fmla="*/ 175878 w 540656"/>
                  <a:gd name="connsiteY74" fmla="*/ 2583 h 493535"/>
                  <a:gd name="connsiteX75" fmla="*/ 181045 w 540656"/>
                  <a:gd name="connsiteY75" fmla="*/ 2583 h 493535"/>
                  <a:gd name="connsiteX76" fmla="*/ 183628 w 540656"/>
                  <a:gd name="connsiteY76" fmla="*/ 0 h 493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540656" h="493535">
                    <a:moveTo>
                      <a:pt x="134413" y="235194"/>
                    </a:moveTo>
                    <a:cubicBezTo>
                      <a:pt x="134413" y="235194"/>
                      <a:pt x="136998" y="299779"/>
                      <a:pt x="191280" y="302363"/>
                    </a:cubicBezTo>
                    <a:lnTo>
                      <a:pt x="199034" y="304946"/>
                    </a:lnTo>
                    <a:cubicBezTo>
                      <a:pt x="243624" y="303009"/>
                      <a:pt x="250409" y="264742"/>
                      <a:pt x="251015" y="245730"/>
                    </a:cubicBezTo>
                    <a:lnTo>
                      <a:pt x="250737" y="235359"/>
                    </a:lnTo>
                    <a:lnTo>
                      <a:pt x="250832" y="235264"/>
                    </a:lnTo>
                    <a:lnTo>
                      <a:pt x="276581" y="253278"/>
                    </a:lnTo>
                    <a:cubicBezTo>
                      <a:pt x="279166" y="255862"/>
                      <a:pt x="281751" y="255862"/>
                      <a:pt x="284336" y="258445"/>
                    </a:cubicBezTo>
                    <a:cubicBezTo>
                      <a:pt x="284336" y="258445"/>
                      <a:pt x="302430" y="263612"/>
                      <a:pt x="320524" y="271362"/>
                    </a:cubicBezTo>
                    <a:cubicBezTo>
                      <a:pt x="323109" y="271362"/>
                      <a:pt x="323109" y="271362"/>
                      <a:pt x="323109" y="271362"/>
                    </a:cubicBezTo>
                    <a:cubicBezTo>
                      <a:pt x="343787" y="279112"/>
                      <a:pt x="351542" y="292029"/>
                      <a:pt x="351542" y="292029"/>
                    </a:cubicBezTo>
                    <a:cubicBezTo>
                      <a:pt x="359297" y="299779"/>
                      <a:pt x="361882" y="312697"/>
                      <a:pt x="367051" y="323030"/>
                    </a:cubicBezTo>
                    <a:cubicBezTo>
                      <a:pt x="364466" y="325614"/>
                      <a:pt x="361882" y="330780"/>
                      <a:pt x="356712" y="333364"/>
                    </a:cubicBezTo>
                    <a:cubicBezTo>
                      <a:pt x="356712" y="333364"/>
                      <a:pt x="356712" y="333364"/>
                      <a:pt x="354127" y="330780"/>
                    </a:cubicBezTo>
                    <a:cubicBezTo>
                      <a:pt x="346372" y="323030"/>
                      <a:pt x="336033" y="312697"/>
                      <a:pt x="323109" y="302363"/>
                    </a:cubicBezTo>
                    <a:cubicBezTo>
                      <a:pt x="317939" y="299779"/>
                      <a:pt x="312769" y="294613"/>
                      <a:pt x="307599" y="292029"/>
                    </a:cubicBezTo>
                    <a:lnTo>
                      <a:pt x="307599" y="289446"/>
                    </a:lnTo>
                    <a:cubicBezTo>
                      <a:pt x="299845" y="286862"/>
                      <a:pt x="294675" y="281696"/>
                      <a:pt x="289505" y="279112"/>
                    </a:cubicBezTo>
                    <a:lnTo>
                      <a:pt x="255902" y="258445"/>
                    </a:lnTo>
                    <a:lnTo>
                      <a:pt x="178356" y="413450"/>
                    </a:lnTo>
                    <a:lnTo>
                      <a:pt x="219713" y="423783"/>
                    </a:lnTo>
                    <a:cubicBezTo>
                      <a:pt x="222298" y="423783"/>
                      <a:pt x="227468" y="426367"/>
                      <a:pt x="230053" y="426367"/>
                    </a:cubicBezTo>
                    <a:cubicBezTo>
                      <a:pt x="235223" y="428950"/>
                      <a:pt x="240393" y="431533"/>
                      <a:pt x="242978" y="434117"/>
                    </a:cubicBezTo>
                    <a:cubicBezTo>
                      <a:pt x="253317" y="436700"/>
                      <a:pt x="261072" y="441867"/>
                      <a:pt x="268826" y="444450"/>
                    </a:cubicBezTo>
                    <a:cubicBezTo>
                      <a:pt x="284336" y="452201"/>
                      <a:pt x="294675" y="462534"/>
                      <a:pt x="299845" y="470285"/>
                    </a:cubicBezTo>
                    <a:lnTo>
                      <a:pt x="307599" y="478035"/>
                    </a:lnTo>
                    <a:cubicBezTo>
                      <a:pt x="253317" y="490952"/>
                      <a:pt x="201619" y="493535"/>
                      <a:pt x="201619" y="493535"/>
                    </a:cubicBezTo>
                    <a:cubicBezTo>
                      <a:pt x="196450" y="493535"/>
                      <a:pt x="191280" y="493535"/>
                      <a:pt x="183525" y="493535"/>
                    </a:cubicBezTo>
                    <a:cubicBezTo>
                      <a:pt x="183525" y="493535"/>
                      <a:pt x="77546" y="488368"/>
                      <a:pt x="10339" y="457368"/>
                    </a:cubicBezTo>
                    <a:cubicBezTo>
                      <a:pt x="10339" y="457368"/>
                      <a:pt x="0" y="454784"/>
                      <a:pt x="0" y="431533"/>
                    </a:cubicBezTo>
                    <a:cubicBezTo>
                      <a:pt x="0" y="431533"/>
                      <a:pt x="2585" y="335947"/>
                      <a:pt x="33603" y="292029"/>
                    </a:cubicBezTo>
                    <a:cubicBezTo>
                      <a:pt x="33603" y="292029"/>
                      <a:pt x="41358" y="279112"/>
                      <a:pt x="62037" y="271362"/>
                    </a:cubicBezTo>
                    <a:cubicBezTo>
                      <a:pt x="62037" y="271362"/>
                      <a:pt x="129243" y="253278"/>
                      <a:pt x="134413" y="235194"/>
                    </a:cubicBezTo>
                    <a:close/>
                    <a:moveTo>
                      <a:pt x="540656" y="232714"/>
                    </a:moveTo>
                    <a:cubicBezTo>
                      <a:pt x="519961" y="245621"/>
                      <a:pt x="504440" y="261109"/>
                      <a:pt x="488919" y="276596"/>
                    </a:cubicBezTo>
                    <a:cubicBezTo>
                      <a:pt x="473398" y="292084"/>
                      <a:pt x="457877" y="310153"/>
                      <a:pt x="444942" y="328223"/>
                    </a:cubicBezTo>
                    <a:cubicBezTo>
                      <a:pt x="432008" y="348873"/>
                      <a:pt x="421661" y="366942"/>
                      <a:pt x="408726" y="387593"/>
                    </a:cubicBezTo>
                    <a:cubicBezTo>
                      <a:pt x="398379" y="405662"/>
                      <a:pt x="388032" y="426312"/>
                      <a:pt x="377684" y="446963"/>
                    </a:cubicBezTo>
                    <a:lnTo>
                      <a:pt x="359576" y="485682"/>
                    </a:lnTo>
                    <a:lnTo>
                      <a:pt x="328534" y="444381"/>
                    </a:lnTo>
                    <a:cubicBezTo>
                      <a:pt x="318186" y="431475"/>
                      <a:pt x="302665" y="421150"/>
                      <a:pt x="284557" y="410824"/>
                    </a:cubicBezTo>
                    <a:cubicBezTo>
                      <a:pt x="276797" y="405662"/>
                      <a:pt x="266449" y="400499"/>
                      <a:pt x="258689" y="397918"/>
                    </a:cubicBezTo>
                    <a:cubicBezTo>
                      <a:pt x="253515" y="395337"/>
                      <a:pt x="248341" y="392755"/>
                      <a:pt x="243168" y="390174"/>
                    </a:cubicBezTo>
                    <a:cubicBezTo>
                      <a:pt x="237994" y="390174"/>
                      <a:pt x="232820" y="387593"/>
                      <a:pt x="230233" y="385011"/>
                    </a:cubicBezTo>
                    <a:lnTo>
                      <a:pt x="271623" y="302410"/>
                    </a:lnTo>
                    <a:cubicBezTo>
                      <a:pt x="276797" y="307572"/>
                      <a:pt x="281970" y="310153"/>
                      <a:pt x="287144" y="315316"/>
                    </a:cubicBezTo>
                    <a:cubicBezTo>
                      <a:pt x="292318" y="317897"/>
                      <a:pt x="297492" y="323060"/>
                      <a:pt x="302665" y="325641"/>
                    </a:cubicBezTo>
                    <a:cubicBezTo>
                      <a:pt x="313013" y="333385"/>
                      <a:pt x="320773" y="343710"/>
                      <a:pt x="331121" y="351454"/>
                    </a:cubicBezTo>
                    <a:cubicBezTo>
                      <a:pt x="341468" y="361780"/>
                      <a:pt x="349229" y="372105"/>
                      <a:pt x="356989" y="382430"/>
                    </a:cubicBezTo>
                    <a:cubicBezTo>
                      <a:pt x="364750" y="374686"/>
                      <a:pt x="369924" y="369523"/>
                      <a:pt x="375097" y="361780"/>
                    </a:cubicBezTo>
                    <a:cubicBezTo>
                      <a:pt x="390618" y="343710"/>
                      <a:pt x="406140" y="328223"/>
                      <a:pt x="424248" y="310153"/>
                    </a:cubicBezTo>
                    <a:cubicBezTo>
                      <a:pt x="442356" y="294666"/>
                      <a:pt x="460464" y="279178"/>
                      <a:pt x="478572" y="266271"/>
                    </a:cubicBezTo>
                    <a:cubicBezTo>
                      <a:pt x="499267" y="253365"/>
                      <a:pt x="519961" y="240458"/>
                      <a:pt x="540656" y="232714"/>
                    </a:cubicBezTo>
                    <a:close/>
                    <a:moveTo>
                      <a:pt x="250901" y="232714"/>
                    </a:moveTo>
                    <a:cubicBezTo>
                      <a:pt x="250901" y="232714"/>
                      <a:pt x="250901" y="235194"/>
                      <a:pt x="250901" y="235194"/>
                    </a:cubicBezTo>
                    <a:lnTo>
                      <a:pt x="250832" y="235264"/>
                    </a:lnTo>
                    <a:lnTo>
                      <a:pt x="250732" y="235194"/>
                    </a:lnTo>
                    <a:lnTo>
                      <a:pt x="250737" y="235359"/>
                    </a:lnTo>
                    <a:lnTo>
                      <a:pt x="248421" y="237674"/>
                    </a:lnTo>
                    <a:cubicBezTo>
                      <a:pt x="250901" y="235194"/>
                      <a:pt x="250901" y="235194"/>
                      <a:pt x="250901" y="232714"/>
                    </a:cubicBezTo>
                    <a:close/>
                    <a:moveTo>
                      <a:pt x="183628" y="0"/>
                    </a:moveTo>
                    <a:cubicBezTo>
                      <a:pt x="183628" y="0"/>
                      <a:pt x="196545" y="2583"/>
                      <a:pt x="217213" y="10333"/>
                    </a:cubicBezTo>
                    <a:lnTo>
                      <a:pt x="230130" y="12917"/>
                    </a:lnTo>
                    <a:cubicBezTo>
                      <a:pt x="258548" y="20667"/>
                      <a:pt x="271465" y="36167"/>
                      <a:pt x="274048" y="38751"/>
                    </a:cubicBezTo>
                    <a:cubicBezTo>
                      <a:pt x="294715" y="64585"/>
                      <a:pt x="289548" y="103336"/>
                      <a:pt x="284382" y="121420"/>
                    </a:cubicBezTo>
                    <a:cubicBezTo>
                      <a:pt x="289548" y="129170"/>
                      <a:pt x="286965" y="144671"/>
                      <a:pt x="284382" y="152421"/>
                    </a:cubicBezTo>
                    <a:cubicBezTo>
                      <a:pt x="284382" y="160171"/>
                      <a:pt x="281798" y="165338"/>
                      <a:pt x="276631" y="167921"/>
                    </a:cubicBezTo>
                    <a:cubicBezTo>
                      <a:pt x="271465" y="211839"/>
                      <a:pt x="232713" y="258341"/>
                      <a:pt x="191378" y="258341"/>
                    </a:cubicBezTo>
                    <a:cubicBezTo>
                      <a:pt x="155211" y="258341"/>
                      <a:pt x="116460" y="214423"/>
                      <a:pt x="111293" y="167921"/>
                    </a:cubicBezTo>
                    <a:cubicBezTo>
                      <a:pt x="108709" y="165338"/>
                      <a:pt x="103543" y="160171"/>
                      <a:pt x="103543" y="152421"/>
                    </a:cubicBezTo>
                    <a:cubicBezTo>
                      <a:pt x="100959" y="144671"/>
                      <a:pt x="98376" y="129170"/>
                      <a:pt x="103543" y="121420"/>
                    </a:cubicBezTo>
                    <a:cubicBezTo>
                      <a:pt x="103543" y="121420"/>
                      <a:pt x="106126" y="121420"/>
                      <a:pt x="106126" y="118837"/>
                    </a:cubicBezTo>
                    <a:cubicBezTo>
                      <a:pt x="98376" y="80085"/>
                      <a:pt x="103543" y="62002"/>
                      <a:pt x="106126" y="59418"/>
                    </a:cubicBezTo>
                    <a:cubicBezTo>
                      <a:pt x="119043" y="20667"/>
                      <a:pt x="160378" y="5167"/>
                      <a:pt x="160378" y="5167"/>
                    </a:cubicBezTo>
                    <a:cubicBezTo>
                      <a:pt x="162961" y="2583"/>
                      <a:pt x="170711" y="0"/>
                      <a:pt x="175878" y="2583"/>
                    </a:cubicBezTo>
                    <a:cubicBezTo>
                      <a:pt x="175878" y="2583"/>
                      <a:pt x="178461" y="2583"/>
                      <a:pt x="181045" y="2583"/>
                    </a:cubicBezTo>
                    <a:cubicBezTo>
                      <a:pt x="181045" y="0"/>
                      <a:pt x="181045" y="0"/>
                      <a:pt x="183628" y="0"/>
                    </a:cubicBezTo>
                    <a:close/>
                  </a:path>
                </a:pathLst>
              </a:custGeom>
              <a:solidFill>
                <a:schemeClr val="accent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cs typeface="+mn-ea"/>
                  <a:sym typeface="+mn-lt"/>
                </a:endParaRPr>
              </a:p>
            </p:txBody>
          </p:sp>
        </p:grpSp>
        <p:grpSp>
          <p:nvGrpSpPr>
            <p:cNvPr id="36" name="组合 35"/>
            <p:cNvGrpSpPr/>
            <p:nvPr/>
          </p:nvGrpSpPr>
          <p:grpSpPr>
            <a:xfrm>
              <a:off x="5086252" y="3843431"/>
              <a:ext cx="5028814" cy="693088"/>
              <a:chOff x="4526757" y="1612335"/>
              <a:chExt cx="5028814" cy="693088"/>
            </a:xfrm>
          </p:grpSpPr>
          <p:sp>
            <p:nvSpPr>
              <p:cNvPr id="41" name="矩形 40"/>
              <p:cNvSpPr/>
              <p:nvPr/>
            </p:nvSpPr>
            <p:spPr bwMode="auto">
              <a:xfrm>
                <a:off x="4976450" y="1612335"/>
                <a:ext cx="4579121" cy="693088"/>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2400" dirty="0">
                    <a:cs typeface="+mn-ea"/>
                    <a:sym typeface="+mn-lt"/>
                  </a:rPr>
                  <a:t>教务身份学生信息管理</a:t>
                </a:r>
              </a:p>
            </p:txBody>
          </p:sp>
          <p:sp>
            <p:nvSpPr>
              <p:cNvPr id="42" name="任意多边形: 形状 41"/>
              <p:cNvSpPr/>
              <p:nvPr/>
            </p:nvSpPr>
            <p:spPr>
              <a:xfrm>
                <a:off x="4526757" y="1791121"/>
                <a:ext cx="367553" cy="335518"/>
              </a:xfrm>
              <a:custGeom>
                <a:avLst/>
                <a:gdLst>
                  <a:gd name="connsiteX0" fmla="*/ 134413 w 540656"/>
                  <a:gd name="connsiteY0" fmla="*/ 235194 h 493535"/>
                  <a:gd name="connsiteX1" fmla="*/ 191280 w 540656"/>
                  <a:gd name="connsiteY1" fmla="*/ 302363 h 493535"/>
                  <a:gd name="connsiteX2" fmla="*/ 199034 w 540656"/>
                  <a:gd name="connsiteY2" fmla="*/ 304946 h 493535"/>
                  <a:gd name="connsiteX3" fmla="*/ 251015 w 540656"/>
                  <a:gd name="connsiteY3" fmla="*/ 245730 h 493535"/>
                  <a:gd name="connsiteX4" fmla="*/ 250737 w 540656"/>
                  <a:gd name="connsiteY4" fmla="*/ 235359 h 493535"/>
                  <a:gd name="connsiteX5" fmla="*/ 250832 w 540656"/>
                  <a:gd name="connsiteY5" fmla="*/ 235264 h 493535"/>
                  <a:gd name="connsiteX6" fmla="*/ 276581 w 540656"/>
                  <a:gd name="connsiteY6" fmla="*/ 253278 h 493535"/>
                  <a:gd name="connsiteX7" fmla="*/ 284336 w 540656"/>
                  <a:gd name="connsiteY7" fmla="*/ 258445 h 493535"/>
                  <a:gd name="connsiteX8" fmla="*/ 320524 w 540656"/>
                  <a:gd name="connsiteY8" fmla="*/ 271362 h 493535"/>
                  <a:gd name="connsiteX9" fmla="*/ 323109 w 540656"/>
                  <a:gd name="connsiteY9" fmla="*/ 271362 h 493535"/>
                  <a:gd name="connsiteX10" fmla="*/ 351542 w 540656"/>
                  <a:gd name="connsiteY10" fmla="*/ 292029 h 493535"/>
                  <a:gd name="connsiteX11" fmla="*/ 367051 w 540656"/>
                  <a:gd name="connsiteY11" fmla="*/ 323030 h 493535"/>
                  <a:gd name="connsiteX12" fmla="*/ 356712 w 540656"/>
                  <a:gd name="connsiteY12" fmla="*/ 333364 h 493535"/>
                  <a:gd name="connsiteX13" fmla="*/ 354127 w 540656"/>
                  <a:gd name="connsiteY13" fmla="*/ 330780 h 493535"/>
                  <a:gd name="connsiteX14" fmla="*/ 323109 w 540656"/>
                  <a:gd name="connsiteY14" fmla="*/ 302363 h 493535"/>
                  <a:gd name="connsiteX15" fmla="*/ 307599 w 540656"/>
                  <a:gd name="connsiteY15" fmla="*/ 292029 h 493535"/>
                  <a:gd name="connsiteX16" fmla="*/ 307599 w 540656"/>
                  <a:gd name="connsiteY16" fmla="*/ 289446 h 493535"/>
                  <a:gd name="connsiteX17" fmla="*/ 289505 w 540656"/>
                  <a:gd name="connsiteY17" fmla="*/ 279112 h 493535"/>
                  <a:gd name="connsiteX18" fmla="*/ 255902 w 540656"/>
                  <a:gd name="connsiteY18" fmla="*/ 258445 h 493535"/>
                  <a:gd name="connsiteX19" fmla="*/ 178356 w 540656"/>
                  <a:gd name="connsiteY19" fmla="*/ 413450 h 493535"/>
                  <a:gd name="connsiteX20" fmla="*/ 219713 w 540656"/>
                  <a:gd name="connsiteY20" fmla="*/ 423783 h 493535"/>
                  <a:gd name="connsiteX21" fmla="*/ 230053 w 540656"/>
                  <a:gd name="connsiteY21" fmla="*/ 426367 h 493535"/>
                  <a:gd name="connsiteX22" fmla="*/ 242978 w 540656"/>
                  <a:gd name="connsiteY22" fmla="*/ 434117 h 493535"/>
                  <a:gd name="connsiteX23" fmla="*/ 268826 w 540656"/>
                  <a:gd name="connsiteY23" fmla="*/ 444450 h 493535"/>
                  <a:gd name="connsiteX24" fmla="*/ 299845 w 540656"/>
                  <a:gd name="connsiteY24" fmla="*/ 470285 h 493535"/>
                  <a:gd name="connsiteX25" fmla="*/ 307599 w 540656"/>
                  <a:gd name="connsiteY25" fmla="*/ 478035 h 493535"/>
                  <a:gd name="connsiteX26" fmla="*/ 201619 w 540656"/>
                  <a:gd name="connsiteY26" fmla="*/ 493535 h 493535"/>
                  <a:gd name="connsiteX27" fmla="*/ 183525 w 540656"/>
                  <a:gd name="connsiteY27" fmla="*/ 493535 h 493535"/>
                  <a:gd name="connsiteX28" fmla="*/ 10339 w 540656"/>
                  <a:gd name="connsiteY28" fmla="*/ 457368 h 493535"/>
                  <a:gd name="connsiteX29" fmla="*/ 0 w 540656"/>
                  <a:gd name="connsiteY29" fmla="*/ 431533 h 493535"/>
                  <a:gd name="connsiteX30" fmla="*/ 33603 w 540656"/>
                  <a:gd name="connsiteY30" fmla="*/ 292029 h 493535"/>
                  <a:gd name="connsiteX31" fmla="*/ 62037 w 540656"/>
                  <a:gd name="connsiteY31" fmla="*/ 271362 h 493535"/>
                  <a:gd name="connsiteX32" fmla="*/ 134413 w 540656"/>
                  <a:gd name="connsiteY32" fmla="*/ 235194 h 493535"/>
                  <a:gd name="connsiteX33" fmla="*/ 540656 w 540656"/>
                  <a:gd name="connsiteY33" fmla="*/ 232714 h 493535"/>
                  <a:gd name="connsiteX34" fmla="*/ 488919 w 540656"/>
                  <a:gd name="connsiteY34" fmla="*/ 276596 h 493535"/>
                  <a:gd name="connsiteX35" fmla="*/ 444942 w 540656"/>
                  <a:gd name="connsiteY35" fmla="*/ 328223 h 493535"/>
                  <a:gd name="connsiteX36" fmla="*/ 408726 w 540656"/>
                  <a:gd name="connsiteY36" fmla="*/ 387593 h 493535"/>
                  <a:gd name="connsiteX37" fmla="*/ 377684 w 540656"/>
                  <a:gd name="connsiteY37" fmla="*/ 446963 h 493535"/>
                  <a:gd name="connsiteX38" fmla="*/ 359576 w 540656"/>
                  <a:gd name="connsiteY38" fmla="*/ 485682 h 493535"/>
                  <a:gd name="connsiteX39" fmla="*/ 328534 w 540656"/>
                  <a:gd name="connsiteY39" fmla="*/ 444381 h 493535"/>
                  <a:gd name="connsiteX40" fmla="*/ 284557 w 540656"/>
                  <a:gd name="connsiteY40" fmla="*/ 410824 h 493535"/>
                  <a:gd name="connsiteX41" fmla="*/ 258689 w 540656"/>
                  <a:gd name="connsiteY41" fmla="*/ 397918 h 493535"/>
                  <a:gd name="connsiteX42" fmla="*/ 243168 w 540656"/>
                  <a:gd name="connsiteY42" fmla="*/ 390174 h 493535"/>
                  <a:gd name="connsiteX43" fmla="*/ 230233 w 540656"/>
                  <a:gd name="connsiteY43" fmla="*/ 385011 h 493535"/>
                  <a:gd name="connsiteX44" fmla="*/ 271623 w 540656"/>
                  <a:gd name="connsiteY44" fmla="*/ 302410 h 493535"/>
                  <a:gd name="connsiteX45" fmla="*/ 287144 w 540656"/>
                  <a:gd name="connsiteY45" fmla="*/ 315316 h 493535"/>
                  <a:gd name="connsiteX46" fmla="*/ 302665 w 540656"/>
                  <a:gd name="connsiteY46" fmla="*/ 325641 h 493535"/>
                  <a:gd name="connsiteX47" fmla="*/ 331121 w 540656"/>
                  <a:gd name="connsiteY47" fmla="*/ 351454 h 493535"/>
                  <a:gd name="connsiteX48" fmla="*/ 356989 w 540656"/>
                  <a:gd name="connsiteY48" fmla="*/ 382430 h 493535"/>
                  <a:gd name="connsiteX49" fmla="*/ 375097 w 540656"/>
                  <a:gd name="connsiteY49" fmla="*/ 361780 h 493535"/>
                  <a:gd name="connsiteX50" fmla="*/ 424248 w 540656"/>
                  <a:gd name="connsiteY50" fmla="*/ 310153 h 493535"/>
                  <a:gd name="connsiteX51" fmla="*/ 478572 w 540656"/>
                  <a:gd name="connsiteY51" fmla="*/ 266271 h 493535"/>
                  <a:gd name="connsiteX52" fmla="*/ 540656 w 540656"/>
                  <a:gd name="connsiteY52" fmla="*/ 232714 h 493535"/>
                  <a:gd name="connsiteX53" fmla="*/ 250901 w 540656"/>
                  <a:gd name="connsiteY53" fmla="*/ 232714 h 493535"/>
                  <a:gd name="connsiteX54" fmla="*/ 250901 w 540656"/>
                  <a:gd name="connsiteY54" fmla="*/ 235194 h 493535"/>
                  <a:gd name="connsiteX55" fmla="*/ 250832 w 540656"/>
                  <a:gd name="connsiteY55" fmla="*/ 235264 h 493535"/>
                  <a:gd name="connsiteX56" fmla="*/ 250732 w 540656"/>
                  <a:gd name="connsiteY56" fmla="*/ 235194 h 493535"/>
                  <a:gd name="connsiteX57" fmla="*/ 250737 w 540656"/>
                  <a:gd name="connsiteY57" fmla="*/ 235359 h 493535"/>
                  <a:gd name="connsiteX58" fmla="*/ 248421 w 540656"/>
                  <a:gd name="connsiteY58" fmla="*/ 237674 h 493535"/>
                  <a:gd name="connsiteX59" fmla="*/ 250901 w 540656"/>
                  <a:gd name="connsiteY59" fmla="*/ 232714 h 493535"/>
                  <a:gd name="connsiteX60" fmla="*/ 183628 w 540656"/>
                  <a:gd name="connsiteY60" fmla="*/ 0 h 493535"/>
                  <a:gd name="connsiteX61" fmla="*/ 217213 w 540656"/>
                  <a:gd name="connsiteY61" fmla="*/ 10333 h 493535"/>
                  <a:gd name="connsiteX62" fmla="*/ 230130 w 540656"/>
                  <a:gd name="connsiteY62" fmla="*/ 12917 h 493535"/>
                  <a:gd name="connsiteX63" fmla="*/ 274048 w 540656"/>
                  <a:gd name="connsiteY63" fmla="*/ 38751 h 493535"/>
                  <a:gd name="connsiteX64" fmla="*/ 284382 w 540656"/>
                  <a:gd name="connsiteY64" fmla="*/ 121420 h 493535"/>
                  <a:gd name="connsiteX65" fmla="*/ 284382 w 540656"/>
                  <a:gd name="connsiteY65" fmla="*/ 152421 h 493535"/>
                  <a:gd name="connsiteX66" fmla="*/ 276631 w 540656"/>
                  <a:gd name="connsiteY66" fmla="*/ 167921 h 493535"/>
                  <a:gd name="connsiteX67" fmla="*/ 191378 w 540656"/>
                  <a:gd name="connsiteY67" fmla="*/ 258341 h 493535"/>
                  <a:gd name="connsiteX68" fmla="*/ 111293 w 540656"/>
                  <a:gd name="connsiteY68" fmla="*/ 167921 h 493535"/>
                  <a:gd name="connsiteX69" fmla="*/ 103543 w 540656"/>
                  <a:gd name="connsiteY69" fmla="*/ 152421 h 493535"/>
                  <a:gd name="connsiteX70" fmla="*/ 103543 w 540656"/>
                  <a:gd name="connsiteY70" fmla="*/ 121420 h 493535"/>
                  <a:gd name="connsiteX71" fmla="*/ 106126 w 540656"/>
                  <a:gd name="connsiteY71" fmla="*/ 118837 h 493535"/>
                  <a:gd name="connsiteX72" fmla="*/ 106126 w 540656"/>
                  <a:gd name="connsiteY72" fmla="*/ 59418 h 493535"/>
                  <a:gd name="connsiteX73" fmla="*/ 160378 w 540656"/>
                  <a:gd name="connsiteY73" fmla="*/ 5167 h 493535"/>
                  <a:gd name="connsiteX74" fmla="*/ 175878 w 540656"/>
                  <a:gd name="connsiteY74" fmla="*/ 2583 h 493535"/>
                  <a:gd name="connsiteX75" fmla="*/ 181045 w 540656"/>
                  <a:gd name="connsiteY75" fmla="*/ 2583 h 493535"/>
                  <a:gd name="connsiteX76" fmla="*/ 183628 w 540656"/>
                  <a:gd name="connsiteY76" fmla="*/ 0 h 493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540656" h="493535">
                    <a:moveTo>
                      <a:pt x="134413" y="235194"/>
                    </a:moveTo>
                    <a:cubicBezTo>
                      <a:pt x="134413" y="235194"/>
                      <a:pt x="136998" y="299779"/>
                      <a:pt x="191280" y="302363"/>
                    </a:cubicBezTo>
                    <a:lnTo>
                      <a:pt x="199034" y="304946"/>
                    </a:lnTo>
                    <a:cubicBezTo>
                      <a:pt x="243624" y="303009"/>
                      <a:pt x="250409" y="264742"/>
                      <a:pt x="251015" y="245730"/>
                    </a:cubicBezTo>
                    <a:lnTo>
                      <a:pt x="250737" y="235359"/>
                    </a:lnTo>
                    <a:lnTo>
                      <a:pt x="250832" y="235264"/>
                    </a:lnTo>
                    <a:lnTo>
                      <a:pt x="276581" y="253278"/>
                    </a:lnTo>
                    <a:cubicBezTo>
                      <a:pt x="279166" y="255862"/>
                      <a:pt x="281751" y="255862"/>
                      <a:pt x="284336" y="258445"/>
                    </a:cubicBezTo>
                    <a:cubicBezTo>
                      <a:pt x="284336" y="258445"/>
                      <a:pt x="302430" y="263612"/>
                      <a:pt x="320524" y="271362"/>
                    </a:cubicBezTo>
                    <a:cubicBezTo>
                      <a:pt x="323109" y="271362"/>
                      <a:pt x="323109" y="271362"/>
                      <a:pt x="323109" y="271362"/>
                    </a:cubicBezTo>
                    <a:cubicBezTo>
                      <a:pt x="343787" y="279112"/>
                      <a:pt x="351542" y="292029"/>
                      <a:pt x="351542" y="292029"/>
                    </a:cubicBezTo>
                    <a:cubicBezTo>
                      <a:pt x="359297" y="299779"/>
                      <a:pt x="361882" y="312697"/>
                      <a:pt x="367051" y="323030"/>
                    </a:cubicBezTo>
                    <a:cubicBezTo>
                      <a:pt x="364466" y="325614"/>
                      <a:pt x="361882" y="330780"/>
                      <a:pt x="356712" y="333364"/>
                    </a:cubicBezTo>
                    <a:cubicBezTo>
                      <a:pt x="356712" y="333364"/>
                      <a:pt x="356712" y="333364"/>
                      <a:pt x="354127" y="330780"/>
                    </a:cubicBezTo>
                    <a:cubicBezTo>
                      <a:pt x="346372" y="323030"/>
                      <a:pt x="336033" y="312697"/>
                      <a:pt x="323109" y="302363"/>
                    </a:cubicBezTo>
                    <a:cubicBezTo>
                      <a:pt x="317939" y="299779"/>
                      <a:pt x="312769" y="294613"/>
                      <a:pt x="307599" y="292029"/>
                    </a:cubicBezTo>
                    <a:lnTo>
                      <a:pt x="307599" y="289446"/>
                    </a:lnTo>
                    <a:cubicBezTo>
                      <a:pt x="299845" y="286862"/>
                      <a:pt x="294675" y="281696"/>
                      <a:pt x="289505" y="279112"/>
                    </a:cubicBezTo>
                    <a:lnTo>
                      <a:pt x="255902" y="258445"/>
                    </a:lnTo>
                    <a:lnTo>
                      <a:pt x="178356" y="413450"/>
                    </a:lnTo>
                    <a:lnTo>
                      <a:pt x="219713" y="423783"/>
                    </a:lnTo>
                    <a:cubicBezTo>
                      <a:pt x="222298" y="423783"/>
                      <a:pt x="227468" y="426367"/>
                      <a:pt x="230053" y="426367"/>
                    </a:cubicBezTo>
                    <a:cubicBezTo>
                      <a:pt x="235223" y="428950"/>
                      <a:pt x="240393" y="431533"/>
                      <a:pt x="242978" y="434117"/>
                    </a:cubicBezTo>
                    <a:cubicBezTo>
                      <a:pt x="253317" y="436700"/>
                      <a:pt x="261072" y="441867"/>
                      <a:pt x="268826" y="444450"/>
                    </a:cubicBezTo>
                    <a:cubicBezTo>
                      <a:pt x="284336" y="452201"/>
                      <a:pt x="294675" y="462534"/>
                      <a:pt x="299845" y="470285"/>
                    </a:cubicBezTo>
                    <a:lnTo>
                      <a:pt x="307599" y="478035"/>
                    </a:lnTo>
                    <a:cubicBezTo>
                      <a:pt x="253317" y="490952"/>
                      <a:pt x="201619" y="493535"/>
                      <a:pt x="201619" y="493535"/>
                    </a:cubicBezTo>
                    <a:cubicBezTo>
                      <a:pt x="196450" y="493535"/>
                      <a:pt x="191280" y="493535"/>
                      <a:pt x="183525" y="493535"/>
                    </a:cubicBezTo>
                    <a:cubicBezTo>
                      <a:pt x="183525" y="493535"/>
                      <a:pt x="77546" y="488368"/>
                      <a:pt x="10339" y="457368"/>
                    </a:cubicBezTo>
                    <a:cubicBezTo>
                      <a:pt x="10339" y="457368"/>
                      <a:pt x="0" y="454784"/>
                      <a:pt x="0" y="431533"/>
                    </a:cubicBezTo>
                    <a:cubicBezTo>
                      <a:pt x="0" y="431533"/>
                      <a:pt x="2585" y="335947"/>
                      <a:pt x="33603" y="292029"/>
                    </a:cubicBezTo>
                    <a:cubicBezTo>
                      <a:pt x="33603" y="292029"/>
                      <a:pt x="41358" y="279112"/>
                      <a:pt x="62037" y="271362"/>
                    </a:cubicBezTo>
                    <a:cubicBezTo>
                      <a:pt x="62037" y="271362"/>
                      <a:pt x="129243" y="253278"/>
                      <a:pt x="134413" y="235194"/>
                    </a:cubicBezTo>
                    <a:close/>
                    <a:moveTo>
                      <a:pt x="540656" y="232714"/>
                    </a:moveTo>
                    <a:cubicBezTo>
                      <a:pt x="519961" y="245621"/>
                      <a:pt x="504440" y="261109"/>
                      <a:pt x="488919" y="276596"/>
                    </a:cubicBezTo>
                    <a:cubicBezTo>
                      <a:pt x="473398" y="292084"/>
                      <a:pt x="457877" y="310153"/>
                      <a:pt x="444942" y="328223"/>
                    </a:cubicBezTo>
                    <a:cubicBezTo>
                      <a:pt x="432008" y="348873"/>
                      <a:pt x="421661" y="366942"/>
                      <a:pt x="408726" y="387593"/>
                    </a:cubicBezTo>
                    <a:cubicBezTo>
                      <a:pt x="398379" y="405662"/>
                      <a:pt x="388032" y="426312"/>
                      <a:pt x="377684" y="446963"/>
                    </a:cubicBezTo>
                    <a:lnTo>
                      <a:pt x="359576" y="485682"/>
                    </a:lnTo>
                    <a:lnTo>
                      <a:pt x="328534" y="444381"/>
                    </a:lnTo>
                    <a:cubicBezTo>
                      <a:pt x="318186" y="431475"/>
                      <a:pt x="302665" y="421150"/>
                      <a:pt x="284557" y="410824"/>
                    </a:cubicBezTo>
                    <a:cubicBezTo>
                      <a:pt x="276797" y="405662"/>
                      <a:pt x="266449" y="400499"/>
                      <a:pt x="258689" y="397918"/>
                    </a:cubicBezTo>
                    <a:cubicBezTo>
                      <a:pt x="253515" y="395337"/>
                      <a:pt x="248341" y="392755"/>
                      <a:pt x="243168" y="390174"/>
                    </a:cubicBezTo>
                    <a:cubicBezTo>
                      <a:pt x="237994" y="390174"/>
                      <a:pt x="232820" y="387593"/>
                      <a:pt x="230233" y="385011"/>
                    </a:cubicBezTo>
                    <a:lnTo>
                      <a:pt x="271623" y="302410"/>
                    </a:lnTo>
                    <a:cubicBezTo>
                      <a:pt x="276797" y="307572"/>
                      <a:pt x="281970" y="310153"/>
                      <a:pt x="287144" y="315316"/>
                    </a:cubicBezTo>
                    <a:cubicBezTo>
                      <a:pt x="292318" y="317897"/>
                      <a:pt x="297492" y="323060"/>
                      <a:pt x="302665" y="325641"/>
                    </a:cubicBezTo>
                    <a:cubicBezTo>
                      <a:pt x="313013" y="333385"/>
                      <a:pt x="320773" y="343710"/>
                      <a:pt x="331121" y="351454"/>
                    </a:cubicBezTo>
                    <a:cubicBezTo>
                      <a:pt x="341468" y="361780"/>
                      <a:pt x="349229" y="372105"/>
                      <a:pt x="356989" y="382430"/>
                    </a:cubicBezTo>
                    <a:cubicBezTo>
                      <a:pt x="364750" y="374686"/>
                      <a:pt x="369924" y="369523"/>
                      <a:pt x="375097" y="361780"/>
                    </a:cubicBezTo>
                    <a:cubicBezTo>
                      <a:pt x="390618" y="343710"/>
                      <a:pt x="406140" y="328223"/>
                      <a:pt x="424248" y="310153"/>
                    </a:cubicBezTo>
                    <a:cubicBezTo>
                      <a:pt x="442356" y="294666"/>
                      <a:pt x="460464" y="279178"/>
                      <a:pt x="478572" y="266271"/>
                    </a:cubicBezTo>
                    <a:cubicBezTo>
                      <a:pt x="499267" y="253365"/>
                      <a:pt x="519961" y="240458"/>
                      <a:pt x="540656" y="232714"/>
                    </a:cubicBezTo>
                    <a:close/>
                    <a:moveTo>
                      <a:pt x="250901" y="232714"/>
                    </a:moveTo>
                    <a:cubicBezTo>
                      <a:pt x="250901" y="232714"/>
                      <a:pt x="250901" y="235194"/>
                      <a:pt x="250901" y="235194"/>
                    </a:cubicBezTo>
                    <a:lnTo>
                      <a:pt x="250832" y="235264"/>
                    </a:lnTo>
                    <a:lnTo>
                      <a:pt x="250732" y="235194"/>
                    </a:lnTo>
                    <a:lnTo>
                      <a:pt x="250737" y="235359"/>
                    </a:lnTo>
                    <a:lnTo>
                      <a:pt x="248421" y="237674"/>
                    </a:lnTo>
                    <a:cubicBezTo>
                      <a:pt x="250901" y="235194"/>
                      <a:pt x="250901" y="235194"/>
                      <a:pt x="250901" y="232714"/>
                    </a:cubicBezTo>
                    <a:close/>
                    <a:moveTo>
                      <a:pt x="183628" y="0"/>
                    </a:moveTo>
                    <a:cubicBezTo>
                      <a:pt x="183628" y="0"/>
                      <a:pt x="196545" y="2583"/>
                      <a:pt x="217213" y="10333"/>
                    </a:cubicBezTo>
                    <a:lnTo>
                      <a:pt x="230130" y="12917"/>
                    </a:lnTo>
                    <a:cubicBezTo>
                      <a:pt x="258548" y="20667"/>
                      <a:pt x="271465" y="36167"/>
                      <a:pt x="274048" y="38751"/>
                    </a:cubicBezTo>
                    <a:cubicBezTo>
                      <a:pt x="294715" y="64585"/>
                      <a:pt x="289548" y="103336"/>
                      <a:pt x="284382" y="121420"/>
                    </a:cubicBezTo>
                    <a:cubicBezTo>
                      <a:pt x="289548" y="129170"/>
                      <a:pt x="286965" y="144671"/>
                      <a:pt x="284382" y="152421"/>
                    </a:cubicBezTo>
                    <a:cubicBezTo>
                      <a:pt x="284382" y="160171"/>
                      <a:pt x="281798" y="165338"/>
                      <a:pt x="276631" y="167921"/>
                    </a:cubicBezTo>
                    <a:cubicBezTo>
                      <a:pt x="271465" y="211839"/>
                      <a:pt x="232713" y="258341"/>
                      <a:pt x="191378" y="258341"/>
                    </a:cubicBezTo>
                    <a:cubicBezTo>
                      <a:pt x="155211" y="258341"/>
                      <a:pt x="116460" y="214423"/>
                      <a:pt x="111293" y="167921"/>
                    </a:cubicBezTo>
                    <a:cubicBezTo>
                      <a:pt x="108709" y="165338"/>
                      <a:pt x="103543" y="160171"/>
                      <a:pt x="103543" y="152421"/>
                    </a:cubicBezTo>
                    <a:cubicBezTo>
                      <a:pt x="100959" y="144671"/>
                      <a:pt x="98376" y="129170"/>
                      <a:pt x="103543" y="121420"/>
                    </a:cubicBezTo>
                    <a:cubicBezTo>
                      <a:pt x="103543" y="121420"/>
                      <a:pt x="106126" y="121420"/>
                      <a:pt x="106126" y="118837"/>
                    </a:cubicBezTo>
                    <a:cubicBezTo>
                      <a:pt x="98376" y="80085"/>
                      <a:pt x="103543" y="62002"/>
                      <a:pt x="106126" y="59418"/>
                    </a:cubicBezTo>
                    <a:cubicBezTo>
                      <a:pt x="119043" y="20667"/>
                      <a:pt x="160378" y="5167"/>
                      <a:pt x="160378" y="5167"/>
                    </a:cubicBezTo>
                    <a:cubicBezTo>
                      <a:pt x="162961" y="2583"/>
                      <a:pt x="170711" y="0"/>
                      <a:pt x="175878" y="2583"/>
                    </a:cubicBezTo>
                    <a:cubicBezTo>
                      <a:pt x="175878" y="2583"/>
                      <a:pt x="178461" y="2583"/>
                      <a:pt x="181045" y="2583"/>
                    </a:cubicBezTo>
                    <a:cubicBezTo>
                      <a:pt x="181045" y="0"/>
                      <a:pt x="181045" y="0"/>
                      <a:pt x="183628" y="0"/>
                    </a:cubicBezTo>
                    <a:close/>
                  </a:path>
                </a:pathLst>
              </a:custGeom>
              <a:solidFill>
                <a:schemeClr val="accent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cs typeface="+mn-ea"/>
                  <a:sym typeface="+mn-lt"/>
                </a:endParaRPr>
              </a:p>
            </p:txBody>
          </p:sp>
        </p:grpSp>
        <p:grpSp>
          <p:nvGrpSpPr>
            <p:cNvPr id="37" name="组合 36"/>
            <p:cNvGrpSpPr/>
            <p:nvPr/>
          </p:nvGrpSpPr>
          <p:grpSpPr>
            <a:xfrm>
              <a:off x="5086252" y="4958977"/>
              <a:ext cx="5028814" cy="693088"/>
              <a:chOff x="4526757" y="1612335"/>
              <a:chExt cx="5028814" cy="693088"/>
            </a:xfrm>
          </p:grpSpPr>
          <p:sp>
            <p:nvSpPr>
              <p:cNvPr id="39" name="矩形 38"/>
              <p:cNvSpPr/>
              <p:nvPr/>
            </p:nvSpPr>
            <p:spPr bwMode="auto">
              <a:xfrm>
                <a:off x="4976450" y="1612335"/>
                <a:ext cx="4579121" cy="693088"/>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2400" dirty="0">
                    <a:cs typeface="+mn-ea"/>
                    <a:sym typeface="+mn-lt"/>
                  </a:rPr>
                  <a:t>学生身份已选课程</a:t>
                </a:r>
              </a:p>
            </p:txBody>
          </p:sp>
          <p:sp>
            <p:nvSpPr>
              <p:cNvPr id="40" name="任意多边形: 形状 39"/>
              <p:cNvSpPr/>
              <p:nvPr/>
            </p:nvSpPr>
            <p:spPr>
              <a:xfrm>
                <a:off x="4526757" y="1791121"/>
                <a:ext cx="367553" cy="335518"/>
              </a:xfrm>
              <a:custGeom>
                <a:avLst/>
                <a:gdLst>
                  <a:gd name="connsiteX0" fmla="*/ 134413 w 540656"/>
                  <a:gd name="connsiteY0" fmla="*/ 235194 h 493535"/>
                  <a:gd name="connsiteX1" fmla="*/ 191280 w 540656"/>
                  <a:gd name="connsiteY1" fmla="*/ 302363 h 493535"/>
                  <a:gd name="connsiteX2" fmla="*/ 199034 w 540656"/>
                  <a:gd name="connsiteY2" fmla="*/ 304946 h 493535"/>
                  <a:gd name="connsiteX3" fmla="*/ 251015 w 540656"/>
                  <a:gd name="connsiteY3" fmla="*/ 245730 h 493535"/>
                  <a:gd name="connsiteX4" fmla="*/ 250737 w 540656"/>
                  <a:gd name="connsiteY4" fmla="*/ 235359 h 493535"/>
                  <a:gd name="connsiteX5" fmla="*/ 250832 w 540656"/>
                  <a:gd name="connsiteY5" fmla="*/ 235264 h 493535"/>
                  <a:gd name="connsiteX6" fmla="*/ 276581 w 540656"/>
                  <a:gd name="connsiteY6" fmla="*/ 253278 h 493535"/>
                  <a:gd name="connsiteX7" fmla="*/ 284336 w 540656"/>
                  <a:gd name="connsiteY7" fmla="*/ 258445 h 493535"/>
                  <a:gd name="connsiteX8" fmla="*/ 320524 w 540656"/>
                  <a:gd name="connsiteY8" fmla="*/ 271362 h 493535"/>
                  <a:gd name="connsiteX9" fmla="*/ 323109 w 540656"/>
                  <a:gd name="connsiteY9" fmla="*/ 271362 h 493535"/>
                  <a:gd name="connsiteX10" fmla="*/ 351542 w 540656"/>
                  <a:gd name="connsiteY10" fmla="*/ 292029 h 493535"/>
                  <a:gd name="connsiteX11" fmla="*/ 367051 w 540656"/>
                  <a:gd name="connsiteY11" fmla="*/ 323030 h 493535"/>
                  <a:gd name="connsiteX12" fmla="*/ 356712 w 540656"/>
                  <a:gd name="connsiteY12" fmla="*/ 333364 h 493535"/>
                  <a:gd name="connsiteX13" fmla="*/ 354127 w 540656"/>
                  <a:gd name="connsiteY13" fmla="*/ 330780 h 493535"/>
                  <a:gd name="connsiteX14" fmla="*/ 323109 w 540656"/>
                  <a:gd name="connsiteY14" fmla="*/ 302363 h 493535"/>
                  <a:gd name="connsiteX15" fmla="*/ 307599 w 540656"/>
                  <a:gd name="connsiteY15" fmla="*/ 292029 h 493535"/>
                  <a:gd name="connsiteX16" fmla="*/ 307599 w 540656"/>
                  <a:gd name="connsiteY16" fmla="*/ 289446 h 493535"/>
                  <a:gd name="connsiteX17" fmla="*/ 289505 w 540656"/>
                  <a:gd name="connsiteY17" fmla="*/ 279112 h 493535"/>
                  <a:gd name="connsiteX18" fmla="*/ 255902 w 540656"/>
                  <a:gd name="connsiteY18" fmla="*/ 258445 h 493535"/>
                  <a:gd name="connsiteX19" fmla="*/ 178356 w 540656"/>
                  <a:gd name="connsiteY19" fmla="*/ 413450 h 493535"/>
                  <a:gd name="connsiteX20" fmla="*/ 219713 w 540656"/>
                  <a:gd name="connsiteY20" fmla="*/ 423783 h 493535"/>
                  <a:gd name="connsiteX21" fmla="*/ 230053 w 540656"/>
                  <a:gd name="connsiteY21" fmla="*/ 426367 h 493535"/>
                  <a:gd name="connsiteX22" fmla="*/ 242978 w 540656"/>
                  <a:gd name="connsiteY22" fmla="*/ 434117 h 493535"/>
                  <a:gd name="connsiteX23" fmla="*/ 268826 w 540656"/>
                  <a:gd name="connsiteY23" fmla="*/ 444450 h 493535"/>
                  <a:gd name="connsiteX24" fmla="*/ 299845 w 540656"/>
                  <a:gd name="connsiteY24" fmla="*/ 470285 h 493535"/>
                  <a:gd name="connsiteX25" fmla="*/ 307599 w 540656"/>
                  <a:gd name="connsiteY25" fmla="*/ 478035 h 493535"/>
                  <a:gd name="connsiteX26" fmla="*/ 201619 w 540656"/>
                  <a:gd name="connsiteY26" fmla="*/ 493535 h 493535"/>
                  <a:gd name="connsiteX27" fmla="*/ 183525 w 540656"/>
                  <a:gd name="connsiteY27" fmla="*/ 493535 h 493535"/>
                  <a:gd name="connsiteX28" fmla="*/ 10339 w 540656"/>
                  <a:gd name="connsiteY28" fmla="*/ 457368 h 493535"/>
                  <a:gd name="connsiteX29" fmla="*/ 0 w 540656"/>
                  <a:gd name="connsiteY29" fmla="*/ 431533 h 493535"/>
                  <a:gd name="connsiteX30" fmla="*/ 33603 w 540656"/>
                  <a:gd name="connsiteY30" fmla="*/ 292029 h 493535"/>
                  <a:gd name="connsiteX31" fmla="*/ 62037 w 540656"/>
                  <a:gd name="connsiteY31" fmla="*/ 271362 h 493535"/>
                  <a:gd name="connsiteX32" fmla="*/ 134413 w 540656"/>
                  <a:gd name="connsiteY32" fmla="*/ 235194 h 493535"/>
                  <a:gd name="connsiteX33" fmla="*/ 540656 w 540656"/>
                  <a:gd name="connsiteY33" fmla="*/ 232714 h 493535"/>
                  <a:gd name="connsiteX34" fmla="*/ 488919 w 540656"/>
                  <a:gd name="connsiteY34" fmla="*/ 276596 h 493535"/>
                  <a:gd name="connsiteX35" fmla="*/ 444942 w 540656"/>
                  <a:gd name="connsiteY35" fmla="*/ 328223 h 493535"/>
                  <a:gd name="connsiteX36" fmla="*/ 408726 w 540656"/>
                  <a:gd name="connsiteY36" fmla="*/ 387593 h 493535"/>
                  <a:gd name="connsiteX37" fmla="*/ 377684 w 540656"/>
                  <a:gd name="connsiteY37" fmla="*/ 446963 h 493535"/>
                  <a:gd name="connsiteX38" fmla="*/ 359576 w 540656"/>
                  <a:gd name="connsiteY38" fmla="*/ 485682 h 493535"/>
                  <a:gd name="connsiteX39" fmla="*/ 328534 w 540656"/>
                  <a:gd name="connsiteY39" fmla="*/ 444381 h 493535"/>
                  <a:gd name="connsiteX40" fmla="*/ 284557 w 540656"/>
                  <a:gd name="connsiteY40" fmla="*/ 410824 h 493535"/>
                  <a:gd name="connsiteX41" fmla="*/ 258689 w 540656"/>
                  <a:gd name="connsiteY41" fmla="*/ 397918 h 493535"/>
                  <a:gd name="connsiteX42" fmla="*/ 243168 w 540656"/>
                  <a:gd name="connsiteY42" fmla="*/ 390174 h 493535"/>
                  <a:gd name="connsiteX43" fmla="*/ 230233 w 540656"/>
                  <a:gd name="connsiteY43" fmla="*/ 385011 h 493535"/>
                  <a:gd name="connsiteX44" fmla="*/ 271623 w 540656"/>
                  <a:gd name="connsiteY44" fmla="*/ 302410 h 493535"/>
                  <a:gd name="connsiteX45" fmla="*/ 287144 w 540656"/>
                  <a:gd name="connsiteY45" fmla="*/ 315316 h 493535"/>
                  <a:gd name="connsiteX46" fmla="*/ 302665 w 540656"/>
                  <a:gd name="connsiteY46" fmla="*/ 325641 h 493535"/>
                  <a:gd name="connsiteX47" fmla="*/ 331121 w 540656"/>
                  <a:gd name="connsiteY47" fmla="*/ 351454 h 493535"/>
                  <a:gd name="connsiteX48" fmla="*/ 356989 w 540656"/>
                  <a:gd name="connsiteY48" fmla="*/ 382430 h 493535"/>
                  <a:gd name="connsiteX49" fmla="*/ 375097 w 540656"/>
                  <a:gd name="connsiteY49" fmla="*/ 361780 h 493535"/>
                  <a:gd name="connsiteX50" fmla="*/ 424248 w 540656"/>
                  <a:gd name="connsiteY50" fmla="*/ 310153 h 493535"/>
                  <a:gd name="connsiteX51" fmla="*/ 478572 w 540656"/>
                  <a:gd name="connsiteY51" fmla="*/ 266271 h 493535"/>
                  <a:gd name="connsiteX52" fmla="*/ 540656 w 540656"/>
                  <a:gd name="connsiteY52" fmla="*/ 232714 h 493535"/>
                  <a:gd name="connsiteX53" fmla="*/ 250901 w 540656"/>
                  <a:gd name="connsiteY53" fmla="*/ 232714 h 493535"/>
                  <a:gd name="connsiteX54" fmla="*/ 250901 w 540656"/>
                  <a:gd name="connsiteY54" fmla="*/ 235194 h 493535"/>
                  <a:gd name="connsiteX55" fmla="*/ 250832 w 540656"/>
                  <a:gd name="connsiteY55" fmla="*/ 235264 h 493535"/>
                  <a:gd name="connsiteX56" fmla="*/ 250732 w 540656"/>
                  <a:gd name="connsiteY56" fmla="*/ 235194 h 493535"/>
                  <a:gd name="connsiteX57" fmla="*/ 250737 w 540656"/>
                  <a:gd name="connsiteY57" fmla="*/ 235359 h 493535"/>
                  <a:gd name="connsiteX58" fmla="*/ 248421 w 540656"/>
                  <a:gd name="connsiteY58" fmla="*/ 237674 h 493535"/>
                  <a:gd name="connsiteX59" fmla="*/ 250901 w 540656"/>
                  <a:gd name="connsiteY59" fmla="*/ 232714 h 493535"/>
                  <a:gd name="connsiteX60" fmla="*/ 183628 w 540656"/>
                  <a:gd name="connsiteY60" fmla="*/ 0 h 493535"/>
                  <a:gd name="connsiteX61" fmla="*/ 217213 w 540656"/>
                  <a:gd name="connsiteY61" fmla="*/ 10333 h 493535"/>
                  <a:gd name="connsiteX62" fmla="*/ 230130 w 540656"/>
                  <a:gd name="connsiteY62" fmla="*/ 12917 h 493535"/>
                  <a:gd name="connsiteX63" fmla="*/ 274048 w 540656"/>
                  <a:gd name="connsiteY63" fmla="*/ 38751 h 493535"/>
                  <a:gd name="connsiteX64" fmla="*/ 284382 w 540656"/>
                  <a:gd name="connsiteY64" fmla="*/ 121420 h 493535"/>
                  <a:gd name="connsiteX65" fmla="*/ 284382 w 540656"/>
                  <a:gd name="connsiteY65" fmla="*/ 152421 h 493535"/>
                  <a:gd name="connsiteX66" fmla="*/ 276631 w 540656"/>
                  <a:gd name="connsiteY66" fmla="*/ 167921 h 493535"/>
                  <a:gd name="connsiteX67" fmla="*/ 191378 w 540656"/>
                  <a:gd name="connsiteY67" fmla="*/ 258341 h 493535"/>
                  <a:gd name="connsiteX68" fmla="*/ 111293 w 540656"/>
                  <a:gd name="connsiteY68" fmla="*/ 167921 h 493535"/>
                  <a:gd name="connsiteX69" fmla="*/ 103543 w 540656"/>
                  <a:gd name="connsiteY69" fmla="*/ 152421 h 493535"/>
                  <a:gd name="connsiteX70" fmla="*/ 103543 w 540656"/>
                  <a:gd name="connsiteY70" fmla="*/ 121420 h 493535"/>
                  <a:gd name="connsiteX71" fmla="*/ 106126 w 540656"/>
                  <a:gd name="connsiteY71" fmla="*/ 118837 h 493535"/>
                  <a:gd name="connsiteX72" fmla="*/ 106126 w 540656"/>
                  <a:gd name="connsiteY72" fmla="*/ 59418 h 493535"/>
                  <a:gd name="connsiteX73" fmla="*/ 160378 w 540656"/>
                  <a:gd name="connsiteY73" fmla="*/ 5167 h 493535"/>
                  <a:gd name="connsiteX74" fmla="*/ 175878 w 540656"/>
                  <a:gd name="connsiteY74" fmla="*/ 2583 h 493535"/>
                  <a:gd name="connsiteX75" fmla="*/ 181045 w 540656"/>
                  <a:gd name="connsiteY75" fmla="*/ 2583 h 493535"/>
                  <a:gd name="connsiteX76" fmla="*/ 183628 w 540656"/>
                  <a:gd name="connsiteY76" fmla="*/ 0 h 493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540656" h="493535">
                    <a:moveTo>
                      <a:pt x="134413" y="235194"/>
                    </a:moveTo>
                    <a:cubicBezTo>
                      <a:pt x="134413" y="235194"/>
                      <a:pt x="136998" y="299779"/>
                      <a:pt x="191280" y="302363"/>
                    </a:cubicBezTo>
                    <a:lnTo>
                      <a:pt x="199034" y="304946"/>
                    </a:lnTo>
                    <a:cubicBezTo>
                      <a:pt x="243624" y="303009"/>
                      <a:pt x="250409" y="264742"/>
                      <a:pt x="251015" y="245730"/>
                    </a:cubicBezTo>
                    <a:lnTo>
                      <a:pt x="250737" y="235359"/>
                    </a:lnTo>
                    <a:lnTo>
                      <a:pt x="250832" y="235264"/>
                    </a:lnTo>
                    <a:lnTo>
                      <a:pt x="276581" y="253278"/>
                    </a:lnTo>
                    <a:cubicBezTo>
                      <a:pt x="279166" y="255862"/>
                      <a:pt x="281751" y="255862"/>
                      <a:pt x="284336" y="258445"/>
                    </a:cubicBezTo>
                    <a:cubicBezTo>
                      <a:pt x="284336" y="258445"/>
                      <a:pt x="302430" y="263612"/>
                      <a:pt x="320524" y="271362"/>
                    </a:cubicBezTo>
                    <a:cubicBezTo>
                      <a:pt x="323109" y="271362"/>
                      <a:pt x="323109" y="271362"/>
                      <a:pt x="323109" y="271362"/>
                    </a:cubicBezTo>
                    <a:cubicBezTo>
                      <a:pt x="343787" y="279112"/>
                      <a:pt x="351542" y="292029"/>
                      <a:pt x="351542" y="292029"/>
                    </a:cubicBezTo>
                    <a:cubicBezTo>
                      <a:pt x="359297" y="299779"/>
                      <a:pt x="361882" y="312697"/>
                      <a:pt x="367051" y="323030"/>
                    </a:cubicBezTo>
                    <a:cubicBezTo>
                      <a:pt x="364466" y="325614"/>
                      <a:pt x="361882" y="330780"/>
                      <a:pt x="356712" y="333364"/>
                    </a:cubicBezTo>
                    <a:cubicBezTo>
                      <a:pt x="356712" y="333364"/>
                      <a:pt x="356712" y="333364"/>
                      <a:pt x="354127" y="330780"/>
                    </a:cubicBezTo>
                    <a:cubicBezTo>
                      <a:pt x="346372" y="323030"/>
                      <a:pt x="336033" y="312697"/>
                      <a:pt x="323109" y="302363"/>
                    </a:cubicBezTo>
                    <a:cubicBezTo>
                      <a:pt x="317939" y="299779"/>
                      <a:pt x="312769" y="294613"/>
                      <a:pt x="307599" y="292029"/>
                    </a:cubicBezTo>
                    <a:lnTo>
                      <a:pt x="307599" y="289446"/>
                    </a:lnTo>
                    <a:cubicBezTo>
                      <a:pt x="299845" y="286862"/>
                      <a:pt x="294675" y="281696"/>
                      <a:pt x="289505" y="279112"/>
                    </a:cubicBezTo>
                    <a:lnTo>
                      <a:pt x="255902" y="258445"/>
                    </a:lnTo>
                    <a:lnTo>
                      <a:pt x="178356" y="413450"/>
                    </a:lnTo>
                    <a:lnTo>
                      <a:pt x="219713" y="423783"/>
                    </a:lnTo>
                    <a:cubicBezTo>
                      <a:pt x="222298" y="423783"/>
                      <a:pt x="227468" y="426367"/>
                      <a:pt x="230053" y="426367"/>
                    </a:cubicBezTo>
                    <a:cubicBezTo>
                      <a:pt x="235223" y="428950"/>
                      <a:pt x="240393" y="431533"/>
                      <a:pt x="242978" y="434117"/>
                    </a:cubicBezTo>
                    <a:cubicBezTo>
                      <a:pt x="253317" y="436700"/>
                      <a:pt x="261072" y="441867"/>
                      <a:pt x="268826" y="444450"/>
                    </a:cubicBezTo>
                    <a:cubicBezTo>
                      <a:pt x="284336" y="452201"/>
                      <a:pt x="294675" y="462534"/>
                      <a:pt x="299845" y="470285"/>
                    </a:cubicBezTo>
                    <a:lnTo>
                      <a:pt x="307599" y="478035"/>
                    </a:lnTo>
                    <a:cubicBezTo>
                      <a:pt x="253317" y="490952"/>
                      <a:pt x="201619" y="493535"/>
                      <a:pt x="201619" y="493535"/>
                    </a:cubicBezTo>
                    <a:cubicBezTo>
                      <a:pt x="196450" y="493535"/>
                      <a:pt x="191280" y="493535"/>
                      <a:pt x="183525" y="493535"/>
                    </a:cubicBezTo>
                    <a:cubicBezTo>
                      <a:pt x="183525" y="493535"/>
                      <a:pt x="77546" y="488368"/>
                      <a:pt x="10339" y="457368"/>
                    </a:cubicBezTo>
                    <a:cubicBezTo>
                      <a:pt x="10339" y="457368"/>
                      <a:pt x="0" y="454784"/>
                      <a:pt x="0" y="431533"/>
                    </a:cubicBezTo>
                    <a:cubicBezTo>
                      <a:pt x="0" y="431533"/>
                      <a:pt x="2585" y="335947"/>
                      <a:pt x="33603" y="292029"/>
                    </a:cubicBezTo>
                    <a:cubicBezTo>
                      <a:pt x="33603" y="292029"/>
                      <a:pt x="41358" y="279112"/>
                      <a:pt x="62037" y="271362"/>
                    </a:cubicBezTo>
                    <a:cubicBezTo>
                      <a:pt x="62037" y="271362"/>
                      <a:pt x="129243" y="253278"/>
                      <a:pt x="134413" y="235194"/>
                    </a:cubicBezTo>
                    <a:close/>
                    <a:moveTo>
                      <a:pt x="540656" y="232714"/>
                    </a:moveTo>
                    <a:cubicBezTo>
                      <a:pt x="519961" y="245621"/>
                      <a:pt x="504440" y="261109"/>
                      <a:pt x="488919" y="276596"/>
                    </a:cubicBezTo>
                    <a:cubicBezTo>
                      <a:pt x="473398" y="292084"/>
                      <a:pt x="457877" y="310153"/>
                      <a:pt x="444942" y="328223"/>
                    </a:cubicBezTo>
                    <a:cubicBezTo>
                      <a:pt x="432008" y="348873"/>
                      <a:pt x="421661" y="366942"/>
                      <a:pt x="408726" y="387593"/>
                    </a:cubicBezTo>
                    <a:cubicBezTo>
                      <a:pt x="398379" y="405662"/>
                      <a:pt x="388032" y="426312"/>
                      <a:pt x="377684" y="446963"/>
                    </a:cubicBezTo>
                    <a:lnTo>
                      <a:pt x="359576" y="485682"/>
                    </a:lnTo>
                    <a:lnTo>
                      <a:pt x="328534" y="444381"/>
                    </a:lnTo>
                    <a:cubicBezTo>
                      <a:pt x="318186" y="431475"/>
                      <a:pt x="302665" y="421150"/>
                      <a:pt x="284557" y="410824"/>
                    </a:cubicBezTo>
                    <a:cubicBezTo>
                      <a:pt x="276797" y="405662"/>
                      <a:pt x="266449" y="400499"/>
                      <a:pt x="258689" y="397918"/>
                    </a:cubicBezTo>
                    <a:cubicBezTo>
                      <a:pt x="253515" y="395337"/>
                      <a:pt x="248341" y="392755"/>
                      <a:pt x="243168" y="390174"/>
                    </a:cubicBezTo>
                    <a:cubicBezTo>
                      <a:pt x="237994" y="390174"/>
                      <a:pt x="232820" y="387593"/>
                      <a:pt x="230233" y="385011"/>
                    </a:cubicBezTo>
                    <a:lnTo>
                      <a:pt x="271623" y="302410"/>
                    </a:lnTo>
                    <a:cubicBezTo>
                      <a:pt x="276797" y="307572"/>
                      <a:pt x="281970" y="310153"/>
                      <a:pt x="287144" y="315316"/>
                    </a:cubicBezTo>
                    <a:cubicBezTo>
                      <a:pt x="292318" y="317897"/>
                      <a:pt x="297492" y="323060"/>
                      <a:pt x="302665" y="325641"/>
                    </a:cubicBezTo>
                    <a:cubicBezTo>
                      <a:pt x="313013" y="333385"/>
                      <a:pt x="320773" y="343710"/>
                      <a:pt x="331121" y="351454"/>
                    </a:cubicBezTo>
                    <a:cubicBezTo>
                      <a:pt x="341468" y="361780"/>
                      <a:pt x="349229" y="372105"/>
                      <a:pt x="356989" y="382430"/>
                    </a:cubicBezTo>
                    <a:cubicBezTo>
                      <a:pt x="364750" y="374686"/>
                      <a:pt x="369924" y="369523"/>
                      <a:pt x="375097" y="361780"/>
                    </a:cubicBezTo>
                    <a:cubicBezTo>
                      <a:pt x="390618" y="343710"/>
                      <a:pt x="406140" y="328223"/>
                      <a:pt x="424248" y="310153"/>
                    </a:cubicBezTo>
                    <a:cubicBezTo>
                      <a:pt x="442356" y="294666"/>
                      <a:pt x="460464" y="279178"/>
                      <a:pt x="478572" y="266271"/>
                    </a:cubicBezTo>
                    <a:cubicBezTo>
                      <a:pt x="499267" y="253365"/>
                      <a:pt x="519961" y="240458"/>
                      <a:pt x="540656" y="232714"/>
                    </a:cubicBezTo>
                    <a:close/>
                    <a:moveTo>
                      <a:pt x="250901" y="232714"/>
                    </a:moveTo>
                    <a:cubicBezTo>
                      <a:pt x="250901" y="232714"/>
                      <a:pt x="250901" y="235194"/>
                      <a:pt x="250901" y="235194"/>
                    </a:cubicBezTo>
                    <a:lnTo>
                      <a:pt x="250832" y="235264"/>
                    </a:lnTo>
                    <a:lnTo>
                      <a:pt x="250732" y="235194"/>
                    </a:lnTo>
                    <a:lnTo>
                      <a:pt x="250737" y="235359"/>
                    </a:lnTo>
                    <a:lnTo>
                      <a:pt x="248421" y="237674"/>
                    </a:lnTo>
                    <a:cubicBezTo>
                      <a:pt x="250901" y="235194"/>
                      <a:pt x="250901" y="235194"/>
                      <a:pt x="250901" y="232714"/>
                    </a:cubicBezTo>
                    <a:close/>
                    <a:moveTo>
                      <a:pt x="183628" y="0"/>
                    </a:moveTo>
                    <a:cubicBezTo>
                      <a:pt x="183628" y="0"/>
                      <a:pt x="196545" y="2583"/>
                      <a:pt x="217213" y="10333"/>
                    </a:cubicBezTo>
                    <a:lnTo>
                      <a:pt x="230130" y="12917"/>
                    </a:lnTo>
                    <a:cubicBezTo>
                      <a:pt x="258548" y="20667"/>
                      <a:pt x="271465" y="36167"/>
                      <a:pt x="274048" y="38751"/>
                    </a:cubicBezTo>
                    <a:cubicBezTo>
                      <a:pt x="294715" y="64585"/>
                      <a:pt x="289548" y="103336"/>
                      <a:pt x="284382" y="121420"/>
                    </a:cubicBezTo>
                    <a:cubicBezTo>
                      <a:pt x="289548" y="129170"/>
                      <a:pt x="286965" y="144671"/>
                      <a:pt x="284382" y="152421"/>
                    </a:cubicBezTo>
                    <a:cubicBezTo>
                      <a:pt x="284382" y="160171"/>
                      <a:pt x="281798" y="165338"/>
                      <a:pt x="276631" y="167921"/>
                    </a:cubicBezTo>
                    <a:cubicBezTo>
                      <a:pt x="271465" y="211839"/>
                      <a:pt x="232713" y="258341"/>
                      <a:pt x="191378" y="258341"/>
                    </a:cubicBezTo>
                    <a:cubicBezTo>
                      <a:pt x="155211" y="258341"/>
                      <a:pt x="116460" y="214423"/>
                      <a:pt x="111293" y="167921"/>
                    </a:cubicBezTo>
                    <a:cubicBezTo>
                      <a:pt x="108709" y="165338"/>
                      <a:pt x="103543" y="160171"/>
                      <a:pt x="103543" y="152421"/>
                    </a:cubicBezTo>
                    <a:cubicBezTo>
                      <a:pt x="100959" y="144671"/>
                      <a:pt x="98376" y="129170"/>
                      <a:pt x="103543" y="121420"/>
                    </a:cubicBezTo>
                    <a:cubicBezTo>
                      <a:pt x="103543" y="121420"/>
                      <a:pt x="106126" y="121420"/>
                      <a:pt x="106126" y="118837"/>
                    </a:cubicBezTo>
                    <a:cubicBezTo>
                      <a:pt x="98376" y="80085"/>
                      <a:pt x="103543" y="62002"/>
                      <a:pt x="106126" y="59418"/>
                    </a:cubicBezTo>
                    <a:cubicBezTo>
                      <a:pt x="119043" y="20667"/>
                      <a:pt x="160378" y="5167"/>
                      <a:pt x="160378" y="5167"/>
                    </a:cubicBezTo>
                    <a:cubicBezTo>
                      <a:pt x="162961" y="2583"/>
                      <a:pt x="170711" y="0"/>
                      <a:pt x="175878" y="2583"/>
                    </a:cubicBezTo>
                    <a:cubicBezTo>
                      <a:pt x="175878" y="2583"/>
                      <a:pt x="178461" y="2583"/>
                      <a:pt x="181045" y="2583"/>
                    </a:cubicBezTo>
                    <a:cubicBezTo>
                      <a:pt x="181045" y="0"/>
                      <a:pt x="181045" y="0"/>
                      <a:pt x="183628" y="0"/>
                    </a:cubicBezTo>
                    <a:close/>
                  </a:path>
                </a:pathLst>
              </a:custGeom>
              <a:solidFill>
                <a:schemeClr val="accent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cs typeface="+mn-ea"/>
                  <a:sym typeface="+mn-lt"/>
                </a:endParaRPr>
              </a:p>
            </p:txBody>
          </p:sp>
        </p:grpSp>
        <p:sp>
          <p:nvSpPr>
            <p:cNvPr id="38" name="椭圆 37"/>
            <p:cNvSpPr/>
            <p:nvPr/>
          </p:nvSpPr>
          <p:spPr>
            <a:xfrm>
              <a:off x="2988214" y="3004898"/>
              <a:ext cx="1254602" cy="1254604"/>
            </a:xfrm>
            <a:prstGeom prst="ellipse">
              <a:avLst/>
            </a:prstGeom>
            <a:solidFill>
              <a:schemeClr val="bg1"/>
            </a:solidFill>
            <a:ln w="38100">
              <a:solidFill>
                <a:schemeClr val="accent2"/>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r>
                <a:rPr lang="zh-CN" altLang="en-US" sz="2400" b="1" dirty="0">
                  <a:solidFill>
                    <a:schemeClr val="tx1"/>
                  </a:solidFill>
                  <a:latin typeface="宋体" panose="02010600030101010101" pitchFamily="2" charset="-122"/>
                  <a:ea typeface="宋体" panose="02010600030101010101" pitchFamily="2" charset="-122"/>
                  <a:cs typeface="+mn-ea"/>
                  <a:sym typeface="+mn-lt"/>
                </a:rPr>
                <a:t>负责</a:t>
              </a:r>
            </a:p>
            <a:p>
              <a:pPr algn="ctr"/>
              <a:r>
                <a:rPr lang="zh-CN" altLang="en-US" sz="2400" b="1" dirty="0">
                  <a:solidFill>
                    <a:schemeClr val="tx1"/>
                  </a:solidFill>
                  <a:latin typeface="宋体" panose="02010600030101010101" pitchFamily="2" charset="-122"/>
                  <a:ea typeface="宋体" panose="02010600030101010101" pitchFamily="2" charset="-122"/>
                  <a:cs typeface="+mn-ea"/>
                  <a:sym typeface="+mn-lt"/>
                </a:rPr>
                <a:t>部分</a:t>
              </a:r>
            </a:p>
          </p:txBody>
        </p:sp>
      </p:grpSp>
    </p:spTree>
    <p:extLst>
      <p:ext uri="{BB962C8B-B14F-4D97-AF65-F5344CB8AC3E}">
        <p14:creationId xmlns:p14="http://schemas.microsoft.com/office/powerpoint/2010/main" val="17097637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注册页面</a:t>
            </a:r>
            <a:endParaRPr lang="zh-CN" altLang="en-US" dirty="0">
              <a:latin typeface="+mn-lt"/>
              <a:ea typeface="+mn-ea"/>
              <a:cs typeface="+mn-ea"/>
              <a:sym typeface="+mn-lt"/>
            </a:endParaRPr>
          </a:p>
        </p:txBody>
      </p:sp>
      <p:sp>
        <p:nvSpPr>
          <p:cNvPr id="4" name="灯片编号占位符 3"/>
          <p:cNvSpPr>
            <a:spLocks noGrp="1"/>
          </p:cNvSpPr>
          <p:nvPr>
            <p:ph type="sldNum" sz="quarter" idx="12"/>
          </p:nvPr>
        </p:nvSpPr>
        <p:spPr/>
        <p:txBody>
          <a:bodyPr/>
          <a:lstStyle/>
          <a:p>
            <a:fld id="{5DD3DB80-B894-403A-B48E-6FDC1A72010E}" type="slidenum">
              <a:rPr lang="zh-CN" altLang="en-US" b="1" smtClean="0">
                <a:solidFill>
                  <a:schemeClr val="tx1"/>
                </a:solidFill>
                <a:cs typeface="+mn-ea"/>
                <a:sym typeface="+mn-lt"/>
              </a:rPr>
              <a:t>33</a:t>
            </a:fld>
            <a:endParaRPr lang="zh-CN" altLang="en-US" b="1" dirty="0">
              <a:solidFill>
                <a:schemeClr val="tx1"/>
              </a:solidFill>
              <a:cs typeface="+mn-ea"/>
              <a:sym typeface="+mn-lt"/>
            </a:endParaRPr>
          </a:p>
        </p:txBody>
      </p:sp>
      <p:pic>
        <p:nvPicPr>
          <p:cNvPr id="5" name="图片 4">
            <a:extLst>
              <a:ext uri="{FF2B5EF4-FFF2-40B4-BE49-F238E27FC236}">
                <a16:creationId xmlns:a16="http://schemas.microsoft.com/office/drawing/2014/main" id="{54D2C4E8-1BE0-102E-37C0-D71E581229B6}"/>
              </a:ext>
            </a:extLst>
          </p:cNvPr>
          <p:cNvPicPr>
            <a:picLocks noChangeAspect="1"/>
          </p:cNvPicPr>
          <p:nvPr/>
        </p:nvPicPr>
        <p:blipFill>
          <a:blip r:embed="rId2"/>
          <a:stretch>
            <a:fillRect/>
          </a:stretch>
        </p:blipFill>
        <p:spPr>
          <a:xfrm>
            <a:off x="669924" y="2501867"/>
            <a:ext cx="6671708" cy="2981625"/>
          </a:xfrm>
          <a:prstGeom prst="rect">
            <a:avLst/>
          </a:prstGeom>
          <a:ln>
            <a:noFill/>
          </a:ln>
          <a:effectLst>
            <a:outerShdw blurRad="190500" algn="tl" rotWithShape="0">
              <a:srgbClr val="000000">
                <a:alpha val="70000"/>
              </a:srgbClr>
            </a:outerShdw>
          </a:effectLst>
        </p:spPr>
      </p:pic>
      <p:sp>
        <p:nvSpPr>
          <p:cNvPr id="3" name="页脚占位符 2">
            <a:extLst>
              <a:ext uri="{FF2B5EF4-FFF2-40B4-BE49-F238E27FC236}">
                <a16:creationId xmlns:a16="http://schemas.microsoft.com/office/drawing/2014/main" id="{B4A5B715-945D-570A-A45A-4CD7BC9435C3}"/>
              </a:ext>
            </a:extLst>
          </p:cNvPr>
          <p:cNvSpPr>
            <a:spLocks noGrp="1"/>
          </p:cNvSpPr>
          <p:nvPr>
            <p:ph type="ftr" sz="quarter" idx="11"/>
          </p:nvPr>
        </p:nvSpPr>
        <p:spPr>
          <a:xfrm>
            <a:off x="669924" y="6240463"/>
            <a:ext cx="4140201" cy="206381"/>
          </a:xfrm>
        </p:spPr>
        <p:txBody>
          <a:bodyPr/>
          <a:lstStyle/>
          <a:p>
            <a:r>
              <a:rPr lang="zh-CN" altLang="en-US" dirty="0">
                <a:cs typeface="+mn-ea"/>
                <a:sym typeface="+mn-lt"/>
              </a:rPr>
              <a:t>课程管理系统</a:t>
            </a:r>
          </a:p>
        </p:txBody>
      </p:sp>
      <p:sp>
        <p:nvSpPr>
          <p:cNvPr id="10" name="文本框 9">
            <a:extLst>
              <a:ext uri="{FF2B5EF4-FFF2-40B4-BE49-F238E27FC236}">
                <a16:creationId xmlns:a16="http://schemas.microsoft.com/office/drawing/2014/main" id="{1D03DD87-E490-B222-BCE4-6280A1C50113}"/>
              </a:ext>
            </a:extLst>
          </p:cNvPr>
          <p:cNvSpPr txBox="1"/>
          <p:nvPr/>
        </p:nvSpPr>
        <p:spPr>
          <a:xfrm>
            <a:off x="669924" y="1448096"/>
            <a:ext cx="4835526" cy="923330"/>
          </a:xfrm>
          <a:prstGeom prst="rect">
            <a:avLst/>
          </a:prstGeom>
          <a:noFill/>
        </p:spPr>
        <p:txBody>
          <a:bodyPr wrap="square" rtlCol="0">
            <a:spAutoFit/>
          </a:bodyPr>
          <a:lstStyle/>
          <a:p>
            <a:r>
              <a:rPr lang="zh-CN" altLang="en-US" b="1" dirty="0"/>
              <a:t>功能：</a:t>
            </a:r>
            <a:endParaRPr lang="en-US" altLang="zh-CN" b="1" dirty="0"/>
          </a:p>
          <a:p>
            <a:r>
              <a:rPr lang="zh-CN" altLang="en-US" dirty="0"/>
              <a:t>查询：通过输入学生相关信息进行注册，并从后端返回生成账号</a:t>
            </a:r>
          </a:p>
        </p:txBody>
      </p:sp>
      <p:pic>
        <p:nvPicPr>
          <p:cNvPr id="9" name="图片 8">
            <a:extLst>
              <a:ext uri="{FF2B5EF4-FFF2-40B4-BE49-F238E27FC236}">
                <a16:creationId xmlns:a16="http://schemas.microsoft.com/office/drawing/2014/main" id="{452F1ACF-0AAF-DE96-E5B1-A0BE56235261}"/>
              </a:ext>
            </a:extLst>
          </p:cNvPr>
          <p:cNvPicPr>
            <a:picLocks noChangeAspect="1"/>
          </p:cNvPicPr>
          <p:nvPr/>
        </p:nvPicPr>
        <p:blipFill>
          <a:blip r:embed="rId3"/>
          <a:stretch>
            <a:fillRect/>
          </a:stretch>
        </p:blipFill>
        <p:spPr>
          <a:xfrm>
            <a:off x="7491720" y="1268185"/>
            <a:ext cx="4495231" cy="1577434"/>
          </a:xfrm>
          <a:prstGeom prst="rect">
            <a:avLst/>
          </a:prstGeom>
        </p:spPr>
      </p:pic>
      <p:pic>
        <p:nvPicPr>
          <p:cNvPr id="12" name="图片 11">
            <a:extLst>
              <a:ext uri="{FF2B5EF4-FFF2-40B4-BE49-F238E27FC236}">
                <a16:creationId xmlns:a16="http://schemas.microsoft.com/office/drawing/2014/main" id="{43E7B476-8A2D-8D07-6273-590125E83768}"/>
              </a:ext>
            </a:extLst>
          </p:cNvPr>
          <p:cNvPicPr>
            <a:picLocks noChangeAspect="1"/>
          </p:cNvPicPr>
          <p:nvPr/>
        </p:nvPicPr>
        <p:blipFill>
          <a:blip r:embed="rId4"/>
          <a:stretch>
            <a:fillRect/>
          </a:stretch>
        </p:blipFill>
        <p:spPr>
          <a:xfrm>
            <a:off x="7491719" y="2845619"/>
            <a:ext cx="4495231" cy="1632479"/>
          </a:xfrm>
          <a:prstGeom prst="rect">
            <a:avLst/>
          </a:prstGeom>
        </p:spPr>
      </p:pic>
      <p:pic>
        <p:nvPicPr>
          <p:cNvPr id="16" name="图片 15">
            <a:extLst>
              <a:ext uri="{FF2B5EF4-FFF2-40B4-BE49-F238E27FC236}">
                <a16:creationId xmlns:a16="http://schemas.microsoft.com/office/drawing/2014/main" id="{548E9534-0F6E-FA74-F89F-32C48762D2EF}"/>
              </a:ext>
            </a:extLst>
          </p:cNvPr>
          <p:cNvPicPr>
            <a:picLocks noChangeAspect="1"/>
          </p:cNvPicPr>
          <p:nvPr/>
        </p:nvPicPr>
        <p:blipFill>
          <a:blip r:embed="rId5"/>
          <a:stretch>
            <a:fillRect/>
          </a:stretch>
        </p:blipFill>
        <p:spPr>
          <a:xfrm>
            <a:off x="7491718" y="4491352"/>
            <a:ext cx="4495231" cy="1335499"/>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注册页面</a:t>
            </a:r>
            <a:endParaRPr lang="zh-CN" altLang="en-US" dirty="0">
              <a:latin typeface="+mn-lt"/>
              <a:ea typeface="+mn-ea"/>
              <a:cs typeface="+mn-ea"/>
              <a:sym typeface="+mn-lt"/>
            </a:endParaRPr>
          </a:p>
        </p:txBody>
      </p:sp>
      <p:sp>
        <p:nvSpPr>
          <p:cNvPr id="4" name="灯片编号占位符 3"/>
          <p:cNvSpPr>
            <a:spLocks noGrp="1"/>
          </p:cNvSpPr>
          <p:nvPr>
            <p:ph type="sldNum" sz="quarter" idx="12"/>
          </p:nvPr>
        </p:nvSpPr>
        <p:spPr/>
        <p:txBody>
          <a:bodyPr/>
          <a:lstStyle/>
          <a:p>
            <a:fld id="{5DD3DB80-B894-403A-B48E-6FDC1A72010E}" type="slidenum">
              <a:rPr lang="zh-CN" altLang="en-US" b="1" smtClean="0">
                <a:solidFill>
                  <a:schemeClr val="tx1"/>
                </a:solidFill>
                <a:cs typeface="+mn-ea"/>
                <a:sym typeface="+mn-lt"/>
              </a:rPr>
              <a:t>34</a:t>
            </a:fld>
            <a:endParaRPr lang="zh-CN" altLang="en-US" b="1" dirty="0">
              <a:solidFill>
                <a:schemeClr val="tx1"/>
              </a:solidFill>
              <a:cs typeface="+mn-ea"/>
              <a:sym typeface="+mn-lt"/>
            </a:endParaRPr>
          </a:p>
        </p:txBody>
      </p:sp>
      <p:pic>
        <p:nvPicPr>
          <p:cNvPr id="5" name="图片 4">
            <a:extLst>
              <a:ext uri="{FF2B5EF4-FFF2-40B4-BE49-F238E27FC236}">
                <a16:creationId xmlns:a16="http://schemas.microsoft.com/office/drawing/2014/main" id="{54D2C4E8-1BE0-102E-37C0-D71E581229B6}"/>
              </a:ext>
            </a:extLst>
          </p:cNvPr>
          <p:cNvPicPr>
            <a:picLocks noChangeAspect="1"/>
          </p:cNvPicPr>
          <p:nvPr/>
        </p:nvPicPr>
        <p:blipFill>
          <a:blip r:embed="rId2"/>
          <a:stretch>
            <a:fillRect/>
          </a:stretch>
        </p:blipFill>
        <p:spPr>
          <a:xfrm>
            <a:off x="669924" y="3152772"/>
            <a:ext cx="6671708" cy="2981625"/>
          </a:xfrm>
          <a:prstGeom prst="rect">
            <a:avLst/>
          </a:prstGeom>
          <a:ln>
            <a:noFill/>
          </a:ln>
          <a:effectLst>
            <a:outerShdw blurRad="190500" algn="tl" rotWithShape="0">
              <a:srgbClr val="000000">
                <a:alpha val="70000"/>
              </a:srgbClr>
            </a:outerShdw>
          </a:effectLst>
        </p:spPr>
      </p:pic>
      <p:pic>
        <p:nvPicPr>
          <p:cNvPr id="6" name="图片 5">
            <a:extLst>
              <a:ext uri="{FF2B5EF4-FFF2-40B4-BE49-F238E27FC236}">
                <a16:creationId xmlns:a16="http://schemas.microsoft.com/office/drawing/2014/main" id="{A6B94D65-8BC1-1644-8641-8DB10E8798D3}"/>
              </a:ext>
            </a:extLst>
          </p:cNvPr>
          <p:cNvPicPr>
            <a:picLocks noChangeAspect="1"/>
          </p:cNvPicPr>
          <p:nvPr/>
        </p:nvPicPr>
        <p:blipFill>
          <a:blip r:embed="rId3"/>
          <a:stretch>
            <a:fillRect/>
          </a:stretch>
        </p:blipFill>
        <p:spPr>
          <a:xfrm>
            <a:off x="5940876" y="1810046"/>
            <a:ext cx="5982293" cy="2982504"/>
          </a:xfrm>
          <a:prstGeom prst="rect">
            <a:avLst/>
          </a:prstGeom>
          <a:ln>
            <a:noFill/>
          </a:ln>
          <a:effectLst>
            <a:outerShdw blurRad="190500" algn="tl" rotWithShape="0">
              <a:srgbClr val="000000">
                <a:alpha val="70000"/>
              </a:srgbClr>
            </a:outerShdw>
          </a:effectLst>
        </p:spPr>
      </p:pic>
      <p:pic>
        <p:nvPicPr>
          <p:cNvPr id="7" name="图片 6" descr="表格&#10;&#10;描述已自动生成">
            <a:extLst>
              <a:ext uri="{FF2B5EF4-FFF2-40B4-BE49-F238E27FC236}">
                <a16:creationId xmlns:a16="http://schemas.microsoft.com/office/drawing/2014/main" id="{A639BD1C-5FED-8643-CC8D-5EDA9BC87FE7}"/>
              </a:ext>
            </a:extLst>
          </p:cNvPr>
          <p:cNvPicPr>
            <a:picLocks noChangeAspect="1"/>
          </p:cNvPicPr>
          <p:nvPr/>
        </p:nvPicPr>
        <p:blipFill rotWithShape="1">
          <a:blip r:embed="rId4"/>
          <a:srcRect t="79033"/>
          <a:stretch/>
        </p:blipFill>
        <p:spPr>
          <a:xfrm>
            <a:off x="5940876" y="4942363"/>
            <a:ext cx="6079984" cy="816179"/>
          </a:xfrm>
          <a:prstGeom prst="rect">
            <a:avLst/>
          </a:prstGeom>
          <a:ln>
            <a:noFill/>
          </a:ln>
          <a:effectLst>
            <a:outerShdw blurRad="190500" algn="tl" rotWithShape="0">
              <a:srgbClr val="000000">
                <a:alpha val="70000"/>
              </a:srgbClr>
            </a:outerShdw>
          </a:effectLst>
        </p:spPr>
      </p:pic>
      <p:sp>
        <p:nvSpPr>
          <p:cNvPr id="3" name="页脚占位符 2">
            <a:extLst>
              <a:ext uri="{FF2B5EF4-FFF2-40B4-BE49-F238E27FC236}">
                <a16:creationId xmlns:a16="http://schemas.microsoft.com/office/drawing/2014/main" id="{B4A5B715-945D-570A-A45A-4CD7BC9435C3}"/>
              </a:ext>
            </a:extLst>
          </p:cNvPr>
          <p:cNvSpPr>
            <a:spLocks noGrp="1"/>
          </p:cNvSpPr>
          <p:nvPr>
            <p:ph type="ftr" sz="quarter" idx="11"/>
          </p:nvPr>
        </p:nvSpPr>
        <p:spPr>
          <a:xfrm>
            <a:off x="669924" y="6240463"/>
            <a:ext cx="4140201" cy="206381"/>
          </a:xfrm>
        </p:spPr>
        <p:txBody>
          <a:bodyPr/>
          <a:lstStyle/>
          <a:p>
            <a:r>
              <a:rPr lang="zh-CN" altLang="en-US" dirty="0">
                <a:cs typeface="+mn-ea"/>
                <a:sym typeface="+mn-lt"/>
              </a:rPr>
              <a:t>课程管理系统</a:t>
            </a:r>
          </a:p>
        </p:txBody>
      </p:sp>
      <p:sp>
        <p:nvSpPr>
          <p:cNvPr id="10" name="文本框 9">
            <a:extLst>
              <a:ext uri="{FF2B5EF4-FFF2-40B4-BE49-F238E27FC236}">
                <a16:creationId xmlns:a16="http://schemas.microsoft.com/office/drawing/2014/main" id="{1D03DD87-E490-B222-BCE4-6280A1C50113}"/>
              </a:ext>
            </a:extLst>
          </p:cNvPr>
          <p:cNvSpPr txBox="1"/>
          <p:nvPr/>
        </p:nvSpPr>
        <p:spPr>
          <a:xfrm>
            <a:off x="669924" y="1448096"/>
            <a:ext cx="4835526" cy="923330"/>
          </a:xfrm>
          <a:prstGeom prst="rect">
            <a:avLst/>
          </a:prstGeom>
          <a:noFill/>
        </p:spPr>
        <p:txBody>
          <a:bodyPr wrap="square" rtlCol="0">
            <a:spAutoFit/>
          </a:bodyPr>
          <a:lstStyle/>
          <a:p>
            <a:r>
              <a:rPr lang="zh-CN" altLang="en-US" b="1" dirty="0"/>
              <a:t>功能：</a:t>
            </a:r>
            <a:endParaRPr lang="en-US" altLang="zh-CN" b="1" dirty="0"/>
          </a:p>
          <a:p>
            <a:r>
              <a:rPr lang="zh-CN" altLang="en-US" dirty="0"/>
              <a:t>查询：通过输入学生相关信息进行注册，并从后端返回生成账号</a:t>
            </a:r>
          </a:p>
        </p:txBody>
      </p:sp>
    </p:spTree>
    <p:extLst>
      <p:ext uri="{BB962C8B-B14F-4D97-AF65-F5344CB8AC3E}">
        <p14:creationId xmlns:p14="http://schemas.microsoft.com/office/powerpoint/2010/main" val="19032879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教务教师信息管理页面</a:t>
            </a:r>
            <a:endParaRPr lang="zh-CN" altLang="en-US" dirty="0">
              <a:latin typeface="+mn-lt"/>
              <a:ea typeface="+mn-ea"/>
              <a:cs typeface="+mn-ea"/>
              <a:sym typeface="+mn-lt"/>
            </a:endParaRPr>
          </a:p>
        </p:txBody>
      </p:sp>
      <p:sp>
        <p:nvSpPr>
          <p:cNvPr id="4" name="灯片编号占位符 3"/>
          <p:cNvSpPr>
            <a:spLocks noGrp="1"/>
          </p:cNvSpPr>
          <p:nvPr>
            <p:ph type="sldNum" sz="quarter" idx="12"/>
          </p:nvPr>
        </p:nvSpPr>
        <p:spPr/>
        <p:txBody>
          <a:bodyPr/>
          <a:lstStyle/>
          <a:p>
            <a:fld id="{5DD3DB80-B894-403A-B48E-6FDC1A72010E}" type="slidenum">
              <a:rPr lang="zh-CN" altLang="en-US" b="1" smtClean="0">
                <a:solidFill>
                  <a:schemeClr val="tx1"/>
                </a:solidFill>
                <a:cs typeface="+mn-ea"/>
                <a:sym typeface="+mn-lt"/>
              </a:rPr>
              <a:t>35</a:t>
            </a:fld>
            <a:endParaRPr lang="zh-CN" altLang="en-US" b="1" dirty="0">
              <a:solidFill>
                <a:schemeClr val="tx1"/>
              </a:solidFill>
              <a:cs typeface="+mn-ea"/>
              <a:sym typeface="+mn-lt"/>
            </a:endParaRPr>
          </a:p>
        </p:txBody>
      </p:sp>
      <p:sp>
        <p:nvSpPr>
          <p:cNvPr id="8" name="文本框 7">
            <a:extLst>
              <a:ext uri="{FF2B5EF4-FFF2-40B4-BE49-F238E27FC236}">
                <a16:creationId xmlns:a16="http://schemas.microsoft.com/office/drawing/2014/main" id="{4E4816CC-0DDB-F48E-5C56-D3BB15D5599E}"/>
              </a:ext>
            </a:extLst>
          </p:cNvPr>
          <p:cNvSpPr txBox="1"/>
          <p:nvPr/>
        </p:nvSpPr>
        <p:spPr>
          <a:xfrm>
            <a:off x="669924" y="1457621"/>
            <a:ext cx="2723823" cy="646331"/>
          </a:xfrm>
          <a:prstGeom prst="rect">
            <a:avLst/>
          </a:prstGeom>
          <a:noFill/>
        </p:spPr>
        <p:txBody>
          <a:bodyPr wrap="none" rtlCol="0">
            <a:spAutoFit/>
          </a:bodyPr>
          <a:lstStyle/>
          <a:p>
            <a:r>
              <a:rPr lang="zh-CN" altLang="en-US" b="1" dirty="0"/>
              <a:t>功能：</a:t>
            </a:r>
            <a:endParaRPr lang="en-US" altLang="zh-CN" b="1" dirty="0"/>
          </a:p>
          <a:p>
            <a:r>
              <a:rPr lang="zh-CN" altLang="en-US" dirty="0"/>
              <a:t>查询：找到对应学院老师</a:t>
            </a:r>
          </a:p>
        </p:txBody>
      </p:sp>
      <p:pic>
        <p:nvPicPr>
          <p:cNvPr id="3" name="图片 2" descr="图形用户界面, 表格&#10;&#10;描述已自动生成">
            <a:extLst>
              <a:ext uri="{FF2B5EF4-FFF2-40B4-BE49-F238E27FC236}">
                <a16:creationId xmlns:a16="http://schemas.microsoft.com/office/drawing/2014/main" id="{721EDA17-65FF-E84B-F85F-7962E1F8700A}"/>
              </a:ext>
            </a:extLst>
          </p:cNvPr>
          <p:cNvPicPr>
            <a:picLocks noChangeAspect="1"/>
          </p:cNvPicPr>
          <p:nvPr/>
        </p:nvPicPr>
        <p:blipFill>
          <a:blip r:embed="rId2"/>
          <a:stretch>
            <a:fillRect/>
          </a:stretch>
        </p:blipFill>
        <p:spPr>
          <a:xfrm>
            <a:off x="3931496" y="1115217"/>
            <a:ext cx="7588991" cy="3320298"/>
          </a:xfrm>
          <a:prstGeom prst="rect">
            <a:avLst/>
          </a:prstGeom>
          <a:ln>
            <a:noFill/>
          </a:ln>
          <a:effectLst>
            <a:outerShdw blurRad="190500" algn="tl" rotWithShape="0">
              <a:srgbClr val="000000">
                <a:alpha val="70000"/>
              </a:srgbClr>
            </a:outerShdw>
          </a:effectLst>
        </p:spPr>
      </p:pic>
      <p:pic>
        <p:nvPicPr>
          <p:cNvPr id="11" name="图片 10">
            <a:extLst>
              <a:ext uri="{FF2B5EF4-FFF2-40B4-BE49-F238E27FC236}">
                <a16:creationId xmlns:a16="http://schemas.microsoft.com/office/drawing/2014/main" id="{509C4649-CF8D-AA1F-DAEE-104184ED16F7}"/>
              </a:ext>
            </a:extLst>
          </p:cNvPr>
          <p:cNvPicPr>
            <a:picLocks noChangeAspect="1"/>
          </p:cNvPicPr>
          <p:nvPr/>
        </p:nvPicPr>
        <p:blipFill>
          <a:blip r:embed="rId3"/>
          <a:stretch>
            <a:fillRect/>
          </a:stretch>
        </p:blipFill>
        <p:spPr>
          <a:xfrm>
            <a:off x="669924" y="2875774"/>
            <a:ext cx="7588990" cy="3292515"/>
          </a:xfrm>
          <a:prstGeom prst="rect">
            <a:avLst/>
          </a:prstGeom>
          <a:ln>
            <a:noFill/>
          </a:ln>
          <a:effectLst>
            <a:outerShdw blurRad="190500" algn="tl" rotWithShape="0">
              <a:srgbClr val="000000">
                <a:alpha val="70000"/>
              </a:srgbClr>
            </a:outerShdw>
          </a:effectLst>
        </p:spPr>
      </p:pic>
      <p:sp>
        <p:nvSpPr>
          <p:cNvPr id="5" name="页脚占位符 2">
            <a:extLst>
              <a:ext uri="{FF2B5EF4-FFF2-40B4-BE49-F238E27FC236}">
                <a16:creationId xmlns:a16="http://schemas.microsoft.com/office/drawing/2014/main" id="{CC3B60C9-937D-0177-FBF8-566EC56BEAA8}"/>
              </a:ext>
            </a:extLst>
          </p:cNvPr>
          <p:cNvSpPr>
            <a:spLocks noGrp="1"/>
          </p:cNvSpPr>
          <p:nvPr>
            <p:ph type="ftr" sz="quarter" idx="11"/>
          </p:nvPr>
        </p:nvSpPr>
        <p:spPr>
          <a:xfrm>
            <a:off x="669924" y="6240463"/>
            <a:ext cx="4140201" cy="206381"/>
          </a:xfrm>
        </p:spPr>
        <p:txBody>
          <a:bodyPr/>
          <a:lstStyle/>
          <a:p>
            <a:r>
              <a:rPr lang="zh-CN" altLang="en-US" dirty="0">
                <a:cs typeface="+mn-ea"/>
                <a:sym typeface="+mn-lt"/>
              </a:rPr>
              <a:t>课程管理系统</a:t>
            </a:r>
          </a:p>
        </p:txBody>
      </p:sp>
    </p:spTree>
    <p:extLst>
      <p:ext uri="{BB962C8B-B14F-4D97-AF65-F5344CB8AC3E}">
        <p14:creationId xmlns:p14="http://schemas.microsoft.com/office/powerpoint/2010/main" val="41836404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教务教师信息管理页面</a:t>
            </a:r>
            <a:endParaRPr lang="zh-CN" altLang="en-US" dirty="0">
              <a:latin typeface="+mn-lt"/>
              <a:ea typeface="+mn-ea"/>
              <a:cs typeface="+mn-ea"/>
              <a:sym typeface="+mn-lt"/>
            </a:endParaRPr>
          </a:p>
        </p:txBody>
      </p:sp>
      <p:sp>
        <p:nvSpPr>
          <p:cNvPr id="4" name="灯片编号占位符 3"/>
          <p:cNvSpPr>
            <a:spLocks noGrp="1"/>
          </p:cNvSpPr>
          <p:nvPr>
            <p:ph type="sldNum" sz="quarter" idx="12"/>
          </p:nvPr>
        </p:nvSpPr>
        <p:spPr/>
        <p:txBody>
          <a:bodyPr/>
          <a:lstStyle/>
          <a:p>
            <a:fld id="{5DD3DB80-B894-403A-B48E-6FDC1A72010E}" type="slidenum">
              <a:rPr lang="zh-CN" altLang="en-US" b="1" smtClean="0">
                <a:solidFill>
                  <a:schemeClr val="tx1"/>
                </a:solidFill>
                <a:cs typeface="+mn-ea"/>
                <a:sym typeface="+mn-lt"/>
              </a:rPr>
              <a:t>36</a:t>
            </a:fld>
            <a:endParaRPr lang="zh-CN" altLang="en-US" b="1" dirty="0">
              <a:solidFill>
                <a:schemeClr val="tx1"/>
              </a:solidFill>
              <a:cs typeface="+mn-ea"/>
              <a:sym typeface="+mn-lt"/>
            </a:endParaRPr>
          </a:p>
        </p:txBody>
      </p:sp>
      <p:pic>
        <p:nvPicPr>
          <p:cNvPr id="3" name="图片 2" descr="图形用户界面, 应用程序&#10;&#10;描述已自动生成">
            <a:extLst>
              <a:ext uri="{FF2B5EF4-FFF2-40B4-BE49-F238E27FC236}">
                <a16:creationId xmlns:a16="http://schemas.microsoft.com/office/drawing/2014/main" id="{0DFEC0E2-21F9-F001-F170-9D9BCFD9F389}"/>
              </a:ext>
            </a:extLst>
          </p:cNvPr>
          <p:cNvPicPr>
            <a:picLocks noChangeAspect="1"/>
          </p:cNvPicPr>
          <p:nvPr/>
        </p:nvPicPr>
        <p:blipFill rotWithShape="1">
          <a:blip r:embed="rId2"/>
          <a:srcRect b="1874"/>
          <a:stretch/>
        </p:blipFill>
        <p:spPr>
          <a:xfrm>
            <a:off x="3857625" y="1514771"/>
            <a:ext cx="7358736" cy="3525512"/>
          </a:xfrm>
          <a:prstGeom prst="rect">
            <a:avLst/>
          </a:prstGeom>
          <a:ln>
            <a:noFill/>
          </a:ln>
          <a:effectLst>
            <a:outerShdw blurRad="190500" algn="tl" rotWithShape="0">
              <a:srgbClr val="000000">
                <a:alpha val="70000"/>
              </a:srgbClr>
            </a:outerShdw>
          </a:effectLst>
        </p:spPr>
      </p:pic>
      <p:pic>
        <p:nvPicPr>
          <p:cNvPr id="10" name="图片 9">
            <a:extLst>
              <a:ext uri="{FF2B5EF4-FFF2-40B4-BE49-F238E27FC236}">
                <a16:creationId xmlns:a16="http://schemas.microsoft.com/office/drawing/2014/main" id="{3AA3E843-7282-6174-84AD-94D514CA78E7}"/>
              </a:ext>
            </a:extLst>
          </p:cNvPr>
          <p:cNvPicPr>
            <a:picLocks noChangeAspect="1"/>
          </p:cNvPicPr>
          <p:nvPr/>
        </p:nvPicPr>
        <p:blipFill>
          <a:blip r:embed="rId3"/>
          <a:stretch>
            <a:fillRect/>
          </a:stretch>
        </p:blipFill>
        <p:spPr>
          <a:xfrm>
            <a:off x="773112" y="5381329"/>
            <a:ext cx="10645776" cy="659891"/>
          </a:xfrm>
          <a:prstGeom prst="rect">
            <a:avLst/>
          </a:prstGeom>
          <a:ln>
            <a:noFill/>
          </a:ln>
          <a:effectLst>
            <a:outerShdw blurRad="190500" algn="tl" rotWithShape="0">
              <a:srgbClr val="000000">
                <a:alpha val="70000"/>
              </a:srgbClr>
            </a:outerShdw>
          </a:effectLst>
        </p:spPr>
      </p:pic>
      <p:sp>
        <p:nvSpPr>
          <p:cNvPr id="5" name="文本框 4">
            <a:extLst>
              <a:ext uri="{FF2B5EF4-FFF2-40B4-BE49-F238E27FC236}">
                <a16:creationId xmlns:a16="http://schemas.microsoft.com/office/drawing/2014/main" id="{10C6353B-6692-30E2-8E9B-A9F21C0761C6}"/>
              </a:ext>
            </a:extLst>
          </p:cNvPr>
          <p:cNvSpPr txBox="1"/>
          <p:nvPr/>
        </p:nvSpPr>
        <p:spPr>
          <a:xfrm>
            <a:off x="669924" y="1448096"/>
            <a:ext cx="2723823" cy="646331"/>
          </a:xfrm>
          <a:prstGeom prst="rect">
            <a:avLst/>
          </a:prstGeom>
          <a:noFill/>
        </p:spPr>
        <p:txBody>
          <a:bodyPr wrap="none" rtlCol="0">
            <a:spAutoFit/>
          </a:bodyPr>
          <a:lstStyle/>
          <a:p>
            <a:r>
              <a:rPr lang="zh-CN" altLang="en-US" b="1" dirty="0"/>
              <a:t>功能：</a:t>
            </a:r>
            <a:endParaRPr lang="en-US" altLang="zh-CN" dirty="0"/>
          </a:p>
          <a:p>
            <a:r>
              <a:rPr lang="zh-CN" altLang="en-US" dirty="0"/>
              <a:t>修改：修改相关老师信息</a:t>
            </a:r>
          </a:p>
        </p:txBody>
      </p:sp>
      <p:sp>
        <p:nvSpPr>
          <p:cNvPr id="6" name="页脚占位符 2">
            <a:extLst>
              <a:ext uri="{FF2B5EF4-FFF2-40B4-BE49-F238E27FC236}">
                <a16:creationId xmlns:a16="http://schemas.microsoft.com/office/drawing/2014/main" id="{F310E02C-39CD-79D6-724D-C677A9F3A108}"/>
              </a:ext>
            </a:extLst>
          </p:cNvPr>
          <p:cNvSpPr>
            <a:spLocks noGrp="1"/>
          </p:cNvSpPr>
          <p:nvPr>
            <p:ph type="ftr" sz="quarter" idx="11"/>
          </p:nvPr>
        </p:nvSpPr>
        <p:spPr>
          <a:xfrm>
            <a:off x="669924" y="6240463"/>
            <a:ext cx="4140201" cy="206381"/>
          </a:xfrm>
        </p:spPr>
        <p:txBody>
          <a:bodyPr/>
          <a:lstStyle/>
          <a:p>
            <a:r>
              <a:rPr lang="zh-CN" altLang="en-US" dirty="0">
                <a:cs typeface="+mn-ea"/>
                <a:sym typeface="+mn-lt"/>
              </a:rPr>
              <a:t>课程管理系统</a:t>
            </a:r>
          </a:p>
        </p:txBody>
      </p:sp>
      <p:pic>
        <p:nvPicPr>
          <p:cNvPr id="9" name="图片 8">
            <a:extLst>
              <a:ext uri="{FF2B5EF4-FFF2-40B4-BE49-F238E27FC236}">
                <a16:creationId xmlns:a16="http://schemas.microsoft.com/office/drawing/2014/main" id="{2F27926C-3B0F-7C06-FA38-F26C374BA460}"/>
              </a:ext>
            </a:extLst>
          </p:cNvPr>
          <p:cNvPicPr>
            <a:picLocks noChangeAspect="1"/>
          </p:cNvPicPr>
          <p:nvPr/>
        </p:nvPicPr>
        <p:blipFill rotWithShape="1">
          <a:blip r:embed="rId4"/>
          <a:srcRect l="2452" t="2881" b="1587"/>
          <a:stretch/>
        </p:blipFill>
        <p:spPr>
          <a:xfrm>
            <a:off x="975637" y="2400786"/>
            <a:ext cx="2112396" cy="2649023"/>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8739635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教务教师信息管理页面</a:t>
            </a:r>
            <a:endParaRPr lang="zh-CN" altLang="en-US" dirty="0">
              <a:latin typeface="+mn-lt"/>
              <a:ea typeface="+mn-ea"/>
              <a:cs typeface="+mn-ea"/>
              <a:sym typeface="+mn-lt"/>
            </a:endParaRPr>
          </a:p>
        </p:txBody>
      </p:sp>
      <p:sp>
        <p:nvSpPr>
          <p:cNvPr id="4" name="灯片编号占位符 3"/>
          <p:cNvSpPr>
            <a:spLocks noGrp="1"/>
          </p:cNvSpPr>
          <p:nvPr>
            <p:ph type="sldNum" sz="quarter" idx="12"/>
          </p:nvPr>
        </p:nvSpPr>
        <p:spPr/>
        <p:txBody>
          <a:bodyPr/>
          <a:lstStyle/>
          <a:p>
            <a:fld id="{5DD3DB80-B894-403A-B48E-6FDC1A72010E}" type="slidenum">
              <a:rPr lang="zh-CN" altLang="en-US" b="1" smtClean="0">
                <a:solidFill>
                  <a:schemeClr val="tx1"/>
                </a:solidFill>
                <a:cs typeface="+mn-ea"/>
                <a:sym typeface="+mn-lt"/>
              </a:rPr>
              <a:t>37</a:t>
            </a:fld>
            <a:endParaRPr lang="zh-CN" altLang="en-US" b="1" dirty="0">
              <a:solidFill>
                <a:schemeClr val="tx1"/>
              </a:solidFill>
              <a:cs typeface="+mn-ea"/>
              <a:sym typeface="+mn-lt"/>
            </a:endParaRPr>
          </a:p>
        </p:txBody>
      </p:sp>
      <p:pic>
        <p:nvPicPr>
          <p:cNvPr id="5" name="图片 4" descr="图形用户界面&#10;&#10;描述已自动生成">
            <a:extLst>
              <a:ext uri="{FF2B5EF4-FFF2-40B4-BE49-F238E27FC236}">
                <a16:creationId xmlns:a16="http://schemas.microsoft.com/office/drawing/2014/main" id="{A4F03E09-924A-855D-3754-E333D3115D11}"/>
              </a:ext>
            </a:extLst>
          </p:cNvPr>
          <p:cNvPicPr>
            <a:picLocks noChangeAspect="1"/>
          </p:cNvPicPr>
          <p:nvPr/>
        </p:nvPicPr>
        <p:blipFill>
          <a:blip r:embed="rId2"/>
          <a:stretch>
            <a:fillRect/>
          </a:stretch>
        </p:blipFill>
        <p:spPr>
          <a:xfrm>
            <a:off x="669924" y="2277041"/>
            <a:ext cx="6577833" cy="2934129"/>
          </a:xfrm>
          <a:prstGeom prst="rect">
            <a:avLst/>
          </a:prstGeom>
          <a:ln>
            <a:noFill/>
          </a:ln>
          <a:effectLst>
            <a:outerShdw blurRad="190500" algn="tl" rotWithShape="0">
              <a:srgbClr val="000000">
                <a:alpha val="70000"/>
              </a:srgbClr>
            </a:outerShdw>
          </a:effectLst>
        </p:spPr>
      </p:pic>
      <p:sp>
        <p:nvSpPr>
          <p:cNvPr id="3" name="文本框 2">
            <a:extLst>
              <a:ext uri="{FF2B5EF4-FFF2-40B4-BE49-F238E27FC236}">
                <a16:creationId xmlns:a16="http://schemas.microsoft.com/office/drawing/2014/main" id="{17C70DB9-0113-94DE-FFB8-6279F3909CCA}"/>
              </a:ext>
            </a:extLst>
          </p:cNvPr>
          <p:cNvSpPr txBox="1"/>
          <p:nvPr/>
        </p:nvSpPr>
        <p:spPr>
          <a:xfrm>
            <a:off x="669924" y="1448096"/>
            <a:ext cx="2723823" cy="646331"/>
          </a:xfrm>
          <a:prstGeom prst="rect">
            <a:avLst/>
          </a:prstGeom>
          <a:noFill/>
        </p:spPr>
        <p:txBody>
          <a:bodyPr wrap="none" rtlCol="0">
            <a:spAutoFit/>
          </a:bodyPr>
          <a:lstStyle/>
          <a:p>
            <a:r>
              <a:rPr lang="zh-CN" altLang="en-US" b="1" dirty="0"/>
              <a:t>功能：</a:t>
            </a:r>
            <a:endParaRPr lang="en-US" altLang="zh-CN" b="1" dirty="0"/>
          </a:p>
          <a:p>
            <a:r>
              <a:rPr lang="zh-CN" altLang="en-US" dirty="0"/>
              <a:t>添加：添加相关老师信息</a:t>
            </a:r>
          </a:p>
        </p:txBody>
      </p:sp>
      <p:sp>
        <p:nvSpPr>
          <p:cNvPr id="6" name="页脚占位符 2">
            <a:extLst>
              <a:ext uri="{FF2B5EF4-FFF2-40B4-BE49-F238E27FC236}">
                <a16:creationId xmlns:a16="http://schemas.microsoft.com/office/drawing/2014/main" id="{03C26A81-3984-B041-2B26-0B71347E7777}"/>
              </a:ext>
            </a:extLst>
          </p:cNvPr>
          <p:cNvSpPr>
            <a:spLocks noGrp="1"/>
          </p:cNvSpPr>
          <p:nvPr>
            <p:ph type="ftr" sz="quarter" idx="11"/>
          </p:nvPr>
        </p:nvSpPr>
        <p:spPr>
          <a:xfrm>
            <a:off x="669924" y="6240463"/>
            <a:ext cx="4140201" cy="206381"/>
          </a:xfrm>
        </p:spPr>
        <p:txBody>
          <a:bodyPr/>
          <a:lstStyle/>
          <a:p>
            <a:r>
              <a:rPr lang="zh-CN" altLang="en-US" dirty="0">
                <a:cs typeface="+mn-ea"/>
                <a:sym typeface="+mn-lt"/>
              </a:rPr>
              <a:t>课程管理系统</a:t>
            </a:r>
          </a:p>
        </p:txBody>
      </p:sp>
      <p:pic>
        <p:nvPicPr>
          <p:cNvPr id="9" name="图片 8">
            <a:extLst>
              <a:ext uri="{FF2B5EF4-FFF2-40B4-BE49-F238E27FC236}">
                <a16:creationId xmlns:a16="http://schemas.microsoft.com/office/drawing/2014/main" id="{BF642FF0-C944-15D0-94A3-D8580CD099FE}"/>
              </a:ext>
            </a:extLst>
          </p:cNvPr>
          <p:cNvPicPr>
            <a:picLocks noChangeAspect="1"/>
          </p:cNvPicPr>
          <p:nvPr/>
        </p:nvPicPr>
        <p:blipFill>
          <a:blip r:embed="rId3"/>
          <a:stretch>
            <a:fillRect/>
          </a:stretch>
        </p:blipFill>
        <p:spPr>
          <a:xfrm>
            <a:off x="7108372" y="1646830"/>
            <a:ext cx="4959949" cy="3190513"/>
          </a:xfrm>
          <a:prstGeom prst="rect">
            <a:avLst/>
          </a:prstGeom>
        </p:spPr>
      </p:pic>
      <p:pic>
        <p:nvPicPr>
          <p:cNvPr id="12" name="图片 11">
            <a:extLst>
              <a:ext uri="{FF2B5EF4-FFF2-40B4-BE49-F238E27FC236}">
                <a16:creationId xmlns:a16="http://schemas.microsoft.com/office/drawing/2014/main" id="{297B6FFC-4E24-EC0D-9DAD-0C8B47274829}"/>
              </a:ext>
            </a:extLst>
          </p:cNvPr>
          <p:cNvPicPr>
            <a:picLocks noChangeAspect="1"/>
          </p:cNvPicPr>
          <p:nvPr/>
        </p:nvPicPr>
        <p:blipFill>
          <a:blip r:embed="rId4"/>
          <a:stretch>
            <a:fillRect/>
          </a:stretch>
        </p:blipFill>
        <p:spPr>
          <a:xfrm>
            <a:off x="7108371" y="4836763"/>
            <a:ext cx="4959950" cy="1296926"/>
          </a:xfrm>
          <a:prstGeom prst="rect">
            <a:avLst/>
          </a:prstGeom>
        </p:spPr>
      </p:pic>
    </p:spTree>
    <p:extLst>
      <p:ext uri="{BB962C8B-B14F-4D97-AF65-F5344CB8AC3E}">
        <p14:creationId xmlns:p14="http://schemas.microsoft.com/office/powerpoint/2010/main" val="18101706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教务教师信息管理页面</a:t>
            </a:r>
            <a:endParaRPr lang="zh-CN" altLang="en-US" dirty="0">
              <a:latin typeface="+mn-lt"/>
              <a:ea typeface="+mn-ea"/>
              <a:cs typeface="+mn-ea"/>
              <a:sym typeface="+mn-lt"/>
            </a:endParaRPr>
          </a:p>
        </p:txBody>
      </p:sp>
      <p:sp>
        <p:nvSpPr>
          <p:cNvPr id="4" name="灯片编号占位符 3"/>
          <p:cNvSpPr>
            <a:spLocks noGrp="1"/>
          </p:cNvSpPr>
          <p:nvPr>
            <p:ph type="sldNum" sz="quarter" idx="12"/>
          </p:nvPr>
        </p:nvSpPr>
        <p:spPr/>
        <p:txBody>
          <a:bodyPr/>
          <a:lstStyle/>
          <a:p>
            <a:fld id="{5DD3DB80-B894-403A-B48E-6FDC1A72010E}" type="slidenum">
              <a:rPr lang="zh-CN" altLang="en-US" b="1" smtClean="0">
                <a:solidFill>
                  <a:schemeClr val="tx1"/>
                </a:solidFill>
                <a:cs typeface="+mn-ea"/>
                <a:sym typeface="+mn-lt"/>
              </a:rPr>
              <a:t>38</a:t>
            </a:fld>
            <a:endParaRPr lang="zh-CN" altLang="en-US" b="1" dirty="0">
              <a:solidFill>
                <a:schemeClr val="tx1"/>
              </a:solidFill>
              <a:cs typeface="+mn-ea"/>
              <a:sym typeface="+mn-lt"/>
            </a:endParaRPr>
          </a:p>
        </p:txBody>
      </p:sp>
      <p:pic>
        <p:nvPicPr>
          <p:cNvPr id="5" name="图片 4" descr="图形用户界面&#10;&#10;描述已自动生成">
            <a:extLst>
              <a:ext uri="{FF2B5EF4-FFF2-40B4-BE49-F238E27FC236}">
                <a16:creationId xmlns:a16="http://schemas.microsoft.com/office/drawing/2014/main" id="{A4F03E09-924A-855D-3754-E333D3115D11}"/>
              </a:ext>
            </a:extLst>
          </p:cNvPr>
          <p:cNvPicPr>
            <a:picLocks noChangeAspect="1"/>
          </p:cNvPicPr>
          <p:nvPr/>
        </p:nvPicPr>
        <p:blipFill>
          <a:blip r:embed="rId2"/>
          <a:stretch>
            <a:fillRect/>
          </a:stretch>
        </p:blipFill>
        <p:spPr>
          <a:xfrm>
            <a:off x="669923" y="2857070"/>
            <a:ext cx="6577833" cy="2934129"/>
          </a:xfrm>
          <a:prstGeom prst="rect">
            <a:avLst/>
          </a:prstGeom>
          <a:ln>
            <a:noFill/>
          </a:ln>
          <a:effectLst>
            <a:outerShdw blurRad="190500" algn="tl" rotWithShape="0">
              <a:srgbClr val="000000">
                <a:alpha val="70000"/>
              </a:srgbClr>
            </a:outerShdw>
          </a:effectLst>
        </p:spPr>
      </p:pic>
      <p:pic>
        <p:nvPicPr>
          <p:cNvPr id="7" name="图片 6">
            <a:extLst>
              <a:ext uri="{FF2B5EF4-FFF2-40B4-BE49-F238E27FC236}">
                <a16:creationId xmlns:a16="http://schemas.microsoft.com/office/drawing/2014/main" id="{1692740A-DF29-8BBB-CDC9-A554B5BC0AAC}"/>
              </a:ext>
            </a:extLst>
          </p:cNvPr>
          <p:cNvPicPr>
            <a:picLocks noChangeAspect="1"/>
          </p:cNvPicPr>
          <p:nvPr/>
        </p:nvPicPr>
        <p:blipFill>
          <a:blip r:embed="rId3"/>
          <a:stretch>
            <a:fillRect/>
          </a:stretch>
        </p:blipFill>
        <p:spPr>
          <a:xfrm>
            <a:off x="5323709" y="1448096"/>
            <a:ext cx="6573779" cy="3160395"/>
          </a:xfrm>
          <a:prstGeom prst="rect">
            <a:avLst/>
          </a:prstGeom>
          <a:ln>
            <a:noFill/>
          </a:ln>
          <a:effectLst>
            <a:outerShdw blurRad="190500" algn="tl" rotWithShape="0">
              <a:srgbClr val="000000">
                <a:alpha val="70000"/>
              </a:srgbClr>
            </a:outerShdw>
          </a:effectLst>
        </p:spPr>
      </p:pic>
      <p:pic>
        <p:nvPicPr>
          <p:cNvPr id="11" name="图片 10">
            <a:extLst>
              <a:ext uri="{FF2B5EF4-FFF2-40B4-BE49-F238E27FC236}">
                <a16:creationId xmlns:a16="http://schemas.microsoft.com/office/drawing/2014/main" id="{3D5361D0-5B8B-D0BD-551B-48FC399C561C}"/>
              </a:ext>
            </a:extLst>
          </p:cNvPr>
          <p:cNvPicPr>
            <a:picLocks noChangeAspect="1"/>
          </p:cNvPicPr>
          <p:nvPr/>
        </p:nvPicPr>
        <p:blipFill>
          <a:blip r:embed="rId4"/>
          <a:stretch>
            <a:fillRect/>
          </a:stretch>
        </p:blipFill>
        <p:spPr>
          <a:xfrm>
            <a:off x="5323709" y="4927132"/>
            <a:ext cx="6045202" cy="284038"/>
          </a:xfrm>
          <a:prstGeom prst="rect">
            <a:avLst/>
          </a:prstGeom>
          <a:ln>
            <a:noFill/>
          </a:ln>
          <a:effectLst>
            <a:outerShdw blurRad="190500" algn="tl" rotWithShape="0">
              <a:srgbClr val="000000">
                <a:alpha val="70000"/>
              </a:srgbClr>
            </a:outerShdw>
          </a:effectLst>
        </p:spPr>
      </p:pic>
      <p:sp>
        <p:nvSpPr>
          <p:cNvPr id="3" name="文本框 2">
            <a:extLst>
              <a:ext uri="{FF2B5EF4-FFF2-40B4-BE49-F238E27FC236}">
                <a16:creationId xmlns:a16="http://schemas.microsoft.com/office/drawing/2014/main" id="{17C70DB9-0113-94DE-FFB8-6279F3909CCA}"/>
              </a:ext>
            </a:extLst>
          </p:cNvPr>
          <p:cNvSpPr txBox="1"/>
          <p:nvPr/>
        </p:nvSpPr>
        <p:spPr>
          <a:xfrm>
            <a:off x="669924" y="1448096"/>
            <a:ext cx="2723823" cy="646331"/>
          </a:xfrm>
          <a:prstGeom prst="rect">
            <a:avLst/>
          </a:prstGeom>
          <a:noFill/>
        </p:spPr>
        <p:txBody>
          <a:bodyPr wrap="none" rtlCol="0">
            <a:spAutoFit/>
          </a:bodyPr>
          <a:lstStyle/>
          <a:p>
            <a:r>
              <a:rPr lang="zh-CN" altLang="en-US" b="1" dirty="0"/>
              <a:t>功能：</a:t>
            </a:r>
            <a:endParaRPr lang="en-US" altLang="zh-CN" b="1" dirty="0"/>
          </a:p>
          <a:p>
            <a:r>
              <a:rPr lang="zh-CN" altLang="en-US" dirty="0"/>
              <a:t>添加：添加相关老师信息</a:t>
            </a:r>
          </a:p>
        </p:txBody>
      </p:sp>
      <p:sp>
        <p:nvSpPr>
          <p:cNvPr id="6" name="页脚占位符 2">
            <a:extLst>
              <a:ext uri="{FF2B5EF4-FFF2-40B4-BE49-F238E27FC236}">
                <a16:creationId xmlns:a16="http://schemas.microsoft.com/office/drawing/2014/main" id="{03C26A81-3984-B041-2B26-0B71347E7777}"/>
              </a:ext>
            </a:extLst>
          </p:cNvPr>
          <p:cNvSpPr>
            <a:spLocks noGrp="1"/>
          </p:cNvSpPr>
          <p:nvPr>
            <p:ph type="ftr" sz="quarter" idx="11"/>
          </p:nvPr>
        </p:nvSpPr>
        <p:spPr>
          <a:xfrm>
            <a:off x="669924" y="6240463"/>
            <a:ext cx="4140201" cy="206381"/>
          </a:xfrm>
        </p:spPr>
        <p:txBody>
          <a:bodyPr/>
          <a:lstStyle/>
          <a:p>
            <a:r>
              <a:rPr lang="zh-CN" altLang="en-US" dirty="0">
                <a:cs typeface="+mn-ea"/>
                <a:sym typeface="+mn-lt"/>
              </a:rPr>
              <a:t>课程管理系统</a:t>
            </a:r>
          </a:p>
        </p:txBody>
      </p:sp>
    </p:spTree>
    <p:extLst>
      <p:ext uri="{BB962C8B-B14F-4D97-AF65-F5344CB8AC3E}">
        <p14:creationId xmlns:p14="http://schemas.microsoft.com/office/powerpoint/2010/main" val="10649066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教务老师信息管理页面</a:t>
            </a:r>
            <a:endParaRPr lang="zh-CN" altLang="en-US" dirty="0">
              <a:latin typeface="+mn-lt"/>
              <a:ea typeface="+mn-ea"/>
              <a:cs typeface="+mn-ea"/>
              <a:sym typeface="+mn-lt"/>
            </a:endParaRPr>
          </a:p>
        </p:txBody>
      </p:sp>
      <p:sp>
        <p:nvSpPr>
          <p:cNvPr id="4" name="灯片编号占位符 3"/>
          <p:cNvSpPr>
            <a:spLocks noGrp="1"/>
          </p:cNvSpPr>
          <p:nvPr>
            <p:ph type="sldNum" sz="quarter" idx="12"/>
          </p:nvPr>
        </p:nvSpPr>
        <p:spPr/>
        <p:txBody>
          <a:bodyPr/>
          <a:lstStyle/>
          <a:p>
            <a:fld id="{5DD3DB80-B894-403A-B48E-6FDC1A72010E}" type="slidenum">
              <a:rPr lang="zh-CN" altLang="en-US" b="1" smtClean="0">
                <a:solidFill>
                  <a:schemeClr val="tx1"/>
                </a:solidFill>
                <a:cs typeface="+mn-ea"/>
                <a:sym typeface="+mn-lt"/>
              </a:rPr>
              <a:t>39</a:t>
            </a:fld>
            <a:endParaRPr lang="zh-CN" altLang="en-US" b="1" dirty="0">
              <a:solidFill>
                <a:schemeClr val="tx1"/>
              </a:solidFill>
              <a:cs typeface="+mn-ea"/>
              <a:sym typeface="+mn-lt"/>
            </a:endParaRPr>
          </a:p>
        </p:txBody>
      </p:sp>
      <p:pic>
        <p:nvPicPr>
          <p:cNvPr id="5" name="图片 4" descr="图形用户界面, 应用程序&#10;&#10;描述已自动生成">
            <a:extLst>
              <a:ext uri="{FF2B5EF4-FFF2-40B4-BE49-F238E27FC236}">
                <a16:creationId xmlns:a16="http://schemas.microsoft.com/office/drawing/2014/main" id="{033F9F71-BB1E-167A-0166-1CD22239DC55}"/>
              </a:ext>
            </a:extLst>
          </p:cNvPr>
          <p:cNvPicPr>
            <a:picLocks noChangeAspect="1"/>
          </p:cNvPicPr>
          <p:nvPr/>
        </p:nvPicPr>
        <p:blipFill>
          <a:blip r:embed="rId2"/>
          <a:stretch>
            <a:fillRect/>
          </a:stretch>
        </p:blipFill>
        <p:spPr>
          <a:xfrm>
            <a:off x="581434" y="2470427"/>
            <a:ext cx="7071489" cy="3174763"/>
          </a:xfrm>
          <a:prstGeom prst="rect">
            <a:avLst/>
          </a:prstGeom>
          <a:ln>
            <a:noFill/>
          </a:ln>
          <a:effectLst>
            <a:outerShdw blurRad="190500" algn="tl" rotWithShape="0">
              <a:srgbClr val="000000">
                <a:alpha val="70000"/>
              </a:srgbClr>
            </a:outerShdw>
          </a:effectLst>
        </p:spPr>
      </p:pic>
      <p:pic>
        <p:nvPicPr>
          <p:cNvPr id="6" name="图片 5" descr="图形用户界面, 应用程序&#10;&#10;描述已自动生成">
            <a:extLst>
              <a:ext uri="{FF2B5EF4-FFF2-40B4-BE49-F238E27FC236}">
                <a16:creationId xmlns:a16="http://schemas.microsoft.com/office/drawing/2014/main" id="{3F0E3F19-1722-EDE4-A315-2EE4E3DA11D1}"/>
              </a:ext>
            </a:extLst>
          </p:cNvPr>
          <p:cNvPicPr>
            <a:picLocks noChangeAspect="1"/>
          </p:cNvPicPr>
          <p:nvPr/>
        </p:nvPicPr>
        <p:blipFill>
          <a:blip r:embed="rId3"/>
          <a:stretch>
            <a:fillRect/>
          </a:stretch>
        </p:blipFill>
        <p:spPr>
          <a:xfrm>
            <a:off x="4314826" y="1074356"/>
            <a:ext cx="7205662" cy="3212445"/>
          </a:xfrm>
          <a:prstGeom prst="rect">
            <a:avLst/>
          </a:prstGeom>
          <a:ln>
            <a:noFill/>
          </a:ln>
          <a:effectLst>
            <a:outerShdw blurRad="190500" algn="tl" rotWithShape="0">
              <a:srgbClr val="000000">
                <a:alpha val="70000"/>
              </a:srgbClr>
            </a:outerShdw>
          </a:effectLst>
        </p:spPr>
      </p:pic>
      <p:pic>
        <p:nvPicPr>
          <p:cNvPr id="7" name="图片 6" descr="图形用户界面, 应用程序&#10;&#10;描述已自动生成">
            <a:extLst>
              <a:ext uri="{FF2B5EF4-FFF2-40B4-BE49-F238E27FC236}">
                <a16:creationId xmlns:a16="http://schemas.microsoft.com/office/drawing/2014/main" id="{580A080D-1EC8-3079-237F-5E62DEE405E0}"/>
              </a:ext>
            </a:extLst>
          </p:cNvPr>
          <p:cNvPicPr>
            <a:picLocks noChangeAspect="1"/>
          </p:cNvPicPr>
          <p:nvPr/>
        </p:nvPicPr>
        <p:blipFill>
          <a:blip r:embed="rId4"/>
          <a:stretch>
            <a:fillRect/>
          </a:stretch>
        </p:blipFill>
        <p:spPr>
          <a:xfrm>
            <a:off x="4314825" y="2964813"/>
            <a:ext cx="7205662" cy="3208975"/>
          </a:xfrm>
          <a:prstGeom prst="rect">
            <a:avLst/>
          </a:prstGeom>
          <a:ln>
            <a:noFill/>
          </a:ln>
          <a:effectLst>
            <a:outerShdw blurRad="190500" algn="tl" rotWithShape="0">
              <a:srgbClr val="000000">
                <a:alpha val="70000"/>
              </a:srgbClr>
            </a:outerShdw>
          </a:effectLst>
        </p:spPr>
      </p:pic>
      <p:sp>
        <p:nvSpPr>
          <p:cNvPr id="3" name="文本框 2">
            <a:extLst>
              <a:ext uri="{FF2B5EF4-FFF2-40B4-BE49-F238E27FC236}">
                <a16:creationId xmlns:a16="http://schemas.microsoft.com/office/drawing/2014/main" id="{A9D08C1A-C1FB-B99C-F486-AAAAF45EE364}"/>
              </a:ext>
            </a:extLst>
          </p:cNvPr>
          <p:cNvSpPr txBox="1"/>
          <p:nvPr/>
        </p:nvSpPr>
        <p:spPr>
          <a:xfrm>
            <a:off x="669924" y="1438571"/>
            <a:ext cx="3249608" cy="646331"/>
          </a:xfrm>
          <a:prstGeom prst="rect">
            <a:avLst/>
          </a:prstGeom>
          <a:noFill/>
        </p:spPr>
        <p:txBody>
          <a:bodyPr wrap="none" rtlCol="0">
            <a:spAutoFit/>
          </a:bodyPr>
          <a:lstStyle/>
          <a:p>
            <a:r>
              <a:rPr lang="zh-CN" altLang="en-US" b="1" dirty="0"/>
              <a:t>功能：</a:t>
            </a:r>
            <a:endParaRPr lang="en-US" altLang="zh-CN" b="1" dirty="0"/>
          </a:p>
          <a:p>
            <a:r>
              <a:rPr lang="zh-CN" altLang="en-US" dirty="0"/>
              <a:t>查询：找到对应学院</a:t>
            </a:r>
            <a:r>
              <a:rPr lang="en-US" altLang="zh-CN" dirty="0"/>
              <a:t>/</a:t>
            </a:r>
            <a:r>
              <a:rPr lang="zh-CN" altLang="en-US" dirty="0"/>
              <a:t>专业学生</a:t>
            </a:r>
          </a:p>
        </p:txBody>
      </p:sp>
      <p:sp>
        <p:nvSpPr>
          <p:cNvPr id="9" name="页脚占位符 2">
            <a:extLst>
              <a:ext uri="{FF2B5EF4-FFF2-40B4-BE49-F238E27FC236}">
                <a16:creationId xmlns:a16="http://schemas.microsoft.com/office/drawing/2014/main" id="{8A4759FE-0BCF-2BBA-87CB-B6E09B25B341}"/>
              </a:ext>
            </a:extLst>
          </p:cNvPr>
          <p:cNvSpPr>
            <a:spLocks noGrp="1"/>
          </p:cNvSpPr>
          <p:nvPr>
            <p:ph type="ftr" sz="quarter" idx="11"/>
          </p:nvPr>
        </p:nvSpPr>
        <p:spPr>
          <a:xfrm>
            <a:off x="669924" y="6240463"/>
            <a:ext cx="4140201" cy="206381"/>
          </a:xfrm>
        </p:spPr>
        <p:txBody>
          <a:bodyPr/>
          <a:lstStyle/>
          <a:p>
            <a:r>
              <a:rPr lang="zh-CN" altLang="en-US" dirty="0">
                <a:cs typeface="+mn-ea"/>
                <a:sym typeface="+mn-lt"/>
              </a:rPr>
              <a:t>课程管理系统</a:t>
            </a:r>
          </a:p>
        </p:txBody>
      </p:sp>
    </p:spTree>
    <p:extLst>
      <p:ext uri="{BB962C8B-B14F-4D97-AF65-F5344CB8AC3E}">
        <p14:creationId xmlns:p14="http://schemas.microsoft.com/office/powerpoint/2010/main" val="2545732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教务学生信息管理页面</a:t>
            </a:r>
            <a:endParaRPr lang="zh-CN" altLang="en-US" dirty="0">
              <a:latin typeface="+mn-lt"/>
              <a:ea typeface="+mn-ea"/>
              <a:cs typeface="+mn-ea"/>
              <a:sym typeface="+mn-lt"/>
            </a:endParaRPr>
          </a:p>
        </p:txBody>
      </p:sp>
      <p:sp>
        <p:nvSpPr>
          <p:cNvPr id="4" name="灯片编号占位符 3"/>
          <p:cNvSpPr>
            <a:spLocks noGrp="1"/>
          </p:cNvSpPr>
          <p:nvPr>
            <p:ph type="sldNum" sz="quarter" idx="12"/>
          </p:nvPr>
        </p:nvSpPr>
        <p:spPr/>
        <p:txBody>
          <a:bodyPr/>
          <a:lstStyle/>
          <a:p>
            <a:fld id="{5DD3DB80-B894-403A-B48E-6FDC1A72010E}" type="slidenum">
              <a:rPr lang="zh-CN" altLang="en-US" b="1" smtClean="0">
                <a:solidFill>
                  <a:schemeClr val="tx1"/>
                </a:solidFill>
                <a:cs typeface="+mn-ea"/>
                <a:sym typeface="+mn-lt"/>
              </a:rPr>
              <a:t>40</a:t>
            </a:fld>
            <a:endParaRPr lang="zh-CN" altLang="en-US" b="1" dirty="0">
              <a:solidFill>
                <a:schemeClr val="tx1"/>
              </a:solidFill>
              <a:cs typeface="+mn-ea"/>
              <a:sym typeface="+mn-lt"/>
            </a:endParaRPr>
          </a:p>
        </p:txBody>
      </p:sp>
      <p:pic>
        <p:nvPicPr>
          <p:cNvPr id="5" name="图片 4" descr="图形用户界面, 应用程序&#10;&#10;描述已自动生成">
            <a:extLst>
              <a:ext uri="{FF2B5EF4-FFF2-40B4-BE49-F238E27FC236}">
                <a16:creationId xmlns:a16="http://schemas.microsoft.com/office/drawing/2014/main" id="{457551BD-D2D2-A90D-5058-C551CF5B45B7}"/>
              </a:ext>
            </a:extLst>
          </p:cNvPr>
          <p:cNvPicPr>
            <a:picLocks noChangeAspect="1"/>
          </p:cNvPicPr>
          <p:nvPr/>
        </p:nvPicPr>
        <p:blipFill>
          <a:blip r:embed="rId2"/>
          <a:stretch>
            <a:fillRect/>
          </a:stretch>
        </p:blipFill>
        <p:spPr>
          <a:xfrm>
            <a:off x="2068987" y="2339413"/>
            <a:ext cx="8052435" cy="3568627"/>
          </a:xfrm>
          <a:prstGeom prst="rect">
            <a:avLst/>
          </a:prstGeom>
          <a:ln>
            <a:noFill/>
          </a:ln>
          <a:effectLst>
            <a:outerShdw blurRad="190500" algn="tl" rotWithShape="0">
              <a:srgbClr val="000000">
                <a:alpha val="70000"/>
              </a:srgbClr>
            </a:outerShdw>
          </a:effectLst>
        </p:spPr>
      </p:pic>
      <p:pic>
        <p:nvPicPr>
          <p:cNvPr id="6" name="图片 5">
            <a:extLst>
              <a:ext uri="{FF2B5EF4-FFF2-40B4-BE49-F238E27FC236}">
                <a16:creationId xmlns:a16="http://schemas.microsoft.com/office/drawing/2014/main" id="{99EC62F3-F860-669F-13D9-22F5257A2D05}"/>
              </a:ext>
            </a:extLst>
          </p:cNvPr>
          <p:cNvPicPr>
            <a:picLocks noChangeAspect="1"/>
          </p:cNvPicPr>
          <p:nvPr/>
        </p:nvPicPr>
        <p:blipFill>
          <a:blip r:embed="rId3"/>
          <a:stretch>
            <a:fillRect/>
          </a:stretch>
        </p:blipFill>
        <p:spPr>
          <a:xfrm>
            <a:off x="1044038" y="5670867"/>
            <a:ext cx="10102332" cy="474345"/>
          </a:xfrm>
          <a:prstGeom prst="rect">
            <a:avLst/>
          </a:prstGeom>
          <a:ln>
            <a:noFill/>
          </a:ln>
          <a:effectLst>
            <a:outerShdw blurRad="190500" algn="tl" rotWithShape="0">
              <a:srgbClr val="000000">
                <a:alpha val="70000"/>
              </a:srgbClr>
            </a:outerShdw>
          </a:effectLst>
        </p:spPr>
      </p:pic>
      <p:sp>
        <p:nvSpPr>
          <p:cNvPr id="3" name="文本框 2">
            <a:extLst>
              <a:ext uri="{FF2B5EF4-FFF2-40B4-BE49-F238E27FC236}">
                <a16:creationId xmlns:a16="http://schemas.microsoft.com/office/drawing/2014/main" id="{E7D7DD2A-0051-AE3C-4110-C87CD67EF0E0}"/>
              </a:ext>
            </a:extLst>
          </p:cNvPr>
          <p:cNvSpPr txBox="1"/>
          <p:nvPr/>
        </p:nvSpPr>
        <p:spPr>
          <a:xfrm>
            <a:off x="669924" y="1438571"/>
            <a:ext cx="2723823" cy="646331"/>
          </a:xfrm>
          <a:prstGeom prst="rect">
            <a:avLst/>
          </a:prstGeom>
          <a:noFill/>
        </p:spPr>
        <p:txBody>
          <a:bodyPr wrap="none" rtlCol="0">
            <a:spAutoFit/>
          </a:bodyPr>
          <a:lstStyle/>
          <a:p>
            <a:r>
              <a:rPr lang="zh-CN" altLang="en-US" b="1" dirty="0"/>
              <a:t>功能：</a:t>
            </a:r>
            <a:endParaRPr lang="en-US" altLang="zh-CN" b="1" dirty="0"/>
          </a:p>
          <a:p>
            <a:r>
              <a:rPr lang="zh-CN" altLang="en-US" dirty="0"/>
              <a:t>修改：修改相关学生信息</a:t>
            </a:r>
          </a:p>
        </p:txBody>
      </p:sp>
      <p:sp>
        <p:nvSpPr>
          <p:cNvPr id="7" name="页脚占位符 2">
            <a:extLst>
              <a:ext uri="{FF2B5EF4-FFF2-40B4-BE49-F238E27FC236}">
                <a16:creationId xmlns:a16="http://schemas.microsoft.com/office/drawing/2014/main" id="{AFCCE11F-3F30-58F4-FD96-A1473FAF2B21}"/>
              </a:ext>
            </a:extLst>
          </p:cNvPr>
          <p:cNvSpPr>
            <a:spLocks noGrp="1"/>
          </p:cNvSpPr>
          <p:nvPr>
            <p:ph type="ftr" sz="quarter" idx="11"/>
          </p:nvPr>
        </p:nvSpPr>
        <p:spPr>
          <a:xfrm>
            <a:off x="669924" y="6240463"/>
            <a:ext cx="4140201" cy="206381"/>
          </a:xfrm>
        </p:spPr>
        <p:txBody>
          <a:bodyPr/>
          <a:lstStyle/>
          <a:p>
            <a:r>
              <a:rPr lang="zh-CN" altLang="en-US" dirty="0">
                <a:cs typeface="+mn-ea"/>
                <a:sym typeface="+mn-lt"/>
              </a:rPr>
              <a:t>课程管理系统</a:t>
            </a:r>
          </a:p>
        </p:txBody>
      </p:sp>
    </p:spTree>
    <p:extLst>
      <p:ext uri="{BB962C8B-B14F-4D97-AF65-F5344CB8AC3E}">
        <p14:creationId xmlns:p14="http://schemas.microsoft.com/office/powerpoint/2010/main" val="36926932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教务学生信息管理页面</a:t>
            </a:r>
            <a:endParaRPr lang="zh-CN" altLang="en-US" dirty="0">
              <a:latin typeface="+mn-lt"/>
              <a:ea typeface="+mn-ea"/>
              <a:cs typeface="+mn-ea"/>
              <a:sym typeface="+mn-lt"/>
            </a:endParaRPr>
          </a:p>
        </p:txBody>
      </p:sp>
      <p:sp>
        <p:nvSpPr>
          <p:cNvPr id="4" name="灯片编号占位符 3"/>
          <p:cNvSpPr>
            <a:spLocks noGrp="1"/>
          </p:cNvSpPr>
          <p:nvPr>
            <p:ph type="sldNum" sz="quarter" idx="12"/>
          </p:nvPr>
        </p:nvSpPr>
        <p:spPr/>
        <p:txBody>
          <a:bodyPr/>
          <a:lstStyle/>
          <a:p>
            <a:fld id="{5DD3DB80-B894-403A-B48E-6FDC1A72010E}" type="slidenum">
              <a:rPr lang="zh-CN" altLang="en-US" b="1" smtClean="0">
                <a:solidFill>
                  <a:schemeClr val="tx1"/>
                </a:solidFill>
                <a:cs typeface="+mn-ea"/>
                <a:sym typeface="+mn-lt"/>
              </a:rPr>
              <a:t>41</a:t>
            </a:fld>
            <a:endParaRPr lang="zh-CN" altLang="en-US" b="1" dirty="0">
              <a:solidFill>
                <a:schemeClr val="tx1"/>
              </a:solidFill>
              <a:cs typeface="+mn-ea"/>
              <a:sym typeface="+mn-lt"/>
            </a:endParaRPr>
          </a:p>
        </p:txBody>
      </p:sp>
      <p:pic>
        <p:nvPicPr>
          <p:cNvPr id="3" name="图片 2" descr="图形用户界面, 应用程序&#10;&#10;描述已自动生成">
            <a:extLst>
              <a:ext uri="{FF2B5EF4-FFF2-40B4-BE49-F238E27FC236}">
                <a16:creationId xmlns:a16="http://schemas.microsoft.com/office/drawing/2014/main" id="{D38E1125-0B09-E8AA-C57C-471FBB039F0B}"/>
              </a:ext>
            </a:extLst>
          </p:cNvPr>
          <p:cNvPicPr>
            <a:picLocks noChangeAspect="1"/>
          </p:cNvPicPr>
          <p:nvPr/>
        </p:nvPicPr>
        <p:blipFill>
          <a:blip r:embed="rId2"/>
          <a:stretch>
            <a:fillRect/>
          </a:stretch>
        </p:blipFill>
        <p:spPr>
          <a:xfrm>
            <a:off x="2050180" y="2295309"/>
            <a:ext cx="8090049" cy="3581400"/>
          </a:xfrm>
          <a:prstGeom prst="rect">
            <a:avLst/>
          </a:prstGeom>
          <a:ln>
            <a:noFill/>
          </a:ln>
          <a:effectLst>
            <a:outerShdw blurRad="190500" algn="tl" rotWithShape="0">
              <a:srgbClr val="000000">
                <a:alpha val="70000"/>
              </a:srgbClr>
            </a:outerShdw>
          </a:effectLst>
        </p:spPr>
      </p:pic>
      <p:pic>
        <p:nvPicPr>
          <p:cNvPr id="7" name="图片 6">
            <a:extLst>
              <a:ext uri="{FF2B5EF4-FFF2-40B4-BE49-F238E27FC236}">
                <a16:creationId xmlns:a16="http://schemas.microsoft.com/office/drawing/2014/main" id="{F6146D3F-FE27-936D-1149-8D33FA3A10FC}"/>
              </a:ext>
            </a:extLst>
          </p:cNvPr>
          <p:cNvPicPr>
            <a:picLocks noChangeAspect="1"/>
          </p:cNvPicPr>
          <p:nvPr/>
        </p:nvPicPr>
        <p:blipFill>
          <a:blip r:embed="rId3"/>
          <a:stretch>
            <a:fillRect/>
          </a:stretch>
        </p:blipFill>
        <p:spPr>
          <a:xfrm>
            <a:off x="1533973" y="5513120"/>
            <a:ext cx="9122462" cy="578803"/>
          </a:xfrm>
          <a:prstGeom prst="rect">
            <a:avLst/>
          </a:prstGeom>
          <a:ln>
            <a:noFill/>
          </a:ln>
          <a:effectLst>
            <a:outerShdw blurRad="190500" algn="tl" rotWithShape="0">
              <a:srgbClr val="000000">
                <a:alpha val="70000"/>
              </a:srgbClr>
            </a:outerShdw>
          </a:effectLst>
        </p:spPr>
      </p:pic>
      <p:sp>
        <p:nvSpPr>
          <p:cNvPr id="5" name="文本框 4">
            <a:extLst>
              <a:ext uri="{FF2B5EF4-FFF2-40B4-BE49-F238E27FC236}">
                <a16:creationId xmlns:a16="http://schemas.microsoft.com/office/drawing/2014/main" id="{A8CBC26B-1231-C0C6-5FAA-C59D9B3A9AB3}"/>
              </a:ext>
            </a:extLst>
          </p:cNvPr>
          <p:cNvSpPr txBox="1"/>
          <p:nvPr/>
        </p:nvSpPr>
        <p:spPr>
          <a:xfrm>
            <a:off x="669924" y="1448096"/>
            <a:ext cx="3647152" cy="646331"/>
          </a:xfrm>
          <a:prstGeom prst="rect">
            <a:avLst/>
          </a:prstGeom>
          <a:noFill/>
        </p:spPr>
        <p:txBody>
          <a:bodyPr wrap="none" rtlCol="0">
            <a:spAutoFit/>
          </a:bodyPr>
          <a:lstStyle/>
          <a:p>
            <a:r>
              <a:rPr lang="zh-CN" altLang="en-US" b="1" dirty="0"/>
              <a:t>功能：</a:t>
            </a:r>
            <a:endParaRPr lang="en-US" altLang="zh-CN" b="1" dirty="0"/>
          </a:p>
          <a:p>
            <a:r>
              <a:rPr lang="zh-CN" altLang="en-US" dirty="0"/>
              <a:t>修改：对学生学籍修改成退学状态</a:t>
            </a:r>
          </a:p>
        </p:txBody>
      </p:sp>
      <p:sp>
        <p:nvSpPr>
          <p:cNvPr id="6" name="页脚占位符 2">
            <a:extLst>
              <a:ext uri="{FF2B5EF4-FFF2-40B4-BE49-F238E27FC236}">
                <a16:creationId xmlns:a16="http://schemas.microsoft.com/office/drawing/2014/main" id="{FB6955BB-30D4-63A7-E011-9F6433022ECA}"/>
              </a:ext>
            </a:extLst>
          </p:cNvPr>
          <p:cNvSpPr>
            <a:spLocks noGrp="1"/>
          </p:cNvSpPr>
          <p:nvPr>
            <p:ph type="ftr" sz="quarter" idx="11"/>
          </p:nvPr>
        </p:nvSpPr>
        <p:spPr>
          <a:xfrm>
            <a:off x="669924" y="6240463"/>
            <a:ext cx="4140201" cy="206381"/>
          </a:xfrm>
        </p:spPr>
        <p:txBody>
          <a:bodyPr/>
          <a:lstStyle/>
          <a:p>
            <a:r>
              <a:rPr lang="zh-CN" altLang="en-US" dirty="0">
                <a:cs typeface="+mn-ea"/>
                <a:sym typeface="+mn-lt"/>
              </a:rPr>
              <a:t>课程管理系统</a:t>
            </a:r>
          </a:p>
        </p:txBody>
      </p:sp>
    </p:spTree>
    <p:extLst>
      <p:ext uri="{BB962C8B-B14F-4D97-AF65-F5344CB8AC3E}">
        <p14:creationId xmlns:p14="http://schemas.microsoft.com/office/powerpoint/2010/main" val="376078372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学生已选课程页面</a:t>
            </a:r>
            <a:endParaRPr lang="zh-CN" altLang="en-US" dirty="0">
              <a:latin typeface="+mn-lt"/>
              <a:ea typeface="+mn-ea"/>
              <a:cs typeface="+mn-ea"/>
              <a:sym typeface="+mn-lt"/>
            </a:endParaRPr>
          </a:p>
        </p:txBody>
      </p:sp>
      <p:sp>
        <p:nvSpPr>
          <p:cNvPr id="4" name="灯片编号占位符 3"/>
          <p:cNvSpPr>
            <a:spLocks noGrp="1"/>
          </p:cNvSpPr>
          <p:nvPr>
            <p:ph type="sldNum" sz="quarter" idx="12"/>
          </p:nvPr>
        </p:nvSpPr>
        <p:spPr/>
        <p:txBody>
          <a:bodyPr/>
          <a:lstStyle/>
          <a:p>
            <a:fld id="{5DD3DB80-B894-403A-B48E-6FDC1A72010E}" type="slidenum">
              <a:rPr lang="zh-CN" altLang="en-US" smtClean="0">
                <a:cs typeface="+mn-ea"/>
                <a:sym typeface="+mn-lt"/>
              </a:rPr>
              <a:t>42</a:t>
            </a:fld>
            <a:endParaRPr lang="zh-CN" altLang="en-US">
              <a:cs typeface="+mn-ea"/>
              <a:sym typeface="+mn-lt"/>
            </a:endParaRPr>
          </a:p>
        </p:txBody>
      </p:sp>
      <p:pic>
        <p:nvPicPr>
          <p:cNvPr id="5" name="图片 4" descr="图形用户界面, 应用程序, 电子邮件&#10;&#10;描述已自动生成">
            <a:extLst>
              <a:ext uri="{FF2B5EF4-FFF2-40B4-BE49-F238E27FC236}">
                <a16:creationId xmlns:a16="http://schemas.microsoft.com/office/drawing/2014/main" id="{5053DD83-1D9F-519D-72D6-AAA65DCB182A}"/>
              </a:ext>
            </a:extLst>
          </p:cNvPr>
          <p:cNvPicPr>
            <a:picLocks noChangeAspect="1"/>
          </p:cNvPicPr>
          <p:nvPr/>
        </p:nvPicPr>
        <p:blipFill>
          <a:blip r:embed="rId2"/>
          <a:stretch>
            <a:fillRect/>
          </a:stretch>
        </p:blipFill>
        <p:spPr>
          <a:xfrm>
            <a:off x="5240406" y="1132111"/>
            <a:ext cx="6280081" cy="2754435"/>
          </a:xfrm>
          <a:prstGeom prst="rect">
            <a:avLst/>
          </a:prstGeom>
          <a:ln>
            <a:noFill/>
          </a:ln>
          <a:effectLst>
            <a:outerShdw blurRad="190500" algn="tl" rotWithShape="0">
              <a:srgbClr val="000000">
                <a:alpha val="70000"/>
              </a:srgbClr>
            </a:outerShdw>
          </a:effectLst>
        </p:spPr>
      </p:pic>
      <p:pic>
        <p:nvPicPr>
          <p:cNvPr id="6" name="图片 5" descr="图形用户界面, 应用程序&#10;&#10;描述已自动生成">
            <a:extLst>
              <a:ext uri="{FF2B5EF4-FFF2-40B4-BE49-F238E27FC236}">
                <a16:creationId xmlns:a16="http://schemas.microsoft.com/office/drawing/2014/main" id="{B1177D55-A98E-FEDC-159D-651A8C320ABA}"/>
              </a:ext>
            </a:extLst>
          </p:cNvPr>
          <p:cNvPicPr>
            <a:picLocks noChangeAspect="1"/>
          </p:cNvPicPr>
          <p:nvPr/>
        </p:nvPicPr>
        <p:blipFill>
          <a:blip r:embed="rId3"/>
          <a:stretch>
            <a:fillRect/>
          </a:stretch>
        </p:blipFill>
        <p:spPr>
          <a:xfrm>
            <a:off x="669924" y="2528530"/>
            <a:ext cx="6457942" cy="2734479"/>
          </a:xfrm>
          <a:prstGeom prst="rect">
            <a:avLst/>
          </a:prstGeom>
          <a:ln>
            <a:noFill/>
          </a:ln>
          <a:effectLst>
            <a:outerShdw blurRad="190500" algn="tl" rotWithShape="0">
              <a:srgbClr val="000000">
                <a:alpha val="70000"/>
              </a:srgbClr>
            </a:outerShdw>
          </a:effectLst>
        </p:spPr>
      </p:pic>
      <p:pic>
        <p:nvPicPr>
          <p:cNvPr id="7" name="图片 6" descr="图形用户界面, 应用程序, 电子邮件&#10;&#10;描述已自动生成">
            <a:extLst>
              <a:ext uri="{FF2B5EF4-FFF2-40B4-BE49-F238E27FC236}">
                <a16:creationId xmlns:a16="http://schemas.microsoft.com/office/drawing/2014/main" id="{FE7832E2-711C-4E10-6AD9-FCD682355FA8}"/>
              </a:ext>
            </a:extLst>
          </p:cNvPr>
          <p:cNvPicPr>
            <a:picLocks noChangeAspect="1"/>
          </p:cNvPicPr>
          <p:nvPr/>
        </p:nvPicPr>
        <p:blipFill>
          <a:blip r:embed="rId4"/>
          <a:stretch>
            <a:fillRect/>
          </a:stretch>
        </p:blipFill>
        <p:spPr>
          <a:xfrm>
            <a:off x="5223301" y="3460682"/>
            <a:ext cx="6280081" cy="2724947"/>
          </a:xfrm>
          <a:prstGeom prst="rect">
            <a:avLst/>
          </a:prstGeom>
          <a:ln>
            <a:noFill/>
          </a:ln>
          <a:effectLst>
            <a:outerShdw blurRad="190500" algn="tl" rotWithShape="0">
              <a:srgbClr val="000000">
                <a:alpha val="70000"/>
              </a:srgbClr>
            </a:outerShdw>
          </a:effectLst>
        </p:spPr>
      </p:pic>
      <p:sp>
        <p:nvSpPr>
          <p:cNvPr id="3" name="页脚占位符 2">
            <a:extLst>
              <a:ext uri="{FF2B5EF4-FFF2-40B4-BE49-F238E27FC236}">
                <a16:creationId xmlns:a16="http://schemas.microsoft.com/office/drawing/2014/main" id="{B47A4E31-EC07-9A36-5F08-5F92168BBF53}"/>
              </a:ext>
            </a:extLst>
          </p:cNvPr>
          <p:cNvSpPr>
            <a:spLocks noGrp="1"/>
          </p:cNvSpPr>
          <p:nvPr>
            <p:ph type="ftr" sz="quarter" idx="11"/>
          </p:nvPr>
        </p:nvSpPr>
        <p:spPr>
          <a:xfrm>
            <a:off x="669924" y="6240463"/>
            <a:ext cx="4140201" cy="206381"/>
          </a:xfrm>
        </p:spPr>
        <p:txBody>
          <a:bodyPr/>
          <a:lstStyle/>
          <a:p>
            <a:r>
              <a:rPr lang="zh-CN" altLang="en-US" dirty="0">
                <a:cs typeface="+mn-ea"/>
                <a:sym typeface="+mn-lt"/>
              </a:rPr>
              <a:t>课程管理系统</a:t>
            </a:r>
          </a:p>
        </p:txBody>
      </p:sp>
      <p:sp>
        <p:nvSpPr>
          <p:cNvPr id="9" name="文本框 8">
            <a:extLst>
              <a:ext uri="{FF2B5EF4-FFF2-40B4-BE49-F238E27FC236}">
                <a16:creationId xmlns:a16="http://schemas.microsoft.com/office/drawing/2014/main" id="{3D473FC6-B114-8242-EAAE-CF0DDCD80BBE}"/>
              </a:ext>
            </a:extLst>
          </p:cNvPr>
          <p:cNvSpPr txBox="1"/>
          <p:nvPr/>
        </p:nvSpPr>
        <p:spPr>
          <a:xfrm>
            <a:off x="669924" y="1448096"/>
            <a:ext cx="4570482" cy="646331"/>
          </a:xfrm>
          <a:prstGeom prst="rect">
            <a:avLst/>
          </a:prstGeom>
          <a:noFill/>
        </p:spPr>
        <p:txBody>
          <a:bodyPr wrap="none" rtlCol="0">
            <a:spAutoFit/>
          </a:bodyPr>
          <a:lstStyle/>
          <a:p>
            <a:r>
              <a:rPr lang="zh-CN" altLang="en-US" b="1" dirty="0"/>
              <a:t>功能：</a:t>
            </a:r>
            <a:endParaRPr lang="en-US" altLang="zh-CN" b="1" dirty="0"/>
          </a:p>
          <a:p>
            <a:r>
              <a:rPr lang="zh-CN" altLang="en-US" dirty="0"/>
              <a:t>删除：查看当前学期已选课程并且进行退课</a:t>
            </a:r>
          </a:p>
        </p:txBody>
      </p:sp>
    </p:spTree>
    <p:extLst>
      <p:ext uri="{BB962C8B-B14F-4D97-AF65-F5344CB8AC3E}">
        <p14:creationId xmlns:p14="http://schemas.microsoft.com/office/powerpoint/2010/main" val="217376695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a:extLst>
              <a:ext uri="{FF2B5EF4-FFF2-40B4-BE49-F238E27FC236}">
                <a16:creationId xmlns:a16="http://schemas.microsoft.com/office/drawing/2014/main" id="{6C2532AA-A647-48FF-8A25-36777AF5B18D}"/>
              </a:ext>
            </a:extLst>
          </p:cNvPr>
          <p:cNvSpPr>
            <a:spLocks noGrp="1"/>
          </p:cNvSpPr>
          <p:nvPr>
            <p:ph type="ctrTitle"/>
          </p:nvPr>
        </p:nvSpPr>
        <p:spPr/>
        <p:txBody>
          <a:bodyPr>
            <a:normAutofit fontScale="90000"/>
          </a:bodyPr>
          <a:lstStyle/>
          <a:p>
            <a:r>
              <a:rPr lang="zh-CN" altLang="en-US" dirty="0">
                <a:latin typeface="Arial" panose="020B0604020202020204" pitchFamily="34" charset="0"/>
                <a:ea typeface="微软雅黑" panose="020B0503020204020204" pitchFamily="34" charset="-122"/>
              </a:rPr>
              <a:t>提问</a:t>
            </a:r>
            <a:r>
              <a:rPr lang="en-GB" altLang="zh-CN" dirty="0">
                <a:latin typeface="Arial" panose="020B0604020202020204" pitchFamily="34" charset="0"/>
                <a:ea typeface="微软雅黑" panose="020B0503020204020204" pitchFamily="34" charset="-122"/>
              </a:rPr>
              <a:t> </a:t>
            </a:r>
            <a:r>
              <a:rPr lang="zh-CN" altLang="en-US" sz="7300" dirty="0">
                <a:solidFill>
                  <a:srgbClr val="0062A4"/>
                </a:solidFill>
                <a:latin typeface="Arial" panose="020B0604020202020204" pitchFamily="34" charset="0"/>
                <a:ea typeface="微软雅黑" panose="020B0503020204020204" pitchFamily="34" charset="-122"/>
              </a:rPr>
              <a:t>环节</a:t>
            </a:r>
            <a:br>
              <a:rPr lang="en-US" altLang="zh-CN" sz="7300" dirty="0">
                <a:solidFill>
                  <a:srgbClr val="0062A4"/>
                </a:solidFill>
                <a:latin typeface="Arial" panose="020B0604020202020204" pitchFamily="34" charset="0"/>
                <a:ea typeface="微软雅黑" panose="020B0503020204020204" pitchFamily="34" charset="-122"/>
              </a:rPr>
            </a:br>
            <a:r>
              <a:rPr lang="en-US" altLang="zh-CN" sz="3600" dirty="0">
                <a:latin typeface="Arial" panose="020B0604020202020204" pitchFamily="34" charset="0"/>
                <a:ea typeface="微软雅黑" panose="020B0503020204020204" pitchFamily="34" charset="-122"/>
              </a:rPr>
              <a:t>Q &amp; </a:t>
            </a:r>
            <a:r>
              <a:rPr lang="en-US" altLang="zh-CN" sz="3600" dirty="0">
                <a:solidFill>
                  <a:srgbClr val="0062A4"/>
                </a:solidFill>
                <a:latin typeface="Arial" panose="020B0604020202020204" pitchFamily="34" charset="0"/>
                <a:ea typeface="微软雅黑" panose="020B0503020204020204" pitchFamily="34" charset="-122"/>
              </a:rPr>
              <a:t>A</a:t>
            </a:r>
            <a:endParaRPr lang="zh-CN" altLang="en-US" sz="3600" dirty="0">
              <a:solidFill>
                <a:srgbClr val="0062A4"/>
              </a:solidFill>
              <a:latin typeface="Arial" panose="020B0604020202020204" pitchFamily="34" charset="0"/>
              <a:ea typeface="微软雅黑" panose="020B0503020204020204" pitchFamily="34" charset="-122"/>
            </a:endParaRPr>
          </a:p>
        </p:txBody>
      </p:sp>
      <p:sp>
        <p:nvSpPr>
          <p:cNvPr id="10" name="副标题 9">
            <a:extLst>
              <a:ext uri="{FF2B5EF4-FFF2-40B4-BE49-F238E27FC236}">
                <a16:creationId xmlns:a16="http://schemas.microsoft.com/office/drawing/2014/main" id="{0102F8CF-8DD3-43E5-B521-501A3CF124F9}"/>
              </a:ext>
            </a:extLst>
          </p:cNvPr>
          <p:cNvSpPr>
            <a:spLocks noGrp="1"/>
          </p:cNvSpPr>
          <p:nvPr>
            <p:ph type="subTitle" idx="1"/>
          </p:nvPr>
        </p:nvSpPr>
        <p:spPr/>
        <p:txBody>
          <a:bodyPr/>
          <a:lstStyle/>
          <a:p>
            <a:r>
              <a:rPr lang="zh-CN" altLang="en-US" dirty="0">
                <a:latin typeface="Arial" panose="020B0604020202020204" pitchFamily="34" charset="0"/>
                <a:ea typeface="微软雅黑" panose="020B0503020204020204" pitchFamily="34" charset="-122"/>
              </a:rPr>
              <a:t>个人陈述</a:t>
            </a:r>
            <a:endParaRPr lang="en-GB" altLang="zh-CN" dirty="0">
              <a:latin typeface="Arial" panose="020B0604020202020204" pitchFamily="34" charset="0"/>
              <a:ea typeface="微软雅黑" panose="020B0503020204020204" pitchFamily="34" charset="-122"/>
            </a:endParaRPr>
          </a:p>
        </p:txBody>
      </p:sp>
      <p:sp>
        <p:nvSpPr>
          <p:cNvPr id="11" name="文本占位符 10">
            <a:extLst>
              <a:ext uri="{FF2B5EF4-FFF2-40B4-BE49-F238E27FC236}">
                <a16:creationId xmlns:a16="http://schemas.microsoft.com/office/drawing/2014/main" id="{7E21516B-4ABB-4E09-987D-1ABA411225D2}"/>
              </a:ext>
            </a:extLst>
          </p:cNvPr>
          <p:cNvSpPr>
            <a:spLocks noGrp="1"/>
          </p:cNvSpPr>
          <p:nvPr>
            <p:ph type="body" sz="quarter" idx="13"/>
          </p:nvPr>
        </p:nvSpPr>
        <p:spPr/>
        <p:txBody>
          <a:bodyPr>
            <a:normAutofit fontScale="92500" lnSpcReduction="10000"/>
          </a:bodyPr>
          <a:lstStyle/>
          <a:p>
            <a:r>
              <a:rPr lang="zh-CN" altLang="en-US" sz="1600" b="1" dirty="0">
                <a:latin typeface="Arial" panose="020B0604020202020204" pitchFamily="34" charset="0"/>
                <a:ea typeface="微软雅黑" panose="020B0503020204020204" pitchFamily="34" charset="-122"/>
              </a:rPr>
              <a:t>唐婉婷</a:t>
            </a:r>
            <a:endParaRPr lang="en-GB" altLang="zh-CN" sz="1600" b="1" dirty="0">
              <a:latin typeface="Arial" panose="020B0604020202020204" pitchFamily="34" charset="0"/>
              <a:ea typeface="微软雅黑" panose="020B0503020204020204" pitchFamily="34" charset="-122"/>
            </a:endParaRPr>
          </a:p>
        </p:txBody>
      </p:sp>
      <p:sp>
        <p:nvSpPr>
          <p:cNvPr id="12" name="文本占位符 11">
            <a:extLst>
              <a:ext uri="{FF2B5EF4-FFF2-40B4-BE49-F238E27FC236}">
                <a16:creationId xmlns:a16="http://schemas.microsoft.com/office/drawing/2014/main" id="{BFF7D8B0-524B-4065-95EB-00BAEDA26918}"/>
              </a:ext>
            </a:extLst>
          </p:cNvPr>
          <p:cNvSpPr>
            <a:spLocks noGrp="1"/>
          </p:cNvSpPr>
          <p:nvPr>
            <p:ph type="body" sz="quarter" idx="14"/>
          </p:nvPr>
        </p:nvSpPr>
        <p:spPr/>
        <p:txBody>
          <a:bodyPr/>
          <a:lstStyle/>
          <a:p>
            <a:r>
              <a:rPr lang="zh-CN" altLang="en-US" dirty="0">
                <a:latin typeface="Arial" panose="020B0604020202020204" pitchFamily="34" charset="0"/>
                <a:ea typeface="微软雅黑" panose="020B0503020204020204" pitchFamily="34" charset="-122"/>
              </a:rPr>
              <a:t>课程管理系统</a:t>
            </a:r>
            <a:endParaRPr lang="en-GB" altLang="zh-CN" dirty="0">
              <a:latin typeface="Arial" panose="020B0604020202020204" pitchFamily="34" charset="0"/>
              <a:ea typeface="微软雅黑" panose="020B0503020204020204" pitchFamily="34" charset="-122"/>
            </a:endParaRPr>
          </a:p>
        </p:txBody>
      </p:sp>
      <p:sp>
        <p:nvSpPr>
          <p:cNvPr id="13" name="文本占位符 12">
            <a:extLst>
              <a:ext uri="{FF2B5EF4-FFF2-40B4-BE49-F238E27FC236}">
                <a16:creationId xmlns:a16="http://schemas.microsoft.com/office/drawing/2014/main" id="{F03171C0-8F5E-452D-80D2-8537CBEA6B12}"/>
              </a:ext>
            </a:extLst>
          </p:cNvPr>
          <p:cNvSpPr>
            <a:spLocks noGrp="1"/>
          </p:cNvSpPr>
          <p:nvPr>
            <p:ph type="body" sz="quarter" idx="15"/>
          </p:nvPr>
        </p:nvSpPr>
        <p:spPr/>
        <p:txBody>
          <a:bodyPr/>
          <a:lstStyle/>
          <a:p>
            <a:r>
              <a:rPr lang="en-GB" altLang="zh-CN" dirty="0">
                <a:latin typeface="Arial" panose="020B0604020202020204" pitchFamily="34" charset="0"/>
                <a:ea typeface="微软雅黑" panose="020B0503020204020204" pitchFamily="34" charset="-122"/>
              </a:rPr>
              <a:t>LOGO HERE</a:t>
            </a:r>
          </a:p>
        </p:txBody>
      </p:sp>
    </p:spTree>
    <p:extLst>
      <p:ext uri="{BB962C8B-B14F-4D97-AF65-F5344CB8AC3E}">
        <p14:creationId xmlns:p14="http://schemas.microsoft.com/office/powerpoint/2010/main" val="278288009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98F6AF24-7E2C-2D9D-DF73-C33A52900D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1954" y="1163000"/>
            <a:ext cx="3840813" cy="2511770"/>
          </a:xfrm>
          <a:prstGeom prst="rect">
            <a:avLst/>
          </a:prstGeom>
          <a:ln>
            <a:noFill/>
          </a:ln>
          <a:effectLst>
            <a:outerShdw blurRad="190500" algn="tl" rotWithShape="0">
              <a:srgbClr val="000000">
                <a:alpha val="70000"/>
              </a:srgbClr>
            </a:outerShdw>
          </a:effectLst>
        </p:spPr>
      </p:pic>
      <p:sp>
        <p:nvSpPr>
          <p:cNvPr id="2" name="标题 1"/>
          <p:cNvSpPr>
            <a:spLocks noGrp="1"/>
          </p:cNvSpPr>
          <p:nvPr>
            <p:ph type="title"/>
          </p:nvPr>
        </p:nvSpPr>
        <p:spPr/>
        <p:txBody>
          <a:bodyPr/>
          <a:lstStyle/>
          <a:p>
            <a:r>
              <a:rPr lang="zh-CN" altLang="en-US" dirty="0">
                <a:latin typeface="+mn-lt"/>
                <a:ea typeface="+mn-ea"/>
                <a:cs typeface="+mn-ea"/>
                <a:sym typeface="+mn-lt"/>
              </a:rPr>
              <a:t>学生端成绩查询页面</a:t>
            </a:r>
          </a:p>
        </p:txBody>
      </p:sp>
      <p:sp>
        <p:nvSpPr>
          <p:cNvPr id="4" name="灯片编号占位符 3"/>
          <p:cNvSpPr>
            <a:spLocks noGrp="1"/>
          </p:cNvSpPr>
          <p:nvPr>
            <p:ph type="sldNum" sz="quarter" idx="12"/>
          </p:nvPr>
        </p:nvSpPr>
        <p:spPr/>
        <p:txBody>
          <a:bodyPr/>
          <a:lstStyle/>
          <a:p>
            <a:fld id="{5DD3DB80-B894-403A-B48E-6FDC1A72010E}" type="slidenum">
              <a:rPr lang="zh-CN" altLang="en-US" b="1" smtClean="0">
                <a:solidFill>
                  <a:schemeClr val="tx1"/>
                </a:solidFill>
                <a:cs typeface="+mn-ea"/>
                <a:sym typeface="+mn-lt"/>
              </a:rPr>
              <a:t>44</a:t>
            </a:fld>
            <a:endParaRPr lang="zh-CN" altLang="en-US" b="1" dirty="0">
              <a:solidFill>
                <a:schemeClr val="tx1"/>
              </a:solidFill>
              <a:cs typeface="+mn-ea"/>
              <a:sym typeface="+mn-lt"/>
            </a:endParaRPr>
          </a:p>
        </p:txBody>
      </p:sp>
      <p:pic>
        <p:nvPicPr>
          <p:cNvPr id="6" name="图片 5">
            <a:extLst>
              <a:ext uri="{FF2B5EF4-FFF2-40B4-BE49-F238E27FC236}">
                <a16:creationId xmlns:a16="http://schemas.microsoft.com/office/drawing/2014/main" id="{891FA6AD-FA95-7C03-A53E-65F0665F487C}"/>
              </a:ext>
            </a:extLst>
          </p:cNvPr>
          <p:cNvPicPr>
            <a:picLocks noChangeAspect="1"/>
          </p:cNvPicPr>
          <p:nvPr/>
        </p:nvPicPr>
        <p:blipFill>
          <a:blip r:embed="rId3"/>
          <a:stretch>
            <a:fillRect/>
          </a:stretch>
        </p:blipFill>
        <p:spPr>
          <a:xfrm>
            <a:off x="5432990" y="1160067"/>
            <a:ext cx="5418886" cy="2514703"/>
          </a:xfrm>
          <a:prstGeom prst="rect">
            <a:avLst/>
          </a:prstGeom>
          <a:ln>
            <a:noFill/>
          </a:ln>
          <a:effectLst>
            <a:outerShdw blurRad="190500" algn="tl" rotWithShape="0">
              <a:srgbClr val="000000">
                <a:alpha val="70000"/>
              </a:srgbClr>
            </a:outerShdw>
          </a:effectLst>
        </p:spPr>
      </p:pic>
      <p:pic>
        <p:nvPicPr>
          <p:cNvPr id="8" name="图片 7">
            <a:extLst>
              <a:ext uri="{FF2B5EF4-FFF2-40B4-BE49-F238E27FC236}">
                <a16:creationId xmlns:a16="http://schemas.microsoft.com/office/drawing/2014/main" id="{062EC597-0E91-486F-6549-464009E1A15E}"/>
              </a:ext>
            </a:extLst>
          </p:cNvPr>
          <p:cNvPicPr>
            <a:picLocks noChangeAspect="1"/>
          </p:cNvPicPr>
          <p:nvPr/>
        </p:nvPicPr>
        <p:blipFill>
          <a:blip r:embed="rId4"/>
          <a:stretch>
            <a:fillRect/>
          </a:stretch>
        </p:blipFill>
        <p:spPr>
          <a:xfrm>
            <a:off x="5414681" y="3817743"/>
            <a:ext cx="5437195" cy="2514703"/>
          </a:xfrm>
          <a:prstGeom prst="rect">
            <a:avLst/>
          </a:prstGeom>
          <a:ln>
            <a:noFill/>
          </a:ln>
          <a:effectLst>
            <a:outerShdw blurRad="190500" algn="tl" rotWithShape="0">
              <a:srgbClr val="000000">
                <a:alpha val="70000"/>
              </a:srgbClr>
            </a:outerShdw>
          </a:effectLst>
        </p:spPr>
      </p:pic>
      <p:sp>
        <p:nvSpPr>
          <p:cNvPr id="9" name="文本框 8">
            <a:extLst>
              <a:ext uri="{FF2B5EF4-FFF2-40B4-BE49-F238E27FC236}">
                <a16:creationId xmlns:a16="http://schemas.microsoft.com/office/drawing/2014/main" id="{AFB00F67-7DC8-EAAB-5186-870994A55766}"/>
              </a:ext>
            </a:extLst>
          </p:cNvPr>
          <p:cNvSpPr txBox="1"/>
          <p:nvPr/>
        </p:nvSpPr>
        <p:spPr>
          <a:xfrm>
            <a:off x="1485900" y="1700397"/>
            <a:ext cx="3190875" cy="1289456"/>
          </a:xfrm>
          <a:prstGeom prst="rect">
            <a:avLst/>
          </a:prstGeom>
          <a:noFill/>
        </p:spPr>
        <p:txBody>
          <a:bodyPr wrap="square" rtlCol="0">
            <a:spAutoFit/>
          </a:bodyPr>
          <a:lstStyle/>
          <a:p>
            <a:pPr>
              <a:lnSpc>
                <a:spcPct val="150000"/>
              </a:lnSpc>
            </a:pPr>
            <a:r>
              <a:rPr lang="zh-CN" altLang="en-US" dirty="0">
                <a:solidFill>
                  <a:schemeClr val="accent5">
                    <a:lumMod val="25000"/>
                  </a:schemeClr>
                </a:solidFill>
              </a:rPr>
              <a:t>实现功能：</a:t>
            </a:r>
            <a:endParaRPr lang="en-US" altLang="zh-CN" dirty="0">
              <a:solidFill>
                <a:schemeClr val="accent5">
                  <a:lumMod val="25000"/>
                </a:schemeClr>
              </a:solidFill>
            </a:endParaRPr>
          </a:p>
          <a:p>
            <a:pPr>
              <a:lnSpc>
                <a:spcPct val="150000"/>
              </a:lnSpc>
            </a:pPr>
            <a:r>
              <a:rPr lang="zh-CN" altLang="en-US" dirty="0">
                <a:solidFill>
                  <a:schemeClr val="accent5">
                    <a:lumMod val="25000"/>
                  </a:schemeClr>
                </a:solidFill>
              </a:rPr>
              <a:t>输入学期查询该学期各科成绩、学期绩点折线图、总绩点</a:t>
            </a:r>
            <a:endParaRPr lang="en-US" altLang="zh-CN" dirty="0"/>
          </a:p>
        </p:txBody>
      </p:sp>
      <p:pic>
        <p:nvPicPr>
          <p:cNvPr id="13" name="图片 12">
            <a:extLst>
              <a:ext uri="{FF2B5EF4-FFF2-40B4-BE49-F238E27FC236}">
                <a16:creationId xmlns:a16="http://schemas.microsoft.com/office/drawing/2014/main" id="{4DDB03B5-EABD-483B-3C79-019049422A61}"/>
              </a:ext>
            </a:extLst>
          </p:cNvPr>
          <p:cNvPicPr>
            <a:picLocks noChangeAspect="1"/>
          </p:cNvPicPr>
          <p:nvPr/>
        </p:nvPicPr>
        <p:blipFill>
          <a:blip r:embed="rId5"/>
          <a:stretch>
            <a:fillRect/>
          </a:stretch>
        </p:blipFill>
        <p:spPr>
          <a:xfrm>
            <a:off x="1171954" y="3802643"/>
            <a:ext cx="3823810" cy="2514703"/>
          </a:xfrm>
          <a:prstGeom prst="rect">
            <a:avLst/>
          </a:prstGeom>
        </p:spPr>
      </p:pic>
      <p:sp>
        <p:nvSpPr>
          <p:cNvPr id="10" name="页脚占位符 2">
            <a:extLst>
              <a:ext uri="{FF2B5EF4-FFF2-40B4-BE49-F238E27FC236}">
                <a16:creationId xmlns:a16="http://schemas.microsoft.com/office/drawing/2014/main" id="{24BF71CC-BFDB-8D9F-E418-5249E4FE1D5C}"/>
              </a:ext>
            </a:extLst>
          </p:cNvPr>
          <p:cNvSpPr>
            <a:spLocks noGrp="1"/>
          </p:cNvSpPr>
          <p:nvPr>
            <p:ph type="ftr" sz="quarter" idx="11"/>
          </p:nvPr>
        </p:nvSpPr>
        <p:spPr>
          <a:xfrm>
            <a:off x="669924" y="6240463"/>
            <a:ext cx="4140201" cy="206381"/>
          </a:xfrm>
        </p:spPr>
        <p:txBody>
          <a:bodyPr/>
          <a:lstStyle/>
          <a:p>
            <a:r>
              <a:rPr lang="zh-CN" altLang="en-US" dirty="0">
                <a:cs typeface="+mn-ea"/>
                <a:sym typeface="+mn-lt"/>
              </a:rPr>
              <a:t>课程管理系统</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a:extLst>
              <a:ext uri="{FF2B5EF4-FFF2-40B4-BE49-F238E27FC236}">
                <a16:creationId xmlns:a16="http://schemas.microsoft.com/office/drawing/2014/main" id="{3EED6655-058B-48FB-6528-3ED69E30DBCB}"/>
              </a:ext>
            </a:extLst>
          </p:cNvPr>
          <p:cNvPicPr>
            <a:picLocks noChangeAspect="1"/>
          </p:cNvPicPr>
          <p:nvPr/>
        </p:nvPicPr>
        <p:blipFill rotWithShape="1">
          <a:blip r:embed="rId2"/>
          <a:srcRect l="1939"/>
          <a:stretch/>
        </p:blipFill>
        <p:spPr>
          <a:xfrm>
            <a:off x="1462747" y="3750225"/>
            <a:ext cx="3252375" cy="2381202"/>
          </a:xfrm>
          <a:prstGeom prst="rect">
            <a:avLst/>
          </a:prstGeom>
        </p:spPr>
      </p:pic>
      <p:pic>
        <p:nvPicPr>
          <p:cNvPr id="3" name="图片 2">
            <a:extLst>
              <a:ext uri="{FF2B5EF4-FFF2-40B4-BE49-F238E27FC236}">
                <a16:creationId xmlns:a16="http://schemas.microsoft.com/office/drawing/2014/main" id="{C898708B-DE99-4E1D-537C-7EA6BDC1C0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1954" y="1163000"/>
            <a:ext cx="3840813" cy="2511770"/>
          </a:xfrm>
          <a:prstGeom prst="rect">
            <a:avLst/>
          </a:prstGeom>
          <a:ln>
            <a:noFill/>
          </a:ln>
          <a:effectLst>
            <a:outerShdw blurRad="190500" algn="tl" rotWithShape="0">
              <a:srgbClr val="000000">
                <a:alpha val="70000"/>
              </a:srgbClr>
            </a:outerShdw>
          </a:effectLst>
        </p:spPr>
      </p:pic>
      <p:sp>
        <p:nvSpPr>
          <p:cNvPr id="2" name="标题 1"/>
          <p:cNvSpPr>
            <a:spLocks noGrp="1"/>
          </p:cNvSpPr>
          <p:nvPr>
            <p:ph type="title"/>
          </p:nvPr>
        </p:nvSpPr>
        <p:spPr/>
        <p:txBody>
          <a:bodyPr/>
          <a:lstStyle/>
          <a:p>
            <a:r>
              <a:rPr lang="zh-CN" altLang="en-US" dirty="0">
                <a:latin typeface="+mn-lt"/>
                <a:ea typeface="+mn-ea"/>
                <a:cs typeface="+mn-ea"/>
                <a:sym typeface="+mn-lt"/>
              </a:rPr>
              <a:t>教师端成绩查询页面</a:t>
            </a:r>
          </a:p>
        </p:txBody>
      </p:sp>
      <p:sp>
        <p:nvSpPr>
          <p:cNvPr id="4" name="灯片编号占位符 3"/>
          <p:cNvSpPr>
            <a:spLocks noGrp="1"/>
          </p:cNvSpPr>
          <p:nvPr>
            <p:ph type="sldNum" sz="quarter" idx="12"/>
          </p:nvPr>
        </p:nvSpPr>
        <p:spPr/>
        <p:txBody>
          <a:bodyPr/>
          <a:lstStyle/>
          <a:p>
            <a:fld id="{5DD3DB80-B894-403A-B48E-6FDC1A72010E}" type="slidenum">
              <a:rPr lang="zh-CN" altLang="en-US" b="1" smtClean="0">
                <a:solidFill>
                  <a:schemeClr val="tx1"/>
                </a:solidFill>
                <a:cs typeface="+mn-ea"/>
                <a:sym typeface="+mn-lt"/>
              </a:rPr>
              <a:t>45</a:t>
            </a:fld>
            <a:endParaRPr lang="zh-CN" altLang="en-US" b="1" dirty="0">
              <a:solidFill>
                <a:schemeClr val="tx1"/>
              </a:solidFill>
              <a:cs typeface="+mn-ea"/>
              <a:sym typeface="+mn-lt"/>
            </a:endParaRPr>
          </a:p>
        </p:txBody>
      </p:sp>
      <p:sp>
        <p:nvSpPr>
          <p:cNvPr id="9" name="文本框 8">
            <a:extLst>
              <a:ext uri="{FF2B5EF4-FFF2-40B4-BE49-F238E27FC236}">
                <a16:creationId xmlns:a16="http://schemas.microsoft.com/office/drawing/2014/main" id="{658CA1F4-D26C-81A7-E10A-EBB2DCCF8953}"/>
              </a:ext>
            </a:extLst>
          </p:cNvPr>
          <p:cNvSpPr txBox="1"/>
          <p:nvPr/>
        </p:nvSpPr>
        <p:spPr>
          <a:xfrm>
            <a:off x="1462747" y="1702114"/>
            <a:ext cx="3172599" cy="1289456"/>
          </a:xfrm>
          <a:prstGeom prst="rect">
            <a:avLst/>
          </a:prstGeom>
          <a:noFill/>
        </p:spPr>
        <p:txBody>
          <a:bodyPr wrap="square" rtlCol="0">
            <a:spAutoFit/>
          </a:bodyPr>
          <a:lstStyle/>
          <a:p>
            <a:pPr>
              <a:lnSpc>
                <a:spcPct val="150000"/>
              </a:lnSpc>
            </a:pPr>
            <a:r>
              <a:rPr lang="zh-CN" altLang="en-US" dirty="0">
                <a:solidFill>
                  <a:schemeClr val="accent5">
                    <a:lumMod val="25000"/>
                  </a:schemeClr>
                </a:solidFill>
              </a:rPr>
              <a:t>实现功能：</a:t>
            </a:r>
            <a:endParaRPr lang="en-US" altLang="zh-CN" dirty="0">
              <a:solidFill>
                <a:schemeClr val="accent5">
                  <a:lumMod val="25000"/>
                </a:schemeClr>
              </a:solidFill>
            </a:endParaRPr>
          </a:p>
          <a:p>
            <a:pPr>
              <a:lnSpc>
                <a:spcPct val="150000"/>
              </a:lnSpc>
            </a:pPr>
            <a:r>
              <a:rPr lang="zh-CN" altLang="en-US" dirty="0">
                <a:solidFill>
                  <a:schemeClr val="accent5">
                    <a:lumMod val="25000"/>
                  </a:schemeClr>
                </a:solidFill>
              </a:rPr>
              <a:t>输入教学班号及开设年份，查询该班学生成绩信息</a:t>
            </a:r>
          </a:p>
        </p:txBody>
      </p:sp>
      <p:pic>
        <p:nvPicPr>
          <p:cNvPr id="11" name="图片 10">
            <a:extLst>
              <a:ext uri="{FF2B5EF4-FFF2-40B4-BE49-F238E27FC236}">
                <a16:creationId xmlns:a16="http://schemas.microsoft.com/office/drawing/2014/main" id="{C98045F3-BE86-7574-8B20-A4DEEA4C63AC}"/>
              </a:ext>
            </a:extLst>
          </p:cNvPr>
          <p:cNvPicPr>
            <a:picLocks noChangeAspect="1"/>
          </p:cNvPicPr>
          <p:nvPr/>
        </p:nvPicPr>
        <p:blipFill>
          <a:blip r:embed="rId4"/>
          <a:stretch>
            <a:fillRect/>
          </a:stretch>
        </p:blipFill>
        <p:spPr>
          <a:xfrm>
            <a:off x="5440729" y="3769275"/>
            <a:ext cx="5354151" cy="2490238"/>
          </a:xfrm>
          <a:prstGeom prst="rect">
            <a:avLst/>
          </a:prstGeom>
          <a:ln>
            <a:noFill/>
          </a:ln>
          <a:effectLst>
            <a:outerShdw blurRad="190500" algn="tl" rotWithShape="0">
              <a:srgbClr val="000000">
                <a:alpha val="70000"/>
              </a:srgbClr>
            </a:outerShdw>
          </a:effectLst>
        </p:spPr>
      </p:pic>
      <p:pic>
        <p:nvPicPr>
          <p:cNvPr id="13" name="图片 12">
            <a:extLst>
              <a:ext uri="{FF2B5EF4-FFF2-40B4-BE49-F238E27FC236}">
                <a16:creationId xmlns:a16="http://schemas.microsoft.com/office/drawing/2014/main" id="{9FD1EC7C-9657-9211-6CE3-725BFC5062D2}"/>
              </a:ext>
            </a:extLst>
          </p:cNvPr>
          <p:cNvPicPr>
            <a:picLocks noChangeAspect="1"/>
          </p:cNvPicPr>
          <p:nvPr/>
        </p:nvPicPr>
        <p:blipFill>
          <a:blip r:embed="rId5"/>
          <a:stretch>
            <a:fillRect/>
          </a:stretch>
        </p:blipFill>
        <p:spPr>
          <a:xfrm>
            <a:off x="5440730" y="1163000"/>
            <a:ext cx="5354151" cy="2476295"/>
          </a:xfrm>
          <a:prstGeom prst="rect">
            <a:avLst/>
          </a:prstGeom>
          <a:ln>
            <a:noFill/>
          </a:ln>
          <a:effectLst>
            <a:outerShdw blurRad="190500" algn="tl" rotWithShape="0">
              <a:srgbClr val="000000">
                <a:alpha val="70000"/>
              </a:srgbClr>
            </a:outerShdw>
          </a:effectLst>
        </p:spPr>
      </p:pic>
      <p:sp>
        <p:nvSpPr>
          <p:cNvPr id="5" name="页脚占位符 2">
            <a:extLst>
              <a:ext uri="{FF2B5EF4-FFF2-40B4-BE49-F238E27FC236}">
                <a16:creationId xmlns:a16="http://schemas.microsoft.com/office/drawing/2014/main" id="{B6AF0B7A-7CF0-17E9-8022-87E6D318C665}"/>
              </a:ext>
            </a:extLst>
          </p:cNvPr>
          <p:cNvSpPr>
            <a:spLocks noGrp="1"/>
          </p:cNvSpPr>
          <p:nvPr>
            <p:ph type="ftr" sz="quarter" idx="11"/>
          </p:nvPr>
        </p:nvSpPr>
        <p:spPr>
          <a:xfrm>
            <a:off x="669924" y="6240463"/>
            <a:ext cx="4140201" cy="206381"/>
          </a:xfrm>
        </p:spPr>
        <p:txBody>
          <a:bodyPr/>
          <a:lstStyle/>
          <a:p>
            <a:r>
              <a:rPr lang="zh-CN" altLang="en-US" dirty="0">
                <a:cs typeface="+mn-ea"/>
                <a:sym typeface="+mn-lt"/>
              </a:rPr>
              <a:t>课程管理系统</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图片 33">
            <a:extLst>
              <a:ext uri="{FF2B5EF4-FFF2-40B4-BE49-F238E27FC236}">
                <a16:creationId xmlns:a16="http://schemas.microsoft.com/office/drawing/2014/main" id="{FB945AEB-E4AB-021A-95D6-1C61557E0E5D}"/>
              </a:ext>
            </a:extLst>
          </p:cNvPr>
          <p:cNvPicPr>
            <a:picLocks noChangeAspect="1"/>
          </p:cNvPicPr>
          <p:nvPr/>
        </p:nvPicPr>
        <p:blipFill>
          <a:blip r:embed="rId2"/>
          <a:stretch>
            <a:fillRect/>
          </a:stretch>
        </p:blipFill>
        <p:spPr>
          <a:xfrm>
            <a:off x="5416124" y="1160279"/>
            <a:ext cx="5412569" cy="2511770"/>
          </a:xfrm>
          <a:prstGeom prst="rect">
            <a:avLst/>
          </a:prstGeom>
          <a:ln>
            <a:noFill/>
          </a:ln>
          <a:effectLst>
            <a:outerShdw blurRad="190500" algn="tl" rotWithShape="0">
              <a:srgbClr val="000000">
                <a:alpha val="70000"/>
              </a:srgbClr>
            </a:outerShdw>
          </a:effectLst>
        </p:spPr>
      </p:pic>
      <p:pic>
        <p:nvPicPr>
          <p:cNvPr id="38" name="图片 37">
            <a:extLst>
              <a:ext uri="{FF2B5EF4-FFF2-40B4-BE49-F238E27FC236}">
                <a16:creationId xmlns:a16="http://schemas.microsoft.com/office/drawing/2014/main" id="{782C74FF-E68D-FB6A-0FB2-869ECC918E11}"/>
              </a:ext>
            </a:extLst>
          </p:cNvPr>
          <p:cNvPicPr>
            <a:picLocks noChangeAspect="1"/>
          </p:cNvPicPr>
          <p:nvPr/>
        </p:nvPicPr>
        <p:blipFill rotWithShape="1">
          <a:blip r:embed="rId3"/>
          <a:srcRect l="2147"/>
          <a:stretch/>
        </p:blipFill>
        <p:spPr>
          <a:xfrm>
            <a:off x="1391233" y="3688379"/>
            <a:ext cx="3424393" cy="2606237"/>
          </a:xfrm>
          <a:prstGeom prst="rect">
            <a:avLst/>
          </a:prstGeom>
        </p:spPr>
      </p:pic>
      <p:pic>
        <p:nvPicPr>
          <p:cNvPr id="3" name="图片 2">
            <a:extLst>
              <a:ext uri="{FF2B5EF4-FFF2-40B4-BE49-F238E27FC236}">
                <a16:creationId xmlns:a16="http://schemas.microsoft.com/office/drawing/2014/main" id="{4F5882C3-BE67-4476-B390-7C23977A3E0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71954" y="1163000"/>
            <a:ext cx="3840813" cy="2511770"/>
          </a:xfrm>
          <a:prstGeom prst="rect">
            <a:avLst/>
          </a:prstGeom>
          <a:ln>
            <a:noFill/>
          </a:ln>
          <a:effectLst>
            <a:outerShdw blurRad="190500" algn="tl" rotWithShape="0">
              <a:srgbClr val="000000">
                <a:alpha val="70000"/>
              </a:srgbClr>
            </a:outerShdw>
          </a:effectLst>
        </p:spPr>
      </p:pic>
      <p:sp>
        <p:nvSpPr>
          <p:cNvPr id="2" name="标题 1"/>
          <p:cNvSpPr>
            <a:spLocks noGrp="1"/>
          </p:cNvSpPr>
          <p:nvPr>
            <p:ph type="title"/>
          </p:nvPr>
        </p:nvSpPr>
        <p:spPr/>
        <p:txBody>
          <a:bodyPr/>
          <a:lstStyle/>
          <a:p>
            <a:r>
              <a:rPr lang="zh-CN" altLang="en-US" dirty="0">
                <a:latin typeface="+mn-lt"/>
                <a:ea typeface="+mn-ea"/>
                <a:cs typeface="+mn-ea"/>
                <a:sym typeface="+mn-lt"/>
              </a:rPr>
              <a:t>教务端成绩查询页面</a:t>
            </a:r>
          </a:p>
        </p:txBody>
      </p:sp>
      <p:sp>
        <p:nvSpPr>
          <p:cNvPr id="4" name="灯片编号占位符 3"/>
          <p:cNvSpPr>
            <a:spLocks noGrp="1"/>
          </p:cNvSpPr>
          <p:nvPr>
            <p:ph type="sldNum" sz="quarter" idx="12"/>
          </p:nvPr>
        </p:nvSpPr>
        <p:spPr>
          <a:xfrm>
            <a:off x="8610599" y="6231499"/>
            <a:ext cx="2909888" cy="206381"/>
          </a:xfrm>
        </p:spPr>
        <p:txBody>
          <a:bodyPr/>
          <a:lstStyle/>
          <a:p>
            <a:fld id="{5DD3DB80-B894-403A-B48E-6FDC1A72010E}" type="slidenum">
              <a:rPr lang="zh-CN" altLang="en-US" b="1" smtClean="0">
                <a:solidFill>
                  <a:schemeClr val="tx1"/>
                </a:solidFill>
                <a:cs typeface="+mn-ea"/>
                <a:sym typeface="+mn-lt"/>
              </a:rPr>
              <a:t>46</a:t>
            </a:fld>
            <a:endParaRPr lang="zh-CN" altLang="en-US" b="1" dirty="0">
              <a:solidFill>
                <a:schemeClr val="tx1"/>
              </a:solidFill>
              <a:cs typeface="+mn-ea"/>
              <a:sym typeface="+mn-lt"/>
            </a:endParaRPr>
          </a:p>
        </p:txBody>
      </p:sp>
      <p:pic>
        <p:nvPicPr>
          <p:cNvPr id="36" name="图片 35">
            <a:extLst>
              <a:ext uri="{FF2B5EF4-FFF2-40B4-BE49-F238E27FC236}">
                <a16:creationId xmlns:a16="http://schemas.microsoft.com/office/drawing/2014/main" id="{2F47BA49-247B-05E9-D2CC-9F906964ECD2}"/>
              </a:ext>
            </a:extLst>
          </p:cNvPr>
          <p:cNvPicPr>
            <a:picLocks noChangeAspect="1"/>
          </p:cNvPicPr>
          <p:nvPr/>
        </p:nvPicPr>
        <p:blipFill>
          <a:blip r:embed="rId5"/>
          <a:stretch>
            <a:fillRect/>
          </a:stretch>
        </p:blipFill>
        <p:spPr>
          <a:xfrm>
            <a:off x="5416124" y="3803627"/>
            <a:ext cx="5418650" cy="2511770"/>
          </a:xfrm>
          <a:prstGeom prst="rect">
            <a:avLst/>
          </a:prstGeom>
          <a:ln>
            <a:noFill/>
          </a:ln>
          <a:effectLst>
            <a:outerShdw blurRad="190500" algn="tl" rotWithShape="0">
              <a:srgbClr val="000000">
                <a:alpha val="70000"/>
              </a:srgbClr>
            </a:outerShdw>
          </a:effectLst>
        </p:spPr>
      </p:pic>
      <p:sp>
        <p:nvSpPr>
          <p:cNvPr id="5" name="页脚占位符 2">
            <a:extLst>
              <a:ext uri="{FF2B5EF4-FFF2-40B4-BE49-F238E27FC236}">
                <a16:creationId xmlns:a16="http://schemas.microsoft.com/office/drawing/2014/main" id="{A2208A35-B6B5-992E-A5DF-19832781604D}"/>
              </a:ext>
            </a:extLst>
          </p:cNvPr>
          <p:cNvSpPr>
            <a:spLocks noGrp="1"/>
          </p:cNvSpPr>
          <p:nvPr>
            <p:ph type="ftr" sz="quarter" idx="11"/>
          </p:nvPr>
        </p:nvSpPr>
        <p:spPr>
          <a:xfrm>
            <a:off x="669924" y="6240463"/>
            <a:ext cx="4140201" cy="206381"/>
          </a:xfrm>
        </p:spPr>
        <p:txBody>
          <a:bodyPr/>
          <a:lstStyle/>
          <a:p>
            <a:r>
              <a:rPr lang="zh-CN" altLang="en-US" dirty="0">
                <a:cs typeface="+mn-ea"/>
                <a:sym typeface="+mn-lt"/>
              </a:rPr>
              <a:t>课程管理系统</a:t>
            </a:r>
          </a:p>
        </p:txBody>
      </p:sp>
      <p:sp>
        <p:nvSpPr>
          <p:cNvPr id="6" name="文本框 5">
            <a:extLst>
              <a:ext uri="{FF2B5EF4-FFF2-40B4-BE49-F238E27FC236}">
                <a16:creationId xmlns:a16="http://schemas.microsoft.com/office/drawing/2014/main" id="{946BD395-3F9C-3EED-2CFC-831CF78BBCF9}"/>
              </a:ext>
            </a:extLst>
          </p:cNvPr>
          <p:cNvSpPr txBox="1"/>
          <p:nvPr/>
        </p:nvSpPr>
        <p:spPr>
          <a:xfrm>
            <a:off x="1462747" y="1702114"/>
            <a:ext cx="3172599" cy="1289456"/>
          </a:xfrm>
          <a:prstGeom prst="rect">
            <a:avLst/>
          </a:prstGeom>
          <a:noFill/>
        </p:spPr>
        <p:txBody>
          <a:bodyPr wrap="square" rtlCol="0">
            <a:spAutoFit/>
          </a:bodyPr>
          <a:lstStyle/>
          <a:p>
            <a:pPr>
              <a:lnSpc>
                <a:spcPct val="150000"/>
              </a:lnSpc>
            </a:pPr>
            <a:r>
              <a:rPr lang="zh-CN" altLang="en-US" dirty="0">
                <a:solidFill>
                  <a:schemeClr val="accent5">
                    <a:lumMod val="25000"/>
                  </a:schemeClr>
                </a:solidFill>
              </a:rPr>
              <a:t>实现功能：</a:t>
            </a:r>
            <a:endParaRPr lang="en-US" altLang="zh-CN" dirty="0">
              <a:solidFill>
                <a:schemeClr val="accent5">
                  <a:lumMod val="25000"/>
                </a:schemeClr>
              </a:solidFill>
            </a:endParaRPr>
          </a:p>
          <a:p>
            <a:pPr>
              <a:lnSpc>
                <a:spcPct val="150000"/>
              </a:lnSpc>
            </a:pPr>
            <a:r>
              <a:rPr lang="zh-CN" altLang="en-US" dirty="0">
                <a:solidFill>
                  <a:schemeClr val="accent5">
                    <a:lumMod val="25000"/>
                  </a:schemeClr>
                </a:solidFill>
              </a:rPr>
              <a:t>输入课程号及开设年份，查询该班学生成绩信息</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a:extLst>
              <a:ext uri="{FF2B5EF4-FFF2-40B4-BE49-F238E27FC236}">
                <a16:creationId xmlns:a16="http://schemas.microsoft.com/office/drawing/2014/main" id="{6C2532AA-A647-48FF-8A25-36777AF5B18D}"/>
              </a:ext>
            </a:extLst>
          </p:cNvPr>
          <p:cNvSpPr>
            <a:spLocks noGrp="1"/>
          </p:cNvSpPr>
          <p:nvPr>
            <p:ph type="ctrTitle"/>
          </p:nvPr>
        </p:nvSpPr>
        <p:spPr/>
        <p:txBody>
          <a:bodyPr>
            <a:normAutofit fontScale="90000"/>
          </a:bodyPr>
          <a:lstStyle/>
          <a:p>
            <a:r>
              <a:rPr lang="zh-CN" altLang="en-US" dirty="0">
                <a:latin typeface="Arial" panose="020B0604020202020204" pitchFamily="34" charset="0"/>
                <a:ea typeface="微软雅黑" panose="020B0503020204020204" pitchFamily="34" charset="-122"/>
              </a:rPr>
              <a:t>提问</a:t>
            </a:r>
            <a:r>
              <a:rPr lang="en-GB" altLang="zh-CN" dirty="0">
                <a:latin typeface="Arial" panose="020B0604020202020204" pitchFamily="34" charset="0"/>
                <a:ea typeface="微软雅黑" panose="020B0503020204020204" pitchFamily="34" charset="-122"/>
              </a:rPr>
              <a:t> </a:t>
            </a:r>
            <a:r>
              <a:rPr lang="zh-CN" altLang="en-US" sz="7300" dirty="0">
                <a:solidFill>
                  <a:srgbClr val="0062A4"/>
                </a:solidFill>
                <a:latin typeface="Arial" panose="020B0604020202020204" pitchFamily="34" charset="0"/>
                <a:ea typeface="微软雅黑" panose="020B0503020204020204" pitchFamily="34" charset="-122"/>
              </a:rPr>
              <a:t>环节</a:t>
            </a:r>
            <a:br>
              <a:rPr lang="en-US" altLang="zh-CN" sz="7300" dirty="0">
                <a:solidFill>
                  <a:srgbClr val="0062A4"/>
                </a:solidFill>
                <a:latin typeface="Arial" panose="020B0604020202020204" pitchFamily="34" charset="0"/>
                <a:ea typeface="微软雅黑" panose="020B0503020204020204" pitchFamily="34" charset="-122"/>
              </a:rPr>
            </a:br>
            <a:r>
              <a:rPr lang="en-US" altLang="zh-CN" sz="3600" dirty="0">
                <a:latin typeface="Arial" panose="020B0604020202020204" pitchFamily="34" charset="0"/>
                <a:ea typeface="微软雅黑" panose="020B0503020204020204" pitchFamily="34" charset="-122"/>
              </a:rPr>
              <a:t>Q &amp; </a:t>
            </a:r>
            <a:r>
              <a:rPr lang="en-US" altLang="zh-CN" sz="3600" dirty="0">
                <a:solidFill>
                  <a:srgbClr val="0062A4"/>
                </a:solidFill>
                <a:latin typeface="Arial" panose="020B0604020202020204" pitchFamily="34" charset="0"/>
                <a:ea typeface="微软雅黑" panose="020B0503020204020204" pitchFamily="34" charset="-122"/>
              </a:rPr>
              <a:t>A</a:t>
            </a:r>
            <a:endParaRPr lang="zh-CN" altLang="en-US" sz="3600" dirty="0">
              <a:solidFill>
                <a:srgbClr val="0062A4"/>
              </a:solidFill>
              <a:latin typeface="Arial" panose="020B0604020202020204" pitchFamily="34" charset="0"/>
              <a:ea typeface="微软雅黑" panose="020B0503020204020204" pitchFamily="34" charset="-122"/>
            </a:endParaRPr>
          </a:p>
        </p:txBody>
      </p:sp>
      <p:sp>
        <p:nvSpPr>
          <p:cNvPr id="10" name="副标题 9">
            <a:extLst>
              <a:ext uri="{FF2B5EF4-FFF2-40B4-BE49-F238E27FC236}">
                <a16:creationId xmlns:a16="http://schemas.microsoft.com/office/drawing/2014/main" id="{0102F8CF-8DD3-43E5-B521-501A3CF124F9}"/>
              </a:ext>
            </a:extLst>
          </p:cNvPr>
          <p:cNvSpPr>
            <a:spLocks noGrp="1"/>
          </p:cNvSpPr>
          <p:nvPr>
            <p:ph type="subTitle" idx="1"/>
          </p:nvPr>
        </p:nvSpPr>
        <p:spPr/>
        <p:txBody>
          <a:bodyPr/>
          <a:lstStyle/>
          <a:p>
            <a:r>
              <a:rPr lang="zh-CN" altLang="en-US" dirty="0">
                <a:latin typeface="Arial" panose="020B0604020202020204" pitchFamily="34" charset="0"/>
                <a:ea typeface="微软雅黑" panose="020B0503020204020204" pitchFamily="34" charset="-122"/>
              </a:rPr>
              <a:t>个人陈述</a:t>
            </a:r>
            <a:endParaRPr lang="en-GB" altLang="zh-CN" dirty="0">
              <a:latin typeface="Arial" panose="020B0604020202020204" pitchFamily="34" charset="0"/>
              <a:ea typeface="微软雅黑" panose="020B0503020204020204" pitchFamily="34" charset="-122"/>
            </a:endParaRPr>
          </a:p>
        </p:txBody>
      </p:sp>
      <p:sp>
        <p:nvSpPr>
          <p:cNvPr id="11" name="文本占位符 10">
            <a:extLst>
              <a:ext uri="{FF2B5EF4-FFF2-40B4-BE49-F238E27FC236}">
                <a16:creationId xmlns:a16="http://schemas.microsoft.com/office/drawing/2014/main" id="{7E21516B-4ABB-4E09-987D-1ABA411225D2}"/>
              </a:ext>
            </a:extLst>
          </p:cNvPr>
          <p:cNvSpPr>
            <a:spLocks noGrp="1"/>
          </p:cNvSpPr>
          <p:nvPr>
            <p:ph type="body" sz="quarter" idx="13"/>
          </p:nvPr>
        </p:nvSpPr>
        <p:spPr/>
        <p:txBody>
          <a:bodyPr>
            <a:normAutofit fontScale="92500" lnSpcReduction="10000"/>
          </a:bodyPr>
          <a:lstStyle/>
          <a:p>
            <a:r>
              <a:rPr lang="zh-CN" altLang="en-US" sz="1600" b="1" dirty="0">
                <a:latin typeface="Arial" panose="020B0604020202020204" pitchFamily="34" charset="0"/>
                <a:ea typeface="微软雅黑" panose="020B0503020204020204" pitchFamily="34" charset="-122"/>
              </a:rPr>
              <a:t>赵家熠</a:t>
            </a:r>
            <a:endParaRPr lang="en-GB" altLang="zh-CN" sz="1600" b="1" dirty="0">
              <a:latin typeface="Arial" panose="020B0604020202020204" pitchFamily="34" charset="0"/>
              <a:ea typeface="微软雅黑" panose="020B0503020204020204" pitchFamily="34" charset="-122"/>
            </a:endParaRPr>
          </a:p>
        </p:txBody>
      </p:sp>
      <p:sp>
        <p:nvSpPr>
          <p:cNvPr id="12" name="文本占位符 11">
            <a:extLst>
              <a:ext uri="{FF2B5EF4-FFF2-40B4-BE49-F238E27FC236}">
                <a16:creationId xmlns:a16="http://schemas.microsoft.com/office/drawing/2014/main" id="{BFF7D8B0-524B-4065-95EB-00BAEDA26918}"/>
              </a:ext>
            </a:extLst>
          </p:cNvPr>
          <p:cNvSpPr>
            <a:spLocks noGrp="1"/>
          </p:cNvSpPr>
          <p:nvPr>
            <p:ph type="body" sz="quarter" idx="14"/>
          </p:nvPr>
        </p:nvSpPr>
        <p:spPr/>
        <p:txBody>
          <a:bodyPr/>
          <a:lstStyle/>
          <a:p>
            <a:r>
              <a:rPr lang="zh-CN" altLang="en-US" dirty="0">
                <a:latin typeface="Arial" panose="020B0604020202020204" pitchFamily="34" charset="0"/>
                <a:ea typeface="微软雅黑" panose="020B0503020204020204" pitchFamily="34" charset="-122"/>
              </a:rPr>
              <a:t>课程管理系统</a:t>
            </a:r>
            <a:endParaRPr lang="en-GB" altLang="zh-CN" dirty="0">
              <a:latin typeface="Arial" panose="020B0604020202020204" pitchFamily="34" charset="0"/>
              <a:ea typeface="微软雅黑" panose="020B0503020204020204" pitchFamily="34" charset="-122"/>
            </a:endParaRPr>
          </a:p>
        </p:txBody>
      </p:sp>
      <p:sp>
        <p:nvSpPr>
          <p:cNvPr id="13" name="文本占位符 12">
            <a:extLst>
              <a:ext uri="{FF2B5EF4-FFF2-40B4-BE49-F238E27FC236}">
                <a16:creationId xmlns:a16="http://schemas.microsoft.com/office/drawing/2014/main" id="{F03171C0-8F5E-452D-80D2-8537CBEA6B12}"/>
              </a:ext>
            </a:extLst>
          </p:cNvPr>
          <p:cNvSpPr>
            <a:spLocks noGrp="1"/>
          </p:cNvSpPr>
          <p:nvPr>
            <p:ph type="body" sz="quarter" idx="15"/>
          </p:nvPr>
        </p:nvSpPr>
        <p:spPr/>
        <p:txBody>
          <a:bodyPr/>
          <a:lstStyle/>
          <a:p>
            <a:r>
              <a:rPr lang="en-GB" altLang="zh-CN" dirty="0">
                <a:latin typeface="Arial" panose="020B0604020202020204" pitchFamily="34" charset="0"/>
                <a:ea typeface="微软雅黑" panose="020B0503020204020204" pitchFamily="34" charset="-122"/>
              </a:rPr>
              <a:t>LOGO HERE</a:t>
            </a:r>
          </a:p>
        </p:txBody>
      </p:sp>
    </p:spTree>
    <p:extLst>
      <p:ext uri="{BB962C8B-B14F-4D97-AF65-F5344CB8AC3E}">
        <p14:creationId xmlns:p14="http://schemas.microsoft.com/office/powerpoint/2010/main" val="154287436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1" name="图片 100"/>
          <p:cNvPicPr/>
          <p:nvPr/>
        </p:nvPicPr>
        <p:blipFill>
          <a:blip r:embed="rId3"/>
          <a:stretch>
            <a:fillRect/>
          </a:stretch>
        </p:blipFill>
        <p:spPr>
          <a:xfrm>
            <a:off x="1915715" y="1143794"/>
            <a:ext cx="8358980" cy="4981575"/>
          </a:xfrm>
          <a:prstGeom prst="rect">
            <a:avLst/>
          </a:prstGeom>
          <a:ln>
            <a:noFill/>
          </a:ln>
          <a:effectLst>
            <a:outerShdw blurRad="190500" algn="tl" rotWithShape="0">
              <a:srgbClr val="000000">
                <a:alpha val="70000"/>
              </a:srgbClr>
            </a:outerShdw>
          </a:effectLst>
        </p:spPr>
      </p:pic>
      <p:sp>
        <p:nvSpPr>
          <p:cNvPr id="3" name="标题 1">
            <a:extLst>
              <a:ext uri="{FF2B5EF4-FFF2-40B4-BE49-F238E27FC236}">
                <a16:creationId xmlns:a16="http://schemas.microsoft.com/office/drawing/2014/main" id="{C077911C-3A38-6FF2-7427-E4402B2CF011}"/>
              </a:ext>
            </a:extLst>
          </p:cNvPr>
          <p:cNvSpPr txBox="1">
            <a:spLocks/>
          </p:cNvSpPr>
          <p:nvPr/>
        </p:nvSpPr>
        <p:spPr>
          <a:xfrm>
            <a:off x="669924" y="1"/>
            <a:ext cx="10850563" cy="1028699"/>
          </a:xfrm>
          <a:prstGeom prst="rect">
            <a:avLst/>
          </a:prstGeom>
        </p:spPr>
        <p:txBody>
          <a:bodyPr vert="horz" lIns="90000" tIns="46800" rIns="90000" bIns="46800" rtlCol="0" anchor="b" anchorCtr="0">
            <a:normAutofit/>
          </a:bodyPr>
          <a:lstStyle>
            <a:lvl1pPr algn="ctr" defTabSz="914400" rtl="0" eaLnBrk="1" latinLnBrk="0" hangingPunct="1">
              <a:lnSpc>
                <a:spcPct val="90000"/>
              </a:lnSpc>
              <a:spcBef>
                <a:spcPct val="0"/>
              </a:spcBef>
              <a:buNone/>
              <a:defRPr sz="6000" b="1" kern="1200">
                <a:solidFill>
                  <a:schemeClr val="tx1"/>
                </a:solidFill>
                <a:latin typeface="+mj-lt"/>
                <a:ea typeface="+mj-ea"/>
                <a:cs typeface="+mj-cs"/>
              </a:defRPr>
            </a:lvl1pPr>
          </a:lstStyle>
          <a:p>
            <a:pPr algn="l"/>
            <a:r>
              <a:rPr lang="zh-CN" altLang="en-US" sz="2800" dirty="0">
                <a:latin typeface="+mn-lt"/>
                <a:ea typeface="+mn-ea"/>
                <a:cs typeface="+mn-ea"/>
                <a:sym typeface="+mn-lt"/>
              </a:rPr>
              <a:t>学生课表</a:t>
            </a:r>
          </a:p>
        </p:txBody>
      </p:sp>
      <p:sp>
        <p:nvSpPr>
          <p:cNvPr id="6" name="灯片编号占位符 3">
            <a:extLst>
              <a:ext uri="{FF2B5EF4-FFF2-40B4-BE49-F238E27FC236}">
                <a16:creationId xmlns:a16="http://schemas.microsoft.com/office/drawing/2014/main" id="{C51FE856-966D-091A-15BF-DBBDF20A9DF6}"/>
              </a:ext>
            </a:extLst>
          </p:cNvPr>
          <p:cNvSpPr>
            <a:spLocks noGrp="1"/>
          </p:cNvSpPr>
          <p:nvPr>
            <p:ph type="sldNum" sz="quarter" idx="12"/>
          </p:nvPr>
        </p:nvSpPr>
        <p:spPr>
          <a:xfrm>
            <a:off x="8610599" y="6231499"/>
            <a:ext cx="2909888" cy="206381"/>
          </a:xfrm>
        </p:spPr>
        <p:txBody>
          <a:bodyPr/>
          <a:lstStyle/>
          <a:p>
            <a:fld id="{5DD3DB80-B894-403A-B48E-6FDC1A72010E}" type="slidenum">
              <a:rPr lang="zh-CN" altLang="en-US" b="1" smtClean="0">
                <a:solidFill>
                  <a:schemeClr val="tx1"/>
                </a:solidFill>
                <a:cs typeface="+mn-ea"/>
                <a:sym typeface="+mn-lt"/>
              </a:rPr>
              <a:t>48</a:t>
            </a:fld>
            <a:endParaRPr lang="zh-CN" altLang="en-US" b="1" dirty="0">
              <a:solidFill>
                <a:schemeClr val="tx1"/>
              </a:solidFill>
              <a:cs typeface="+mn-ea"/>
              <a:sym typeface="+mn-lt"/>
            </a:endParaRPr>
          </a:p>
        </p:txBody>
      </p:sp>
      <p:sp>
        <p:nvSpPr>
          <p:cNvPr id="8" name="页脚占位符 2">
            <a:extLst>
              <a:ext uri="{FF2B5EF4-FFF2-40B4-BE49-F238E27FC236}">
                <a16:creationId xmlns:a16="http://schemas.microsoft.com/office/drawing/2014/main" id="{719FB789-2C6B-613D-338E-C1E8D79EB36D}"/>
              </a:ext>
            </a:extLst>
          </p:cNvPr>
          <p:cNvSpPr>
            <a:spLocks noGrp="1"/>
          </p:cNvSpPr>
          <p:nvPr>
            <p:ph type="ftr" sz="quarter" idx="11"/>
          </p:nvPr>
        </p:nvSpPr>
        <p:spPr>
          <a:xfrm>
            <a:off x="669924" y="6240463"/>
            <a:ext cx="4140201" cy="206381"/>
          </a:xfrm>
        </p:spPr>
        <p:txBody>
          <a:bodyPr/>
          <a:lstStyle/>
          <a:p>
            <a:r>
              <a:rPr lang="zh-CN" altLang="en-US" dirty="0">
                <a:cs typeface="+mn-ea"/>
                <a:sym typeface="+mn-lt"/>
              </a:rPr>
              <a:t>课程管理系统</a:t>
            </a:r>
          </a:p>
        </p:txBody>
      </p:sp>
    </p:spTree>
    <p:custDataLst>
      <p:tags r:id="rId1"/>
    </p:custData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9" name="图片 108"/>
          <p:cNvPicPr/>
          <p:nvPr/>
        </p:nvPicPr>
        <p:blipFill>
          <a:blip r:embed="rId3"/>
          <a:stretch>
            <a:fillRect/>
          </a:stretch>
        </p:blipFill>
        <p:spPr>
          <a:xfrm>
            <a:off x="2044065" y="1155700"/>
            <a:ext cx="8103870" cy="4998720"/>
          </a:xfrm>
          <a:prstGeom prst="rect">
            <a:avLst/>
          </a:prstGeom>
          <a:ln>
            <a:noFill/>
          </a:ln>
          <a:effectLst>
            <a:outerShdw blurRad="190500" algn="tl" rotWithShape="0">
              <a:srgbClr val="000000">
                <a:alpha val="70000"/>
              </a:srgbClr>
            </a:outerShdw>
          </a:effectLst>
        </p:spPr>
      </p:pic>
      <p:sp>
        <p:nvSpPr>
          <p:cNvPr id="3" name="标题 1">
            <a:extLst>
              <a:ext uri="{FF2B5EF4-FFF2-40B4-BE49-F238E27FC236}">
                <a16:creationId xmlns:a16="http://schemas.microsoft.com/office/drawing/2014/main" id="{3BF68B11-731F-0FAC-5B32-A67C5DD82FBC}"/>
              </a:ext>
            </a:extLst>
          </p:cNvPr>
          <p:cNvSpPr txBox="1">
            <a:spLocks/>
          </p:cNvSpPr>
          <p:nvPr/>
        </p:nvSpPr>
        <p:spPr>
          <a:xfrm>
            <a:off x="669924" y="1"/>
            <a:ext cx="10850563" cy="1028699"/>
          </a:xfrm>
          <a:prstGeom prst="rect">
            <a:avLst/>
          </a:prstGeom>
        </p:spPr>
        <p:txBody>
          <a:bodyPr vert="horz" lIns="90000" tIns="46800" rIns="90000" bIns="46800" rtlCol="0" anchor="b" anchorCtr="0">
            <a:normAutofit/>
          </a:bodyPr>
          <a:lstStyle>
            <a:lvl1pPr algn="ctr" defTabSz="914400" rtl="0" eaLnBrk="1" latinLnBrk="0" hangingPunct="1">
              <a:lnSpc>
                <a:spcPct val="90000"/>
              </a:lnSpc>
              <a:spcBef>
                <a:spcPct val="0"/>
              </a:spcBef>
              <a:buNone/>
              <a:defRPr sz="6000" b="1" kern="1200">
                <a:solidFill>
                  <a:schemeClr val="tx1"/>
                </a:solidFill>
                <a:latin typeface="+mj-lt"/>
                <a:ea typeface="+mj-ea"/>
                <a:cs typeface="+mj-cs"/>
              </a:defRPr>
            </a:lvl1pPr>
          </a:lstStyle>
          <a:p>
            <a:pPr algn="l"/>
            <a:r>
              <a:rPr lang="zh-CN" altLang="en-US" sz="2800" dirty="0">
                <a:latin typeface="+mn-lt"/>
                <a:ea typeface="+mn-ea"/>
                <a:cs typeface="+mn-ea"/>
                <a:sym typeface="+mn-lt"/>
              </a:rPr>
              <a:t>切换周次：</a:t>
            </a:r>
            <a:r>
              <a:rPr lang="en-US" altLang="zh-CN" sz="2800" dirty="0">
                <a:latin typeface="+mn-lt"/>
                <a:ea typeface="+mn-ea"/>
                <a:cs typeface="+mn-ea"/>
                <a:sym typeface="+mn-lt"/>
              </a:rPr>
              <a:t>16</a:t>
            </a:r>
            <a:endParaRPr lang="zh-CN" altLang="en-US" sz="2800" dirty="0">
              <a:latin typeface="+mn-lt"/>
              <a:ea typeface="+mn-ea"/>
              <a:cs typeface="+mn-ea"/>
              <a:sym typeface="+mn-lt"/>
            </a:endParaRPr>
          </a:p>
        </p:txBody>
      </p:sp>
      <p:sp>
        <p:nvSpPr>
          <p:cNvPr id="4" name="灯片编号占位符 3">
            <a:extLst>
              <a:ext uri="{FF2B5EF4-FFF2-40B4-BE49-F238E27FC236}">
                <a16:creationId xmlns:a16="http://schemas.microsoft.com/office/drawing/2014/main" id="{868C108E-83A1-826D-9182-4BFC683E9396}"/>
              </a:ext>
            </a:extLst>
          </p:cNvPr>
          <p:cNvSpPr>
            <a:spLocks noGrp="1"/>
          </p:cNvSpPr>
          <p:nvPr>
            <p:ph type="sldNum" sz="quarter" idx="12"/>
          </p:nvPr>
        </p:nvSpPr>
        <p:spPr>
          <a:xfrm>
            <a:off x="8610599" y="6231499"/>
            <a:ext cx="2909888" cy="206381"/>
          </a:xfrm>
        </p:spPr>
        <p:txBody>
          <a:bodyPr/>
          <a:lstStyle/>
          <a:p>
            <a:fld id="{5DD3DB80-B894-403A-B48E-6FDC1A72010E}" type="slidenum">
              <a:rPr lang="zh-CN" altLang="en-US" b="1" smtClean="0">
                <a:solidFill>
                  <a:schemeClr val="tx1"/>
                </a:solidFill>
                <a:cs typeface="+mn-ea"/>
                <a:sym typeface="+mn-lt"/>
              </a:rPr>
              <a:t>49</a:t>
            </a:fld>
            <a:endParaRPr lang="zh-CN" altLang="en-US" b="1" dirty="0">
              <a:solidFill>
                <a:schemeClr val="tx1"/>
              </a:solidFill>
              <a:cs typeface="+mn-ea"/>
              <a:sym typeface="+mn-lt"/>
            </a:endParaRPr>
          </a:p>
        </p:txBody>
      </p:sp>
      <p:sp>
        <p:nvSpPr>
          <p:cNvPr id="5" name="页脚占位符 2">
            <a:extLst>
              <a:ext uri="{FF2B5EF4-FFF2-40B4-BE49-F238E27FC236}">
                <a16:creationId xmlns:a16="http://schemas.microsoft.com/office/drawing/2014/main" id="{675AC33F-9F19-CB30-4213-C6D9C441B7F5}"/>
              </a:ext>
            </a:extLst>
          </p:cNvPr>
          <p:cNvSpPr>
            <a:spLocks noGrp="1"/>
          </p:cNvSpPr>
          <p:nvPr>
            <p:ph type="ftr" sz="quarter" idx="11"/>
          </p:nvPr>
        </p:nvSpPr>
        <p:spPr>
          <a:xfrm>
            <a:off x="669924" y="6240463"/>
            <a:ext cx="4140201" cy="206381"/>
          </a:xfrm>
        </p:spPr>
        <p:txBody>
          <a:bodyPr/>
          <a:lstStyle/>
          <a:p>
            <a:r>
              <a:rPr lang="zh-CN" altLang="en-US" dirty="0">
                <a:cs typeface="+mn-ea"/>
                <a:sym typeface="+mn-lt"/>
              </a:rPr>
              <a:t>课程管理系统</a:t>
            </a:r>
          </a:p>
        </p:txBody>
      </p:sp>
    </p:spTree>
    <p:custDataLst>
      <p:tags r:id="rId1"/>
    </p:custData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4"/>
          <a:stretch>
            <a:fillRect/>
          </a:stretch>
        </p:blipFill>
        <p:spPr>
          <a:xfrm>
            <a:off x="2106531" y="1130807"/>
            <a:ext cx="7977348" cy="5007548"/>
          </a:xfrm>
          <a:prstGeom prst="rect">
            <a:avLst/>
          </a:prstGeom>
          <a:ln>
            <a:noFill/>
          </a:ln>
          <a:effectLst>
            <a:outerShdw blurRad="190500" algn="tl" rotWithShape="0">
              <a:srgbClr val="000000">
                <a:alpha val="70000"/>
              </a:srgbClr>
            </a:outerShdw>
          </a:effectLst>
        </p:spPr>
      </p:pic>
      <p:pic>
        <p:nvPicPr>
          <p:cNvPr id="4" name="图片 3"/>
          <p:cNvPicPr>
            <a:picLocks noChangeAspect="1"/>
          </p:cNvPicPr>
          <p:nvPr>
            <p:custDataLst>
              <p:tags r:id="rId2"/>
            </p:custDataLst>
          </p:nvPr>
        </p:nvPicPr>
        <p:blipFill>
          <a:blip r:embed="rId5"/>
          <a:stretch>
            <a:fillRect/>
          </a:stretch>
        </p:blipFill>
        <p:spPr>
          <a:xfrm>
            <a:off x="6347269" y="3888418"/>
            <a:ext cx="3510359" cy="1420997"/>
          </a:xfrm>
          <a:prstGeom prst="rect">
            <a:avLst/>
          </a:prstGeom>
          <a:ln>
            <a:noFill/>
          </a:ln>
          <a:effectLst>
            <a:outerShdw blurRad="190500" algn="tl" rotWithShape="0">
              <a:srgbClr val="000000">
                <a:alpha val="70000"/>
              </a:srgbClr>
            </a:outerShdw>
          </a:effectLst>
        </p:spPr>
      </p:pic>
      <p:sp>
        <p:nvSpPr>
          <p:cNvPr id="5" name="标题 1">
            <a:extLst>
              <a:ext uri="{FF2B5EF4-FFF2-40B4-BE49-F238E27FC236}">
                <a16:creationId xmlns:a16="http://schemas.microsoft.com/office/drawing/2014/main" id="{B2B337C6-DB29-3934-A3AD-4F7D332CE113}"/>
              </a:ext>
            </a:extLst>
          </p:cNvPr>
          <p:cNvSpPr txBox="1">
            <a:spLocks/>
          </p:cNvSpPr>
          <p:nvPr/>
        </p:nvSpPr>
        <p:spPr>
          <a:xfrm>
            <a:off x="669924" y="1"/>
            <a:ext cx="10850563" cy="1028699"/>
          </a:xfrm>
          <a:prstGeom prst="rect">
            <a:avLst/>
          </a:prstGeom>
        </p:spPr>
        <p:txBody>
          <a:bodyPr vert="horz" lIns="90000" tIns="46800" rIns="90000" bIns="46800" rtlCol="0" anchor="b" anchorCtr="0">
            <a:normAutofit/>
          </a:bodyPr>
          <a:lstStyle>
            <a:lvl1pPr algn="ctr" defTabSz="914400" rtl="0" eaLnBrk="1" latinLnBrk="0" hangingPunct="1">
              <a:lnSpc>
                <a:spcPct val="90000"/>
              </a:lnSpc>
              <a:spcBef>
                <a:spcPct val="0"/>
              </a:spcBef>
              <a:buNone/>
              <a:defRPr sz="6000" b="1" kern="1200">
                <a:solidFill>
                  <a:schemeClr val="tx1"/>
                </a:solidFill>
                <a:latin typeface="+mj-lt"/>
                <a:ea typeface="+mj-ea"/>
                <a:cs typeface="+mj-cs"/>
              </a:defRPr>
            </a:lvl1pPr>
          </a:lstStyle>
          <a:p>
            <a:pPr algn="l"/>
            <a:r>
              <a:rPr lang="zh-CN" altLang="en-US" sz="2800" dirty="0">
                <a:latin typeface="+mn-lt"/>
                <a:ea typeface="+mn-ea"/>
                <a:cs typeface="+mn-ea"/>
                <a:sym typeface="+mn-lt"/>
              </a:rPr>
              <a:t>切换周次：</a:t>
            </a:r>
            <a:r>
              <a:rPr lang="en-US" altLang="zh-CN" sz="2800" dirty="0">
                <a:latin typeface="+mn-lt"/>
                <a:ea typeface="+mn-ea"/>
                <a:cs typeface="+mn-ea"/>
                <a:sym typeface="+mn-lt"/>
              </a:rPr>
              <a:t>17</a:t>
            </a:r>
            <a:endParaRPr lang="zh-CN" altLang="en-US" sz="2800" dirty="0">
              <a:latin typeface="+mn-lt"/>
              <a:ea typeface="+mn-ea"/>
              <a:cs typeface="+mn-ea"/>
              <a:sym typeface="+mn-lt"/>
            </a:endParaRPr>
          </a:p>
        </p:txBody>
      </p:sp>
      <p:sp>
        <p:nvSpPr>
          <p:cNvPr id="6" name="灯片编号占位符 3">
            <a:extLst>
              <a:ext uri="{FF2B5EF4-FFF2-40B4-BE49-F238E27FC236}">
                <a16:creationId xmlns:a16="http://schemas.microsoft.com/office/drawing/2014/main" id="{29309CE2-3E76-9E03-EBC7-8D2FB4E58519}"/>
              </a:ext>
            </a:extLst>
          </p:cNvPr>
          <p:cNvSpPr>
            <a:spLocks noGrp="1"/>
          </p:cNvSpPr>
          <p:nvPr>
            <p:ph type="sldNum" sz="quarter" idx="12"/>
          </p:nvPr>
        </p:nvSpPr>
        <p:spPr>
          <a:xfrm>
            <a:off x="8610599" y="6231499"/>
            <a:ext cx="2909888" cy="206381"/>
          </a:xfrm>
        </p:spPr>
        <p:txBody>
          <a:bodyPr/>
          <a:lstStyle/>
          <a:p>
            <a:fld id="{5DD3DB80-B894-403A-B48E-6FDC1A72010E}" type="slidenum">
              <a:rPr lang="zh-CN" altLang="en-US" b="1" smtClean="0">
                <a:solidFill>
                  <a:schemeClr val="tx1"/>
                </a:solidFill>
                <a:cs typeface="+mn-ea"/>
                <a:sym typeface="+mn-lt"/>
              </a:rPr>
              <a:t>50</a:t>
            </a:fld>
            <a:endParaRPr lang="zh-CN" altLang="en-US" b="1" dirty="0">
              <a:solidFill>
                <a:schemeClr val="tx1"/>
              </a:solidFill>
              <a:cs typeface="+mn-ea"/>
              <a:sym typeface="+mn-lt"/>
            </a:endParaRPr>
          </a:p>
        </p:txBody>
      </p:sp>
      <p:sp>
        <p:nvSpPr>
          <p:cNvPr id="7" name="页脚占位符 2">
            <a:extLst>
              <a:ext uri="{FF2B5EF4-FFF2-40B4-BE49-F238E27FC236}">
                <a16:creationId xmlns:a16="http://schemas.microsoft.com/office/drawing/2014/main" id="{FE0741B4-120C-9CDD-419F-665261ED4D02}"/>
              </a:ext>
            </a:extLst>
          </p:cNvPr>
          <p:cNvSpPr>
            <a:spLocks noGrp="1"/>
          </p:cNvSpPr>
          <p:nvPr>
            <p:ph type="ftr" sz="quarter" idx="11"/>
          </p:nvPr>
        </p:nvSpPr>
        <p:spPr>
          <a:xfrm>
            <a:off x="669924" y="6240463"/>
            <a:ext cx="4140201" cy="206381"/>
          </a:xfrm>
        </p:spPr>
        <p:txBody>
          <a:bodyPr/>
          <a:lstStyle/>
          <a:p>
            <a:r>
              <a:rPr lang="zh-CN" altLang="en-US" dirty="0">
                <a:cs typeface="+mn-ea"/>
                <a:sym typeface="+mn-lt"/>
              </a:rPr>
              <a:t>课程管理系统</a:t>
            </a:r>
          </a:p>
        </p:txBody>
      </p:sp>
    </p:spTree>
    <p:custDataLst>
      <p:tags r:id="rId1"/>
    </p:custData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T4ZU%]EVQB5X}@UW%IA]KE"/>
          <p:cNvPicPr>
            <a:picLocks noChangeAspect="1"/>
          </p:cNvPicPr>
          <p:nvPr>
            <p:custDataLst>
              <p:tags r:id="rId2"/>
            </p:custDataLst>
          </p:nvPr>
        </p:nvPicPr>
        <p:blipFill>
          <a:blip r:embed="rId5"/>
          <a:stretch>
            <a:fillRect/>
          </a:stretch>
        </p:blipFill>
        <p:spPr>
          <a:xfrm>
            <a:off x="2540157" y="1177332"/>
            <a:ext cx="7110095" cy="4914498"/>
          </a:xfrm>
          <a:prstGeom prst="rect">
            <a:avLst/>
          </a:prstGeom>
          <a:ln>
            <a:noFill/>
          </a:ln>
          <a:effectLst>
            <a:outerShdw blurRad="190500" algn="tl" rotWithShape="0">
              <a:srgbClr val="000000">
                <a:alpha val="70000"/>
              </a:srgbClr>
            </a:outerShdw>
          </a:effectLst>
        </p:spPr>
      </p:pic>
      <p:sp>
        <p:nvSpPr>
          <p:cNvPr id="7" name="文本框 6"/>
          <p:cNvSpPr txBox="1"/>
          <p:nvPr>
            <p:custDataLst>
              <p:tags r:id="rId3"/>
            </p:custDataLst>
          </p:nvPr>
        </p:nvSpPr>
        <p:spPr>
          <a:xfrm>
            <a:off x="4989830" y="4062412"/>
            <a:ext cx="1225550" cy="645160"/>
          </a:xfrm>
          <a:prstGeom prst="rect">
            <a:avLst/>
          </a:prstGeom>
          <a:noFill/>
        </p:spPr>
        <p:txBody>
          <a:bodyPr wrap="square" rtlCol="0">
            <a:spAutoFit/>
          </a:bodyPr>
          <a:lstStyle/>
          <a:p>
            <a:r>
              <a:rPr lang="zh-CN" altLang="en-US" dirty="0">
                <a:solidFill>
                  <a:schemeClr val="accent6"/>
                </a:solidFill>
              </a:rPr>
              <a:t>无课周次课表为空</a:t>
            </a:r>
          </a:p>
        </p:txBody>
      </p:sp>
      <p:sp>
        <p:nvSpPr>
          <p:cNvPr id="3" name="标题 1">
            <a:extLst>
              <a:ext uri="{FF2B5EF4-FFF2-40B4-BE49-F238E27FC236}">
                <a16:creationId xmlns:a16="http://schemas.microsoft.com/office/drawing/2014/main" id="{405B12E1-E2D8-F8D3-2FE7-10D06BFC47C6}"/>
              </a:ext>
            </a:extLst>
          </p:cNvPr>
          <p:cNvSpPr txBox="1">
            <a:spLocks/>
          </p:cNvSpPr>
          <p:nvPr/>
        </p:nvSpPr>
        <p:spPr>
          <a:xfrm>
            <a:off x="669924" y="1"/>
            <a:ext cx="10850563" cy="1028699"/>
          </a:xfrm>
          <a:prstGeom prst="rect">
            <a:avLst/>
          </a:prstGeom>
        </p:spPr>
        <p:txBody>
          <a:bodyPr vert="horz" lIns="90000" tIns="46800" rIns="90000" bIns="46800" rtlCol="0" anchor="b" anchorCtr="0">
            <a:normAutofit/>
          </a:bodyPr>
          <a:lstStyle>
            <a:lvl1pPr algn="ctr" defTabSz="914400" rtl="0" eaLnBrk="1" latinLnBrk="0" hangingPunct="1">
              <a:lnSpc>
                <a:spcPct val="90000"/>
              </a:lnSpc>
              <a:spcBef>
                <a:spcPct val="0"/>
              </a:spcBef>
              <a:buNone/>
              <a:defRPr sz="6000" b="1" kern="1200">
                <a:solidFill>
                  <a:schemeClr val="tx1"/>
                </a:solidFill>
                <a:latin typeface="+mj-lt"/>
                <a:ea typeface="+mj-ea"/>
                <a:cs typeface="+mj-cs"/>
              </a:defRPr>
            </a:lvl1pPr>
          </a:lstStyle>
          <a:p>
            <a:pPr algn="l"/>
            <a:r>
              <a:rPr lang="zh-CN" altLang="en-US" sz="2800" dirty="0">
                <a:latin typeface="+mn-lt"/>
                <a:ea typeface="+mn-ea"/>
                <a:cs typeface="+mn-ea"/>
                <a:sym typeface="+mn-lt"/>
              </a:rPr>
              <a:t>无课提示</a:t>
            </a:r>
          </a:p>
        </p:txBody>
      </p:sp>
      <p:sp>
        <p:nvSpPr>
          <p:cNvPr id="5" name="灯片编号占位符 3">
            <a:extLst>
              <a:ext uri="{FF2B5EF4-FFF2-40B4-BE49-F238E27FC236}">
                <a16:creationId xmlns:a16="http://schemas.microsoft.com/office/drawing/2014/main" id="{88033DF1-7FDD-D3BE-6C30-FE7E16D445B1}"/>
              </a:ext>
            </a:extLst>
          </p:cNvPr>
          <p:cNvSpPr>
            <a:spLocks noGrp="1"/>
          </p:cNvSpPr>
          <p:nvPr>
            <p:ph type="sldNum" sz="quarter" idx="12"/>
          </p:nvPr>
        </p:nvSpPr>
        <p:spPr>
          <a:xfrm>
            <a:off x="8610599" y="6231499"/>
            <a:ext cx="2909888" cy="206381"/>
          </a:xfrm>
        </p:spPr>
        <p:txBody>
          <a:bodyPr/>
          <a:lstStyle/>
          <a:p>
            <a:fld id="{5DD3DB80-B894-403A-B48E-6FDC1A72010E}" type="slidenum">
              <a:rPr lang="zh-CN" altLang="en-US" b="1" smtClean="0">
                <a:solidFill>
                  <a:schemeClr val="tx1"/>
                </a:solidFill>
                <a:cs typeface="+mn-ea"/>
                <a:sym typeface="+mn-lt"/>
              </a:rPr>
              <a:t>51</a:t>
            </a:fld>
            <a:endParaRPr lang="zh-CN" altLang="en-US" b="1" dirty="0">
              <a:solidFill>
                <a:schemeClr val="tx1"/>
              </a:solidFill>
              <a:cs typeface="+mn-ea"/>
              <a:sym typeface="+mn-lt"/>
            </a:endParaRPr>
          </a:p>
        </p:txBody>
      </p:sp>
      <p:sp>
        <p:nvSpPr>
          <p:cNvPr id="8" name="页脚占位符 2">
            <a:extLst>
              <a:ext uri="{FF2B5EF4-FFF2-40B4-BE49-F238E27FC236}">
                <a16:creationId xmlns:a16="http://schemas.microsoft.com/office/drawing/2014/main" id="{0D4B9C6A-6766-17B2-F299-159742567889}"/>
              </a:ext>
            </a:extLst>
          </p:cNvPr>
          <p:cNvSpPr>
            <a:spLocks noGrp="1"/>
          </p:cNvSpPr>
          <p:nvPr>
            <p:ph type="ftr" sz="quarter" idx="11"/>
          </p:nvPr>
        </p:nvSpPr>
        <p:spPr>
          <a:xfrm>
            <a:off x="669924" y="6240463"/>
            <a:ext cx="4140201" cy="206381"/>
          </a:xfrm>
        </p:spPr>
        <p:txBody>
          <a:bodyPr/>
          <a:lstStyle/>
          <a:p>
            <a:r>
              <a:rPr lang="zh-CN" altLang="en-US" dirty="0">
                <a:cs typeface="+mn-ea"/>
                <a:sym typeface="+mn-lt"/>
              </a:rPr>
              <a:t>课程管理系统</a:t>
            </a:r>
          </a:p>
        </p:txBody>
      </p:sp>
    </p:spTree>
    <p:custDataLst>
      <p:tags r:id="rId1"/>
    </p:custData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2253455" y="1185250"/>
            <a:ext cx="7683500" cy="4880736"/>
          </a:xfrm>
          <a:prstGeom prst="rect">
            <a:avLst/>
          </a:prstGeom>
          <a:ln>
            <a:noFill/>
          </a:ln>
          <a:effectLst>
            <a:outerShdw blurRad="190500" algn="tl" rotWithShape="0">
              <a:srgbClr val="000000">
                <a:alpha val="70000"/>
              </a:srgbClr>
            </a:outerShdw>
          </a:effectLst>
        </p:spPr>
      </p:pic>
      <p:sp>
        <p:nvSpPr>
          <p:cNvPr id="3" name="标题 1">
            <a:extLst>
              <a:ext uri="{FF2B5EF4-FFF2-40B4-BE49-F238E27FC236}">
                <a16:creationId xmlns:a16="http://schemas.microsoft.com/office/drawing/2014/main" id="{A9F6C0C2-F7A9-A0B3-7CB6-BAE511994756}"/>
              </a:ext>
            </a:extLst>
          </p:cNvPr>
          <p:cNvSpPr txBox="1">
            <a:spLocks/>
          </p:cNvSpPr>
          <p:nvPr/>
        </p:nvSpPr>
        <p:spPr>
          <a:xfrm>
            <a:off x="669924" y="1"/>
            <a:ext cx="10850563" cy="1028699"/>
          </a:xfrm>
          <a:prstGeom prst="rect">
            <a:avLst/>
          </a:prstGeom>
        </p:spPr>
        <p:txBody>
          <a:bodyPr vert="horz" lIns="90000" tIns="46800" rIns="90000" bIns="46800" rtlCol="0" anchor="b" anchorCtr="0">
            <a:normAutofit/>
          </a:bodyPr>
          <a:lstStyle>
            <a:lvl1pPr algn="ctr" defTabSz="914400" rtl="0" eaLnBrk="1" latinLnBrk="0" hangingPunct="1">
              <a:lnSpc>
                <a:spcPct val="90000"/>
              </a:lnSpc>
              <a:spcBef>
                <a:spcPct val="0"/>
              </a:spcBef>
              <a:buNone/>
              <a:defRPr sz="6000" b="1" kern="1200">
                <a:solidFill>
                  <a:schemeClr val="tx1"/>
                </a:solidFill>
                <a:latin typeface="+mj-lt"/>
                <a:ea typeface="+mj-ea"/>
                <a:cs typeface="+mj-cs"/>
              </a:defRPr>
            </a:lvl1pPr>
          </a:lstStyle>
          <a:p>
            <a:pPr algn="l"/>
            <a:r>
              <a:rPr lang="zh-CN" altLang="en-US" sz="2800" dirty="0">
                <a:latin typeface="+mn-lt"/>
                <a:ea typeface="+mn-ea"/>
                <a:cs typeface="+mn-ea"/>
                <a:sym typeface="+mn-lt"/>
              </a:rPr>
              <a:t>课程具体信息</a:t>
            </a:r>
          </a:p>
        </p:txBody>
      </p:sp>
      <p:sp>
        <p:nvSpPr>
          <p:cNvPr id="4" name="灯片编号占位符 3">
            <a:extLst>
              <a:ext uri="{FF2B5EF4-FFF2-40B4-BE49-F238E27FC236}">
                <a16:creationId xmlns:a16="http://schemas.microsoft.com/office/drawing/2014/main" id="{7FBF6607-263C-3A79-855D-9E4F713F4379}"/>
              </a:ext>
            </a:extLst>
          </p:cNvPr>
          <p:cNvSpPr>
            <a:spLocks noGrp="1"/>
          </p:cNvSpPr>
          <p:nvPr>
            <p:ph type="sldNum" sz="quarter" idx="12"/>
          </p:nvPr>
        </p:nvSpPr>
        <p:spPr>
          <a:xfrm>
            <a:off x="8610599" y="6231499"/>
            <a:ext cx="2909888" cy="206381"/>
          </a:xfrm>
        </p:spPr>
        <p:txBody>
          <a:bodyPr/>
          <a:lstStyle/>
          <a:p>
            <a:fld id="{5DD3DB80-B894-403A-B48E-6FDC1A72010E}" type="slidenum">
              <a:rPr lang="zh-CN" altLang="en-US" b="1" smtClean="0">
                <a:solidFill>
                  <a:schemeClr val="tx1"/>
                </a:solidFill>
                <a:cs typeface="+mn-ea"/>
                <a:sym typeface="+mn-lt"/>
              </a:rPr>
              <a:t>52</a:t>
            </a:fld>
            <a:endParaRPr lang="zh-CN" altLang="en-US" b="1" dirty="0">
              <a:solidFill>
                <a:schemeClr val="tx1"/>
              </a:solidFill>
              <a:cs typeface="+mn-ea"/>
              <a:sym typeface="+mn-lt"/>
            </a:endParaRPr>
          </a:p>
        </p:txBody>
      </p:sp>
      <p:sp>
        <p:nvSpPr>
          <p:cNvPr id="5" name="页脚占位符 2">
            <a:extLst>
              <a:ext uri="{FF2B5EF4-FFF2-40B4-BE49-F238E27FC236}">
                <a16:creationId xmlns:a16="http://schemas.microsoft.com/office/drawing/2014/main" id="{6F8B2F4A-2414-1796-3E96-2390095274E0}"/>
              </a:ext>
            </a:extLst>
          </p:cNvPr>
          <p:cNvSpPr>
            <a:spLocks noGrp="1"/>
          </p:cNvSpPr>
          <p:nvPr>
            <p:ph type="ftr" sz="quarter" idx="11"/>
          </p:nvPr>
        </p:nvSpPr>
        <p:spPr>
          <a:xfrm>
            <a:off x="669924" y="6240463"/>
            <a:ext cx="4140201" cy="206381"/>
          </a:xfrm>
        </p:spPr>
        <p:txBody>
          <a:bodyPr/>
          <a:lstStyle/>
          <a:p>
            <a:r>
              <a:rPr lang="zh-CN" altLang="en-US" dirty="0">
                <a:cs typeface="+mn-ea"/>
                <a:sym typeface="+mn-lt"/>
              </a:rPr>
              <a:t>课程管理系统</a:t>
            </a:r>
          </a:p>
        </p:txBody>
      </p:sp>
    </p:spTree>
    <p:custDataLst>
      <p:tags r:id="rId1"/>
    </p:custData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 name="图片 101"/>
          <p:cNvPicPr/>
          <p:nvPr/>
        </p:nvPicPr>
        <p:blipFill>
          <a:blip r:embed="rId3"/>
          <a:stretch>
            <a:fillRect/>
          </a:stretch>
        </p:blipFill>
        <p:spPr>
          <a:xfrm>
            <a:off x="2072558" y="1237340"/>
            <a:ext cx="8045293" cy="4794482"/>
          </a:xfrm>
          <a:prstGeom prst="rect">
            <a:avLst/>
          </a:prstGeom>
          <a:ln>
            <a:noFill/>
          </a:ln>
          <a:effectLst>
            <a:outerShdw blurRad="190500" algn="tl" rotWithShape="0">
              <a:srgbClr val="000000">
                <a:alpha val="70000"/>
              </a:srgbClr>
            </a:outerShdw>
          </a:effectLst>
        </p:spPr>
      </p:pic>
      <p:sp>
        <p:nvSpPr>
          <p:cNvPr id="2" name="标题 1">
            <a:extLst>
              <a:ext uri="{FF2B5EF4-FFF2-40B4-BE49-F238E27FC236}">
                <a16:creationId xmlns:a16="http://schemas.microsoft.com/office/drawing/2014/main" id="{54781943-9536-B35A-EE7C-50C15C6B4039}"/>
              </a:ext>
            </a:extLst>
          </p:cNvPr>
          <p:cNvSpPr txBox="1">
            <a:spLocks/>
          </p:cNvSpPr>
          <p:nvPr/>
        </p:nvSpPr>
        <p:spPr>
          <a:xfrm>
            <a:off x="669924" y="1"/>
            <a:ext cx="10850563" cy="1028699"/>
          </a:xfrm>
          <a:prstGeom prst="rect">
            <a:avLst/>
          </a:prstGeom>
        </p:spPr>
        <p:txBody>
          <a:bodyPr vert="horz" lIns="90000" tIns="46800" rIns="90000" bIns="46800" rtlCol="0" anchor="b" anchorCtr="0">
            <a:normAutofit/>
          </a:bodyPr>
          <a:lstStyle>
            <a:lvl1pPr algn="ctr" defTabSz="914400" rtl="0" eaLnBrk="1" latinLnBrk="0" hangingPunct="1">
              <a:lnSpc>
                <a:spcPct val="90000"/>
              </a:lnSpc>
              <a:spcBef>
                <a:spcPct val="0"/>
              </a:spcBef>
              <a:buNone/>
              <a:defRPr sz="6000" b="1" kern="1200">
                <a:solidFill>
                  <a:schemeClr val="tx1"/>
                </a:solidFill>
                <a:latin typeface="+mj-lt"/>
                <a:ea typeface="+mj-ea"/>
                <a:cs typeface="+mj-cs"/>
              </a:defRPr>
            </a:lvl1pPr>
          </a:lstStyle>
          <a:p>
            <a:pPr algn="l"/>
            <a:r>
              <a:rPr lang="zh-CN" altLang="en-US" sz="2800" dirty="0">
                <a:latin typeface="+mn-lt"/>
                <a:ea typeface="+mn-ea"/>
                <a:cs typeface="+mn-ea"/>
                <a:sym typeface="+mn-lt"/>
              </a:rPr>
              <a:t>教师课表</a:t>
            </a:r>
          </a:p>
        </p:txBody>
      </p:sp>
      <p:sp>
        <p:nvSpPr>
          <p:cNvPr id="3" name="灯片编号占位符 3">
            <a:extLst>
              <a:ext uri="{FF2B5EF4-FFF2-40B4-BE49-F238E27FC236}">
                <a16:creationId xmlns:a16="http://schemas.microsoft.com/office/drawing/2014/main" id="{D1727C0C-FBB6-7481-D8F0-C45326E09A53}"/>
              </a:ext>
            </a:extLst>
          </p:cNvPr>
          <p:cNvSpPr>
            <a:spLocks noGrp="1"/>
          </p:cNvSpPr>
          <p:nvPr>
            <p:ph type="sldNum" sz="quarter" idx="12"/>
          </p:nvPr>
        </p:nvSpPr>
        <p:spPr>
          <a:xfrm>
            <a:off x="8610599" y="6231499"/>
            <a:ext cx="2909888" cy="206381"/>
          </a:xfrm>
        </p:spPr>
        <p:txBody>
          <a:bodyPr/>
          <a:lstStyle/>
          <a:p>
            <a:fld id="{5DD3DB80-B894-403A-B48E-6FDC1A72010E}" type="slidenum">
              <a:rPr lang="zh-CN" altLang="en-US" b="1" smtClean="0">
                <a:solidFill>
                  <a:schemeClr val="tx1"/>
                </a:solidFill>
                <a:cs typeface="+mn-ea"/>
                <a:sym typeface="+mn-lt"/>
              </a:rPr>
              <a:t>53</a:t>
            </a:fld>
            <a:endParaRPr lang="zh-CN" altLang="en-US" b="1" dirty="0">
              <a:solidFill>
                <a:schemeClr val="tx1"/>
              </a:solidFill>
              <a:cs typeface="+mn-ea"/>
              <a:sym typeface="+mn-lt"/>
            </a:endParaRPr>
          </a:p>
        </p:txBody>
      </p:sp>
      <p:sp>
        <p:nvSpPr>
          <p:cNvPr id="4" name="页脚占位符 2">
            <a:extLst>
              <a:ext uri="{FF2B5EF4-FFF2-40B4-BE49-F238E27FC236}">
                <a16:creationId xmlns:a16="http://schemas.microsoft.com/office/drawing/2014/main" id="{B01D5C8E-F607-F15C-7AA3-BA3D2168B7C8}"/>
              </a:ext>
            </a:extLst>
          </p:cNvPr>
          <p:cNvSpPr>
            <a:spLocks noGrp="1"/>
          </p:cNvSpPr>
          <p:nvPr>
            <p:ph type="ftr" sz="quarter" idx="11"/>
          </p:nvPr>
        </p:nvSpPr>
        <p:spPr>
          <a:xfrm>
            <a:off x="669924" y="6240463"/>
            <a:ext cx="4140201" cy="206381"/>
          </a:xfrm>
        </p:spPr>
        <p:txBody>
          <a:bodyPr/>
          <a:lstStyle/>
          <a:p>
            <a:r>
              <a:rPr lang="zh-CN" altLang="en-US" dirty="0">
                <a:cs typeface="+mn-ea"/>
                <a:sym typeface="+mn-lt"/>
              </a:rPr>
              <a:t>课程管理系统</a:t>
            </a:r>
          </a:p>
        </p:txBody>
      </p:sp>
    </p:spTree>
    <p:custDataLst>
      <p:tags r:id="rId1"/>
    </p:custData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 name="图片 102"/>
          <p:cNvPicPr/>
          <p:nvPr/>
        </p:nvPicPr>
        <p:blipFill>
          <a:blip r:embed="rId3"/>
          <a:stretch>
            <a:fillRect/>
          </a:stretch>
        </p:blipFill>
        <p:spPr>
          <a:xfrm>
            <a:off x="1999216" y="1218882"/>
            <a:ext cx="8191978" cy="4831398"/>
          </a:xfrm>
          <a:prstGeom prst="rect">
            <a:avLst/>
          </a:prstGeom>
          <a:ln>
            <a:noFill/>
          </a:ln>
          <a:effectLst>
            <a:outerShdw blurRad="190500" algn="tl" rotWithShape="0">
              <a:srgbClr val="000000">
                <a:alpha val="70000"/>
              </a:srgbClr>
            </a:outerShdw>
          </a:effectLst>
        </p:spPr>
      </p:pic>
      <p:sp>
        <p:nvSpPr>
          <p:cNvPr id="2" name="标题 1">
            <a:extLst>
              <a:ext uri="{FF2B5EF4-FFF2-40B4-BE49-F238E27FC236}">
                <a16:creationId xmlns:a16="http://schemas.microsoft.com/office/drawing/2014/main" id="{7635E61A-CC65-5E77-0561-F00904D4568C}"/>
              </a:ext>
            </a:extLst>
          </p:cNvPr>
          <p:cNvSpPr txBox="1">
            <a:spLocks/>
          </p:cNvSpPr>
          <p:nvPr/>
        </p:nvSpPr>
        <p:spPr>
          <a:xfrm>
            <a:off x="669924" y="1"/>
            <a:ext cx="10850563" cy="1028699"/>
          </a:xfrm>
          <a:prstGeom prst="rect">
            <a:avLst/>
          </a:prstGeom>
        </p:spPr>
        <p:txBody>
          <a:bodyPr vert="horz" lIns="90000" tIns="46800" rIns="90000" bIns="46800" rtlCol="0" anchor="b" anchorCtr="0">
            <a:normAutofit/>
          </a:bodyPr>
          <a:lstStyle>
            <a:lvl1pPr algn="ctr" defTabSz="914400" rtl="0" eaLnBrk="1" latinLnBrk="0" hangingPunct="1">
              <a:lnSpc>
                <a:spcPct val="90000"/>
              </a:lnSpc>
              <a:spcBef>
                <a:spcPct val="0"/>
              </a:spcBef>
              <a:buNone/>
              <a:defRPr sz="6000" b="1" kern="1200">
                <a:solidFill>
                  <a:schemeClr val="tx1"/>
                </a:solidFill>
                <a:latin typeface="+mj-lt"/>
                <a:ea typeface="+mj-ea"/>
                <a:cs typeface="+mj-cs"/>
              </a:defRPr>
            </a:lvl1pPr>
          </a:lstStyle>
          <a:p>
            <a:pPr algn="l"/>
            <a:r>
              <a:rPr lang="zh-CN" altLang="en-US" sz="2800" dirty="0">
                <a:latin typeface="+mn-lt"/>
                <a:ea typeface="+mn-ea"/>
                <a:cs typeface="+mn-ea"/>
                <a:sym typeface="+mn-lt"/>
              </a:rPr>
              <a:t>教师课表具体信息</a:t>
            </a:r>
          </a:p>
        </p:txBody>
      </p:sp>
      <p:sp>
        <p:nvSpPr>
          <p:cNvPr id="3" name="灯片编号占位符 3">
            <a:extLst>
              <a:ext uri="{FF2B5EF4-FFF2-40B4-BE49-F238E27FC236}">
                <a16:creationId xmlns:a16="http://schemas.microsoft.com/office/drawing/2014/main" id="{AFD90B78-4690-D53F-B7ED-7E9391E797D7}"/>
              </a:ext>
            </a:extLst>
          </p:cNvPr>
          <p:cNvSpPr>
            <a:spLocks noGrp="1"/>
          </p:cNvSpPr>
          <p:nvPr>
            <p:ph type="sldNum" sz="quarter" idx="12"/>
          </p:nvPr>
        </p:nvSpPr>
        <p:spPr>
          <a:xfrm>
            <a:off x="8610599" y="6231499"/>
            <a:ext cx="2909888" cy="206381"/>
          </a:xfrm>
        </p:spPr>
        <p:txBody>
          <a:bodyPr/>
          <a:lstStyle/>
          <a:p>
            <a:fld id="{5DD3DB80-B894-403A-B48E-6FDC1A72010E}" type="slidenum">
              <a:rPr lang="zh-CN" altLang="en-US" b="1" smtClean="0">
                <a:solidFill>
                  <a:schemeClr val="tx1"/>
                </a:solidFill>
                <a:cs typeface="+mn-ea"/>
                <a:sym typeface="+mn-lt"/>
              </a:rPr>
              <a:t>54</a:t>
            </a:fld>
            <a:endParaRPr lang="zh-CN" altLang="en-US" b="1" dirty="0">
              <a:solidFill>
                <a:schemeClr val="tx1"/>
              </a:solidFill>
              <a:cs typeface="+mn-ea"/>
              <a:sym typeface="+mn-lt"/>
            </a:endParaRPr>
          </a:p>
        </p:txBody>
      </p:sp>
      <p:sp>
        <p:nvSpPr>
          <p:cNvPr id="4" name="页脚占位符 2">
            <a:extLst>
              <a:ext uri="{FF2B5EF4-FFF2-40B4-BE49-F238E27FC236}">
                <a16:creationId xmlns:a16="http://schemas.microsoft.com/office/drawing/2014/main" id="{A8DCA7F0-FF8E-F26B-9FE1-193EA7E8895D}"/>
              </a:ext>
            </a:extLst>
          </p:cNvPr>
          <p:cNvSpPr>
            <a:spLocks noGrp="1"/>
          </p:cNvSpPr>
          <p:nvPr>
            <p:ph type="ftr" sz="quarter" idx="11"/>
          </p:nvPr>
        </p:nvSpPr>
        <p:spPr>
          <a:xfrm>
            <a:off x="669924" y="6240463"/>
            <a:ext cx="4140201" cy="206381"/>
          </a:xfrm>
        </p:spPr>
        <p:txBody>
          <a:bodyPr/>
          <a:lstStyle/>
          <a:p>
            <a:r>
              <a:rPr lang="zh-CN" altLang="en-US" dirty="0">
                <a:cs typeface="+mn-ea"/>
                <a:sym typeface="+mn-lt"/>
              </a:rPr>
              <a:t>课程管理系统</a:t>
            </a:r>
          </a:p>
        </p:txBody>
      </p:sp>
    </p:spTree>
    <p:custDataLst>
      <p:tags r:id="rId1"/>
    </p:custData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E]2(`~%D@PJQF$8GP1_MV[K"/>
          <p:cNvPicPr>
            <a:picLocks noChangeAspect="1"/>
          </p:cNvPicPr>
          <p:nvPr>
            <p:custDataLst>
              <p:tags r:id="rId2"/>
            </p:custDataLst>
          </p:nvPr>
        </p:nvPicPr>
        <p:blipFill>
          <a:blip r:embed="rId5"/>
          <a:stretch>
            <a:fillRect/>
          </a:stretch>
        </p:blipFill>
        <p:spPr>
          <a:xfrm>
            <a:off x="2026602" y="1133194"/>
            <a:ext cx="8637905" cy="4993810"/>
          </a:xfrm>
          <a:prstGeom prst="rect">
            <a:avLst/>
          </a:prstGeom>
          <a:ln>
            <a:noFill/>
          </a:ln>
          <a:effectLst>
            <a:outerShdw blurRad="190500" algn="tl" rotWithShape="0">
              <a:srgbClr val="000000">
                <a:alpha val="70000"/>
              </a:srgbClr>
            </a:outerShdw>
          </a:effectLst>
        </p:spPr>
      </p:pic>
      <p:sp>
        <p:nvSpPr>
          <p:cNvPr id="6" name="矩形 5"/>
          <p:cNvSpPr/>
          <p:nvPr>
            <p:custDataLst>
              <p:tags r:id="rId3"/>
            </p:custDataLst>
          </p:nvPr>
        </p:nvSpPr>
        <p:spPr>
          <a:xfrm>
            <a:off x="5248910" y="1548765"/>
            <a:ext cx="2117090" cy="762000"/>
          </a:xfrm>
          <a:prstGeom prst="rect">
            <a:avLst/>
          </a:prstGeom>
          <a:noFill/>
          <a:ln>
            <a:solidFill>
              <a:srgbClr val="FF0000"/>
            </a:solidFill>
          </a:ln>
          <a:extLst>
            <a:ext uri="{909E8E84-426E-40DD-AFC4-6F175D3DCCD1}">
              <a14:hiddenFill xmlns:a14="http://schemas.microsoft.com/office/drawing/2010/main">
                <a:solidFill>
                  <a:schemeClr val="lt1"/>
                </a:solidFill>
              </a14:hiddenFill>
            </a:ext>
          </a:extLst>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3" name="标题 1">
            <a:extLst>
              <a:ext uri="{FF2B5EF4-FFF2-40B4-BE49-F238E27FC236}">
                <a16:creationId xmlns:a16="http://schemas.microsoft.com/office/drawing/2014/main" id="{B7BF7EC3-4032-1549-0DB9-49331C78AE4D}"/>
              </a:ext>
            </a:extLst>
          </p:cNvPr>
          <p:cNvSpPr txBox="1">
            <a:spLocks/>
          </p:cNvSpPr>
          <p:nvPr/>
        </p:nvSpPr>
        <p:spPr>
          <a:xfrm>
            <a:off x="669924" y="1"/>
            <a:ext cx="10850563" cy="1028699"/>
          </a:xfrm>
          <a:prstGeom prst="rect">
            <a:avLst/>
          </a:prstGeom>
        </p:spPr>
        <p:txBody>
          <a:bodyPr vert="horz" lIns="90000" tIns="46800" rIns="90000" bIns="46800" rtlCol="0" anchor="b" anchorCtr="0">
            <a:normAutofit/>
          </a:bodyPr>
          <a:lstStyle>
            <a:lvl1pPr algn="ctr" defTabSz="914400" rtl="0" eaLnBrk="1" latinLnBrk="0" hangingPunct="1">
              <a:lnSpc>
                <a:spcPct val="90000"/>
              </a:lnSpc>
              <a:spcBef>
                <a:spcPct val="0"/>
              </a:spcBef>
              <a:buNone/>
              <a:defRPr sz="6000" b="1" kern="1200">
                <a:solidFill>
                  <a:schemeClr val="tx1"/>
                </a:solidFill>
                <a:latin typeface="+mj-lt"/>
                <a:ea typeface="+mj-ea"/>
                <a:cs typeface="+mj-cs"/>
              </a:defRPr>
            </a:lvl1pPr>
          </a:lstStyle>
          <a:p>
            <a:pPr algn="l"/>
            <a:r>
              <a:rPr lang="zh-CN" altLang="en-US" sz="2800" dirty="0">
                <a:latin typeface="+mn-lt"/>
                <a:ea typeface="+mn-ea"/>
                <a:cs typeface="+mn-ea"/>
                <a:sym typeface="+mn-lt"/>
              </a:rPr>
              <a:t>教师无课提示</a:t>
            </a:r>
          </a:p>
        </p:txBody>
      </p:sp>
      <p:sp>
        <p:nvSpPr>
          <p:cNvPr id="4" name="灯片编号占位符 3">
            <a:extLst>
              <a:ext uri="{FF2B5EF4-FFF2-40B4-BE49-F238E27FC236}">
                <a16:creationId xmlns:a16="http://schemas.microsoft.com/office/drawing/2014/main" id="{83D7D02E-3896-3EAA-E907-A5EE24CFDB1B}"/>
              </a:ext>
            </a:extLst>
          </p:cNvPr>
          <p:cNvSpPr>
            <a:spLocks noGrp="1"/>
          </p:cNvSpPr>
          <p:nvPr>
            <p:ph type="sldNum" sz="quarter" idx="12"/>
          </p:nvPr>
        </p:nvSpPr>
        <p:spPr>
          <a:xfrm>
            <a:off x="8610599" y="6231499"/>
            <a:ext cx="2909888" cy="206381"/>
          </a:xfrm>
        </p:spPr>
        <p:txBody>
          <a:bodyPr/>
          <a:lstStyle/>
          <a:p>
            <a:fld id="{5DD3DB80-B894-403A-B48E-6FDC1A72010E}" type="slidenum">
              <a:rPr lang="zh-CN" altLang="en-US" b="1" smtClean="0">
                <a:solidFill>
                  <a:schemeClr val="tx1"/>
                </a:solidFill>
                <a:cs typeface="+mn-ea"/>
                <a:sym typeface="+mn-lt"/>
              </a:rPr>
              <a:t>55</a:t>
            </a:fld>
            <a:endParaRPr lang="zh-CN" altLang="en-US" b="1" dirty="0">
              <a:solidFill>
                <a:schemeClr val="tx1"/>
              </a:solidFill>
              <a:cs typeface="+mn-ea"/>
              <a:sym typeface="+mn-lt"/>
            </a:endParaRPr>
          </a:p>
        </p:txBody>
      </p:sp>
      <p:sp>
        <p:nvSpPr>
          <p:cNvPr id="5" name="页脚占位符 2">
            <a:extLst>
              <a:ext uri="{FF2B5EF4-FFF2-40B4-BE49-F238E27FC236}">
                <a16:creationId xmlns:a16="http://schemas.microsoft.com/office/drawing/2014/main" id="{3F71E5A7-4A99-FB5A-537E-386699C7712A}"/>
              </a:ext>
            </a:extLst>
          </p:cNvPr>
          <p:cNvSpPr>
            <a:spLocks noGrp="1"/>
          </p:cNvSpPr>
          <p:nvPr>
            <p:ph type="ftr" sz="quarter" idx="11"/>
          </p:nvPr>
        </p:nvSpPr>
        <p:spPr>
          <a:xfrm>
            <a:off x="669924" y="6240463"/>
            <a:ext cx="4140201" cy="206381"/>
          </a:xfrm>
        </p:spPr>
        <p:txBody>
          <a:bodyPr/>
          <a:lstStyle/>
          <a:p>
            <a:r>
              <a:rPr lang="zh-CN" altLang="en-US" dirty="0">
                <a:cs typeface="+mn-ea"/>
                <a:sym typeface="+mn-lt"/>
              </a:rPr>
              <a:t>课程管理系统</a:t>
            </a:r>
          </a:p>
        </p:txBody>
      </p:sp>
    </p:spTree>
    <p:custDataLst>
      <p:tags r:id="rId1"/>
    </p:custData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6" name="图片 105"/>
          <p:cNvPicPr/>
          <p:nvPr/>
        </p:nvPicPr>
        <p:blipFill>
          <a:blip r:embed="rId4"/>
          <a:stretch>
            <a:fillRect/>
          </a:stretch>
        </p:blipFill>
        <p:spPr>
          <a:xfrm>
            <a:off x="669924" y="1167447"/>
            <a:ext cx="6962775" cy="4523105"/>
          </a:xfrm>
          <a:prstGeom prst="rect">
            <a:avLst/>
          </a:prstGeom>
          <a:ln>
            <a:noFill/>
          </a:ln>
          <a:effectLst>
            <a:outerShdw blurRad="190500" algn="tl" rotWithShape="0">
              <a:srgbClr val="000000">
                <a:alpha val="70000"/>
              </a:srgbClr>
            </a:outerShdw>
          </a:effectLst>
        </p:spPr>
      </p:pic>
      <p:pic>
        <p:nvPicPr>
          <p:cNvPr id="107" name="图片 106"/>
          <p:cNvPicPr/>
          <p:nvPr/>
        </p:nvPicPr>
        <p:blipFill>
          <a:blip r:embed="rId5"/>
          <a:stretch>
            <a:fillRect/>
          </a:stretch>
        </p:blipFill>
        <p:spPr>
          <a:xfrm>
            <a:off x="5502592" y="2523287"/>
            <a:ext cx="6017895" cy="3581400"/>
          </a:xfrm>
          <a:prstGeom prst="rect">
            <a:avLst/>
          </a:prstGeom>
          <a:ln>
            <a:noFill/>
          </a:ln>
          <a:effectLst>
            <a:outerShdw blurRad="190500" algn="tl" rotWithShape="0">
              <a:srgbClr val="000000">
                <a:alpha val="70000"/>
              </a:srgbClr>
            </a:outerShdw>
          </a:effectLst>
        </p:spPr>
      </p:pic>
      <p:sp>
        <p:nvSpPr>
          <p:cNvPr id="7" name="文本框 6"/>
          <p:cNvSpPr txBox="1"/>
          <p:nvPr>
            <p:custDataLst>
              <p:tags r:id="rId2"/>
            </p:custDataLst>
          </p:nvPr>
        </p:nvSpPr>
        <p:spPr>
          <a:xfrm>
            <a:off x="8253412" y="1167447"/>
            <a:ext cx="2681288" cy="1134413"/>
          </a:xfrm>
          <a:prstGeom prst="rect">
            <a:avLst/>
          </a:prstGeom>
          <a:noFill/>
        </p:spPr>
        <p:txBody>
          <a:bodyPr wrap="square" rtlCol="0">
            <a:spAutoFit/>
          </a:bodyPr>
          <a:lstStyle/>
          <a:p>
            <a:pPr algn="ctr">
              <a:lnSpc>
                <a:spcPct val="150000"/>
              </a:lnSpc>
            </a:pPr>
            <a:r>
              <a:rPr lang="zh-CN" altLang="en-US" sz="2400" dirty="0">
                <a:solidFill>
                  <a:schemeClr val="accent6"/>
                </a:solidFill>
              </a:rPr>
              <a:t>课表和选课</a:t>
            </a:r>
          </a:p>
          <a:p>
            <a:pPr algn="ctr">
              <a:lnSpc>
                <a:spcPct val="150000"/>
              </a:lnSpc>
            </a:pPr>
            <a:r>
              <a:rPr lang="zh-CN" altLang="en-US" sz="2400" dirty="0">
                <a:solidFill>
                  <a:schemeClr val="accent6"/>
                </a:solidFill>
              </a:rPr>
              <a:t>页面初步设计</a:t>
            </a:r>
          </a:p>
        </p:txBody>
      </p:sp>
      <p:sp>
        <p:nvSpPr>
          <p:cNvPr id="2" name="标题 1">
            <a:extLst>
              <a:ext uri="{FF2B5EF4-FFF2-40B4-BE49-F238E27FC236}">
                <a16:creationId xmlns:a16="http://schemas.microsoft.com/office/drawing/2014/main" id="{14E90314-5AF9-F58F-4462-03DA9B44637C}"/>
              </a:ext>
            </a:extLst>
          </p:cNvPr>
          <p:cNvSpPr txBox="1">
            <a:spLocks/>
          </p:cNvSpPr>
          <p:nvPr/>
        </p:nvSpPr>
        <p:spPr>
          <a:xfrm>
            <a:off x="669924" y="1"/>
            <a:ext cx="10850563" cy="1028699"/>
          </a:xfrm>
          <a:prstGeom prst="rect">
            <a:avLst/>
          </a:prstGeom>
        </p:spPr>
        <p:txBody>
          <a:bodyPr vert="horz" lIns="90000" tIns="46800" rIns="90000" bIns="46800" rtlCol="0" anchor="b" anchorCtr="0">
            <a:normAutofit/>
          </a:bodyPr>
          <a:lstStyle>
            <a:lvl1pPr algn="ctr" defTabSz="914400" rtl="0" eaLnBrk="1" latinLnBrk="0" hangingPunct="1">
              <a:lnSpc>
                <a:spcPct val="90000"/>
              </a:lnSpc>
              <a:spcBef>
                <a:spcPct val="0"/>
              </a:spcBef>
              <a:buNone/>
              <a:defRPr sz="6000" b="1" kern="1200">
                <a:solidFill>
                  <a:schemeClr val="tx1"/>
                </a:solidFill>
                <a:latin typeface="+mj-lt"/>
                <a:ea typeface="+mj-ea"/>
                <a:cs typeface="+mj-cs"/>
              </a:defRPr>
            </a:lvl1pPr>
          </a:lstStyle>
          <a:p>
            <a:pPr algn="l"/>
            <a:endParaRPr lang="zh-CN" altLang="en-US" sz="2800" dirty="0">
              <a:latin typeface="+mn-lt"/>
              <a:ea typeface="+mn-ea"/>
              <a:cs typeface="+mn-ea"/>
              <a:sym typeface="+mn-lt"/>
            </a:endParaRPr>
          </a:p>
        </p:txBody>
      </p:sp>
      <p:sp>
        <p:nvSpPr>
          <p:cNvPr id="3" name="灯片编号占位符 3">
            <a:extLst>
              <a:ext uri="{FF2B5EF4-FFF2-40B4-BE49-F238E27FC236}">
                <a16:creationId xmlns:a16="http://schemas.microsoft.com/office/drawing/2014/main" id="{C6504032-FC37-8F58-ECA7-D6E39786DA57}"/>
              </a:ext>
            </a:extLst>
          </p:cNvPr>
          <p:cNvSpPr>
            <a:spLocks noGrp="1"/>
          </p:cNvSpPr>
          <p:nvPr>
            <p:ph type="sldNum" sz="quarter" idx="12"/>
          </p:nvPr>
        </p:nvSpPr>
        <p:spPr>
          <a:xfrm>
            <a:off x="8610599" y="6231499"/>
            <a:ext cx="2909888" cy="206381"/>
          </a:xfrm>
        </p:spPr>
        <p:txBody>
          <a:bodyPr/>
          <a:lstStyle/>
          <a:p>
            <a:fld id="{5DD3DB80-B894-403A-B48E-6FDC1A72010E}" type="slidenum">
              <a:rPr lang="zh-CN" altLang="en-US" b="1" smtClean="0">
                <a:solidFill>
                  <a:schemeClr val="tx1"/>
                </a:solidFill>
                <a:cs typeface="+mn-ea"/>
                <a:sym typeface="+mn-lt"/>
              </a:rPr>
              <a:t>56</a:t>
            </a:fld>
            <a:endParaRPr lang="zh-CN" altLang="en-US" b="1" dirty="0">
              <a:solidFill>
                <a:schemeClr val="tx1"/>
              </a:solidFill>
              <a:cs typeface="+mn-ea"/>
              <a:sym typeface="+mn-lt"/>
            </a:endParaRPr>
          </a:p>
        </p:txBody>
      </p:sp>
      <p:sp>
        <p:nvSpPr>
          <p:cNvPr id="4" name="页脚占位符 2">
            <a:extLst>
              <a:ext uri="{FF2B5EF4-FFF2-40B4-BE49-F238E27FC236}">
                <a16:creationId xmlns:a16="http://schemas.microsoft.com/office/drawing/2014/main" id="{C50DF849-FF1F-44D6-0E43-30CD4F845D33}"/>
              </a:ext>
            </a:extLst>
          </p:cNvPr>
          <p:cNvSpPr>
            <a:spLocks noGrp="1"/>
          </p:cNvSpPr>
          <p:nvPr>
            <p:ph type="ftr" sz="quarter" idx="11"/>
          </p:nvPr>
        </p:nvSpPr>
        <p:spPr>
          <a:xfrm>
            <a:off x="669924" y="6240463"/>
            <a:ext cx="4140201" cy="206381"/>
          </a:xfrm>
        </p:spPr>
        <p:txBody>
          <a:bodyPr/>
          <a:lstStyle/>
          <a:p>
            <a:r>
              <a:rPr lang="zh-CN" altLang="en-US" dirty="0">
                <a:cs typeface="+mn-ea"/>
                <a:sym typeface="+mn-lt"/>
              </a:rPr>
              <a:t>课程管理系统</a:t>
            </a:r>
          </a:p>
        </p:txBody>
      </p:sp>
    </p:spTree>
    <p:custDataLst>
      <p:tags r:id="rId1"/>
    </p:custData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a:extLst>
              <a:ext uri="{FF2B5EF4-FFF2-40B4-BE49-F238E27FC236}">
                <a16:creationId xmlns:a16="http://schemas.microsoft.com/office/drawing/2014/main" id="{6C2532AA-A647-48FF-8A25-36777AF5B18D}"/>
              </a:ext>
            </a:extLst>
          </p:cNvPr>
          <p:cNvSpPr>
            <a:spLocks noGrp="1"/>
          </p:cNvSpPr>
          <p:nvPr>
            <p:ph type="ctrTitle"/>
          </p:nvPr>
        </p:nvSpPr>
        <p:spPr/>
        <p:txBody>
          <a:bodyPr>
            <a:normAutofit fontScale="90000"/>
          </a:bodyPr>
          <a:lstStyle/>
          <a:p>
            <a:r>
              <a:rPr lang="zh-CN" altLang="en-US" dirty="0">
                <a:latin typeface="Arial" panose="020B0604020202020204" pitchFamily="34" charset="0"/>
                <a:ea typeface="微软雅黑" panose="020B0503020204020204" pitchFamily="34" charset="-122"/>
              </a:rPr>
              <a:t>提问</a:t>
            </a:r>
            <a:r>
              <a:rPr lang="en-GB" altLang="zh-CN" dirty="0">
                <a:latin typeface="Arial" panose="020B0604020202020204" pitchFamily="34" charset="0"/>
                <a:ea typeface="微软雅黑" panose="020B0503020204020204" pitchFamily="34" charset="-122"/>
              </a:rPr>
              <a:t> </a:t>
            </a:r>
            <a:r>
              <a:rPr lang="zh-CN" altLang="en-US" sz="7300" dirty="0">
                <a:solidFill>
                  <a:srgbClr val="0062A4"/>
                </a:solidFill>
                <a:latin typeface="Arial" panose="020B0604020202020204" pitchFamily="34" charset="0"/>
                <a:ea typeface="微软雅黑" panose="020B0503020204020204" pitchFamily="34" charset="-122"/>
              </a:rPr>
              <a:t>环节</a:t>
            </a:r>
            <a:br>
              <a:rPr lang="en-US" altLang="zh-CN" sz="7300" dirty="0">
                <a:solidFill>
                  <a:srgbClr val="0062A4"/>
                </a:solidFill>
                <a:latin typeface="Arial" panose="020B0604020202020204" pitchFamily="34" charset="0"/>
                <a:ea typeface="微软雅黑" panose="020B0503020204020204" pitchFamily="34" charset="-122"/>
              </a:rPr>
            </a:br>
            <a:r>
              <a:rPr lang="en-US" altLang="zh-CN" sz="3600" dirty="0">
                <a:latin typeface="Arial" panose="020B0604020202020204" pitchFamily="34" charset="0"/>
                <a:ea typeface="微软雅黑" panose="020B0503020204020204" pitchFamily="34" charset="-122"/>
              </a:rPr>
              <a:t>Q &amp; </a:t>
            </a:r>
            <a:r>
              <a:rPr lang="en-US" altLang="zh-CN" sz="3600" dirty="0">
                <a:solidFill>
                  <a:srgbClr val="0062A4"/>
                </a:solidFill>
                <a:latin typeface="Arial" panose="020B0604020202020204" pitchFamily="34" charset="0"/>
                <a:ea typeface="微软雅黑" panose="020B0503020204020204" pitchFamily="34" charset="-122"/>
              </a:rPr>
              <a:t>A</a:t>
            </a:r>
            <a:endParaRPr lang="zh-CN" altLang="en-US" sz="3600" dirty="0">
              <a:solidFill>
                <a:srgbClr val="0062A4"/>
              </a:solidFill>
              <a:latin typeface="Arial" panose="020B0604020202020204" pitchFamily="34" charset="0"/>
              <a:ea typeface="微软雅黑" panose="020B0503020204020204" pitchFamily="34" charset="-122"/>
            </a:endParaRPr>
          </a:p>
        </p:txBody>
      </p:sp>
      <p:sp>
        <p:nvSpPr>
          <p:cNvPr id="10" name="副标题 9">
            <a:extLst>
              <a:ext uri="{FF2B5EF4-FFF2-40B4-BE49-F238E27FC236}">
                <a16:creationId xmlns:a16="http://schemas.microsoft.com/office/drawing/2014/main" id="{0102F8CF-8DD3-43E5-B521-501A3CF124F9}"/>
              </a:ext>
            </a:extLst>
          </p:cNvPr>
          <p:cNvSpPr>
            <a:spLocks noGrp="1"/>
          </p:cNvSpPr>
          <p:nvPr>
            <p:ph type="subTitle" idx="1"/>
          </p:nvPr>
        </p:nvSpPr>
        <p:spPr/>
        <p:txBody>
          <a:bodyPr/>
          <a:lstStyle/>
          <a:p>
            <a:r>
              <a:rPr lang="zh-CN" altLang="en-US" dirty="0">
                <a:latin typeface="Arial" panose="020B0604020202020204" pitchFamily="34" charset="0"/>
                <a:ea typeface="微软雅黑" panose="020B0503020204020204" pitchFamily="34" charset="-122"/>
              </a:rPr>
              <a:t>个人陈述</a:t>
            </a:r>
            <a:endParaRPr lang="en-GB" altLang="zh-CN" dirty="0">
              <a:latin typeface="Arial" panose="020B0604020202020204" pitchFamily="34" charset="0"/>
              <a:ea typeface="微软雅黑" panose="020B0503020204020204" pitchFamily="34" charset="-122"/>
            </a:endParaRPr>
          </a:p>
        </p:txBody>
      </p:sp>
      <p:sp>
        <p:nvSpPr>
          <p:cNvPr id="11" name="文本占位符 10">
            <a:extLst>
              <a:ext uri="{FF2B5EF4-FFF2-40B4-BE49-F238E27FC236}">
                <a16:creationId xmlns:a16="http://schemas.microsoft.com/office/drawing/2014/main" id="{7E21516B-4ABB-4E09-987D-1ABA411225D2}"/>
              </a:ext>
            </a:extLst>
          </p:cNvPr>
          <p:cNvSpPr>
            <a:spLocks noGrp="1"/>
          </p:cNvSpPr>
          <p:nvPr>
            <p:ph type="body" sz="quarter" idx="13"/>
          </p:nvPr>
        </p:nvSpPr>
        <p:spPr/>
        <p:txBody>
          <a:bodyPr>
            <a:normAutofit fontScale="92500" lnSpcReduction="10000"/>
          </a:bodyPr>
          <a:lstStyle/>
          <a:p>
            <a:r>
              <a:rPr lang="zh-CN" altLang="en-US" sz="1600" b="1" dirty="0">
                <a:latin typeface="Arial" panose="020B0604020202020204" pitchFamily="34" charset="0"/>
                <a:ea typeface="微软雅黑" panose="020B0503020204020204" pitchFamily="34" charset="-122"/>
              </a:rPr>
              <a:t>张婷婷</a:t>
            </a:r>
            <a:endParaRPr lang="en-GB" altLang="zh-CN" sz="1600" b="1" dirty="0">
              <a:latin typeface="Arial" panose="020B0604020202020204" pitchFamily="34" charset="0"/>
              <a:ea typeface="微软雅黑" panose="020B0503020204020204" pitchFamily="34" charset="-122"/>
            </a:endParaRPr>
          </a:p>
        </p:txBody>
      </p:sp>
      <p:sp>
        <p:nvSpPr>
          <p:cNvPr id="12" name="文本占位符 11">
            <a:extLst>
              <a:ext uri="{FF2B5EF4-FFF2-40B4-BE49-F238E27FC236}">
                <a16:creationId xmlns:a16="http://schemas.microsoft.com/office/drawing/2014/main" id="{BFF7D8B0-524B-4065-95EB-00BAEDA26918}"/>
              </a:ext>
            </a:extLst>
          </p:cNvPr>
          <p:cNvSpPr>
            <a:spLocks noGrp="1"/>
          </p:cNvSpPr>
          <p:nvPr>
            <p:ph type="body" sz="quarter" idx="14"/>
          </p:nvPr>
        </p:nvSpPr>
        <p:spPr/>
        <p:txBody>
          <a:bodyPr/>
          <a:lstStyle/>
          <a:p>
            <a:r>
              <a:rPr lang="zh-CN" altLang="en-US" dirty="0">
                <a:latin typeface="Arial" panose="020B0604020202020204" pitchFamily="34" charset="0"/>
                <a:ea typeface="微软雅黑" panose="020B0503020204020204" pitchFamily="34" charset="-122"/>
              </a:rPr>
              <a:t>课程管理系统</a:t>
            </a:r>
            <a:endParaRPr lang="en-GB" altLang="zh-CN" dirty="0">
              <a:latin typeface="Arial" panose="020B0604020202020204" pitchFamily="34" charset="0"/>
              <a:ea typeface="微软雅黑" panose="020B0503020204020204" pitchFamily="34" charset="-122"/>
            </a:endParaRPr>
          </a:p>
        </p:txBody>
      </p:sp>
      <p:sp>
        <p:nvSpPr>
          <p:cNvPr id="13" name="文本占位符 12">
            <a:extLst>
              <a:ext uri="{FF2B5EF4-FFF2-40B4-BE49-F238E27FC236}">
                <a16:creationId xmlns:a16="http://schemas.microsoft.com/office/drawing/2014/main" id="{F03171C0-8F5E-452D-80D2-8537CBEA6B12}"/>
              </a:ext>
            </a:extLst>
          </p:cNvPr>
          <p:cNvSpPr>
            <a:spLocks noGrp="1"/>
          </p:cNvSpPr>
          <p:nvPr>
            <p:ph type="body" sz="quarter" idx="15"/>
          </p:nvPr>
        </p:nvSpPr>
        <p:spPr/>
        <p:txBody>
          <a:bodyPr/>
          <a:lstStyle/>
          <a:p>
            <a:r>
              <a:rPr lang="en-GB" altLang="zh-CN" dirty="0">
                <a:latin typeface="Arial" panose="020B0604020202020204" pitchFamily="34" charset="0"/>
                <a:ea typeface="微软雅黑" panose="020B0503020204020204" pitchFamily="34" charset="-122"/>
              </a:rPr>
              <a:t>LOGO HERE</a:t>
            </a:r>
          </a:p>
        </p:txBody>
      </p:sp>
    </p:spTree>
    <p:extLst>
      <p:ext uri="{BB962C8B-B14F-4D97-AF65-F5344CB8AC3E}">
        <p14:creationId xmlns:p14="http://schemas.microsoft.com/office/powerpoint/2010/main" val="53969157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n-lt"/>
                <a:ea typeface="+mn-ea"/>
                <a:cs typeface="+mn-ea"/>
                <a:sym typeface="+mn-lt"/>
              </a:rPr>
              <a:t>登录界面：</a:t>
            </a:r>
            <a:r>
              <a:rPr lang="zh-CN" altLang="en-US" b="0" dirty="0">
                <a:latin typeface="+mn-lt"/>
                <a:ea typeface="+mn-ea"/>
                <a:cs typeface="+mn-ea"/>
                <a:sym typeface="+mn-lt"/>
              </a:rPr>
              <a:t>三种用户类型</a:t>
            </a:r>
            <a:r>
              <a:rPr lang="en-US" altLang="zh-CN" b="0" dirty="0">
                <a:latin typeface="+mn-lt"/>
                <a:ea typeface="+mn-ea"/>
                <a:cs typeface="+mn-ea"/>
                <a:sym typeface="+mn-lt"/>
              </a:rPr>
              <a:t>+</a:t>
            </a:r>
            <a:r>
              <a:rPr lang="zh-CN" altLang="en-US" b="0" dirty="0">
                <a:latin typeface="+mn-lt"/>
                <a:ea typeface="+mn-ea"/>
                <a:cs typeface="+mn-ea"/>
                <a:sym typeface="+mn-lt"/>
              </a:rPr>
              <a:t>三个功能按钮</a:t>
            </a:r>
          </a:p>
        </p:txBody>
      </p:sp>
      <p:sp>
        <p:nvSpPr>
          <p:cNvPr id="3" name="页脚占位符 2"/>
          <p:cNvSpPr>
            <a:spLocks noGrp="1"/>
          </p:cNvSpPr>
          <p:nvPr>
            <p:ph type="ftr" sz="quarter" idx="11"/>
          </p:nvPr>
        </p:nvSpPr>
        <p:spPr/>
        <p:txBody>
          <a:bodyPr/>
          <a:lstStyle/>
          <a:p>
            <a:r>
              <a:rPr lang="zh-CN" altLang="en-US" dirty="0">
                <a:cs typeface="+mn-ea"/>
                <a:sym typeface="+mn-lt"/>
              </a:rPr>
              <a:t>选课管理系统</a:t>
            </a:r>
          </a:p>
        </p:txBody>
      </p:sp>
      <p:sp>
        <p:nvSpPr>
          <p:cNvPr id="4" name="灯片编号占位符 3"/>
          <p:cNvSpPr>
            <a:spLocks noGrp="1"/>
          </p:cNvSpPr>
          <p:nvPr>
            <p:ph type="sldNum" sz="quarter" idx="12"/>
          </p:nvPr>
        </p:nvSpPr>
        <p:spPr/>
        <p:txBody>
          <a:bodyPr/>
          <a:lstStyle/>
          <a:p>
            <a:fld id="{5DD3DB80-B894-403A-B48E-6FDC1A72010E}" type="slidenum">
              <a:rPr lang="zh-CN" altLang="en-US" b="1" smtClean="0">
                <a:solidFill>
                  <a:schemeClr val="tx1"/>
                </a:solidFill>
                <a:cs typeface="+mn-ea"/>
                <a:sym typeface="+mn-lt"/>
              </a:rPr>
              <a:t>58</a:t>
            </a:fld>
            <a:endParaRPr lang="zh-CN" altLang="en-US" b="1" dirty="0">
              <a:solidFill>
                <a:schemeClr val="tx1"/>
              </a:solidFill>
              <a:cs typeface="+mn-ea"/>
              <a:sym typeface="+mn-lt"/>
            </a:endParaRPr>
          </a:p>
        </p:txBody>
      </p:sp>
      <p:pic>
        <p:nvPicPr>
          <p:cNvPr id="38" name="图片 37" descr="@Z$UZ~R18U}D1FY19RC3C%4"/>
          <p:cNvPicPr>
            <a:picLocks noChangeAspect="1"/>
          </p:cNvPicPr>
          <p:nvPr/>
        </p:nvPicPr>
        <p:blipFill rotWithShape="1">
          <a:blip r:embed="rId2"/>
          <a:srcRect t="500" b="1161"/>
          <a:stretch/>
        </p:blipFill>
        <p:spPr>
          <a:xfrm>
            <a:off x="913765" y="1181100"/>
            <a:ext cx="10363835" cy="5000625"/>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457200" indent="-457200">
              <a:buFont typeface="Arial" panose="020B0604020202020204" pitchFamily="34" charset="0"/>
              <a:buChar char="•"/>
            </a:pPr>
            <a:r>
              <a:rPr lang="zh-CN" altLang="en-US" dirty="0">
                <a:latin typeface="+mn-lt"/>
                <a:ea typeface="+mn-ea"/>
                <a:cs typeface="+mn-ea"/>
                <a:sym typeface="+mn-lt"/>
              </a:rPr>
              <a:t>四种登录情况：</a:t>
            </a:r>
            <a:r>
              <a:rPr lang="zh-CN" altLang="en-US" b="0" dirty="0">
                <a:latin typeface="+mn-lt"/>
                <a:ea typeface="+mn-ea"/>
                <a:cs typeface="+mn-ea"/>
                <a:sym typeface="+mn-lt"/>
              </a:rPr>
              <a:t>成功、无该用户、用户类型错误、密码错误</a:t>
            </a:r>
          </a:p>
        </p:txBody>
      </p:sp>
      <p:sp>
        <p:nvSpPr>
          <p:cNvPr id="3" name="页脚占位符 2"/>
          <p:cNvSpPr>
            <a:spLocks noGrp="1"/>
          </p:cNvSpPr>
          <p:nvPr>
            <p:ph type="ftr" sz="quarter" idx="11"/>
          </p:nvPr>
        </p:nvSpPr>
        <p:spPr/>
        <p:txBody>
          <a:bodyPr/>
          <a:lstStyle/>
          <a:p>
            <a:r>
              <a:rPr lang="zh-CN" altLang="en-US" dirty="0">
                <a:cs typeface="+mn-ea"/>
                <a:sym typeface="+mn-lt"/>
              </a:rPr>
              <a:t>选课管理系统</a:t>
            </a:r>
          </a:p>
        </p:txBody>
      </p:sp>
      <p:sp>
        <p:nvSpPr>
          <p:cNvPr id="4" name="灯片编号占位符 3"/>
          <p:cNvSpPr>
            <a:spLocks noGrp="1"/>
          </p:cNvSpPr>
          <p:nvPr>
            <p:ph type="sldNum" sz="quarter" idx="12"/>
          </p:nvPr>
        </p:nvSpPr>
        <p:spPr/>
        <p:txBody>
          <a:bodyPr/>
          <a:lstStyle/>
          <a:p>
            <a:fld id="{5DD3DB80-B894-403A-B48E-6FDC1A72010E}" type="slidenum">
              <a:rPr lang="zh-CN" altLang="en-US" b="1" smtClean="0">
                <a:solidFill>
                  <a:schemeClr val="tx1"/>
                </a:solidFill>
                <a:cs typeface="+mn-ea"/>
                <a:sym typeface="+mn-lt"/>
              </a:rPr>
              <a:t>59</a:t>
            </a:fld>
            <a:endParaRPr lang="zh-CN" altLang="en-US" b="1" dirty="0">
              <a:solidFill>
                <a:schemeClr val="tx1"/>
              </a:solidFill>
              <a:cs typeface="+mn-ea"/>
              <a:sym typeface="+mn-lt"/>
            </a:endParaRPr>
          </a:p>
        </p:txBody>
      </p:sp>
      <p:pic>
        <p:nvPicPr>
          <p:cNvPr id="7" name="图片 6" descr="HHHRN5ZMFP8)~H(N6X%`P@2"/>
          <p:cNvPicPr>
            <a:picLocks noChangeAspect="1"/>
          </p:cNvPicPr>
          <p:nvPr/>
        </p:nvPicPr>
        <p:blipFill>
          <a:blip r:embed="rId2"/>
          <a:stretch>
            <a:fillRect/>
          </a:stretch>
        </p:blipFill>
        <p:spPr>
          <a:xfrm>
            <a:off x="669922" y="1099503"/>
            <a:ext cx="6167755" cy="4036060"/>
          </a:xfrm>
          <a:prstGeom prst="rect">
            <a:avLst/>
          </a:prstGeom>
          <a:ln>
            <a:noFill/>
          </a:ln>
          <a:effectLst>
            <a:outerShdw blurRad="190500" algn="tl" rotWithShape="0">
              <a:srgbClr val="000000">
                <a:alpha val="70000"/>
              </a:srgbClr>
            </a:outerShdw>
          </a:effectLst>
        </p:spPr>
      </p:pic>
      <p:pic>
        <p:nvPicPr>
          <p:cNvPr id="8" name="图片 7" descr="W[FJ8MD2Y[X~0G]V}OMY_KO"/>
          <p:cNvPicPr>
            <a:picLocks noChangeAspect="1"/>
          </p:cNvPicPr>
          <p:nvPr/>
        </p:nvPicPr>
        <p:blipFill>
          <a:blip r:embed="rId3"/>
          <a:stretch>
            <a:fillRect/>
          </a:stretch>
        </p:blipFill>
        <p:spPr>
          <a:xfrm>
            <a:off x="2238376" y="1633854"/>
            <a:ext cx="7696992" cy="3853180"/>
          </a:xfrm>
          <a:prstGeom prst="rect">
            <a:avLst/>
          </a:prstGeom>
          <a:ln>
            <a:noFill/>
          </a:ln>
          <a:effectLst>
            <a:outerShdw blurRad="190500" algn="tl" rotWithShape="0">
              <a:srgbClr val="000000">
                <a:alpha val="70000"/>
              </a:srgbClr>
            </a:outerShdw>
          </a:effectLst>
        </p:spPr>
      </p:pic>
      <p:pic>
        <p:nvPicPr>
          <p:cNvPr id="9" name="图片 8" descr="MQ%PY8Y6{1)_V7BNY_(U7CJ"/>
          <p:cNvPicPr>
            <a:picLocks noChangeAspect="1"/>
          </p:cNvPicPr>
          <p:nvPr/>
        </p:nvPicPr>
        <p:blipFill>
          <a:blip r:embed="rId4"/>
          <a:srcRect b="5250"/>
          <a:stretch>
            <a:fillRect/>
          </a:stretch>
        </p:blipFill>
        <p:spPr>
          <a:xfrm>
            <a:off x="4224337" y="2158365"/>
            <a:ext cx="7296150" cy="4011295"/>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0" indent="0">
              <a:buFont typeface="Arial" panose="020B0604020202020204" pitchFamily="34" charset="0"/>
            </a:pPr>
            <a:r>
              <a:rPr lang="zh-CN" altLang="en-US" dirty="0">
                <a:latin typeface="+mn-lt"/>
                <a:ea typeface="+mn-ea"/>
                <a:cs typeface="+mn-ea"/>
                <a:sym typeface="+mn-lt"/>
              </a:rPr>
              <a:t>个人信息：</a:t>
            </a:r>
            <a:r>
              <a:rPr lang="zh-CN" altLang="en-US" b="0" dirty="0">
                <a:latin typeface="+mn-lt"/>
                <a:ea typeface="+mn-ea"/>
                <a:cs typeface="+mn-ea"/>
                <a:sym typeface="+mn-lt"/>
              </a:rPr>
              <a:t>学生</a:t>
            </a:r>
            <a:r>
              <a:rPr lang="en-US" altLang="zh-CN" b="0" dirty="0">
                <a:latin typeface="+mn-lt"/>
                <a:ea typeface="+mn-ea"/>
                <a:cs typeface="+mn-ea"/>
                <a:sym typeface="+mn-lt"/>
              </a:rPr>
              <a:t>&amp;</a:t>
            </a:r>
            <a:r>
              <a:rPr lang="zh-CN" altLang="en-US" b="0" dirty="0">
                <a:latin typeface="+mn-lt"/>
                <a:ea typeface="+mn-ea"/>
                <a:cs typeface="+mn-ea"/>
                <a:sym typeface="+mn-lt"/>
              </a:rPr>
              <a:t>教师</a:t>
            </a:r>
          </a:p>
        </p:txBody>
      </p:sp>
      <p:sp>
        <p:nvSpPr>
          <p:cNvPr id="3" name="页脚占位符 2"/>
          <p:cNvSpPr>
            <a:spLocks noGrp="1"/>
          </p:cNvSpPr>
          <p:nvPr>
            <p:ph type="ftr" sz="quarter" idx="11"/>
          </p:nvPr>
        </p:nvSpPr>
        <p:spPr/>
        <p:txBody>
          <a:bodyPr/>
          <a:lstStyle/>
          <a:p>
            <a:r>
              <a:rPr lang="zh-CN" altLang="en-US" dirty="0">
                <a:cs typeface="+mn-ea"/>
                <a:sym typeface="+mn-lt"/>
              </a:rPr>
              <a:t>选课管理系统</a:t>
            </a:r>
          </a:p>
        </p:txBody>
      </p:sp>
      <p:sp>
        <p:nvSpPr>
          <p:cNvPr id="4" name="灯片编号占位符 3"/>
          <p:cNvSpPr>
            <a:spLocks noGrp="1"/>
          </p:cNvSpPr>
          <p:nvPr>
            <p:ph type="sldNum" sz="quarter" idx="12"/>
          </p:nvPr>
        </p:nvSpPr>
        <p:spPr/>
        <p:txBody>
          <a:bodyPr/>
          <a:lstStyle/>
          <a:p>
            <a:fld id="{5DD3DB80-B894-403A-B48E-6FDC1A72010E}" type="slidenum">
              <a:rPr lang="zh-CN" altLang="en-US" b="1" smtClean="0">
                <a:solidFill>
                  <a:schemeClr val="tx1"/>
                </a:solidFill>
                <a:cs typeface="+mn-ea"/>
                <a:sym typeface="+mn-lt"/>
              </a:rPr>
              <a:t>60</a:t>
            </a:fld>
            <a:endParaRPr lang="zh-CN" altLang="en-US" b="1" dirty="0">
              <a:solidFill>
                <a:schemeClr val="tx1"/>
              </a:solidFill>
              <a:cs typeface="+mn-ea"/>
              <a:sym typeface="+mn-lt"/>
            </a:endParaRPr>
          </a:p>
        </p:txBody>
      </p:sp>
      <p:pic>
        <p:nvPicPr>
          <p:cNvPr id="5" name="图片 4" descr="}NYSR8S57P)~]}A@ZMPY9TY"/>
          <p:cNvPicPr>
            <a:picLocks noChangeAspect="1"/>
          </p:cNvPicPr>
          <p:nvPr/>
        </p:nvPicPr>
        <p:blipFill rotWithShape="1">
          <a:blip r:embed="rId2"/>
          <a:srcRect t="845" b="1342"/>
          <a:stretch/>
        </p:blipFill>
        <p:spPr>
          <a:xfrm>
            <a:off x="885030" y="1134269"/>
            <a:ext cx="10420350" cy="5000625"/>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0" indent="0">
              <a:buFont typeface="Arial" panose="020B0604020202020204" pitchFamily="34" charset="0"/>
            </a:pPr>
            <a:r>
              <a:rPr lang="zh-CN" altLang="en-US" dirty="0">
                <a:latin typeface="+mn-lt"/>
                <a:ea typeface="+mn-ea"/>
                <a:cs typeface="+mn-ea"/>
                <a:sym typeface="+mn-lt"/>
              </a:rPr>
              <a:t>（</a:t>
            </a:r>
            <a:r>
              <a:rPr lang="en-US" altLang="zh-CN" dirty="0">
                <a:latin typeface="+mn-lt"/>
                <a:ea typeface="+mn-ea"/>
                <a:cs typeface="+mn-ea"/>
                <a:sym typeface="+mn-lt"/>
              </a:rPr>
              <a:t>1</a:t>
            </a:r>
            <a:r>
              <a:rPr lang="zh-CN" altLang="en-US" dirty="0">
                <a:latin typeface="+mn-lt"/>
                <a:ea typeface="+mn-ea"/>
                <a:cs typeface="+mn-ea"/>
                <a:sym typeface="+mn-lt"/>
              </a:rPr>
              <a:t>）编辑个人信息：</a:t>
            </a:r>
            <a:r>
              <a:rPr lang="zh-CN" altLang="en-US" b="0" dirty="0">
                <a:latin typeface="+mn-lt"/>
                <a:ea typeface="+mn-ea"/>
                <a:cs typeface="+mn-ea"/>
                <a:sym typeface="+mn-lt"/>
              </a:rPr>
              <a:t>学生</a:t>
            </a:r>
            <a:r>
              <a:rPr lang="en-US" altLang="zh-CN" b="0" dirty="0">
                <a:latin typeface="+mn-lt"/>
                <a:ea typeface="+mn-ea"/>
                <a:cs typeface="+mn-ea"/>
                <a:sym typeface="+mn-lt"/>
              </a:rPr>
              <a:t>&amp;</a:t>
            </a:r>
            <a:r>
              <a:rPr lang="zh-CN" altLang="en-US" b="0" dirty="0">
                <a:latin typeface="+mn-lt"/>
                <a:ea typeface="+mn-ea"/>
                <a:cs typeface="+mn-ea"/>
                <a:sym typeface="+mn-lt"/>
              </a:rPr>
              <a:t>教师</a:t>
            </a:r>
          </a:p>
        </p:txBody>
      </p:sp>
      <p:sp>
        <p:nvSpPr>
          <p:cNvPr id="3" name="页脚占位符 2"/>
          <p:cNvSpPr>
            <a:spLocks noGrp="1"/>
          </p:cNvSpPr>
          <p:nvPr>
            <p:ph type="ftr" sz="quarter" idx="11"/>
          </p:nvPr>
        </p:nvSpPr>
        <p:spPr/>
        <p:txBody>
          <a:bodyPr/>
          <a:lstStyle/>
          <a:p>
            <a:r>
              <a:rPr lang="zh-CN" altLang="en-US" dirty="0">
                <a:cs typeface="+mn-ea"/>
                <a:sym typeface="+mn-lt"/>
              </a:rPr>
              <a:t>选课管理系统</a:t>
            </a:r>
          </a:p>
        </p:txBody>
      </p:sp>
      <p:sp>
        <p:nvSpPr>
          <p:cNvPr id="4" name="灯片编号占位符 3"/>
          <p:cNvSpPr>
            <a:spLocks noGrp="1"/>
          </p:cNvSpPr>
          <p:nvPr>
            <p:ph type="sldNum" sz="quarter" idx="12"/>
          </p:nvPr>
        </p:nvSpPr>
        <p:spPr/>
        <p:txBody>
          <a:bodyPr/>
          <a:lstStyle/>
          <a:p>
            <a:fld id="{5DD3DB80-B894-403A-B48E-6FDC1A72010E}" type="slidenum">
              <a:rPr lang="zh-CN" altLang="en-US" b="1" smtClean="0">
                <a:solidFill>
                  <a:schemeClr val="tx1"/>
                </a:solidFill>
                <a:cs typeface="+mn-ea"/>
                <a:sym typeface="+mn-lt"/>
              </a:rPr>
              <a:t>61</a:t>
            </a:fld>
            <a:endParaRPr lang="zh-CN" altLang="en-US" b="1" dirty="0">
              <a:solidFill>
                <a:schemeClr val="tx1"/>
              </a:solidFill>
              <a:cs typeface="+mn-ea"/>
              <a:sym typeface="+mn-lt"/>
            </a:endParaRPr>
          </a:p>
        </p:txBody>
      </p:sp>
      <p:pic>
        <p:nvPicPr>
          <p:cNvPr id="6" name="图片 5" descr="}PU~X43BYQ~R_2]P1)6{R]4"/>
          <p:cNvPicPr>
            <a:picLocks noChangeAspect="1"/>
          </p:cNvPicPr>
          <p:nvPr/>
        </p:nvPicPr>
        <p:blipFill rotWithShape="1">
          <a:blip r:embed="rId3"/>
          <a:srcRect t="1006" b="843"/>
          <a:stretch/>
        </p:blipFill>
        <p:spPr>
          <a:xfrm>
            <a:off x="957420" y="1170939"/>
            <a:ext cx="10275570" cy="4953635"/>
          </a:xfrm>
          <a:prstGeom prst="rect">
            <a:avLst/>
          </a:prstGeom>
          <a:ln>
            <a:noFill/>
          </a:ln>
          <a:effectLst>
            <a:outerShdw blurRad="190500" algn="tl" rotWithShape="0">
              <a:srgbClr val="000000">
                <a:alpha val="70000"/>
              </a:srgbClr>
            </a:outerShdw>
          </a:effectLst>
        </p:spPr>
      </p:pic>
      <p:pic>
        <p:nvPicPr>
          <p:cNvPr id="7" name="图片 6" descr="_K2D[4LU%QR3QV93B8Q4G}E"/>
          <p:cNvPicPr>
            <a:picLocks noChangeAspect="1"/>
          </p:cNvPicPr>
          <p:nvPr/>
        </p:nvPicPr>
        <p:blipFill rotWithShape="1">
          <a:blip r:embed="rId4"/>
          <a:srcRect t="1" b="1614"/>
          <a:stretch/>
        </p:blipFill>
        <p:spPr>
          <a:xfrm>
            <a:off x="6196805" y="1189988"/>
            <a:ext cx="5036185" cy="4915535"/>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0" indent="0">
              <a:buFont typeface="Arial" panose="020B0604020202020204" pitchFamily="34" charset="0"/>
            </a:pPr>
            <a:r>
              <a:rPr lang="zh-CN" altLang="en-US" dirty="0">
                <a:latin typeface="+mn-lt"/>
                <a:ea typeface="+mn-ea"/>
                <a:cs typeface="+mn-ea"/>
                <a:sym typeface="+mn-lt"/>
              </a:rPr>
              <a:t>（</a:t>
            </a:r>
            <a:r>
              <a:rPr lang="en-US" altLang="zh-CN" dirty="0">
                <a:latin typeface="+mn-lt"/>
                <a:ea typeface="+mn-ea"/>
                <a:cs typeface="+mn-ea"/>
                <a:sym typeface="+mn-lt"/>
              </a:rPr>
              <a:t>2</a:t>
            </a:r>
            <a:r>
              <a:rPr lang="zh-CN" altLang="en-US" dirty="0">
                <a:latin typeface="+mn-lt"/>
                <a:ea typeface="+mn-ea"/>
                <a:cs typeface="+mn-ea"/>
                <a:sym typeface="+mn-lt"/>
              </a:rPr>
              <a:t>）修改密码：</a:t>
            </a:r>
            <a:r>
              <a:rPr lang="zh-CN" altLang="en-US" b="0" dirty="0">
                <a:latin typeface="+mn-lt"/>
                <a:ea typeface="+mn-ea"/>
                <a:cs typeface="+mn-ea"/>
                <a:sym typeface="+mn-lt"/>
              </a:rPr>
              <a:t>学生</a:t>
            </a:r>
            <a:r>
              <a:rPr lang="en-US" altLang="zh-CN" b="0" dirty="0">
                <a:latin typeface="+mn-lt"/>
                <a:ea typeface="+mn-ea"/>
                <a:cs typeface="+mn-ea"/>
                <a:sym typeface="+mn-lt"/>
              </a:rPr>
              <a:t>&amp;</a:t>
            </a:r>
            <a:r>
              <a:rPr lang="zh-CN" altLang="en-US" b="0" dirty="0">
                <a:latin typeface="+mn-lt"/>
                <a:ea typeface="+mn-ea"/>
                <a:cs typeface="+mn-ea"/>
                <a:sym typeface="+mn-lt"/>
              </a:rPr>
              <a:t>教师</a:t>
            </a:r>
          </a:p>
        </p:txBody>
      </p:sp>
      <p:sp>
        <p:nvSpPr>
          <p:cNvPr id="3" name="页脚占位符 2"/>
          <p:cNvSpPr>
            <a:spLocks noGrp="1"/>
          </p:cNvSpPr>
          <p:nvPr>
            <p:ph type="ftr" sz="quarter" idx="11"/>
          </p:nvPr>
        </p:nvSpPr>
        <p:spPr/>
        <p:txBody>
          <a:bodyPr/>
          <a:lstStyle/>
          <a:p>
            <a:r>
              <a:rPr lang="zh-CN" altLang="en-US" dirty="0">
                <a:cs typeface="+mn-ea"/>
                <a:sym typeface="+mn-lt"/>
              </a:rPr>
              <a:t>选课管理系统</a:t>
            </a:r>
          </a:p>
        </p:txBody>
      </p:sp>
      <p:sp>
        <p:nvSpPr>
          <p:cNvPr id="4" name="灯片编号占位符 3"/>
          <p:cNvSpPr>
            <a:spLocks noGrp="1"/>
          </p:cNvSpPr>
          <p:nvPr>
            <p:ph type="sldNum" sz="quarter" idx="12"/>
          </p:nvPr>
        </p:nvSpPr>
        <p:spPr/>
        <p:txBody>
          <a:bodyPr/>
          <a:lstStyle/>
          <a:p>
            <a:fld id="{5DD3DB80-B894-403A-B48E-6FDC1A72010E}" type="slidenum">
              <a:rPr lang="zh-CN" altLang="en-US" b="1" smtClean="0">
                <a:solidFill>
                  <a:schemeClr val="tx1"/>
                </a:solidFill>
                <a:cs typeface="+mn-ea"/>
                <a:sym typeface="+mn-lt"/>
              </a:rPr>
              <a:t>62</a:t>
            </a:fld>
            <a:endParaRPr lang="zh-CN" altLang="en-US" b="1" dirty="0">
              <a:solidFill>
                <a:schemeClr val="tx1"/>
              </a:solidFill>
              <a:cs typeface="+mn-ea"/>
              <a:sym typeface="+mn-lt"/>
            </a:endParaRPr>
          </a:p>
        </p:txBody>
      </p:sp>
      <p:pic>
        <p:nvPicPr>
          <p:cNvPr id="5" name="图片 4" descr="]`)SR44JJ4BX`YS2IYC_`ID"/>
          <p:cNvPicPr>
            <a:picLocks noChangeAspect="1"/>
          </p:cNvPicPr>
          <p:nvPr/>
        </p:nvPicPr>
        <p:blipFill rotWithShape="1">
          <a:blip r:embed="rId3"/>
          <a:srcRect b="1125"/>
          <a:stretch/>
        </p:blipFill>
        <p:spPr>
          <a:xfrm>
            <a:off x="903127" y="1115933"/>
            <a:ext cx="10384155" cy="5037296"/>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0" indent="0">
              <a:buFont typeface="Arial" panose="020B0604020202020204" pitchFamily="34" charset="0"/>
            </a:pPr>
            <a:r>
              <a:rPr lang="zh-CN" altLang="en-US" dirty="0">
                <a:latin typeface="+mn-lt"/>
                <a:ea typeface="+mn-ea"/>
                <a:cs typeface="+mn-ea"/>
                <a:sym typeface="+mn-lt"/>
              </a:rPr>
              <a:t>（</a:t>
            </a:r>
            <a:r>
              <a:rPr lang="en-US" altLang="zh-CN" dirty="0">
                <a:latin typeface="+mn-lt"/>
                <a:ea typeface="+mn-ea"/>
                <a:cs typeface="+mn-ea"/>
                <a:sym typeface="+mn-lt"/>
              </a:rPr>
              <a:t>3</a:t>
            </a:r>
            <a:r>
              <a:rPr lang="zh-CN" altLang="en-US" dirty="0">
                <a:latin typeface="+mn-lt"/>
                <a:ea typeface="+mn-ea"/>
                <a:cs typeface="+mn-ea"/>
                <a:sym typeface="+mn-lt"/>
              </a:rPr>
              <a:t>）更改头像：</a:t>
            </a:r>
            <a:r>
              <a:rPr lang="zh-CN" altLang="en-US" b="0" dirty="0">
                <a:latin typeface="+mn-lt"/>
                <a:ea typeface="+mn-ea"/>
                <a:cs typeface="+mn-ea"/>
                <a:sym typeface="+mn-lt"/>
              </a:rPr>
              <a:t>学生</a:t>
            </a:r>
            <a:r>
              <a:rPr lang="en-US" altLang="zh-CN" b="0" dirty="0">
                <a:latin typeface="+mn-lt"/>
                <a:ea typeface="+mn-ea"/>
                <a:cs typeface="+mn-ea"/>
                <a:sym typeface="+mn-lt"/>
              </a:rPr>
              <a:t>&amp;</a:t>
            </a:r>
            <a:r>
              <a:rPr lang="zh-CN" altLang="en-US" b="0" dirty="0">
                <a:latin typeface="+mn-lt"/>
                <a:ea typeface="+mn-ea"/>
                <a:cs typeface="+mn-ea"/>
                <a:sym typeface="+mn-lt"/>
              </a:rPr>
              <a:t>教师</a:t>
            </a:r>
          </a:p>
        </p:txBody>
      </p:sp>
      <p:sp>
        <p:nvSpPr>
          <p:cNvPr id="3" name="页脚占位符 2"/>
          <p:cNvSpPr>
            <a:spLocks noGrp="1"/>
          </p:cNvSpPr>
          <p:nvPr>
            <p:ph type="ftr" sz="quarter" idx="11"/>
          </p:nvPr>
        </p:nvSpPr>
        <p:spPr/>
        <p:txBody>
          <a:bodyPr/>
          <a:lstStyle/>
          <a:p>
            <a:r>
              <a:rPr lang="zh-CN" altLang="en-US" dirty="0">
                <a:cs typeface="+mn-ea"/>
                <a:sym typeface="+mn-lt"/>
              </a:rPr>
              <a:t>选课管理系统</a:t>
            </a:r>
          </a:p>
        </p:txBody>
      </p:sp>
      <p:sp>
        <p:nvSpPr>
          <p:cNvPr id="4" name="灯片编号占位符 3"/>
          <p:cNvSpPr>
            <a:spLocks noGrp="1"/>
          </p:cNvSpPr>
          <p:nvPr>
            <p:ph type="sldNum" sz="quarter" idx="12"/>
          </p:nvPr>
        </p:nvSpPr>
        <p:spPr/>
        <p:txBody>
          <a:bodyPr/>
          <a:lstStyle/>
          <a:p>
            <a:fld id="{5DD3DB80-B894-403A-B48E-6FDC1A72010E}" type="slidenum">
              <a:rPr lang="zh-CN" altLang="en-US" b="1" smtClean="0">
                <a:solidFill>
                  <a:schemeClr val="tx1"/>
                </a:solidFill>
                <a:cs typeface="+mn-ea"/>
                <a:sym typeface="+mn-lt"/>
              </a:rPr>
              <a:t>63</a:t>
            </a:fld>
            <a:endParaRPr lang="zh-CN" altLang="en-US" b="1" dirty="0">
              <a:solidFill>
                <a:schemeClr val="tx1"/>
              </a:solidFill>
              <a:cs typeface="+mn-ea"/>
              <a:sym typeface="+mn-lt"/>
            </a:endParaRPr>
          </a:p>
        </p:txBody>
      </p:sp>
      <p:pic>
        <p:nvPicPr>
          <p:cNvPr id="8" name="图片 7" descr="]F@J%[W94[FC37OKUFVN298"/>
          <p:cNvPicPr>
            <a:picLocks noChangeAspect="1"/>
          </p:cNvPicPr>
          <p:nvPr/>
        </p:nvPicPr>
        <p:blipFill rotWithShape="1">
          <a:blip r:embed="rId3"/>
          <a:srcRect t="901" b="1375"/>
          <a:stretch/>
        </p:blipFill>
        <p:spPr>
          <a:xfrm>
            <a:off x="921385" y="1152525"/>
            <a:ext cx="10349230" cy="4962525"/>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n-lt"/>
                <a:ea typeface="+mn-ea"/>
                <a:cs typeface="+mn-ea"/>
                <a:sym typeface="+mn-lt"/>
              </a:rPr>
              <a:t>选课初始界面：</a:t>
            </a:r>
            <a:r>
              <a:rPr lang="zh-CN" altLang="en-US" b="0" dirty="0">
                <a:latin typeface="+mn-lt"/>
                <a:ea typeface="+mn-ea"/>
                <a:cs typeface="+mn-ea"/>
                <a:sym typeface="+mn-lt"/>
              </a:rPr>
              <a:t>展示当前学期课程和已有课表（蓝灰色）</a:t>
            </a:r>
          </a:p>
        </p:txBody>
      </p:sp>
      <p:sp>
        <p:nvSpPr>
          <p:cNvPr id="3" name="页脚占位符 2"/>
          <p:cNvSpPr>
            <a:spLocks noGrp="1"/>
          </p:cNvSpPr>
          <p:nvPr>
            <p:ph type="ftr" sz="quarter" idx="11"/>
          </p:nvPr>
        </p:nvSpPr>
        <p:spPr/>
        <p:txBody>
          <a:bodyPr/>
          <a:lstStyle/>
          <a:p>
            <a:r>
              <a:rPr lang="zh-CN" altLang="en-US" dirty="0">
                <a:cs typeface="+mn-ea"/>
                <a:sym typeface="+mn-lt"/>
              </a:rPr>
              <a:t>选课管理系统</a:t>
            </a:r>
          </a:p>
        </p:txBody>
      </p:sp>
      <p:sp>
        <p:nvSpPr>
          <p:cNvPr id="4" name="灯片编号占位符 3"/>
          <p:cNvSpPr>
            <a:spLocks noGrp="1"/>
          </p:cNvSpPr>
          <p:nvPr>
            <p:ph type="sldNum" sz="quarter" idx="12"/>
          </p:nvPr>
        </p:nvSpPr>
        <p:spPr/>
        <p:txBody>
          <a:bodyPr/>
          <a:lstStyle/>
          <a:p>
            <a:fld id="{5DD3DB80-B894-403A-B48E-6FDC1A72010E}" type="slidenum">
              <a:rPr lang="zh-CN" altLang="en-US" b="1" smtClean="0">
                <a:solidFill>
                  <a:schemeClr val="tx1"/>
                </a:solidFill>
                <a:cs typeface="+mn-ea"/>
                <a:sym typeface="+mn-lt"/>
              </a:rPr>
              <a:t>64</a:t>
            </a:fld>
            <a:endParaRPr lang="zh-CN" altLang="en-US" b="1" dirty="0">
              <a:solidFill>
                <a:schemeClr val="tx1"/>
              </a:solidFill>
              <a:cs typeface="+mn-ea"/>
              <a:sym typeface="+mn-lt"/>
            </a:endParaRPr>
          </a:p>
        </p:txBody>
      </p:sp>
      <p:pic>
        <p:nvPicPr>
          <p:cNvPr id="37" name="图片 36" descr="36LV]QN9)3Q5]SP[NK9L}WY"/>
          <p:cNvPicPr>
            <a:picLocks noChangeAspect="1"/>
          </p:cNvPicPr>
          <p:nvPr/>
        </p:nvPicPr>
        <p:blipFill rotWithShape="1">
          <a:blip r:embed="rId2"/>
          <a:srcRect t="518" b="1342"/>
          <a:stretch/>
        </p:blipFill>
        <p:spPr>
          <a:xfrm>
            <a:off x="912652" y="1139031"/>
            <a:ext cx="10365105" cy="4991101"/>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n-lt"/>
                <a:ea typeface="+mn-ea"/>
                <a:cs typeface="+mn-ea"/>
                <a:sym typeface="+mn-lt"/>
              </a:rPr>
              <a:t>（</a:t>
            </a:r>
            <a:r>
              <a:rPr lang="en-US" altLang="zh-CN" dirty="0">
                <a:latin typeface="+mn-lt"/>
                <a:ea typeface="+mn-ea"/>
                <a:cs typeface="+mn-ea"/>
                <a:sym typeface="+mn-lt"/>
              </a:rPr>
              <a:t>1</a:t>
            </a:r>
            <a:r>
              <a:rPr lang="zh-CN" altLang="en-US" dirty="0">
                <a:latin typeface="+mn-lt"/>
                <a:ea typeface="+mn-ea"/>
                <a:cs typeface="+mn-ea"/>
                <a:sym typeface="+mn-lt"/>
              </a:rPr>
              <a:t>）查看具体信息</a:t>
            </a:r>
            <a:r>
              <a:rPr lang="en-US" altLang="zh-CN" dirty="0">
                <a:latin typeface="+mn-lt"/>
                <a:ea typeface="+mn-ea"/>
                <a:cs typeface="+mn-ea"/>
                <a:sym typeface="+mn-lt"/>
              </a:rPr>
              <a:t>&amp;</a:t>
            </a:r>
            <a:r>
              <a:rPr lang="zh-CN" altLang="en-US" dirty="0">
                <a:latin typeface="+mn-lt"/>
                <a:ea typeface="+mn-ea"/>
                <a:cs typeface="+mn-ea"/>
                <a:sym typeface="+mn-lt"/>
              </a:rPr>
              <a:t>查看冲突情况：</a:t>
            </a:r>
            <a:r>
              <a:rPr lang="zh-CN" altLang="en-US" b="0" dirty="0">
                <a:latin typeface="+mn-lt"/>
                <a:ea typeface="+mn-ea"/>
                <a:cs typeface="+mn-ea"/>
                <a:sym typeface="+mn-lt"/>
              </a:rPr>
              <a:t>无冲突</a:t>
            </a:r>
            <a:r>
              <a:rPr lang="en-US" altLang="zh-CN" b="0" dirty="0">
                <a:latin typeface="+mn-lt"/>
                <a:ea typeface="+mn-ea"/>
                <a:cs typeface="+mn-ea"/>
                <a:sym typeface="+mn-lt"/>
              </a:rPr>
              <a:t>+</a:t>
            </a:r>
            <a:r>
              <a:rPr lang="zh-CN" altLang="en-US" b="0" dirty="0">
                <a:latin typeface="+mn-lt"/>
                <a:ea typeface="+mn-ea"/>
                <a:cs typeface="+mn-ea"/>
                <a:sym typeface="+mn-lt"/>
              </a:rPr>
              <a:t>选课预览（绿色）</a:t>
            </a:r>
          </a:p>
        </p:txBody>
      </p:sp>
      <p:sp>
        <p:nvSpPr>
          <p:cNvPr id="3" name="页脚占位符 2"/>
          <p:cNvSpPr>
            <a:spLocks noGrp="1"/>
          </p:cNvSpPr>
          <p:nvPr>
            <p:ph type="ftr" sz="quarter" idx="11"/>
          </p:nvPr>
        </p:nvSpPr>
        <p:spPr/>
        <p:txBody>
          <a:bodyPr/>
          <a:lstStyle/>
          <a:p>
            <a:r>
              <a:rPr lang="zh-CN" altLang="en-US" dirty="0">
                <a:cs typeface="+mn-ea"/>
                <a:sym typeface="+mn-lt"/>
              </a:rPr>
              <a:t>选课管理系统</a:t>
            </a:r>
          </a:p>
        </p:txBody>
      </p:sp>
      <p:sp>
        <p:nvSpPr>
          <p:cNvPr id="4" name="灯片编号占位符 3"/>
          <p:cNvSpPr>
            <a:spLocks noGrp="1"/>
          </p:cNvSpPr>
          <p:nvPr>
            <p:ph type="sldNum" sz="quarter" idx="12"/>
          </p:nvPr>
        </p:nvSpPr>
        <p:spPr/>
        <p:txBody>
          <a:bodyPr/>
          <a:lstStyle/>
          <a:p>
            <a:fld id="{5DD3DB80-B894-403A-B48E-6FDC1A72010E}" type="slidenum">
              <a:rPr lang="zh-CN" altLang="en-US" b="1" smtClean="0">
                <a:solidFill>
                  <a:schemeClr val="tx1"/>
                </a:solidFill>
                <a:cs typeface="+mn-ea"/>
                <a:sym typeface="+mn-lt"/>
              </a:rPr>
              <a:t>65</a:t>
            </a:fld>
            <a:endParaRPr lang="zh-CN" altLang="en-US" b="1" dirty="0">
              <a:solidFill>
                <a:schemeClr val="tx1"/>
              </a:solidFill>
              <a:cs typeface="+mn-ea"/>
              <a:sym typeface="+mn-lt"/>
            </a:endParaRPr>
          </a:p>
        </p:txBody>
      </p:sp>
      <p:pic>
        <p:nvPicPr>
          <p:cNvPr id="5" name="图片 4" descr="9`QF{Q)1KN2SLBZ8N24EH)2"/>
          <p:cNvPicPr>
            <a:picLocks noChangeAspect="1"/>
          </p:cNvPicPr>
          <p:nvPr/>
        </p:nvPicPr>
        <p:blipFill rotWithShape="1">
          <a:blip r:embed="rId2"/>
          <a:srcRect t="709" b="1344"/>
          <a:stretch/>
        </p:blipFill>
        <p:spPr>
          <a:xfrm>
            <a:off x="892332" y="1134269"/>
            <a:ext cx="10405745" cy="5000624"/>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n-lt"/>
                <a:ea typeface="+mn-ea"/>
                <a:cs typeface="+mn-ea"/>
                <a:sym typeface="+mn-lt"/>
              </a:rPr>
              <a:t>（</a:t>
            </a:r>
            <a:r>
              <a:rPr lang="en-US" altLang="zh-CN" dirty="0">
                <a:latin typeface="+mn-lt"/>
                <a:ea typeface="+mn-ea"/>
                <a:cs typeface="+mn-ea"/>
                <a:sym typeface="+mn-lt"/>
              </a:rPr>
              <a:t>1</a:t>
            </a:r>
            <a:r>
              <a:rPr lang="zh-CN" altLang="en-US" dirty="0">
                <a:latin typeface="+mn-lt"/>
                <a:ea typeface="+mn-ea"/>
                <a:cs typeface="+mn-ea"/>
                <a:sym typeface="+mn-lt"/>
              </a:rPr>
              <a:t>）查看具体信息</a:t>
            </a:r>
            <a:r>
              <a:rPr lang="en-US" altLang="zh-CN" dirty="0">
                <a:latin typeface="+mn-lt"/>
                <a:ea typeface="+mn-ea"/>
                <a:cs typeface="+mn-ea"/>
                <a:sym typeface="+mn-lt"/>
              </a:rPr>
              <a:t>&amp;</a:t>
            </a:r>
            <a:r>
              <a:rPr lang="zh-CN" altLang="en-US" dirty="0">
                <a:latin typeface="+mn-lt"/>
                <a:ea typeface="+mn-ea"/>
                <a:cs typeface="+mn-ea"/>
                <a:sym typeface="+mn-lt"/>
              </a:rPr>
              <a:t>查看冲突情况：</a:t>
            </a:r>
            <a:r>
              <a:rPr lang="zh-CN" altLang="en-US" b="0" dirty="0">
                <a:latin typeface="+mn-lt"/>
                <a:ea typeface="+mn-ea"/>
                <a:cs typeface="+mn-ea"/>
                <a:sym typeface="+mn-lt"/>
              </a:rPr>
              <a:t>有冲突</a:t>
            </a:r>
            <a:r>
              <a:rPr lang="en-US" altLang="zh-CN" b="0" dirty="0">
                <a:latin typeface="+mn-lt"/>
                <a:ea typeface="+mn-ea"/>
                <a:cs typeface="+mn-ea"/>
                <a:sym typeface="+mn-lt"/>
              </a:rPr>
              <a:t>+</a:t>
            </a:r>
            <a:r>
              <a:rPr lang="zh-CN" altLang="en-US" b="0" dirty="0">
                <a:latin typeface="+mn-lt"/>
                <a:ea typeface="+mn-ea"/>
                <a:cs typeface="+mn-ea"/>
                <a:sym typeface="+mn-lt"/>
              </a:rPr>
              <a:t>选课预览（红</a:t>
            </a:r>
            <a:r>
              <a:rPr lang="en-US" altLang="zh-CN" b="0" dirty="0">
                <a:latin typeface="+mn-lt"/>
                <a:ea typeface="+mn-ea"/>
                <a:cs typeface="+mn-ea"/>
                <a:sym typeface="+mn-lt"/>
              </a:rPr>
              <a:t>+</a:t>
            </a:r>
            <a:r>
              <a:rPr lang="zh-CN" altLang="en-US" b="0" dirty="0">
                <a:latin typeface="+mn-lt"/>
                <a:ea typeface="+mn-ea"/>
                <a:cs typeface="+mn-ea"/>
                <a:sym typeface="+mn-lt"/>
              </a:rPr>
              <a:t>绿色）</a:t>
            </a:r>
          </a:p>
        </p:txBody>
      </p:sp>
      <p:sp>
        <p:nvSpPr>
          <p:cNvPr id="3" name="页脚占位符 2"/>
          <p:cNvSpPr>
            <a:spLocks noGrp="1"/>
          </p:cNvSpPr>
          <p:nvPr>
            <p:ph type="ftr" sz="quarter" idx="11"/>
          </p:nvPr>
        </p:nvSpPr>
        <p:spPr/>
        <p:txBody>
          <a:bodyPr/>
          <a:lstStyle/>
          <a:p>
            <a:r>
              <a:rPr lang="zh-CN" altLang="en-US" dirty="0">
                <a:cs typeface="+mn-ea"/>
                <a:sym typeface="+mn-lt"/>
              </a:rPr>
              <a:t>选课管理系统</a:t>
            </a:r>
          </a:p>
        </p:txBody>
      </p:sp>
      <p:sp>
        <p:nvSpPr>
          <p:cNvPr id="4" name="灯片编号占位符 3"/>
          <p:cNvSpPr>
            <a:spLocks noGrp="1"/>
          </p:cNvSpPr>
          <p:nvPr>
            <p:ph type="sldNum" sz="quarter" idx="12"/>
          </p:nvPr>
        </p:nvSpPr>
        <p:spPr/>
        <p:txBody>
          <a:bodyPr/>
          <a:lstStyle/>
          <a:p>
            <a:fld id="{5DD3DB80-B894-403A-B48E-6FDC1A72010E}" type="slidenum">
              <a:rPr lang="zh-CN" altLang="en-US" b="1" smtClean="0">
                <a:solidFill>
                  <a:schemeClr val="tx1"/>
                </a:solidFill>
                <a:cs typeface="+mn-ea"/>
                <a:sym typeface="+mn-lt"/>
              </a:rPr>
              <a:t>66</a:t>
            </a:fld>
            <a:endParaRPr lang="zh-CN" altLang="en-US" b="1" dirty="0">
              <a:solidFill>
                <a:schemeClr val="tx1"/>
              </a:solidFill>
              <a:cs typeface="+mn-ea"/>
              <a:sym typeface="+mn-lt"/>
            </a:endParaRPr>
          </a:p>
        </p:txBody>
      </p:sp>
      <p:pic>
        <p:nvPicPr>
          <p:cNvPr id="6" name="图片 5" descr="IG5ZTCO~T6AWJ3RKJ[0DUHX"/>
          <p:cNvPicPr>
            <a:picLocks noChangeAspect="1"/>
          </p:cNvPicPr>
          <p:nvPr/>
        </p:nvPicPr>
        <p:blipFill rotWithShape="1">
          <a:blip r:embed="rId2"/>
          <a:srcRect t="876" b="1333"/>
          <a:stretch/>
        </p:blipFill>
        <p:spPr>
          <a:xfrm>
            <a:off x="884077" y="1134268"/>
            <a:ext cx="10422255" cy="5000626"/>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n-lt"/>
                <a:ea typeface="+mn-ea"/>
                <a:cs typeface="+mn-ea"/>
                <a:sym typeface="+mn-lt"/>
              </a:rPr>
              <a:t>（</a:t>
            </a:r>
            <a:r>
              <a:rPr lang="en-US" altLang="zh-CN" dirty="0">
                <a:latin typeface="+mn-lt"/>
                <a:ea typeface="+mn-ea"/>
                <a:cs typeface="+mn-ea"/>
                <a:sym typeface="+mn-lt"/>
              </a:rPr>
              <a:t>2</a:t>
            </a:r>
            <a:r>
              <a:rPr lang="zh-CN" altLang="en-US" dirty="0">
                <a:latin typeface="+mn-lt"/>
                <a:ea typeface="+mn-ea"/>
                <a:cs typeface="+mn-ea"/>
                <a:sym typeface="+mn-lt"/>
              </a:rPr>
              <a:t>）已选人数达到容量：</a:t>
            </a:r>
            <a:r>
              <a:rPr lang="en-US" altLang="zh-CN" b="0" dirty="0">
                <a:latin typeface="+mn-lt"/>
                <a:ea typeface="+mn-ea"/>
                <a:cs typeface="+mn-ea"/>
                <a:sym typeface="+mn-lt"/>
              </a:rPr>
              <a:t>“</a:t>
            </a:r>
            <a:r>
              <a:rPr lang="zh-CN" altLang="en-US" b="0" dirty="0">
                <a:latin typeface="+mn-lt"/>
                <a:ea typeface="+mn-ea"/>
                <a:cs typeface="+mn-ea"/>
                <a:sym typeface="+mn-lt"/>
              </a:rPr>
              <a:t>选课</a:t>
            </a:r>
            <a:r>
              <a:rPr lang="en-US" altLang="zh-CN" b="0" dirty="0">
                <a:latin typeface="+mn-lt"/>
                <a:ea typeface="+mn-ea"/>
                <a:cs typeface="+mn-ea"/>
                <a:sym typeface="+mn-lt"/>
              </a:rPr>
              <a:t>”</a:t>
            </a:r>
            <a:r>
              <a:rPr lang="zh-CN" altLang="en-US" b="0" dirty="0">
                <a:latin typeface="+mn-lt"/>
                <a:ea typeface="+mn-ea"/>
                <a:cs typeface="+mn-ea"/>
                <a:sym typeface="+mn-lt"/>
              </a:rPr>
              <a:t>按钮禁用</a:t>
            </a:r>
            <a:endParaRPr lang="en-US" altLang="zh-CN" b="0" dirty="0">
              <a:latin typeface="+mn-lt"/>
              <a:ea typeface="+mn-ea"/>
              <a:cs typeface="+mn-ea"/>
              <a:sym typeface="+mn-lt"/>
            </a:endParaRPr>
          </a:p>
        </p:txBody>
      </p:sp>
      <p:sp>
        <p:nvSpPr>
          <p:cNvPr id="3" name="页脚占位符 2"/>
          <p:cNvSpPr>
            <a:spLocks noGrp="1"/>
          </p:cNvSpPr>
          <p:nvPr>
            <p:ph type="ftr" sz="quarter" idx="11"/>
          </p:nvPr>
        </p:nvSpPr>
        <p:spPr/>
        <p:txBody>
          <a:bodyPr/>
          <a:lstStyle/>
          <a:p>
            <a:r>
              <a:rPr lang="zh-CN" altLang="en-US" dirty="0">
                <a:cs typeface="+mn-ea"/>
                <a:sym typeface="+mn-lt"/>
              </a:rPr>
              <a:t>课程管理系统</a:t>
            </a:r>
          </a:p>
        </p:txBody>
      </p:sp>
      <p:sp>
        <p:nvSpPr>
          <p:cNvPr id="4" name="灯片编号占位符 3"/>
          <p:cNvSpPr>
            <a:spLocks noGrp="1"/>
          </p:cNvSpPr>
          <p:nvPr>
            <p:ph type="sldNum" sz="quarter" idx="12"/>
          </p:nvPr>
        </p:nvSpPr>
        <p:spPr/>
        <p:txBody>
          <a:bodyPr/>
          <a:lstStyle/>
          <a:p>
            <a:fld id="{5DD3DB80-B894-403A-B48E-6FDC1A72010E}" type="slidenum">
              <a:rPr lang="zh-CN" altLang="en-US" b="1" smtClean="0">
                <a:solidFill>
                  <a:schemeClr val="tx1"/>
                </a:solidFill>
                <a:cs typeface="+mn-ea"/>
                <a:sym typeface="+mn-lt"/>
              </a:rPr>
              <a:t>67</a:t>
            </a:fld>
            <a:endParaRPr lang="zh-CN" altLang="en-US" b="1" dirty="0">
              <a:solidFill>
                <a:schemeClr val="tx1"/>
              </a:solidFill>
              <a:cs typeface="+mn-ea"/>
              <a:sym typeface="+mn-lt"/>
            </a:endParaRPr>
          </a:p>
        </p:txBody>
      </p:sp>
      <p:pic>
        <p:nvPicPr>
          <p:cNvPr id="5" name="图片 4" descr="EI9[YZ9Q6(RMC2SD[WL%MUU"/>
          <p:cNvPicPr>
            <a:picLocks noChangeAspect="1"/>
          </p:cNvPicPr>
          <p:nvPr/>
        </p:nvPicPr>
        <p:blipFill rotWithShape="1">
          <a:blip r:embed="rId2"/>
          <a:srcRect b="1538"/>
          <a:stretch/>
        </p:blipFill>
        <p:spPr>
          <a:xfrm>
            <a:off x="918527" y="1146176"/>
            <a:ext cx="10354945" cy="4997450"/>
          </a:xfrm>
          <a:prstGeom prst="rect">
            <a:avLst/>
          </a:prstGeom>
          <a:ln>
            <a:noFill/>
          </a:ln>
          <a:effectLst>
            <a:outerShdw blurRad="190500" algn="tl" rotWithShape="0">
              <a:srgbClr val="000000">
                <a:alpha val="70000"/>
              </a:srgbClr>
            </a:outerShdw>
          </a:effectLst>
        </p:spPr>
      </p:pic>
      <p:sp>
        <p:nvSpPr>
          <p:cNvPr id="8" name="矩形 7"/>
          <p:cNvSpPr/>
          <p:nvPr/>
        </p:nvSpPr>
        <p:spPr>
          <a:xfrm>
            <a:off x="8284845" y="4375785"/>
            <a:ext cx="2654300" cy="920115"/>
          </a:xfrm>
          <a:prstGeom prst="rect">
            <a:avLst/>
          </a:prstGeom>
          <a:noFill/>
          <a:ln w="28575" cmpd="sng">
            <a:solidFill>
              <a:srgbClr val="C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n-lt"/>
                <a:ea typeface="+mn-ea"/>
                <a:cs typeface="+mn-ea"/>
                <a:sym typeface="+mn-lt"/>
              </a:rPr>
              <a:t>（</a:t>
            </a:r>
            <a:r>
              <a:rPr lang="en-US" altLang="zh-CN" dirty="0">
                <a:latin typeface="+mn-lt"/>
                <a:ea typeface="+mn-ea"/>
                <a:cs typeface="+mn-ea"/>
                <a:sym typeface="+mn-lt"/>
              </a:rPr>
              <a:t>3</a:t>
            </a:r>
            <a:r>
              <a:rPr lang="zh-CN" altLang="en-US" dirty="0">
                <a:latin typeface="+mn-lt"/>
                <a:ea typeface="+mn-ea"/>
                <a:cs typeface="+mn-ea"/>
                <a:sym typeface="+mn-lt"/>
              </a:rPr>
              <a:t>）选课：</a:t>
            </a:r>
            <a:r>
              <a:rPr lang="zh-CN" altLang="en-US" b="0" dirty="0">
                <a:latin typeface="+mn-lt"/>
                <a:ea typeface="+mn-ea"/>
                <a:cs typeface="+mn-ea"/>
                <a:sym typeface="+mn-lt"/>
              </a:rPr>
              <a:t>选课成功</a:t>
            </a:r>
            <a:r>
              <a:rPr lang="en-US" altLang="zh-CN" b="0" dirty="0">
                <a:latin typeface="+mn-lt"/>
                <a:ea typeface="+mn-ea"/>
                <a:cs typeface="+mn-ea"/>
                <a:sym typeface="+mn-lt"/>
              </a:rPr>
              <a:t> / </a:t>
            </a:r>
            <a:r>
              <a:rPr lang="zh-CN" altLang="en-US" b="0" dirty="0">
                <a:latin typeface="+mn-lt"/>
                <a:ea typeface="+mn-ea"/>
                <a:cs typeface="+mn-ea"/>
                <a:sym typeface="+mn-lt"/>
              </a:rPr>
              <a:t>选课失败（课程冲突）</a:t>
            </a:r>
          </a:p>
        </p:txBody>
      </p:sp>
      <p:sp>
        <p:nvSpPr>
          <p:cNvPr id="3" name="页脚占位符 2"/>
          <p:cNvSpPr>
            <a:spLocks noGrp="1"/>
          </p:cNvSpPr>
          <p:nvPr>
            <p:ph type="ftr" sz="quarter" idx="11"/>
          </p:nvPr>
        </p:nvSpPr>
        <p:spPr/>
        <p:txBody>
          <a:bodyPr/>
          <a:lstStyle/>
          <a:p>
            <a:r>
              <a:rPr lang="zh-CN" altLang="en-US" dirty="0">
                <a:cs typeface="+mn-ea"/>
                <a:sym typeface="+mn-lt"/>
              </a:rPr>
              <a:t>课程管理系统</a:t>
            </a:r>
          </a:p>
        </p:txBody>
      </p:sp>
      <p:sp>
        <p:nvSpPr>
          <p:cNvPr id="4" name="灯片编号占位符 3"/>
          <p:cNvSpPr>
            <a:spLocks noGrp="1"/>
          </p:cNvSpPr>
          <p:nvPr>
            <p:ph type="sldNum" sz="quarter" idx="12"/>
          </p:nvPr>
        </p:nvSpPr>
        <p:spPr/>
        <p:txBody>
          <a:bodyPr/>
          <a:lstStyle/>
          <a:p>
            <a:fld id="{5DD3DB80-B894-403A-B48E-6FDC1A72010E}" type="slidenum">
              <a:rPr lang="zh-CN" altLang="en-US" b="1" smtClean="0">
                <a:solidFill>
                  <a:schemeClr val="tx1"/>
                </a:solidFill>
                <a:cs typeface="+mn-ea"/>
                <a:sym typeface="+mn-lt"/>
              </a:rPr>
              <a:t>68</a:t>
            </a:fld>
            <a:endParaRPr lang="zh-CN" altLang="en-US" b="1" dirty="0">
              <a:solidFill>
                <a:schemeClr val="tx1"/>
              </a:solidFill>
              <a:cs typeface="+mn-ea"/>
              <a:sym typeface="+mn-lt"/>
            </a:endParaRPr>
          </a:p>
        </p:txBody>
      </p:sp>
      <p:pic>
        <p:nvPicPr>
          <p:cNvPr id="7" name="图片 6" descr="DNQFN63T]B0}J7]BRPSHRBO"/>
          <p:cNvPicPr>
            <a:picLocks noChangeAspect="1"/>
          </p:cNvPicPr>
          <p:nvPr/>
        </p:nvPicPr>
        <p:blipFill rotWithShape="1">
          <a:blip r:embed="rId2"/>
          <a:srcRect t="883" b="1333"/>
          <a:stretch/>
        </p:blipFill>
        <p:spPr>
          <a:xfrm>
            <a:off x="899635" y="1139031"/>
            <a:ext cx="10391140" cy="4991101"/>
          </a:xfrm>
          <a:prstGeom prst="rect">
            <a:avLst/>
          </a:prstGeom>
          <a:ln>
            <a:noFill/>
          </a:ln>
          <a:effectLst>
            <a:outerShdw blurRad="190500" algn="tl" rotWithShape="0">
              <a:srgbClr val="000000">
                <a:alpha val="70000"/>
              </a:srgbClr>
            </a:outerShdw>
          </a:effectLst>
        </p:spPr>
      </p:pic>
      <p:pic>
        <p:nvPicPr>
          <p:cNvPr id="9" name="图片 8" descr="2_7YST$YQ@(@QUS8]2(~E41"/>
          <p:cNvPicPr>
            <a:picLocks noChangeAspect="1"/>
          </p:cNvPicPr>
          <p:nvPr/>
        </p:nvPicPr>
        <p:blipFill>
          <a:blip r:embed="rId3"/>
          <a:stretch>
            <a:fillRect/>
          </a:stretch>
        </p:blipFill>
        <p:spPr>
          <a:xfrm>
            <a:off x="2243295" y="1882140"/>
            <a:ext cx="7703820" cy="995045"/>
          </a:xfrm>
          <a:prstGeom prst="rect">
            <a:avLst/>
          </a:prstGeom>
          <a:ln>
            <a:noFill/>
          </a:ln>
          <a:effectLst>
            <a:outerShdw blurRad="190500" algn="tl" rotWithShape="0">
              <a:srgbClr val="000000">
                <a:alpha val="70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a:extLst>
              <a:ext uri="{FF2B5EF4-FFF2-40B4-BE49-F238E27FC236}">
                <a16:creationId xmlns:a16="http://schemas.microsoft.com/office/drawing/2014/main" id="{6C2532AA-A647-48FF-8A25-36777AF5B18D}"/>
              </a:ext>
            </a:extLst>
          </p:cNvPr>
          <p:cNvSpPr>
            <a:spLocks noGrp="1"/>
          </p:cNvSpPr>
          <p:nvPr>
            <p:ph type="ctrTitle"/>
          </p:nvPr>
        </p:nvSpPr>
        <p:spPr/>
        <p:txBody>
          <a:bodyPr>
            <a:normAutofit fontScale="90000"/>
          </a:bodyPr>
          <a:lstStyle/>
          <a:p>
            <a:r>
              <a:rPr lang="zh-CN" altLang="en-US" dirty="0">
                <a:latin typeface="Arial" panose="020B0604020202020204" pitchFamily="34" charset="0"/>
                <a:ea typeface="微软雅黑" panose="020B0503020204020204" pitchFamily="34" charset="-122"/>
              </a:rPr>
              <a:t>提问</a:t>
            </a:r>
            <a:r>
              <a:rPr lang="en-GB" altLang="zh-CN" dirty="0">
                <a:latin typeface="Arial" panose="020B0604020202020204" pitchFamily="34" charset="0"/>
                <a:ea typeface="微软雅黑" panose="020B0503020204020204" pitchFamily="34" charset="-122"/>
              </a:rPr>
              <a:t> </a:t>
            </a:r>
            <a:r>
              <a:rPr lang="zh-CN" altLang="en-US" sz="7300" dirty="0">
                <a:solidFill>
                  <a:srgbClr val="0062A4"/>
                </a:solidFill>
                <a:latin typeface="Arial" panose="020B0604020202020204" pitchFamily="34" charset="0"/>
                <a:ea typeface="微软雅黑" panose="020B0503020204020204" pitchFamily="34" charset="-122"/>
              </a:rPr>
              <a:t>环节</a:t>
            </a:r>
            <a:br>
              <a:rPr lang="en-US" altLang="zh-CN" sz="7300" dirty="0">
                <a:solidFill>
                  <a:srgbClr val="0062A4"/>
                </a:solidFill>
                <a:latin typeface="Arial" panose="020B0604020202020204" pitchFamily="34" charset="0"/>
                <a:ea typeface="微软雅黑" panose="020B0503020204020204" pitchFamily="34" charset="-122"/>
              </a:rPr>
            </a:br>
            <a:r>
              <a:rPr lang="en-US" altLang="zh-CN" sz="3600" dirty="0">
                <a:latin typeface="Arial" panose="020B0604020202020204" pitchFamily="34" charset="0"/>
                <a:ea typeface="微软雅黑" panose="020B0503020204020204" pitchFamily="34" charset="-122"/>
              </a:rPr>
              <a:t>Q &amp; </a:t>
            </a:r>
            <a:r>
              <a:rPr lang="en-US" altLang="zh-CN" sz="3600" dirty="0">
                <a:solidFill>
                  <a:srgbClr val="0062A4"/>
                </a:solidFill>
                <a:latin typeface="Arial" panose="020B0604020202020204" pitchFamily="34" charset="0"/>
                <a:ea typeface="微软雅黑" panose="020B0503020204020204" pitchFamily="34" charset="-122"/>
              </a:rPr>
              <a:t>A</a:t>
            </a:r>
            <a:endParaRPr lang="zh-CN" altLang="en-US" sz="3600" dirty="0">
              <a:solidFill>
                <a:srgbClr val="0062A4"/>
              </a:solidFill>
              <a:latin typeface="Arial" panose="020B0604020202020204" pitchFamily="34" charset="0"/>
              <a:ea typeface="微软雅黑" panose="020B0503020204020204" pitchFamily="34" charset="-122"/>
            </a:endParaRPr>
          </a:p>
        </p:txBody>
      </p:sp>
      <p:sp>
        <p:nvSpPr>
          <p:cNvPr id="10" name="副标题 9">
            <a:extLst>
              <a:ext uri="{FF2B5EF4-FFF2-40B4-BE49-F238E27FC236}">
                <a16:creationId xmlns:a16="http://schemas.microsoft.com/office/drawing/2014/main" id="{0102F8CF-8DD3-43E5-B521-501A3CF124F9}"/>
              </a:ext>
            </a:extLst>
          </p:cNvPr>
          <p:cNvSpPr>
            <a:spLocks noGrp="1"/>
          </p:cNvSpPr>
          <p:nvPr>
            <p:ph type="subTitle" idx="1"/>
          </p:nvPr>
        </p:nvSpPr>
        <p:spPr/>
        <p:txBody>
          <a:bodyPr/>
          <a:lstStyle/>
          <a:p>
            <a:r>
              <a:rPr lang="zh-CN" altLang="en-US" dirty="0">
                <a:latin typeface="Arial" panose="020B0604020202020204" pitchFamily="34" charset="0"/>
                <a:ea typeface="微软雅黑" panose="020B0503020204020204" pitchFamily="34" charset="-122"/>
              </a:rPr>
              <a:t>个人陈述</a:t>
            </a:r>
            <a:endParaRPr lang="en-GB" altLang="zh-CN" dirty="0">
              <a:latin typeface="Arial" panose="020B0604020202020204" pitchFamily="34" charset="0"/>
              <a:ea typeface="微软雅黑" panose="020B0503020204020204" pitchFamily="34" charset="-122"/>
            </a:endParaRPr>
          </a:p>
        </p:txBody>
      </p:sp>
      <p:sp>
        <p:nvSpPr>
          <p:cNvPr id="11" name="文本占位符 10">
            <a:extLst>
              <a:ext uri="{FF2B5EF4-FFF2-40B4-BE49-F238E27FC236}">
                <a16:creationId xmlns:a16="http://schemas.microsoft.com/office/drawing/2014/main" id="{7E21516B-4ABB-4E09-987D-1ABA411225D2}"/>
              </a:ext>
            </a:extLst>
          </p:cNvPr>
          <p:cNvSpPr>
            <a:spLocks noGrp="1"/>
          </p:cNvSpPr>
          <p:nvPr>
            <p:ph type="body" sz="quarter" idx="13"/>
          </p:nvPr>
        </p:nvSpPr>
        <p:spPr/>
        <p:txBody>
          <a:bodyPr>
            <a:normAutofit fontScale="92500" lnSpcReduction="10000"/>
          </a:bodyPr>
          <a:lstStyle/>
          <a:p>
            <a:r>
              <a:rPr lang="zh-CN" altLang="en-US" sz="1600" b="1" dirty="0">
                <a:latin typeface="Arial" panose="020B0604020202020204" pitchFamily="34" charset="0"/>
                <a:ea typeface="微软雅黑" panose="020B0503020204020204" pitchFamily="34" charset="-122"/>
              </a:rPr>
              <a:t>滕嫚玲</a:t>
            </a:r>
            <a:endParaRPr lang="en-GB" altLang="zh-CN" sz="1600" b="1" dirty="0">
              <a:latin typeface="Arial" panose="020B0604020202020204" pitchFamily="34" charset="0"/>
              <a:ea typeface="微软雅黑" panose="020B0503020204020204" pitchFamily="34" charset="-122"/>
            </a:endParaRPr>
          </a:p>
        </p:txBody>
      </p:sp>
      <p:sp>
        <p:nvSpPr>
          <p:cNvPr id="12" name="文本占位符 11">
            <a:extLst>
              <a:ext uri="{FF2B5EF4-FFF2-40B4-BE49-F238E27FC236}">
                <a16:creationId xmlns:a16="http://schemas.microsoft.com/office/drawing/2014/main" id="{BFF7D8B0-524B-4065-95EB-00BAEDA26918}"/>
              </a:ext>
            </a:extLst>
          </p:cNvPr>
          <p:cNvSpPr>
            <a:spLocks noGrp="1"/>
          </p:cNvSpPr>
          <p:nvPr>
            <p:ph type="body" sz="quarter" idx="14"/>
          </p:nvPr>
        </p:nvSpPr>
        <p:spPr/>
        <p:txBody>
          <a:bodyPr/>
          <a:lstStyle/>
          <a:p>
            <a:r>
              <a:rPr lang="zh-CN" altLang="en-US" dirty="0">
                <a:latin typeface="Arial" panose="020B0604020202020204" pitchFamily="34" charset="0"/>
                <a:ea typeface="微软雅黑" panose="020B0503020204020204" pitchFamily="34" charset="-122"/>
              </a:rPr>
              <a:t>课程管理系统</a:t>
            </a:r>
            <a:endParaRPr lang="en-GB" altLang="zh-CN" dirty="0">
              <a:latin typeface="Arial" panose="020B0604020202020204" pitchFamily="34" charset="0"/>
              <a:ea typeface="微软雅黑" panose="020B0503020204020204" pitchFamily="34" charset="-122"/>
            </a:endParaRPr>
          </a:p>
        </p:txBody>
      </p:sp>
      <p:sp>
        <p:nvSpPr>
          <p:cNvPr id="13" name="文本占位符 12">
            <a:extLst>
              <a:ext uri="{FF2B5EF4-FFF2-40B4-BE49-F238E27FC236}">
                <a16:creationId xmlns:a16="http://schemas.microsoft.com/office/drawing/2014/main" id="{F03171C0-8F5E-452D-80D2-8537CBEA6B12}"/>
              </a:ext>
            </a:extLst>
          </p:cNvPr>
          <p:cNvSpPr>
            <a:spLocks noGrp="1"/>
          </p:cNvSpPr>
          <p:nvPr>
            <p:ph type="body" sz="quarter" idx="15"/>
          </p:nvPr>
        </p:nvSpPr>
        <p:spPr/>
        <p:txBody>
          <a:bodyPr/>
          <a:lstStyle/>
          <a:p>
            <a:r>
              <a:rPr lang="en-GB" altLang="zh-CN" dirty="0">
                <a:latin typeface="Arial" panose="020B0604020202020204" pitchFamily="34" charset="0"/>
                <a:ea typeface="微软雅黑" panose="020B0503020204020204" pitchFamily="34" charset="-122"/>
              </a:rPr>
              <a:t>LOGO HERE</a:t>
            </a:r>
          </a:p>
        </p:txBody>
      </p:sp>
    </p:spTree>
    <p:extLst>
      <p:ext uri="{BB962C8B-B14F-4D97-AF65-F5344CB8AC3E}">
        <p14:creationId xmlns:p14="http://schemas.microsoft.com/office/powerpoint/2010/main" val="41973494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3E7816B9-4368-481C-AF7D-011CB1B5D3BB}"/>
              </a:ext>
            </a:extLst>
          </p:cNvPr>
          <p:cNvSpPr>
            <a:spLocks noGrp="1"/>
          </p:cNvSpPr>
          <p:nvPr>
            <p:ph type="title"/>
          </p:nvPr>
        </p:nvSpPr>
        <p:spPr/>
        <p:txBody>
          <a:bodyPr/>
          <a:lstStyle/>
          <a:p>
            <a:r>
              <a:rPr lang="zh-CN" altLang="en-US" dirty="0">
                <a:latin typeface="Arial" panose="020B0604020202020204" pitchFamily="34" charset="0"/>
                <a:ea typeface="微软雅黑" panose="020B0503020204020204" pitchFamily="34" charset="-122"/>
              </a:rPr>
              <a:t>后端陈述</a:t>
            </a:r>
          </a:p>
        </p:txBody>
      </p:sp>
      <p:sp>
        <p:nvSpPr>
          <p:cNvPr id="5" name="文本占位符 4">
            <a:extLst>
              <a:ext uri="{FF2B5EF4-FFF2-40B4-BE49-F238E27FC236}">
                <a16:creationId xmlns:a16="http://schemas.microsoft.com/office/drawing/2014/main" id="{7239E965-33B6-4BC1-B1B3-CD2DC6B7EA81}"/>
              </a:ext>
            </a:extLst>
          </p:cNvPr>
          <p:cNvSpPr>
            <a:spLocks noGrp="1"/>
          </p:cNvSpPr>
          <p:nvPr>
            <p:ph type="body" idx="1"/>
          </p:nvPr>
        </p:nvSpPr>
        <p:spPr/>
        <p:txBody>
          <a:bodyPr/>
          <a:lstStyle/>
          <a:p>
            <a:r>
              <a:rPr lang="zh-CN" altLang="en-US" dirty="0">
                <a:latin typeface="Arial" panose="020B0604020202020204" pitchFamily="34" charset="0"/>
                <a:ea typeface="微软雅黑" panose="020B0503020204020204" pitchFamily="34" charset="-122"/>
              </a:rPr>
              <a:t>后端 </a:t>
            </a:r>
            <a:r>
              <a:rPr lang="en-US" altLang="zh-CN" dirty="0">
                <a:latin typeface="Arial" panose="020B0604020202020204" pitchFamily="34" charset="0"/>
                <a:ea typeface="微软雅黑" panose="020B0503020204020204" pitchFamily="34" charset="-122"/>
              </a:rPr>
              <a:t>Spring Boot </a:t>
            </a:r>
            <a:r>
              <a:rPr lang="zh-CN" altLang="en-US" dirty="0">
                <a:latin typeface="Arial" panose="020B0604020202020204" pitchFamily="34" charset="0"/>
                <a:ea typeface="微软雅黑" panose="020B0503020204020204" pitchFamily="34" charset="-122"/>
              </a:rPr>
              <a:t>开发</a:t>
            </a:r>
            <a:endParaRPr lang="en-GB" altLang="zh-CN" dirty="0">
              <a:latin typeface="Arial" panose="020B0604020202020204" pitchFamily="34" charset="0"/>
              <a:ea typeface="微软雅黑" panose="020B0503020204020204" pitchFamily="34" charset="-122"/>
            </a:endParaRPr>
          </a:p>
        </p:txBody>
      </p:sp>
      <p:sp>
        <p:nvSpPr>
          <p:cNvPr id="2" name="灯片编号占位符 1">
            <a:extLst>
              <a:ext uri="{FF2B5EF4-FFF2-40B4-BE49-F238E27FC236}">
                <a16:creationId xmlns:a16="http://schemas.microsoft.com/office/drawing/2014/main" id="{1BC2B274-6096-4E6F-B8DF-3F118E2D97ED}"/>
              </a:ext>
            </a:extLst>
          </p:cNvPr>
          <p:cNvSpPr>
            <a:spLocks noGrp="1"/>
          </p:cNvSpPr>
          <p:nvPr>
            <p:ph type="sldNum" sz="quarter" idx="12"/>
          </p:nvPr>
        </p:nvSpPr>
        <p:spPr>
          <a:prstGeom prst="rect">
            <a:avLst/>
          </a:prstGeom>
        </p:spPr>
        <p:txBody>
          <a:bodyPr vert="horz" lIns="91440" tIns="45720" rIns="91440" bIns="45720" rtlCol="0" anchor="ctr"/>
          <a:lstStyle>
            <a:defPPr>
              <a:defRPr lang="zh-CN"/>
            </a:defPPr>
            <a:lvl1pPr marL="0" algn="r" defTabSz="914400" rtl="0" eaLnBrk="1" latinLnBrk="0" hangingPunct="1">
              <a:defRPr lang="zh-CN" altLang="en-US"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F65B630-C7FF-41C0-9923-C5E5E29EED81}" type="slidenum">
              <a:rPr lang="en-US" altLang="zh-CN" b="1" smtClean="0">
                <a:latin typeface="Arial" panose="020B0604020202020204" pitchFamily="34" charset="0"/>
                <a:ea typeface="微软雅黑" panose="020B0503020204020204" pitchFamily="34" charset="-122"/>
              </a:rPr>
              <a:pPr/>
              <a:t>70</a:t>
            </a:fld>
            <a:endParaRPr lang="zh-CN" altLang="en-US" b="1" dirty="0">
              <a:latin typeface="Arial" panose="020B0604020202020204" pitchFamily="34" charset="0"/>
              <a:ea typeface="微软雅黑" panose="020B0503020204020204" pitchFamily="34" charset="-122"/>
            </a:endParaRPr>
          </a:p>
        </p:txBody>
      </p:sp>
      <p:sp>
        <p:nvSpPr>
          <p:cNvPr id="8" name="文本框 7">
            <a:extLst>
              <a:ext uri="{FF2B5EF4-FFF2-40B4-BE49-F238E27FC236}">
                <a16:creationId xmlns:a16="http://schemas.microsoft.com/office/drawing/2014/main" id="{8C020416-619F-4067-9449-EC53475B0DC8}"/>
              </a:ext>
            </a:extLst>
          </p:cNvPr>
          <p:cNvSpPr txBox="1">
            <a:spLocks/>
          </p:cNvSpPr>
          <p:nvPr/>
        </p:nvSpPr>
        <p:spPr>
          <a:xfrm>
            <a:off x="660400" y="2004763"/>
            <a:ext cx="10858500" cy="1089529"/>
          </a:xfrm>
          <a:prstGeom prst="rect">
            <a:avLst/>
          </a:prstGeom>
        </p:spPr>
        <p:txBody>
          <a:bodyPr vert="horz" wrap="square" lIns="91440" tIns="45720" rIns="91440" bIns="45720" rtlCol="0" anchor="b">
            <a:spAutoFit/>
          </a:bodyPr>
          <a:lstStyle>
            <a:lvl1pPr algn="ctr" defTabSz="914400" rtl="0" eaLnBrk="1" latinLnBrk="0" hangingPunct="1">
              <a:lnSpc>
                <a:spcPct val="90000"/>
              </a:lnSpc>
              <a:spcBef>
                <a:spcPct val="0"/>
              </a:spcBef>
              <a:buNone/>
              <a:defRPr lang="zh-CN" altLang="en-US" sz="3200" b="1" kern="1200">
                <a:solidFill>
                  <a:schemeClr val="bg1"/>
                </a:solidFill>
                <a:latin typeface="+mj-lt"/>
                <a:ea typeface="+mj-ea"/>
                <a:cs typeface="+mj-cs"/>
              </a:defRPr>
            </a:lvl1pPr>
          </a:lstStyle>
          <a:p>
            <a:r>
              <a:rPr lang="en-GB" altLang="zh-CN" sz="7200" dirty="0">
                <a:latin typeface="Arial" panose="020B0604020202020204" pitchFamily="34" charset="0"/>
                <a:ea typeface="微软雅黑" panose="020B0503020204020204" pitchFamily="34" charset="-122"/>
              </a:rPr>
              <a:t>02</a:t>
            </a:r>
          </a:p>
        </p:txBody>
      </p:sp>
    </p:spTree>
    <p:extLst>
      <p:ext uri="{BB962C8B-B14F-4D97-AF65-F5344CB8AC3E}">
        <p14:creationId xmlns:p14="http://schemas.microsoft.com/office/powerpoint/2010/main" val="239990319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n-lt"/>
                <a:ea typeface="+mn-ea"/>
                <a:cs typeface="+mn-ea"/>
                <a:sym typeface="+mn-lt"/>
              </a:rPr>
              <a:t>后端设计</a:t>
            </a:r>
          </a:p>
        </p:txBody>
      </p:sp>
      <p:sp>
        <p:nvSpPr>
          <p:cNvPr id="3" name="页脚占位符 2"/>
          <p:cNvSpPr>
            <a:spLocks noGrp="1"/>
          </p:cNvSpPr>
          <p:nvPr>
            <p:ph type="ftr" sz="quarter" idx="11"/>
          </p:nvPr>
        </p:nvSpPr>
        <p:spPr/>
        <p:txBody>
          <a:bodyPr/>
          <a:lstStyle/>
          <a:p>
            <a:r>
              <a:rPr lang="zh-CN" altLang="en-US" dirty="0">
                <a:cs typeface="+mn-ea"/>
                <a:sym typeface="+mn-lt"/>
              </a:rPr>
              <a:t>课程管理系统</a:t>
            </a:r>
          </a:p>
        </p:txBody>
      </p:sp>
      <p:sp>
        <p:nvSpPr>
          <p:cNvPr id="4" name="灯片编号占位符 3"/>
          <p:cNvSpPr>
            <a:spLocks noGrp="1"/>
          </p:cNvSpPr>
          <p:nvPr>
            <p:ph type="sldNum" sz="quarter" idx="12"/>
          </p:nvPr>
        </p:nvSpPr>
        <p:spPr/>
        <p:txBody>
          <a:bodyPr/>
          <a:lstStyle/>
          <a:p>
            <a:fld id="{5DD3DB80-B894-403A-B48E-6FDC1A72010E}" type="slidenum">
              <a:rPr lang="zh-CN" altLang="en-US" b="1" smtClean="0">
                <a:solidFill>
                  <a:schemeClr val="tx1"/>
                </a:solidFill>
                <a:cs typeface="+mn-ea"/>
                <a:sym typeface="+mn-lt"/>
              </a:rPr>
              <a:t>71</a:t>
            </a:fld>
            <a:endParaRPr lang="zh-CN" altLang="en-US" b="1" dirty="0">
              <a:solidFill>
                <a:schemeClr val="tx1"/>
              </a:solidFill>
              <a:cs typeface="+mn-ea"/>
              <a:sym typeface="+mn-lt"/>
            </a:endParaRPr>
          </a:p>
        </p:txBody>
      </p:sp>
      <p:grpSp>
        <p:nvGrpSpPr>
          <p:cNvPr id="28" name="组合 27"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nvGrpSpPr>
        <p:grpSpPr>
          <a:xfrm>
            <a:off x="1192540" y="1351211"/>
            <a:ext cx="10326359" cy="4561979"/>
            <a:chOff x="1192540" y="1351211"/>
            <a:chExt cx="10326359" cy="4561979"/>
          </a:xfrm>
        </p:grpSpPr>
        <p:sp>
          <p:nvSpPr>
            <p:cNvPr id="29" name="任意多边形: 形状 28"/>
            <p:cNvSpPr/>
            <p:nvPr/>
          </p:nvSpPr>
          <p:spPr bwMode="auto">
            <a:xfrm flipH="1">
              <a:off x="4055454" y="1351211"/>
              <a:ext cx="586231" cy="4561979"/>
            </a:xfrm>
            <a:custGeom>
              <a:avLst/>
              <a:gdLst>
                <a:gd name="T0" fmla="*/ 0 w 1412"/>
                <a:gd name="T1" fmla="*/ 82 h 6009"/>
                <a:gd name="T2" fmla="*/ 0 w 1412"/>
                <a:gd name="T3" fmla="*/ 0 h 6009"/>
                <a:gd name="T4" fmla="*/ 283 w 1412"/>
                <a:gd name="T5" fmla="*/ 71 h 6009"/>
                <a:gd name="T6" fmla="*/ 518 w 1412"/>
                <a:gd name="T7" fmla="*/ 182 h 6009"/>
                <a:gd name="T8" fmla="*/ 723 w 1412"/>
                <a:gd name="T9" fmla="*/ 367 h 6009"/>
                <a:gd name="T10" fmla="*/ 863 w 1412"/>
                <a:gd name="T11" fmla="*/ 597 h 6009"/>
                <a:gd name="T12" fmla="*/ 935 w 1412"/>
                <a:gd name="T13" fmla="*/ 848 h 6009"/>
                <a:gd name="T14" fmla="*/ 966 w 1412"/>
                <a:gd name="T15" fmla="*/ 1141 h 6009"/>
                <a:gd name="T16" fmla="*/ 931 w 1412"/>
                <a:gd name="T17" fmla="*/ 1500 h 6009"/>
                <a:gd name="T18" fmla="*/ 856 w 1412"/>
                <a:gd name="T19" fmla="*/ 1831 h 6009"/>
                <a:gd name="T20" fmla="*/ 828 w 1412"/>
                <a:gd name="T21" fmla="*/ 2176 h 6009"/>
                <a:gd name="T22" fmla="*/ 869 w 1412"/>
                <a:gd name="T23" fmla="*/ 2502 h 6009"/>
                <a:gd name="T24" fmla="*/ 961 w 1412"/>
                <a:gd name="T25" fmla="*/ 2687 h 6009"/>
                <a:gd name="T26" fmla="*/ 1110 w 1412"/>
                <a:gd name="T27" fmla="*/ 2815 h 6009"/>
                <a:gd name="T28" fmla="*/ 1244 w 1412"/>
                <a:gd name="T29" fmla="*/ 2889 h 6009"/>
                <a:gd name="T30" fmla="*/ 1412 w 1412"/>
                <a:gd name="T31" fmla="*/ 2920 h 6009"/>
                <a:gd name="T32" fmla="*/ 1412 w 1412"/>
                <a:gd name="T33" fmla="*/ 3079 h 6009"/>
                <a:gd name="T34" fmla="*/ 1156 w 1412"/>
                <a:gd name="T35" fmla="*/ 3164 h 6009"/>
                <a:gd name="T36" fmla="*/ 999 w 1412"/>
                <a:gd name="T37" fmla="*/ 3291 h 6009"/>
                <a:gd name="T38" fmla="*/ 880 w 1412"/>
                <a:gd name="T39" fmla="*/ 3508 h 6009"/>
                <a:gd name="T40" fmla="*/ 826 w 1412"/>
                <a:gd name="T41" fmla="*/ 3804 h 6009"/>
                <a:gd name="T42" fmla="*/ 850 w 1412"/>
                <a:gd name="T43" fmla="*/ 4193 h 6009"/>
                <a:gd name="T44" fmla="*/ 884 w 1412"/>
                <a:gd name="T45" fmla="*/ 4452 h 6009"/>
                <a:gd name="T46" fmla="*/ 935 w 1412"/>
                <a:gd name="T47" fmla="*/ 4752 h 6009"/>
                <a:gd name="T48" fmla="*/ 944 w 1412"/>
                <a:gd name="T49" fmla="*/ 5046 h 6009"/>
                <a:gd name="T50" fmla="*/ 893 w 1412"/>
                <a:gd name="T51" fmla="*/ 5331 h 6009"/>
                <a:gd name="T52" fmla="*/ 792 w 1412"/>
                <a:gd name="T53" fmla="*/ 5553 h 6009"/>
                <a:gd name="T54" fmla="*/ 639 w 1412"/>
                <a:gd name="T55" fmla="*/ 5737 h 6009"/>
                <a:gd name="T56" fmla="*/ 458 w 1412"/>
                <a:gd name="T57" fmla="*/ 5879 h 6009"/>
                <a:gd name="T58" fmla="*/ 310 w 1412"/>
                <a:gd name="T59" fmla="*/ 5967 h 6009"/>
                <a:gd name="T60" fmla="*/ 212 w 1412"/>
                <a:gd name="T61" fmla="*/ 6005 h 6009"/>
                <a:gd name="T62" fmla="*/ 171 w 1412"/>
                <a:gd name="T63" fmla="*/ 5973 h 6009"/>
                <a:gd name="T64" fmla="*/ 208 w 1412"/>
                <a:gd name="T65" fmla="*/ 5905 h 6009"/>
                <a:gd name="T66" fmla="*/ 300 w 1412"/>
                <a:gd name="T67" fmla="*/ 5840 h 6009"/>
                <a:gd name="T68" fmla="*/ 445 w 1412"/>
                <a:gd name="T69" fmla="*/ 5705 h 6009"/>
                <a:gd name="T70" fmla="*/ 564 w 1412"/>
                <a:gd name="T71" fmla="*/ 5512 h 6009"/>
                <a:gd name="T72" fmla="*/ 625 w 1412"/>
                <a:gd name="T73" fmla="*/ 5315 h 6009"/>
                <a:gd name="T74" fmla="*/ 638 w 1412"/>
                <a:gd name="T75" fmla="*/ 5121 h 6009"/>
                <a:gd name="T76" fmla="*/ 618 w 1412"/>
                <a:gd name="T77" fmla="*/ 4825 h 6009"/>
                <a:gd name="T78" fmla="*/ 584 w 1412"/>
                <a:gd name="T79" fmla="*/ 4415 h 6009"/>
                <a:gd name="T80" fmla="*/ 578 w 1412"/>
                <a:gd name="T81" fmla="*/ 4048 h 6009"/>
                <a:gd name="T82" fmla="*/ 632 w 1412"/>
                <a:gd name="T83" fmla="*/ 3704 h 6009"/>
                <a:gd name="T84" fmla="*/ 772 w 1412"/>
                <a:gd name="T85" fmla="*/ 3412 h 6009"/>
                <a:gd name="T86" fmla="*/ 941 w 1412"/>
                <a:gd name="T87" fmla="*/ 3215 h 6009"/>
                <a:gd name="T88" fmla="*/ 1273 w 1412"/>
                <a:gd name="T89" fmla="*/ 3012 h 6009"/>
                <a:gd name="T90" fmla="*/ 1034 w 1412"/>
                <a:gd name="T91" fmla="*/ 2880 h 6009"/>
                <a:gd name="T92" fmla="*/ 884 w 1412"/>
                <a:gd name="T93" fmla="*/ 2767 h 6009"/>
                <a:gd name="T94" fmla="*/ 739 w 1412"/>
                <a:gd name="T95" fmla="*/ 2564 h 6009"/>
                <a:gd name="T96" fmla="*/ 611 w 1412"/>
                <a:gd name="T97" fmla="*/ 2279 h 6009"/>
                <a:gd name="T98" fmla="*/ 558 w 1412"/>
                <a:gd name="T99" fmla="*/ 1973 h 6009"/>
                <a:gd name="T100" fmla="*/ 562 w 1412"/>
                <a:gd name="T101" fmla="*/ 1648 h 6009"/>
                <a:gd name="T102" fmla="*/ 605 w 1412"/>
                <a:gd name="T103" fmla="*/ 1308 h 6009"/>
                <a:gd name="T104" fmla="*/ 646 w 1412"/>
                <a:gd name="T105" fmla="*/ 904 h 6009"/>
                <a:gd name="T106" fmla="*/ 619 w 1412"/>
                <a:gd name="T107" fmla="*/ 644 h 6009"/>
                <a:gd name="T108" fmla="*/ 520 w 1412"/>
                <a:gd name="T109" fmla="*/ 441 h 6009"/>
                <a:gd name="T110" fmla="*/ 341 w 1412"/>
                <a:gd name="T111" fmla="*/ 240 h 6009"/>
                <a:gd name="T112" fmla="*/ 152 w 1412"/>
                <a:gd name="T113" fmla="*/ 132 h 6009"/>
                <a:gd name="T114" fmla="*/ 0 w 1412"/>
                <a:gd name="T115" fmla="*/ 82 h 6009"/>
                <a:gd name="connsiteX0" fmla="*/ 0 w 12987"/>
                <a:gd name="connsiteY0" fmla="*/ 136 h 9994"/>
                <a:gd name="connsiteX1" fmla="*/ 0 w 12987"/>
                <a:gd name="connsiteY1" fmla="*/ 0 h 9994"/>
                <a:gd name="connsiteX2" fmla="*/ 2004 w 12987"/>
                <a:gd name="connsiteY2" fmla="*/ 118 h 9994"/>
                <a:gd name="connsiteX3" fmla="*/ 3669 w 12987"/>
                <a:gd name="connsiteY3" fmla="*/ 303 h 9994"/>
                <a:gd name="connsiteX4" fmla="*/ 5120 w 12987"/>
                <a:gd name="connsiteY4" fmla="*/ 611 h 9994"/>
                <a:gd name="connsiteX5" fmla="*/ 6112 w 12987"/>
                <a:gd name="connsiteY5" fmla="*/ 994 h 9994"/>
                <a:gd name="connsiteX6" fmla="*/ 6622 w 12987"/>
                <a:gd name="connsiteY6" fmla="*/ 1411 h 9994"/>
                <a:gd name="connsiteX7" fmla="*/ 6841 w 12987"/>
                <a:gd name="connsiteY7" fmla="*/ 1899 h 9994"/>
                <a:gd name="connsiteX8" fmla="*/ 6593 w 12987"/>
                <a:gd name="connsiteY8" fmla="*/ 2496 h 9994"/>
                <a:gd name="connsiteX9" fmla="*/ 6062 w 12987"/>
                <a:gd name="connsiteY9" fmla="*/ 3047 h 9994"/>
                <a:gd name="connsiteX10" fmla="*/ 5864 w 12987"/>
                <a:gd name="connsiteY10" fmla="*/ 3621 h 9994"/>
                <a:gd name="connsiteX11" fmla="*/ 6154 w 12987"/>
                <a:gd name="connsiteY11" fmla="*/ 4164 h 9994"/>
                <a:gd name="connsiteX12" fmla="*/ 6806 w 12987"/>
                <a:gd name="connsiteY12" fmla="*/ 4472 h 9994"/>
                <a:gd name="connsiteX13" fmla="*/ 7861 w 12987"/>
                <a:gd name="connsiteY13" fmla="*/ 4685 h 9994"/>
                <a:gd name="connsiteX14" fmla="*/ 8810 w 12987"/>
                <a:gd name="connsiteY14" fmla="*/ 4808 h 9994"/>
                <a:gd name="connsiteX15" fmla="*/ 10000 w 12987"/>
                <a:gd name="connsiteY15" fmla="*/ 4859 h 9994"/>
                <a:gd name="connsiteX16" fmla="*/ 12987 w 12987"/>
                <a:gd name="connsiteY16" fmla="*/ 4983 h 9994"/>
                <a:gd name="connsiteX17" fmla="*/ 10000 w 12987"/>
                <a:gd name="connsiteY17" fmla="*/ 5124 h 9994"/>
                <a:gd name="connsiteX18" fmla="*/ 8187 w 12987"/>
                <a:gd name="connsiteY18" fmla="*/ 5265 h 9994"/>
                <a:gd name="connsiteX19" fmla="*/ 7075 w 12987"/>
                <a:gd name="connsiteY19" fmla="*/ 5477 h 9994"/>
                <a:gd name="connsiteX20" fmla="*/ 6232 w 12987"/>
                <a:gd name="connsiteY20" fmla="*/ 5838 h 9994"/>
                <a:gd name="connsiteX21" fmla="*/ 5850 w 12987"/>
                <a:gd name="connsiteY21" fmla="*/ 6331 h 9994"/>
                <a:gd name="connsiteX22" fmla="*/ 6020 w 12987"/>
                <a:gd name="connsiteY22" fmla="*/ 6978 h 9994"/>
                <a:gd name="connsiteX23" fmla="*/ 6261 w 12987"/>
                <a:gd name="connsiteY23" fmla="*/ 7409 h 9994"/>
                <a:gd name="connsiteX24" fmla="*/ 6622 w 12987"/>
                <a:gd name="connsiteY24" fmla="*/ 7908 h 9994"/>
                <a:gd name="connsiteX25" fmla="*/ 6686 w 12987"/>
                <a:gd name="connsiteY25" fmla="*/ 8397 h 9994"/>
                <a:gd name="connsiteX26" fmla="*/ 6324 w 12987"/>
                <a:gd name="connsiteY26" fmla="*/ 8872 h 9994"/>
                <a:gd name="connsiteX27" fmla="*/ 5609 w 12987"/>
                <a:gd name="connsiteY27" fmla="*/ 9241 h 9994"/>
                <a:gd name="connsiteX28" fmla="*/ 4525 w 12987"/>
                <a:gd name="connsiteY28" fmla="*/ 9547 h 9994"/>
                <a:gd name="connsiteX29" fmla="*/ 3244 w 12987"/>
                <a:gd name="connsiteY29" fmla="*/ 9784 h 9994"/>
                <a:gd name="connsiteX30" fmla="*/ 2195 w 12987"/>
                <a:gd name="connsiteY30" fmla="*/ 9930 h 9994"/>
                <a:gd name="connsiteX31" fmla="*/ 1501 w 12987"/>
                <a:gd name="connsiteY31" fmla="*/ 9993 h 9994"/>
                <a:gd name="connsiteX32" fmla="*/ 1211 w 12987"/>
                <a:gd name="connsiteY32" fmla="*/ 9940 h 9994"/>
                <a:gd name="connsiteX33" fmla="*/ 1473 w 12987"/>
                <a:gd name="connsiteY33" fmla="*/ 9827 h 9994"/>
                <a:gd name="connsiteX34" fmla="*/ 2125 w 12987"/>
                <a:gd name="connsiteY34" fmla="*/ 9719 h 9994"/>
                <a:gd name="connsiteX35" fmla="*/ 3152 w 12987"/>
                <a:gd name="connsiteY35" fmla="*/ 9494 h 9994"/>
                <a:gd name="connsiteX36" fmla="*/ 3994 w 12987"/>
                <a:gd name="connsiteY36" fmla="*/ 9173 h 9994"/>
                <a:gd name="connsiteX37" fmla="*/ 4426 w 12987"/>
                <a:gd name="connsiteY37" fmla="*/ 8845 h 9994"/>
                <a:gd name="connsiteX38" fmla="*/ 4518 w 12987"/>
                <a:gd name="connsiteY38" fmla="*/ 8522 h 9994"/>
                <a:gd name="connsiteX39" fmla="*/ 4377 w 12987"/>
                <a:gd name="connsiteY39" fmla="*/ 8030 h 9994"/>
                <a:gd name="connsiteX40" fmla="*/ 4136 w 12987"/>
                <a:gd name="connsiteY40" fmla="*/ 7347 h 9994"/>
                <a:gd name="connsiteX41" fmla="*/ 4093 w 12987"/>
                <a:gd name="connsiteY41" fmla="*/ 6737 h 9994"/>
                <a:gd name="connsiteX42" fmla="*/ 4476 w 12987"/>
                <a:gd name="connsiteY42" fmla="*/ 6164 h 9994"/>
                <a:gd name="connsiteX43" fmla="*/ 5467 w 12987"/>
                <a:gd name="connsiteY43" fmla="*/ 5678 h 9994"/>
                <a:gd name="connsiteX44" fmla="*/ 6664 w 12987"/>
                <a:gd name="connsiteY44" fmla="*/ 5350 h 9994"/>
                <a:gd name="connsiteX45" fmla="*/ 9016 w 12987"/>
                <a:gd name="connsiteY45" fmla="*/ 5012 h 9994"/>
                <a:gd name="connsiteX46" fmla="*/ 7323 w 12987"/>
                <a:gd name="connsiteY46" fmla="*/ 4793 h 9994"/>
                <a:gd name="connsiteX47" fmla="*/ 6261 w 12987"/>
                <a:gd name="connsiteY47" fmla="*/ 4605 h 9994"/>
                <a:gd name="connsiteX48" fmla="*/ 5234 w 12987"/>
                <a:gd name="connsiteY48" fmla="*/ 4267 h 9994"/>
                <a:gd name="connsiteX49" fmla="*/ 4327 w 12987"/>
                <a:gd name="connsiteY49" fmla="*/ 3793 h 9994"/>
                <a:gd name="connsiteX50" fmla="*/ 3952 w 12987"/>
                <a:gd name="connsiteY50" fmla="*/ 3283 h 9994"/>
                <a:gd name="connsiteX51" fmla="*/ 3980 w 12987"/>
                <a:gd name="connsiteY51" fmla="*/ 2743 h 9994"/>
                <a:gd name="connsiteX52" fmla="*/ 4285 w 12987"/>
                <a:gd name="connsiteY52" fmla="*/ 2177 h 9994"/>
                <a:gd name="connsiteX53" fmla="*/ 4575 w 12987"/>
                <a:gd name="connsiteY53" fmla="*/ 1504 h 9994"/>
                <a:gd name="connsiteX54" fmla="*/ 4384 w 12987"/>
                <a:gd name="connsiteY54" fmla="*/ 1072 h 9994"/>
                <a:gd name="connsiteX55" fmla="*/ 3683 w 12987"/>
                <a:gd name="connsiteY55" fmla="*/ 734 h 9994"/>
                <a:gd name="connsiteX56" fmla="*/ 2415 w 12987"/>
                <a:gd name="connsiteY56" fmla="*/ 399 h 9994"/>
                <a:gd name="connsiteX57" fmla="*/ 1076 w 12987"/>
                <a:gd name="connsiteY57" fmla="*/ 220 h 9994"/>
                <a:gd name="connsiteX58" fmla="*/ 0 w 12987"/>
                <a:gd name="connsiteY58" fmla="*/ 136 h 9994"/>
                <a:gd name="connsiteX0-1" fmla="*/ 0 w 10000"/>
                <a:gd name="connsiteY0-2" fmla="*/ 136 h 10000"/>
                <a:gd name="connsiteX1-3" fmla="*/ 0 w 10000"/>
                <a:gd name="connsiteY1-4" fmla="*/ 0 h 10000"/>
                <a:gd name="connsiteX2-5" fmla="*/ 1543 w 10000"/>
                <a:gd name="connsiteY2-6" fmla="*/ 118 h 10000"/>
                <a:gd name="connsiteX3-7" fmla="*/ 2825 w 10000"/>
                <a:gd name="connsiteY3-8" fmla="*/ 303 h 10000"/>
                <a:gd name="connsiteX4-9" fmla="*/ 3942 w 10000"/>
                <a:gd name="connsiteY4-10" fmla="*/ 611 h 10000"/>
                <a:gd name="connsiteX5-11" fmla="*/ 4706 w 10000"/>
                <a:gd name="connsiteY5-12" fmla="*/ 995 h 10000"/>
                <a:gd name="connsiteX6-13" fmla="*/ 5099 w 10000"/>
                <a:gd name="connsiteY6-14" fmla="*/ 1412 h 10000"/>
                <a:gd name="connsiteX7-15" fmla="*/ 5268 w 10000"/>
                <a:gd name="connsiteY7-16" fmla="*/ 1900 h 10000"/>
                <a:gd name="connsiteX8-17" fmla="*/ 5077 w 10000"/>
                <a:gd name="connsiteY8-18" fmla="*/ 2497 h 10000"/>
                <a:gd name="connsiteX9-19" fmla="*/ 4668 w 10000"/>
                <a:gd name="connsiteY9-20" fmla="*/ 3049 h 10000"/>
                <a:gd name="connsiteX10-21" fmla="*/ 4515 w 10000"/>
                <a:gd name="connsiteY10-22" fmla="*/ 3623 h 10000"/>
                <a:gd name="connsiteX11-23" fmla="*/ 4739 w 10000"/>
                <a:gd name="connsiteY11-24" fmla="*/ 4166 h 10000"/>
                <a:gd name="connsiteX12-25" fmla="*/ 5241 w 10000"/>
                <a:gd name="connsiteY12-26" fmla="*/ 4475 h 10000"/>
                <a:gd name="connsiteX13-27" fmla="*/ 6053 w 10000"/>
                <a:gd name="connsiteY13-28" fmla="*/ 4688 h 10000"/>
                <a:gd name="connsiteX14-29" fmla="*/ 6784 w 10000"/>
                <a:gd name="connsiteY14-30" fmla="*/ 4811 h 10000"/>
                <a:gd name="connsiteX15-31" fmla="*/ 7700 w 10000"/>
                <a:gd name="connsiteY15-32" fmla="*/ 4862 h 10000"/>
                <a:gd name="connsiteX16-33" fmla="*/ 10000 w 10000"/>
                <a:gd name="connsiteY16-34" fmla="*/ 4986 h 10000"/>
                <a:gd name="connsiteX17-35" fmla="*/ 7700 w 10000"/>
                <a:gd name="connsiteY17-36" fmla="*/ 5127 h 10000"/>
                <a:gd name="connsiteX18-37" fmla="*/ 6304 w 10000"/>
                <a:gd name="connsiteY18-38" fmla="*/ 5268 h 10000"/>
                <a:gd name="connsiteX19-39" fmla="*/ 5448 w 10000"/>
                <a:gd name="connsiteY19-40" fmla="*/ 5480 h 10000"/>
                <a:gd name="connsiteX20-41" fmla="*/ 4799 w 10000"/>
                <a:gd name="connsiteY20-42" fmla="*/ 5842 h 10000"/>
                <a:gd name="connsiteX21-43" fmla="*/ 4505 w 10000"/>
                <a:gd name="connsiteY21-44" fmla="*/ 6335 h 10000"/>
                <a:gd name="connsiteX22-45" fmla="*/ 4635 w 10000"/>
                <a:gd name="connsiteY22-46" fmla="*/ 6982 h 10000"/>
                <a:gd name="connsiteX23-47" fmla="*/ 4821 w 10000"/>
                <a:gd name="connsiteY23-48" fmla="*/ 7413 h 10000"/>
                <a:gd name="connsiteX24-49" fmla="*/ 5099 w 10000"/>
                <a:gd name="connsiteY24-50" fmla="*/ 7913 h 10000"/>
                <a:gd name="connsiteX25-51" fmla="*/ 5148 w 10000"/>
                <a:gd name="connsiteY25-52" fmla="*/ 8402 h 10000"/>
                <a:gd name="connsiteX26-53" fmla="*/ 4869 w 10000"/>
                <a:gd name="connsiteY26-54" fmla="*/ 8877 h 10000"/>
                <a:gd name="connsiteX27-55" fmla="*/ 4319 w 10000"/>
                <a:gd name="connsiteY27-56" fmla="*/ 9247 h 10000"/>
                <a:gd name="connsiteX28-57" fmla="*/ 3484 w 10000"/>
                <a:gd name="connsiteY28-58" fmla="*/ 9553 h 10000"/>
                <a:gd name="connsiteX29-59" fmla="*/ 2498 w 10000"/>
                <a:gd name="connsiteY29-60" fmla="*/ 9790 h 10000"/>
                <a:gd name="connsiteX30-61" fmla="*/ 1690 w 10000"/>
                <a:gd name="connsiteY30-62" fmla="*/ 9936 h 10000"/>
                <a:gd name="connsiteX31-63" fmla="*/ 1156 w 10000"/>
                <a:gd name="connsiteY31-64" fmla="*/ 9999 h 10000"/>
                <a:gd name="connsiteX32-65" fmla="*/ 932 w 10000"/>
                <a:gd name="connsiteY32-66" fmla="*/ 9946 h 10000"/>
                <a:gd name="connsiteX33-67" fmla="*/ 1134 w 10000"/>
                <a:gd name="connsiteY33-68" fmla="*/ 9833 h 10000"/>
                <a:gd name="connsiteX34-69" fmla="*/ 1636 w 10000"/>
                <a:gd name="connsiteY34-70" fmla="*/ 9725 h 10000"/>
                <a:gd name="connsiteX35-71" fmla="*/ 2427 w 10000"/>
                <a:gd name="connsiteY35-72" fmla="*/ 9500 h 10000"/>
                <a:gd name="connsiteX36-73" fmla="*/ 3075 w 10000"/>
                <a:gd name="connsiteY36-74" fmla="*/ 9179 h 10000"/>
                <a:gd name="connsiteX37-75" fmla="*/ 3408 w 10000"/>
                <a:gd name="connsiteY37-76" fmla="*/ 8850 h 10000"/>
                <a:gd name="connsiteX38-77" fmla="*/ 3479 w 10000"/>
                <a:gd name="connsiteY38-78" fmla="*/ 8527 h 10000"/>
                <a:gd name="connsiteX39-79" fmla="*/ 3370 w 10000"/>
                <a:gd name="connsiteY39-80" fmla="*/ 8035 h 10000"/>
                <a:gd name="connsiteX40-81" fmla="*/ 3185 w 10000"/>
                <a:gd name="connsiteY40-82" fmla="*/ 7351 h 10000"/>
                <a:gd name="connsiteX41-83" fmla="*/ 3152 w 10000"/>
                <a:gd name="connsiteY41-84" fmla="*/ 6741 h 10000"/>
                <a:gd name="connsiteX42-85" fmla="*/ 3447 w 10000"/>
                <a:gd name="connsiteY42-86" fmla="*/ 6168 h 10000"/>
                <a:gd name="connsiteX43-87" fmla="*/ 4210 w 10000"/>
                <a:gd name="connsiteY43-88" fmla="*/ 5681 h 10000"/>
                <a:gd name="connsiteX44-89" fmla="*/ 5131 w 10000"/>
                <a:gd name="connsiteY44-90" fmla="*/ 5353 h 10000"/>
                <a:gd name="connsiteX45-91" fmla="*/ 6942 w 10000"/>
                <a:gd name="connsiteY45-92" fmla="*/ 5015 h 10000"/>
                <a:gd name="connsiteX46-93" fmla="*/ 5639 w 10000"/>
                <a:gd name="connsiteY46-94" fmla="*/ 4796 h 10000"/>
                <a:gd name="connsiteX47-95" fmla="*/ 4821 w 10000"/>
                <a:gd name="connsiteY47-96" fmla="*/ 4608 h 10000"/>
                <a:gd name="connsiteX48-97" fmla="*/ 4030 w 10000"/>
                <a:gd name="connsiteY48-98" fmla="*/ 4270 h 10000"/>
                <a:gd name="connsiteX49-99" fmla="*/ 3332 w 10000"/>
                <a:gd name="connsiteY49-100" fmla="*/ 3795 h 10000"/>
                <a:gd name="connsiteX50-101" fmla="*/ 3043 w 10000"/>
                <a:gd name="connsiteY50-102" fmla="*/ 3285 h 10000"/>
                <a:gd name="connsiteX51-103" fmla="*/ 3065 w 10000"/>
                <a:gd name="connsiteY51-104" fmla="*/ 2745 h 10000"/>
                <a:gd name="connsiteX52-105" fmla="*/ 3299 w 10000"/>
                <a:gd name="connsiteY52-106" fmla="*/ 2178 h 10000"/>
                <a:gd name="connsiteX53-107" fmla="*/ 3523 w 10000"/>
                <a:gd name="connsiteY53-108" fmla="*/ 1505 h 10000"/>
                <a:gd name="connsiteX54-109" fmla="*/ 3376 w 10000"/>
                <a:gd name="connsiteY54-110" fmla="*/ 1073 h 10000"/>
                <a:gd name="connsiteX55-111" fmla="*/ 2836 w 10000"/>
                <a:gd name="connsiteY55-112" fmla="*/ 734 h 10000"/>
                <a:gd name="connsiteX56-113" fmla="*/ 1860 w 10000"/>
                <a:gd name="connsiteY56-114" fmla="*/ 399 h 10000"/>
                <a:gd name="connsiteX57-115" fmla="*/ 829 w 10000"/>
                <a:gd name="connsiteY57-116" fmla="*/ 220 h 10000"/>
                <a:gd name="connsiteX58-117" fmla="*/ 0 w 10000"/>
                <a:gd name="connsiteY58-118" fmla="*/ 136 h 10000"/>
                <a:gd name="connsiteX0-119" fmla="*/ 0 w 10000"/>
                <a:gd name="connsiteY0-120" fmla="*/ 136 h 10000"/>
                <a:gd name="connsiteX1-121" fmla="*/ 0 w 10000"/>
                <a:gd name="connsiteY1-122" fmla="*/ 0 h 10000"/>
                <a:gd name="connsiteX2-123" fmla="*/ 1543 w 10000"/>
                <a:gd name="connsiteY2-124" fmla="*/ 118 h 10000"/>
                <a:gd name="connsiteX3-125" fmla="*/ 2825 w 10000"/>
                <a:gd name="connsiteY3-126" fmla="*/ 303 h 10000"/>
                <a:gd name="connsiteX4-127" fmla="*/ 3942 w 10000"/>
                <a:gd name="connsiteY4-128" fmla="*/ 611 h 10000"/>
                <a:gd name="connsiteX5-129" fmla="*/ 4706 w 10000"/>
                <a:gd name="connsiteY5-130" fmla="*/ 995 h 10000"/>
                <a:gd name="connsiteX6-131" fmla="*/ 5099 w 10000"/>
                <a:gd name="connsiteY6-132" fmla="*/ 1412 h 10000"/>
                <a:gd name="connsiteX7-133" fmla="*/ 5268 w 10000"/>
                <a:gd name="connsiteY7-134" fmla="*/ 1900 h 10000"/>
                <a:gd name="connsiteX8-135" fmla="*/ 5077 w 10000"/>
                <a:gd name="connsiteY8-136" fmla="*/ 2497 h 10000"/>
                <a:gd name="connsiteX9-137" fmla="*/ 4668 w 10000"/>
                <a:gd name="connsiteY9-138" fmla="*/ 3049 h 10000"/>
                <a:gd name="connsiteX10-139" fmla="*/ 4515 w 10000"/>
                <a:gd name="connsiteY10-140" fmla="*/ 3623 h 10000"/>
                <a:gd name="connsiteX11-141" fmla="*/ 4739 w 10000"/>
                <a:gd name="connsiteY11-142" fmla="*/ 4166 h 10000"/>
                <a:gd name="connsiteX12-143" fmla="*/ 5241 w 10000"/>
                <a:gd name="connsiteY12-144" fmla="*/ 4475 h 10000"/>
                <a:gd name="connsiteX13-145" fmla="*/ 6053 w 10000"/>
                <a:gd name="connsiteY13-146" fmla="*/ 4688 h 10000"/>
                <a:gd name="connsiteX14-147" fmla="*/ 6784 w 10000"/>
                <a:gd name="connsiteY14-148" fmla="*/ 4811 h 10000"/>
                <a:gd name="connsiteX15-149" fmla="*/ 7700 w 10000"/>
                <a:gd name="connsiteY15-150" fmla="*/ 4862 h 10000"/>
                <a:gd name="connsiteX16-151" fmla="*/ 10000 w 10000"/>
                <a:gd name="connsiteY16-152" fmla="*/ 4986 h 10000"/>
                <a:gd name="connsiteX17-153" fmla="*/ 7700 w 10000"/>
                <a:gd name="connsiteY17-154" fmla="*/ 5127 h 10000"/>
                <a:gd name="connsiteX18-155" fmla="*/ 6304 w 10000"/>
                <a:gd name="connsiteY18-156" fmla="*/ 5268 h 10000"/>
                <a:gd name="connsiteX19-157" fmla="*/ 5448 w 10000"/>
                <a:gd name="connsiteY19-158" fmla="*/ 5480 h 10000"/>
                <a:gd name="connsiteX20-159" fmla="*/ 4799 w 10000"/>
                <a:gd name="connsiteY20-160" fmla="*/ 5842 h 10000"/>
                <a:gd name="connsiteX21-161" fmla="*/ 4505 w 10000"/>
                <a:gd name="connsiteY21-162" fmla="*/ 6335 h 10000"/>
                <a:gd name="connsiteX22-163" fmla="*/ 4635 w 10000"/>
                <a:gd name="connsiteY22-164" fmla="*/ 6982 h 10000"/>
                <a:gd name="connsiteX23-165" fmla="*/ 4821 w 10000"/>
                <a:gd name="connsiteY23-166" fmla="*/ 7413 h 10000"/>
                <a:gd name="connsiteX24-167" fmla="*/ 5099 w 10000"/>
                <a:gd name="connsiteY24-168" fmla="*/ 7913 h 10000"/>
                <a:gd name="connsiteX25-169" fmla="*/ 5148 w 10000"/>
                <a:gd name="connsiteY25-170" fmla="*/ 8402 h 10000"/>
                <a:gd name="connsiteX26-171" fmla="*/ 4869 w 10000"/>
                <a:gd name="connsiteY26-172" fmla="*/ 8877 h 10000"/>
                <a:gd name="connsiteX27-173" fmla="*/ 4319 w 10000"/>
                <a:gd name="connsiteY27-174" fmla="*/ 9247 h 10000"/>
                <a:gd name="connsiteX28-175" fmla="*/ 3484 w 10000"/>
                <a:gd name="connsiteY28-176" fmla="*/ 9553 h 10000"/>
                <a:gd name="connsiteX29-177" fmla="*/ 2498 w 10000"/>
                <a:gd name="connsiteY29-178" fmla="*/ 9790 h 10000"/>
                <a:gd name="connsiteX30-179" fmla="*/ 1690 w 10000"/>
                <a:gd name="connsiteY30-180" fmla="*/ 9936 h 10000"/>
                <a:gd name="connsiteX31-181" fmla="*/ 1156 w 10000"/>
                <a:gd name="connsiteY31-182" fmla="*/ 9999 h 10000"/>
                <a:gd name="connsiteX32-183" fmla="*/ 932 w 10000"/>
                <a:gd name="connsiteY32-184" fmla="*/ 9946 h 10000"/>
                <a:gd name="connsiteX33-185" fmla="*/ 1134 w 10000"/>
                <a:gd name="connsiteY33-186" fmla="*/ 9833 h 10000"/>
                <a:gd name="connsiteX34-187" fmla="*/ 1636 w 10000"/>
                <a:gd name="connsiteY34-188" fmla="*/ 9725 h 10000"/>
                <a:gd name="connsiteX35-189" fmla="*/ 2427 w 10000"/>
                <a:gd name="connsiteY35-190" fmla="*/ 9500 h 10000"/>
                <a:gd name="connsiteX36-191" fmla="*/ 3075 w 10000"/>
                <a:gd name="connsiteY36-192" fmla="*/ 9179 h 10000"/>
                <a:gd name="connsiteX37-193" fmla="*/ 3408 w 10000"/>
                <a:gd name="connsiteY37-194" fmla="*/ 8850 h 10000"/>
                <a:gd name="connsiteX38-195" fmla="*/ 3479 w 10000"/>
                <a:gd name="connsiteY38-196" fmla="*/ 8527 h 10000"/>
                <a:gd name="connsiteX39-197" fmla="*/ 3370 w 10000"/>
                <a:gd name="connsiteY39-198" fmla="*/ 8035 h 10000"/>
                <a:gd name="connsiteX40-199" fmla="*/ 3185 w 10000"/>
                <a:gd name="connsiteY40-200" fmla="*/ 7351 h 10000"/>
                <a:gd name="connsiteX41-201" fmla="*/ 3152 w 10000"/>
                <a:gd name="connsiteY41-202" fmla="*/ 6741 h 10000"/>
                <a:gd name="connsiteX42-203" fmla="*/ 3447 w 10000"/>
                <a:gd name="connsiteY42-204" fmla="*/ 6168 h 10000"/>
                <a:gd name="connsiteX43-205" fmla="*/ 4210 w 10000"/>
                <a:gd name="connsiteY43-206" fmla="*/ 5681 h 10000"/>
                <a:gd name="connsiteX44-207" fmla="*/ 5131 w 10000"/>
                <a:gd name="connsiteY44-208" fmla="*/ 5353 h 10000"/>
                <a:gd name="connsiteX45-209" fmla="*/ 6942 w 10000"/>
                <a:gd name="connsiteY45-210" fmla="*/ 5015 h 10000"/>
                <a:gd name="connsiteX46-211" fmla="*/ 5639 w 10000"/>
                <a:gd name="connsiteY46-212" fmla="*/ 4796 h 10000"/>
                <a:gd name="connsiteX47-213" fmla="*/ 4821 w 10000"/>
                <a:gd name="connsiteY47-214" fmla="*/ 4608 h 10000"/>
                <a:gd name="connsiteX48-215" fmla="*/ 4030 w 10000"/>
                <a:gd name="connsiteY48-216" fmla="*/ 4270 h 10000"/>
                <a:gd name="connsiteX49-217" fmla="*/ 3332 w 10000"/>
                <a:gd name="connsiteY49-218" fmla="*/ 3795 h 10000"/>
                <a:gd name="connsiteX50-219" fmla="*/ 3043 w 10000"/>
                <a:gd name="connsiteY50-220" fmla="*/ 3285 h 10000"/>
                <a:gd name="connsiteX51-221" fmla="*/ 3065 w 10000"/>
                <a:gd name="connsiteY51-222" fmla="*/ 2745 h 10000"/>
                <a:gd name="connsiteX52-223" fmla="*/ 3299 w 10000"/>
                <a:gd name="connsiteY52-224" fmla="*/ 2178 h 10000"/>
                <a:gd name="connsiteX53-225" fmla="*/ 3523 w 10000"/>
                <a:gd name="connsiteY53-226" fmla="*/ 1505 h 10000"/>
                <a:gd name="connsiteX54-227" fmla="*/ 3376 w 10000"/>
                <a:gd name="connsiteY54-228" fmla="*/ 1073 h 10000"/>
                <a:gd name="connsiteX55-229" fmla="*/ 2836 w 10000"/>
                <a:gd name="connsiteY55-230" fmla="*/ 734 h 10000"/>
                <a:gd name="connsiteX56-231" fmla="*/ 1860 w 10000"/>
                <a:gd name="connsiteY56-232" fmla="*/ 399 h 10000"/>
                <a:gd name="connsiteX57-233" fmla="*/ 829 w 10000"/>
                <a:gd name="connsiteY57-234" fmla="*/ 220 h 10000"/>
                <a:gd name="connsiteX58-235" fmla="*/ 0 w 10000"/>
                <a:gd name="connsiteY58-236" fmla="*/ 136 h 10000"/>
                <a:gd name="connsiteX0-237" fmla="*/ 0 w 10000"/>
                <a:gd name="connsiteY0-238" fmla="*/ 136 h 10000"/>
                <a:gd name="connsiteX1-239" fmla="*/ 0 w 10000"/>
                <a:gd name="connsiteY1-240" fmla="*/ 0 h 10000"/>
                <a:gd name="connsiteX2-241" fmla="*/ 1543 w 10000"/>
                <a:gd name="connsiteY2-242" fmla="*/ 118 h 10000"/>
                <a:gd name="connsiteX3-243" fmla="*/ 2825 w 10000"/>
                <a:gd name="connsiteY3-244" fmla="*/ 303 h 10000"/>
                <a:gd name="connsiteX4-245" fmla="*/ 3942 w 10000"/>
                <a:gd name="connsiteY4-246" fmla="*/ 611 h 10000"/>
                <a:gd name="connsiteX5-247" fmla="*/ 4706 w 10000"/>
                <a:gd name="connsiteY5-248" fmla="*/ 995 h 10000"/>
                <a:gd name="connsiteX6-249" fmla="*/ 5099 w 10000"/>
                <a:gd name="connsiteY6-250" fmla="*/ 1412 h 10000"/>
                <a:gd name="connsiteX7-251" fmla="*/ 5268 w 10000"/>
                <a:gd name="connsiteY7-252" fmla="*/ 1900 h 10000"/>
                <a:gd name="connsiteX8-253" fmla="*/ 5077 w 10000"/>
                <a:gd name="connsiteY8-254" fmla="*/ 2497 h 10000"/>
                <a:gd name="connsiteX9-255" fmla="*/ 4668 w 10000"/>
                <a:gd name="connsiteY9-256" fmla="*/ 3049 h 10000"/>
                <a:gd name="connsiteX10-257" fmla="*/ 4515 w 10000"/>
                <a:gd name="connsiteY10-258" fmla="*/ 3623 h 10000"/>
                <a:gd name="connsiteX11-259" fmla="*/ 4739 w 10000"/>
                <a:gd name="connsiteY11-260" fmla="*/ 4166 h 10000"/>
                <a:gd name="connsiteX12-261" fmla="*/ 5241 w 10000"/>
                <a:gd name="connsiteY12-262" fmla="*/ 4475 h 10000"/>
                <a:gd name="connsiteX13-263" fmla="*/ 6053 w 10000"/>
                <a:gd name="connsiteY13-264" fmla="*/ 4688 h 10000"/>
                <a:gd name="connsiteX14-265" fmla="*/ 6784 w 10000"/>
                <a:gd name="connsiteY14-266" fmla="*/ 4811 h 10000"/>
                <a:gd name="connsiteX15-267" fmla="*/ 7700 w 10000"/>
                <a:gd name="connsiteY15-268" fmla="*/ 4862 h 10000"/>
                <a:gd name="connsiteX16-269" fmla="*/ 10000 w 10000"/>
                <a:gd name="connsiteY16-270" fmla="*/ 4986 h 10000"/>
                <a:gd name="connsiteX17-271" fmla="*/ 7700 w 10000"/>
                <a:gd name="connsiteY17-272" fmla="*/ 5127 h 10000"/>
                <a:gd name="connsiteX18-273" fmla="*/ 6304 w 10000"/>
                <a:gd name="connsiteY18-274" fmla="*/ 5268 h 10000"/>
                <a:gd name="connsiteX19-275" fmla="*/ 5448 w 10000"/>
                <a:gd name="connsiteY19-276" fmla="*/ 5480 h 10000"/>
                <a:gd name="connsiteX20-277" fmla="*/ 4799 w 10000"/>
                <a:gd name="connsiteY20-278" fmla="*/ 5842 h 10000"/>
                <a:gd name="connsiteX21-279" fmla="*/ 4505 w 10000"/>
                <a:gd name="connsiteY21-280" fmla="*/ 6335 h 10000"/>
                <a:gd name="connsiteX22-281" fmla="*/ 4635 w 10000"/>
                <a:gd name="connsiteY22-282" fmla="*/ 6982 h 10000"/>
                <a:gd name="connsiteX23-283" fmla="*/ 4821 w 10000"/>
                <a:gd name="connsiteY23-284" fmla="*/ 7413 h 10000"/>
                <a:gd name="connsiteX24-285" fmla="*/ 5099 w 10000"/>
                <a:gd name="connsiteY24-286" fmla="*/ 7913 h 10000"/>
                <a:gd name="connsiteX25-287" fmla="*/ 5148 w 10000"/>
                <a:gd name="connsiteY25-288" fmla="*/ 8402 h 10000"/>
                <a:gd name="connsiteX26-289" fmla="*/ 4869 w 10000"/>
                <a:gd name="connsiteY26-290" fmla="*/ 8877 h 10000"/>
                <a:gd name="connsiteX27-291" fmla="*/ 4319 w 10000"/>
                <a:gd name="connsiteY27-292" fmla="*/ 9247 h 10000"/>
                <a:gd name="connsiteX28-293" fmla="*/ 3484 w 10000"/>
                <a:gd name="connsiteY28-294" fmla="*/ 9553 h 10000"/>
                <a:gd name="connsiteX29-295" fmla="*/ 2498 w 10000"/>
                <a:gd name="connsiteY29-296" fmla="*/ 9790 h 10000"/>
                <a:gd name="connsiteX30-297" fmla="*/ 1690 w 10000"/>
                <a:gd name="connsiteY30-298" fmla="*/ 9936 h 10000"/>
                <a:gd name="connsiteX31-299" fmla="*/ 1156 w 10000"/>
                <a:gd name="connsiteY31-300" fmla="*/ 9999 h 10000"/>
                <a:gd name="connsiteX32-301" fmla="*/ 932 w 10000"/>
                <a:gd name="connsiteY32-302" fmla="*/ 9946 h 10000"/>
                <a:gd name="connsiteX33-303" fmla="*/ 1134 w 10000"/>
                <a:gd name="connsiteY33-304" fmla="*/ 9833 h 10000"/>
                <a:gd name="connsiteX34-305" fmla="*/ 1636 w 10000"/>
                <a:gd name="connsiteY34-306" fmla="*/ 9725 h 10000"/>
                <a:gd name="connsiteX35-307" fmla="*/ 2427 w 10000"/>
                <a:gd name="connsiteY35-308" fmla="*/ 9500 h 10000"/>
                <a:gd name="connsiteX36-309" fmla="*/ 3075 w 10000"/>
                <a:gd name="connsiteY36-310" fmla="*/ 9179 h 10000"/>
                <a:gd name="connsiteX37-311" fmla="*/ 3408 w 10000"/>
                <a:gd name="connsiteY37-312" fmla="*/ 8850 h 10000"/>
                <a:gd name="connsiteX38-313" fmla="*/ 3479 w 10000"/>
                <a:gd name="connsiteY38-314" fmla="*/ 8527 h 10000"/>
                <a:gd name="connsiteX39-315" fmla="*/ 3370 w 10000"/>
                <a:gd name="connsiteY39-316" fmla="*/ 8035 h 10000"/>
                <a:gd name="connsiteX40-317" fmla="*/ 3185 w 10000"/>
                <a:gd name="connsiteY40-318" fmla="*/ 7351 h 10000"/>
                <a:gd name="connsiteX41-319" fmla="*/ 3152 w 10000"/>
                <a:gd name="connsiteY41-320" fmla="*/ 6741 h 10000"/>
                <a:gd name="connsiteX42-321" fmla="*/ 3447 w 10000"/>
                <a:gd name="connsiteY42-322" fmla="*/ 6168 h 10000"/>
                <a:gd name="connsiteX43-323" fmla="*/ 4210 w 10000"/>
                <a:gd name="connsiteY43-324" fmla="*/ 5681 h 10000"/>
                <a:gd name="connsiteX44-325" fmla="*/ 5131 w 10000"/>
                <a:gd name="connsiteY44-326" fmla="*/ 5353 h 10000"/>
                <a:gd name="connsiteX45-327" fmla="*/ 6942 w 10000"/>
                <a:gd name="connsiteY45-328" fmla="*/ 5015 h 10000"/>
                <a:gd name="connsiteX46-329" fmla="*/ 5639 w 10000"/>
                <a:gd name="connsiteY46-330" fmla="*/ 4796 h 10000"/>
                <a:gd name="connsiteX47-331" fmla="*/ 4821 w 10000"/>
                <a:gd name="connsiteY47-332" fmla="*/ 4608 h 10000"/>
                <a:gd name="connsiteX48-333" fmla="*/ 4030 w 10000"/>
                <a:gd name="connsiteY48-334" fmla="*/ 4270 h 10000"/>
                <a:gd name="connsiteX49-335" fmla="*/ 3332 w 10000"/>
                <a:gd name="connsiteY49-336" fmla="*/ 3795 h 10000"/>
                <a:gd name="connsiteX50-337" fmla="*/ 3043 w 10000"/>
                <a:gd name="connsiteY50-338" fmla="*/ 3285 h 10000"/>
                <a:gd name="connsiteX51-339" fmla="*/ 3065 w 10000"/>
                <a:gd name="connsiteY51-340" fmla="*/ 2745 h 10000"/>
                <a:gd name="connsiteX52-341" fmla="*/ 3299 w 10000"/>
                <a:gd name="connsiteY52-342" fmla="*/ 2178 h 10000"/>
                <a:gd name="connsiteX53-343" fmla="*/ 3523 w 10000"/>
                <a:gd name="connsiteY53-344" fmla="*/ 1505 h 10000"/>
                <a:gd name="connsiteX54-345" fmla="*/ 3376 w 10000"/>
                <a:gd name="connsiteY54-346" fmla="*/ 1073 h 10000"/>
                <a:gd name="connsiteX55-347" fmla="*/ 2836 w 10000"/>
                <a:gd name="connsiteY55-348" fmla="*/ 734 h 10000"/>
                <a:gd name="connsiteX56-349" fmla="*/ 1860 w 10000"/>
                <a:gd name="connsiteY56-350" fmla="*/ 399 h 10000"/>
                <a:gd name="connsiteX57-351" fmla="*/ 829 w 10000"/>
                <a:gd name="connsiteY57-352" fmla="*/ 220 h 10000"/>
                <a:gd name="connsiteX58-353" fmla="*/ 0 w 10000"/>
                <a:gd name="connsiteY58-354" fmla="*/ 136 h 10000"/>
                <a:gd name="connsiteX0-355" fmla="*/ 0 w 10000"/>
                <a:gd name="connsiteY0-356" fmla="*/ 136 h 10000"/>
                <a:gd name="connsiteX1-357" fmla="*/ 0 w 10000"/>
                <a:gd name="connsiteY1-358" fmla="*/ 0 h 10000"/>
                <a:gd name="connsiteX2-359" fmla="*/ 1543 w 10000"/>
                <a:gd name="connsiteY2-360" fmla="*/ 118 h 10000"/>
                <a:gd name="connsiteX3-361" fmla="*/ 2825 w 10000"/>
                <a:gd name="connsiteY3-362" fmla="*/ 303 h 10000"/>
                <a:gd name="connsiteX4-363" fmla="*/ 3942 w 10000"/>
                <a:gd name="connsiteY4-364" fmla="*/ 611 h 10000"/>
                <a:gd name="connsiteX5-365" fmla="*/ 4706 w 10000"/>
                <a:gd name="connsiteY5-366" fmla="*/ 995 h 10000"/>
                <a:gd name="connsiteX6-367" fmla="*/ 5099 w 10000"/>
                <a:gd name="connsiteY6-368" fmla="*/ 1412 h 10000"/>
                <a:gd name="connsiteX7-369" fmla="*/ 5268 w 10000"/>
                <a:gd name="connsiteY7-370" fmla="*/ 1900 h 10000"/>
                <a:gd name="connsiteX8-371" fmla="*/ 5077 w 10000"/>
                <a:gd name="connsiteY8-372" fmla="*/ 2497 h 10000"/>
                <a:gd name="connsiteX9-373" fmla="*/ 4668 w 10000"/>
                <a:gd name="connsiteY9-374" fmla="*/ 3049 h 10000"/>
                <a:gd name="connsiteX10-375" fmla="*/ 4515 w 10000"/>
                <a:gd name="connsiteY10-376" fmla="*/ 3623 h 10000"/>
                <a:gd name="connsiteX11-377" fmla="*/ 4739 w 10000"/>
                <a:gd name="connsiteY11-378" fmla="*/ 4166 h 10000"/>
                <a:gd name="connsiteX12-379" fmla="*/ 5241 w 10000"/>
                <a:gd name="connsiteY12-380" fmla="*/ 4475 h 10000"/>
                <a:gd name="connsiteX13-381" fmla="*/ 6053 w 10000"/>
                <a:gd name="connsiteY13-382" fmla="*/ 4688 h 10000"/>
                <a:gd name="connsiteX14-383" fmla="*/ 6784 w 10000"/>
                <a:gd name="connsiteY14-384" fmla="*/ 4811 h 10000"/>
                <a:gd name="connsiteX15-385" fmla="*/ 7700 w 10000"/>
                <a:gd name="connsiteY15-386" fmla="*/ 4862 h 10000"/>
                <a:gd name="connsiteX16-387" fmla="*/ 10000 w 10000"/>
                <a:gd name="connsiteY16-388" fmla="*/ 4986 h 10000"/>
                <a:gd name="connsiteX17-389" fmla="*/ 7700 w 10000"/>
                <a:gd name="connsiteY17-390" fmla="*/ 5127 h 10000"/>
                <a:gd name="connsiteX18-391" fmla="*/ 6304 w 10000"/>
                <a:gd name="connsiteY18-392" fmla="*/ 5268 h 10000"/>
                <a:gd name="connsiteX19-393" fmla="*/ 5448 w 10000"/>
                <a:gd name="connsiteY19-394" fmla="*/ 5480 h 10000"/>
                <a:gd name="connsiteX20-395" fmla="*/ 4799 w 10000"/>
                <a:gd name="connsiteY20-396" fmla="*/ 5842 h 10000"/>
                <a:gd name="connsiteX21-397" fmla="*/ 4505 w 10000"/>
                <a:gd name="connsiteY21-398" fmla="*/ 6335 h 10000"/>
                <a:gd name="connsiteX22-399" fmla="*/ 4635 w 10000"/>
                <a:gd name="connsiteY22-400" fmla="*/ 6982 h 10000"/>
                <a:gd name="connsiteX23-401" fmla="*/ 4821 w 10000"/>
                <a:gd name="connsiteY23-402" fmla="*/ 7413 h 10000"/>
                <a:gd name="connsiteX24-403" fmla="*/ 5099 w 10000"/>
                <a:gd name="connsiteY24-404" fmla="*/ 7913 h 10000"/>
                <a:gd name="connsiteX25-405" fmla="*/ 5148 w 10000"/>
                <a:gd name="connsiteY25-406" fmla="*/ 8402 h 10000"/>
                <a:gd name="connsiteX26-407" fmla="*/ 4869 w 10000"/>
                <a:gd name="connsiteY26-408" fmla="*/ 8877 h 10000"/>
                <a:gd name="connsiteX27-409" fmla="*/ 4319 w 10000"/>
                <a:gd name="connsiteY27-410" fmla="*/ 9247 h 10000"/>
                <a:gd name="connsiteX28-411" fmla="*/ 3484 w 10000"/>
                <a:gd name="connsiteY28-412" fmla="*/ 9553 h 10000"/>
                <a:gd name="connsiteX29-413" fmla="*/ 2498 w 10000"/>
                <a:gd name="connsiteY29-414" fmla="*/ 9790 h 10000"/>
                <a:gd name="connsiteX30-415" fmla="*/ 1690 w 10000"/>
                <a:gd name="connsiteY30-416" fmla="*/ 9936 h 10000"/>
                <a:gd name="connsiteX31-417" fmla="*/ 1156 w 10000"/>
                <a:gd name="connsiteY31-418" fmla="*/ 9999 h 10000"/>
                <a:gd name="connsiteX32-419" fmla="*/ 932 w 10000"/>
                <a:gd name="connsiteY32-420" fmla="*/ 9946 h 10000"/>
                <a:gd name="connsiteX33-421" fmla="*/ 1134 w 10000"/>
                <a:gd name="connsiteY33-422" fmla="*/ 9833 h 10000"/>
                <a:gd name="connsiteX34-423" fmla="*/ 1636 w 10000"/>
                <a:gd name="connsiteY34-424" fmla="*/ 9725 h 10000"/>
                <a:gd name="connsiteX35-425" fmla="*/ 2427 w 10000"/>
                <a:gd name="connsiteY35-426" fmla="*/ 9500 h 10000"/>
                <a:gd name="connsiteX36-427" fmla="*/ 3075 w 10000"/>
                <a:gd name="connsiteY36-428" fmla="*/ 9179 h 10000"/>
                <a:gd name="connsiteX37-429" fmla="*/ 3408 w 10000"/>
                <a:gd name="connsiteY37-430" fmla="*/ 8850 h 10000"/>
                <a:gd name="connsiteX38-431" fmla="*/ 3479 w 10000"/>
                <a:gd name="connsiteY38-432" fmla="*/ 8527 h 10000"/>
                <a:gd name="connsiteX39-433" fmla="*/ 3370 w 10000"/>
                <a:gd name="connsiteY39-434" fmla="*/ 8035 h 10000"/>
                <a:gd name="connsiteX40-435" fmla="*/ 3185 w 10000"/>
                <a:gd name="connsiteY40-436" fmla="*/ 7351 h 10000"/>
                <a:gd name="connsiteX41-437" fmla="*/ 3152 w 10000"/>
                <a:gd name="connsiteY41-438" fmla="*/ 6741 h 10000"/>
                <a:gd name="connsiteX42-439" fmla="*/ 3447 w 10000"/>
                <a:gd name="connsiteY42-440" fmla="*/ 6168 h 10000"/>
                <a:gd name="connsiteX43-441" fmla="*/ 4210 w 10000"/>
                <a:gd name="connsiteY43-442" fmla="*/ 5681 h 10000"/>
                <a:gd name="connsiteX44-443" fmla="*/ 5131 w 10000"/>
                <a:gd name="connsiteY44-444" fmla="*/ 5353 h 10000"/>
                <a:gd name="connsiteX45-445" fmla="*/ 6942 w 10000"/>
                <a:gd name="connsiteY45-446" fmla="*/ 5015 h 10000"/>
                <a:gd name="connsiteX46-447" fmla="*/ 5639 w 10000"/>
                <a:gd name="connsiteY46-448" fmla="*/ 4796 h 10000"/>
                <a:gd name="connsiteX47-449" fmla="*/ 4821 w 10000"/>
                <a:gd name="connsiteY47-450" fmla="*/ 4608 h 10000"/>
                <a:gd name="connsiteX48-451" fmla="*/ 4030 w 10000"/>
                <a:gd name="connsiteY48-452" fmla="*/ 4270 h 10000"/>
                <a:gd name="connsiteX49-453" fmla="*/ 3332 w 10000"/>
                <a:gd name="connsiteY49-454" fmla="*/ 3795 h 10000"/>
                <a:gd name="connsiteX50-455" fmla="*/ 3043 w 10000"/>
                <a:gd name="connsiteY50-456" fmla="*/ 3285 h 10000"/>
                <a:gd name="connsiteX51-457" fmla="*/ 3065 w 10000"/>
                <a:gd name="connsiteY51-458" fmla="*/ 2745 h 10000"/>
                <a:gd name="connsiteX52-459" fmla="*/ 3299 w 10000"/>
                <a:gd name="connsiteY52-460" fmla="*/ 2178 h 10000"/>
                <a:gd name="connsiteX53-461" fmla="*/ 3523 w 10000"/>
                <a:gd name="connsiteY53-462" fmla="*/ 1505 h 10000"/>
                <a:gd name="connsiteX54-463" fmla="*/ 3376 w 10000"/>
                <a:gd name="connsiteY54-464" fmla="*/ 1073 h 10000"/>
                <a:gd name="connsiteX55-465" fmla="*/ 2836 w 10000"/>
                <a:gd name="connsiteY55-466" fmla="*/ 734 h 10000"/>
                <a:gd name="connsiteX56-467" fmla="*/ 1860 w 10000"/>
                <a:gd name="connsiteY56-468" fmla="*/ 399 h 10000"/>
                <a:gd name="connsiteX57-469" fmla="*/ 829 w 10000"/>
                <a:gd name="connsiteY57-470" fmla="*/ 220 h 10000"/>
                <a:gd name="connsiteX58-471" fmla="*/ 0 w 10000"/>
                <a:gd name="connsiteY58-472" fmla="*/ 136 h 10000"/>
                <a:gd name="connsiteX0-473" fmla="*/ 0 w 10000"/>
                <a:gd name="connsiteY0-474" fmla="*/ 136 h 10000"/>
                <a:gd name="connsiteX1-475" fmla="*/ 0 w 10000"/>
                <a:gd name="connsiteY1-476" fmla="*/ 0 h 10000"/>
                <a:gd name="connsiteX2-477" fmla="*/ 1543 w 10000"/>
                <a:gd name="connsiteY2-478" fmla="*/ 118 h 10000"/>
                <a:gd name="connsiteX3-479" fmla="*/ 2825 w 10000"/>
                <a:gd name="connsiteY3-480" fmla="*/ 303 h 10000"/>
                <a:gd name="connsiteX4-481" fmla="*/ 3942 w 10000"/>
                <a:gd name="connsiteY4-482" fmla="*/ 611 h 10000"/>
                <a:gd name="connsiteX5-483" fmla="*/ 4706 w 10000"/>
                <a:gd name="connsiteY5-484" fmla="*/ 995 h 10000"/>
                <a:gd name="connsiteX6-485" fmla="*/ 5099 w 10000"/>
                <a:gd name="connsiteY6-486" fmla="*/ 1412 h 10000"/>
                <a:gd name="connsiteX7-487" fmla="*/ 5268 w 10000"/>
                <a:gd name="connsiteY7-488" fmla="*/ 1900 h 10000"/>
                <a:gd name="connsiteX8-489" fmla="*/ 5077 w 10000"/>
                <a:gd name="connsiteY8-490" fmla="*/ 2497 h 10000"/>
                <a:gd name="connsiteX9-491" fmla="*/ 4668 w 10000"/>
                <a:gd name="connsiteY9-492" fmla="*/ 3049 h 10000"/>
                <a:gd name="connsiteX10-493" fmla="*/ 4515 w 10000"/>
                <a:gd name="connsiteY10-494" fmla="*/ 3623 h 10000"/>
                <a:gd name="connsiteX11-495" fmla="*/ 4739 w 10000"/>
                <a:gd name="connsiteY11-496" fmla="*/ 4166 h 10000"/>
                <a:gd name="connsiteX12-497" fmla="*/ 5241 w 10000"/>
                <a:gd name="connsiteY12-498" fmla="*/ 4475 h 10000"/>
                <a:gd name="connsiteX13-499" fmla="*/ 6053 w 10000"/>
                <a:gd name="connsiteY13-500" fmla="*/ 4688 h 10000"/>
                <a:gd name="connsiteX14-501" fmla="*/ 7700 w 10000"/>
                <a:gd name="connsiteY14-502" fmla="*/ 4862 h 10000"/>
                <a:gd name="connsiteX15-503" fmla="*/ 10000 w 10000"/>
                <a:gd name="connsiteY15-504" fmla="*/ 4986 h 10000"/>
                <a:gd name="connsiteX16-505" fmla="*/ 7700 w 10000"/>
                <a:gd name="connsiteY16-506" fmla="*/ 5127 h 10000"/>
                <a:gd name="connsiteX17-507" fmla="*/ 6304 w 10000"/>
                <a:gd name="connsiteY17-508" fmla="*/ 5268 h 10000"/>
                <a:gd name="connsiteX18-509" fmla="*/ 5448 w 10000"/>
                <a:gd name="connsiteY18-510" fmla="*/ 5480 h 10000"/>
                <a:gd name="connsiteX19-511" fmla="*/ 4799 w 10000"/>
                <a:gd name="connsiteY19-512" fmla="*/ 5842 h 10000"/>
                <a:gd name="connsiteX20-513" fmla="*/ 4505 w 10000"/>
                <a:gd name="connsiteY20-514" fmla="*/ 6335 h 10000"/>
                <a:gd name="connsiteX21-515" fmla="*/ 4635 w 10000"/>
                <a:gd name="connsiteY21-516" fmla="*/ 6982 h 10000"/>
                <a:gd name="connsiteX22-517" fmla="*/ 4821 w 10000"/>
                <a:gd name="connsiteY22-518" fmla="*/ 7413 h 10000"/>
                <a:gd name="connsiteX23-519" fmla="*/ 5099 w 10000"/>
                <a:gd name="connsiteY23-520" fmla="*/ 7913 h 10000"/>
                <a:gd name="connsiteX24-521" fmla="*/ 5148 w 10000"/>
                <a:gd name="connsiteY24-522" fmla="*/ 8402 h 10000"/>
                <a:gd name="connsiteX25-523" fmla="*/ 4869 w 10000"/>
                <a:gd name="connsiteY25-524" fmla="*/ 8877 h 10000"/>
                <a:gd name="connsiteX26-525" fmla="*/ 4319 w 10000"/>
                <a:gd name="connsiteY26-526" fmla="*/ 9247 h 10000"/>
                <a:gd name="connsiteX27-527" fmla="*/ 3484 w 10000"/>
                <a:gd name="connsiteY27-528" fmla="*/ 9553 h 10000"/>
                <a:gd name="connsiteX28-529" fmla="*/ 2498 w 10000"/>
                <a:gd name="connsiteY28-530" fmla="*/ 9790 h 10000"/>
                <a:gd name="connsiteX29-531" fmla="*/ 1690 w 10000"/>
                <a:gd name="connsiteY29-532" fmla="*/ 9936 h 10000"/>
                <a:gd name="connsiteX30-533" fmla="*/ 1156 w 10000"/>
                <a:gd name="connsiteY30-534" fmla="*/ 9999 h 10000"/>
                <a:gd name="connsiteX31-535" fmla="*/ 932 w 10000"/>
                <a:gd name="connsiteY31-536" fmla="*/ 9946 h 10000"/>
                <a:gd name="connsiteX32-537" fmla="*/ 1134 w 10000"/>
                <a:gd name="connsiteY32-538" fmla="*/ 9833 h 10000"/>
                <a:gd name="connsiteX33-539" fmla="*/ 1636 w 10000"/>
                <a:gd name="connsiteY33-540" fmla="*/ 9725 h 10000"/>
                <a:gd name="connsiteX34-541" fmla="*/ 2427 w 10000"/>
                <a:gd name="connsiteY34-542" fmla="*/ 9500 h 10000"/>
                <a:gd name="connsiteX35-543" fmla="*/ 3075 w 10000"/>
                <a:gd name="connsiteY35-544" fmla="*/ 9179 h 10000"/>
                <a:gd name="connsiteX36-545" fmla="*/ 3408 w 10000"/>
                <a:gd name="connsiteY36-546" fmla="*/ 8850 h 10000"/>
                <a:gd name="connsiteX37-547" fmla="*/ 3479 w 10000"/>
                <a:gd name="connsiteY37-548" fmla="*/ 8527 h 10000"/>
                <a:gd name="connsiteX38-549" fmla="*/ 3370 w 10000"/>
                <a:gd name="connsiteY38-550" fmla="*/ 8035 h 10000"/>
                <a:gd name="connsiteX39-551" fmla="*/ 3185 w 10000"/>
                <a:gd name="connsiteY39-552" fmla="*/ 7351 h 10000"/>
                <a:gd name="connsiteX40-553" fmla="*/ 3152 w 10000"/>
                <a:gd name="connsiteY40-554" fmla="*/ 6741 h 10000"/>
                <a:gd name="connsiteX41-555" fmla="*/ 3447 w 10000"/>
                <a:gd name="connsiteY41-556" fmla="*/ 6168 h 10000"/>
                <a:gd name="connsiteX42-557" fmla="*/ 4210 w 10000"/>
                <a:gd name="connsiteY42-558" fmla="*/ 5681 h 10000"/>
                <a:gd name="connsiteX43-559" fmla="*/ 5131 w 10000"/>
                <a:gd name="connsiteY43-560" fmla="*/ 5353 h 10000"/>
                <a:gd name="connsiteX44-561" fmla="*/ 6942 w 10000"/>
                <a:gd name="connsiteY44-562" fmla="*/ 5015 h 10000"/>
                <a:gd name="connsiteX45-563" fmla="*/ 5639 w 10000"/>
                <a:gd name="connsiteY45-564" fmla="*/ 4796 h 10000"/>
                <a:gd name="connsiteX46-565" fmla="*/ 4821 w 10000"/>
                <a:gd name="connsiteY46-566" fmla="*/ 4608 h 10000"/>
                <a:gd name="connsiteX47-567" fmla="*/ 4030 w 10000"/>
                <a:gd name="connsiteY47-568" fmla="*/ 4270 h 10000"/>
                <a:gd name="connsiteX48-569" fmla="*/ 3332 w 10000"/>
                <a:gd name="connsiteY48-570" fmla="*/ 3795 h 10000"/>
                <a:gd name="connsiteX49-571" fmla="*/ 3043 w 10000"/>
                <a:gd name="connsiteY49-572" fmla="*/ 3285 h 10000"/>
                <a:gd name="connsiteX50-573" fmla="*/ 3065 w 10000"/>
                <a:gd name="connsiteY50-574" fmla="*/ 2745 h 10000"/>
                <a:gd name="connsiteX51-575" fmla="*/ 3299 w 10000"/>
                <a:gd name="connsiteY51-576" fmla="*/ 2178 h 10000"/>
                <a:gd name="connsiteX52-577" fmla="*/ 3523 w 10000"/>
                <a:gd name="connsiteY52-578" fmla="*/ 1505 h 10000"/>
                <a:gd name="connsiteX53-579" fmla="*/ 3376 w 10000"/>
                <a:gd name="connsiteY53-580" fmla="*/ 1073 h 10000"/>
                <a:gd name="connsiteX54-581" fmla="*/ 2836 w 10000"/>
                <a:gd name="connsiteY54-582" fmla="*/ 734 h 10000"/>
                <a:gd name="connsiteX55-583" fmla="*/ 1860 w 10000"/>
                <a:gd name="connsiteY55-584" fmla="*/ 399 h 10000"/>
                <a:gd name="connsiteX56-585" fmla="*/ 829 w 10000"/>
                <a:gd name="connsiteY56-586" fmla="*/ 220 h 10000"/>
                <a:gd name="connsiteX57-587" fmla="*/ 0 w 10000"/>
                <a:gd name="connsiteY57-588" fmla="*/ 136 h 100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 ang="0">
                  <a:pos x="connsiteX22-45" y="connsiteY22-46"/>
                </a:cxn>
                <a:cxn ang="0">
                  <a:pos x="connsiteX23-47" y="connsiteY23-48"/>
                </a:cxn>
                <a:cxn ang="0">
                  <a:pos x="connsiteX24-49" y="connsiteY24-50"/>
                </a:cxn>
                <a:cxn ang="0">
                  <a:pos x="connsiteX25-51" y="connsiteY25-52"/>
                </a:cxn>
                <a:cxn ang="0">
                  <a:pos x="connsiteX26-53" y="connsiteY26-54"/>
                </a:cxn>
                <a:cxn ang="0">
                  <a:pos x="connsiteX27-55" y="connsiteY27-56"/>
                </a:cxn>
                <a:cxn ang="0">
                  <a:pos x="connsiteX28-57" y="connsiteY28-58"/>
                </a:cxn>
                <a:cxn ang="0">
                  <a:pos x="connsiteX29-59" y="connsiteY29-60"/>
                </a:cxn>
                <a:cxn ang="0">
                  <a:pos x="connsiteX30-61" y="connsiteY30-62"/>
                </a:cxn>
                <a:cxn ang="0">
                  <a:pos x="connsiteX31-63" y="connsiteY31-64"/>
                </a:cxn>
                <a:cxn ang="0">
                  <a:pos x="connsiteX32-65" y="connsiteY32-66"/>
                </a:cxn>
                <a:cxn ang="0">
                  <a:pos x="connsiteX33-67" y="connsiteY33-68"/>
                </a:cxn>
                <a:cxn ang="0">
                  <a:pos x="connsiteX34-69" y="connsiteY34-70"/>
                </a:cxn>
                <a:cxn ang="0">
                  <a:pos x="connsiteX35-71" y="connsiteY35-72"/>
                </a:cxn>
                <a:cxn ang="0">
                  <a:pos x="connsiteX36-73" y="connsiteY36-74"/>
                </a:cxn>
                <a:cxn ang="0">
                  <a:pos x="connsiteX37-75" y="connsiteY37-76"/>
                </a:cxn>
                <a:cxn ang="0">
                  <a:pos x="connsiteX38-77" y="connsiteY38-78"/>
                </a:cxn>
                <a:cxn ang="0">
                  <a:pos x="connsiteX39-79" y="connsiteY39-80"/>
                </a:cxn>
                <a:cxn ang="0">
                  <a:pos x="connsiteX40-81" y="connsiteY40-82"/>
                </a:cxn>
                <a:cxn ang="0">
                  <a:pos x="connsiteX41-83" y="connsiteY41-84"/>
                </a:cxn>
                <a:cxn ang="0">
                  <a:pos x="connsiteX42-85" y="connsiteY42-86"/>
                </a:cxn>
                <a:cxn ang="0">
                  <a:pos x="connsiteX43-87" y="connsiteY43-88"/>
                </a:cxn>
                <a:cxn ang="0">
                  <a:pos x="connsiteX44-89" y="connsiteY44-90"/>
                </a:cxn>
                <a:cxn ang="0">
                  <a:pos x="connsiteX45-91" y="connsiteY45-92"/>
                </a:cxn>
                <a:cxn ang="0">
                  <a:pos x="connsiteX46-93" y="connsiteY46-94"/>
                </a:cxn>
                <a:cxn ang="0">
                  <a:pos x="connsiteX47-95" y="connsiteY47-96"/>
                </a:cxn>
                <a:cxn ang="0">
                  <a:pos x="connsiteX48-97" y="connsiteY48-98"/>
                </a:cxn>
                <a:cxn ang="0">
                  <a:pos x="connsiteX49-99" y="connsiteY49-100"/>
                </a:cxn>
                <a:cxn ang="0">
                  <a:pos x="connsiteX50-101" y="connsiteY50-102"/>
                </a:cxn>
                <a:cxn ang="0">
                  <a:pos x="connsiteX51-103" y="connsiteY51-104"/>
                </a:cxn>
                <a:cxn ang="0">
                  <a:pos x="connsiteX52-105" y="connsiteY52-106"/>
                </a:cxn>
                <a:cxn ang="0">
                  <a:pos x="connsiteX53-107" y="connsiteY53-108"/>
                </a:cxn>
                <a:cxn ang="0">
                  <a:pos x="connsiteX54-109" y="connsiteY54-110"/>
                </a:cxn>
                <a:cxn ang="0">
                  <a:pos x="connsiteX55-111" y="connsiteY55-112"/>
                </a:cxn>
                <a:cxn ang="0">
                  <a:pos x="connsiteX56-113" y="connsiteY56-114"/>
                </a:cxn>
                <a:cxn ang="0">
                  <a:pos x="connsiteX57-115" y="connsiteY57-116"/>
                </a:cxn>
              </a:cxnLst>
              <a:rect l="l" t="t" r="r" b="b"/>
              <a:pathLst>
                <a:path w="10000" h="10000">
                  <a:moveTo>
                    <a:pt x="0" y="136"/>
                  </a:moveTo>
                  <a:lnTo>
                    <a:pt x="0" y="0"/>
                  </a:lnTo>
                  <a:lnTo>
                    <a:pt x="1543" y="118"/>
                  </a:lnTo>
                  <a:cubicBezTo>
                    <a:pt x="1985" y="158"/>
                    <a:pt x="2410" y="220"/>
                    <a:pt x="2825" y="303"/>
                  </a:cubicBezTo>
                  <a:cubicBezTo>
                    <a:pt x="3239" y="384"/>
                    <a:pt x="3610" y="488"/>
                    <a:pt x="3942" y="611"/>
                  </a:cubicBezTo>
                  <a:cubicBezTo>
                    <a:pt x="4275" y="737"/>
                    <a:pt x="4526" y="865"/>
                    <a:pt x="4706" y="995"/>
                  </a:cubicBezTo>
                  <a:cubicBezTo>
                    <a:pt x="4875" y="1124"/>
                    <a:pt x="5000" y="1264"/>
                    <a:pt x="5099" y="1412"/>
                  </a:cubicBezTo>
                  <a:cubicBezTo>
                    <a:pt x="5191" y="1560"/>
                    <a:pt x="5251" y="1725"/>
                    <a:pt x="5268" y="1900"/>
                  </a:cubicBezTo>
                  <a:cubicBezTo>
                    <a:pt x="5290" y="2078"/>
                    <a:pt x="5230" y="2278"/>
                    <a:pt x="5077" y="2497"/>
                  </a:cubicBezTo>
                  <a:lnTo>
                    <a:pt x="4668" y="3049"/>
                  </a:lnTo>
                  <a:cubicBezTo>
                    <a:pt x="4548" y="3232"/>
                    <a:pt x="4505" y="3422"/>
                    <a:pt x="4515" y="3623"/>
                  </a:cubicBezTo>
                  <a:cubicBezTo>
                    <a:pt x="4515" y="3843"/>
                    <a:pt x="4586" y="4024"/>
                    <a:pt x="4739" y="4166"/>
                  </a:cubicBezTo>
                  <a:cubicBezTo>
                    <a:pt x="4886" y="4308"/>
                    <a:pt x="5050" y="4411"/>
                    <a:pt x="5241" y="4475"/>
                  </a:cubicBezTo>
                  <a:cubicBezTo>
                    <a:pt x="5421" y="4536"/>
                    <a:pt x="5643" y="4624"/>
                    <a:pt x="6053" y="4688"/>
                  </a:cubicBezTo>
                  <a:cubicBezTo>
                    <a:pt x="6463" y="4752"/>
                    <a:pt x="7042" y="4812"/>
                    <a:pt x="7700" y="4862"/>
                  </a:cubicBezTo>
                  <a:cubicBezTo>
                    <a:pt x="8401" y="4900"/>
                    <a:pt x="9984" y="4948"/>
                    <a:pt x="10000" y="4986"/>
                  </a:cubicBezTo>
                  <a:cubicBezTo>
                    <a:pt x="9984" y="5037"/>
                    <a:pt x="8646" y="5065"/>
                    <a:pt x="7700" y="5127"/>
                  </a:cubicBezTo>
                  <a:cubicBezTo>
                    <a:pt x="7079" y="5172"/>
                    <a:pt x="6615" y="5219"/>
                    <a:pt x="6304" y="5268"/>
                  </a:cubicBezTo>
                  <a:cubicBezTo>
                    <a:pt x="5993" y="5317"/>
                    <a:pt x="5710" y="5388"/>
                    <a:pt x="5448" y="5480"/>
                  </a:cubicBezTo>
                  <a:cubicBezTo>
                    <a:pt x="5191" y="5573"/>
                    <a:pt x="4973" y="5693"/>
                    <a:pt x="4799" y="5842"/>
                  </a:cubicBezTo>
                  <a:cubicBezTo>
                    <a:pt x="4619" y="5988"/>
                    <a:pt x="4521" y="6153"/>
                    <a:pt x="4505" y="6335"/>
                  </a:cubicBezTo>
                  <a:cubicBezTo>
                    <a:pt x="4488" y="6518"/>
                    <a:pt x="4526" y="6732"/>
                    <a:pt x="4635" y="6982"/>
                  </a:cubicBezTo>
                  <a:cubicBezTo>
                    <a:pt x="4690" y="7153"/>
                    <a:pt x="4756" y="7298"/>
                    <a:pt x="4821" y="7413"/>
                  </a:cubicBezTo>
                  <a:lnTo>
                    <a:pt x="5099" y="7913"/>
                  </a:lnTo>
                  <a:cubicBezTo>
                    <a:pt x="5170" y="8085"/>
                    <a:pt x="5186" y="8248"/>
                    <a:pt x="5148" y="8402"/>
                  </a:cubicBezTo>
                  <a:cubicBezTo>
                    <a:pt x="5104" y="8575"/>
                    <a:pt x="5011" y="8735"/>
                    <a:pt x="4869" y="8877"/>
                  </a:cubicBezTo>
                  <a:cubicBezTo>
                    <a:pt x="4722" y="9018"/>
                    <a:pt x="4537" y="9143"/>
                    <a:pt x="4319" y="9247"/>
                  </a:cubicBezTo>
                  <a:cubicBezTo>
                    <a:pt x="4106" y="9354"/>
                    <a:pt x="3828" y="9455"/>
                    <a:pt x="3484" y="9553"/>
                  </a:cubicBezTo>
                  <a:cubicBezTo>
                    <a:pt x="3152" y="9652"/>
                    <a:pt x="2819" y="9730"/>
                    <a:pt x="2498" y="9790"/>
                  </a:cubicBezTo>
                  <a:lnTo>
                    <a:pt x="1690" y="9936"/>
                  </a:lnTo>
                  <a:cubicBezTo>
                    <a:pt x="1461" y="9986"/>
                    <a:pt x="1281" y="10006"/>
                    <a:pt x="1156" y="9999"/>
                  </a:cubicBezTo>
                  <a:cubicBezTo>
                    <a:pt x="1031" y="9993"/>
                    <a:pt x="954" y="9974"/>
                    <a:pt x="932" y="9946"/>
                  </a:cubicBezTo>
                  <a:cubicBezTo>
                    <a:pt x="906" y="9914"/>
                    <a:pt x="976" y="9878"/>
                    <a:pt x="1134" y="9833"/>
                  </a:cubicBezTo>
                  <a:cubicBezTo>
                    <a:pt x="1194" y="9818"/>
                    <a:pt x="1358" y="9781"/>
                    <a:pt x="1636" y="9725"/>
                  </a:cubicBezTo>
                  <a:cubicBezTo>
                    <a:pt x="1914" y="9665"/>
                    <a:pt x="2176" y="9592"/>
                    <a:pt x="2427" y="9500"/>
                  </a:cubicBezTo>
                  <a:cubicBezTo>
                    <a:pt x="2683" y="9409"/>
                    <a:pt x="2901" y="9304"/>
                    <a:pt x="3075" y="9179"/>
                  </a:cubicBezTo>
                  <a:cubicBezTo>
                    <a:pt x="3250" y="9056"/>
                    <a:pt x="3365" y="8947"/>
                    <a:pt x="3408" y="8850"/>
                  </a:cubicBezTo>
                  <a:cubicBezTo>
                    <a:pt x="3457" y="8755"/>
                    <a:pt x="3479" y="8645"/>
                    <a:pt x="3479" y="8527"/>
                  </a:cubicBezTo>
                  <a:cubicBezTo>
                    <a:pt x="3468" y="8422"/>
                    <a:pt x="3430" y="8259"/>
                    <a:pt x="3370" y="8035"/>
                  </a:cubicBezTo>
                  <a:cubicBezTo>
                    <a:pt x="3305" y="7810"/>
                    <a:pt x="3245" y="7582"/>
                    <a:pt x="3185" y="7351"/>
                  </a:cubicBezTo>
                  <a:cubicBezTo>
                    <a:pt x="3130" y="7122"/>
                    <a:pt x="3119" y="6920"/>
                    <a:pt x="3152" y="6741"/>
                  </a:cubicBezTo>
                  <a:cubicBezTo>
                    <a:pt x="3185" y="6506"/>
                    <a:pt x="3289" y="6315"/>
                    <a:pt x="3447" y="6168"/>
                  </a:cubicBezTo>
                  <a:cubicBezTo>
                    <a:pt x="3604" y="6022"/>
                    <a:pt x="3861" y="5859"/>
                    <a:pt x="4210" y="5681"/>
                  </a:cubicBezTo>
                  <a:cubicBezTo>
                    <a:pt x="4565" y="5503"/>
                    <a:pt x="4869" y="5393"/>
                    <a:pt x="5131" y="5353"/>
                  </a:cubicBezTo>
                  <a:lnTo>
                    <a:pt x="6942" y="5015"/>
                  </a:lnTo>
                  <a:lnTo>
                    <a:pt x="5639" y="4796"/>
                  </a:lnTo>
                  <a:cubicBezTo>
                    <a:pt x="5317" y="4736"/>
                    <a:pt x="5039" y="4673"/>
                    <a:pt x="4821" y="4608"/>
                  </a:cubicBezTo>
                  <a:cubicBezTo>
                    <a:pt x="4602" y="4545"/>
                    <a:pt x="4340" y="4431"/>
                    <a:pt x="4030" y="4270"/>
                  </a:cubicBezTo>
                  <a:cubicBezTo>
                    <a:pt x="3724" y="4108"/>
                    <a:pt x="3484" y="3949"/>
                    <a:pt x="3332" y="3795"/>
                  </a:cubicBezTo>
                  <a:cubicBezTo>
                    <a:pt x="3174" y="3642"/>
                    <a:pt x="3081" y="3472"/>
                    <a:pt x="3043" y="3285"/>
                  </a:cubicBezTo>
                  <a:cubicBezTo>
                    <a:pt x="2999" y="3101"/>
                    <a:pt x="3010" y="2919"/>
                    <a:pt x="3065" y="2745"/>
                  </a:cubicBezTo>
                  <a:cubicBezTo>
                    <a:pt x="3086" y="2651"/>
                    <a:pt x="3163" y="2461"/>
                    <a:pt x="3299" y="2178"/>
                  </a:cubicBezTo>
                  <a:cubicBezTo>
                    <a:pt x="3430" y="1896"/>
                    <a:pt x="3507" y="1672"/>
                    <a:pt x="3523" y="1505"/>
                  </a:cubicBezTo>
                  <a:cubicBezTo>
                    <a:pt x="3539" y="1341"/>
                    <a:pt x="3496" y="1196"/>
                    <a:pt x="3376" y="1073"/>
                  </a:cubicBezTo>
                  <a:cubicBezTo>
                    <a:pt x="3289" y="981"/>
                    <a:pt x="3103" y="870"/>
                    <a:pt x="2836" y="734"/>
                  </a:cubicBezTo>
                  <a:cubicBezTo>
                    <a:pt x="2563" y="599"/>
                    <a:pt x="2241" y="488"/>
                    <a:pt x="1860" y="399"/>
                  </a:cubicBezTo>
                  <a:cubicBezTo>
                    <a:pt x="1483" y="311"/>
                    <a:pt x="1134" y="253"/>
                    <a:pt x="829" y="220"/>
                  </a:cubicBezTo>
                  <a:lnTo>
                    <a:pt x="0" y="136"/>
                  </a:lnTo>
                  <a:close/>
                </a:path>
              </a:pathLst>
            </a:custGeom>
            <a:solidFill>
              <a:schemeClr val="bg1">
                <a:lumMod val="95000"/>
              </a:schemeClr>
            </a:solidFill>
            <a:ln>
              <a:noFill/>
            </a:ln>
          </p:spPr>
          <p:txBody>
            <a:bodyPr vert="horz" wrap="square" lIns="91440" tIns="45720" rIns="91440" bIns="45720" numCol="1" anchor="t" anchorCtr="0" compatLnSpc="1">
              <a:normAutofit/>
            </a:bodyPr>
            <a:lstStyle/>
            <a:p>
              <a:endParaRPr lang="zh-CN" altLang="en-US" dirty="0">
                <a:cs typeface="+mn-ea"/>
                <a:sym typeface="+mn-lt"/>
              </a:endParaRPr>
            </a:p>
          </p:txBody>
        </p:sp>
        <p:sp>
          <p:nvSpPr>
            <p:cNvPr id="30" name="椭圆 29"/>
            <p:cNvSpPr/>
            <p:nvPr/>
          </p:nvSpPr>
          <p:spPr>
            <a:xfrm>
              <a:off x="1192540" y="2647872"/>
              <a:ext cx="1968654" cy="1968656"/>
            </a:xfrm>
            <a:prstGeom prst="ellipse">
              <a:avLst/>
            </a:prstGeom>
            <a:blipFill>
              <a:blip r:embed="rId2"/>
              <a:stretch>
                <a:fillRect l="-25161" r="-24839"/>
              </a:stretch>
            </a:blipFill>
            <a:ln w="3810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endParaRPr lang="zh-CN" altLang="en-US" sz="2800" b="1" dirty="0">
                <a:cs typeface="+mn-ea"/>
                <a:sym typeface="+mn-lt"/>
              </a:endParaRPr>
            </a:p>
          </p:txBody>
        </p:sp>
        <p:cxnSp>
          <p:nvCxnSpPr>
            <p:cNvPr id="31" name="直接连接符 30"/>
            <p:cNvCxnSpPr/>
            <p:nvPr/>
          </p:nvCxnSpPr>
          <p:spPr>
            <a:xfrm>
              <a:off x="5620870" y="2516653"/>
              <a:ext cx="5898029"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5620870" y="3632201"/>
              <a:ext cx="5898029"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5620870" y="4747749"/>
              <a:ext cx="5898029"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34" name="组合 33"/>
            <p:cNvGrpSpPr/>
            <p:nvPr/>
          </p:nvGrpSpPr>
          <p:grpSpPr>
            <a:xfrm>
              <a:off x="5086252" y="1612335"/>
              <a:ext cx="5028814" cy="693088"/>
              <a:chOff x="4526757" y="1612335"/>
              <a:chExt cx="5028814" cy="693088"/>
            </a:xfrm>
          </p:grpSpPr>
          <p:sp>
            <p:nvSpPr>
              <p:cNvPr id="45" name="矩形 44"/>
              <p:cNvSpPr/>
              <p:nvPr/>
            </p:nvSpPr>
            <p:spPr bwMode="auto">
              <a:xfrm>
                <a:off x="4976450" y="1612335"/>
                <a:ext cx="4579121" cy="693088"/>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2400" dirty="0">
                    <a:cs typeface="+mn-ea"/>
                    <a:sym typeface="+mn-lt"/>
                  </a:rPr>
                  <a:t>注册和登录</a:t>
                </a:r>
              </a:p>
            </p:txBody>
          </p:sp>
          <p:sp>
            <p:nvSpPr>
              <p:cNvPr id="46" name="任意多边形: 形状 45"/>
              <p:cNvSpPr/>
              <p:nvPr/>
            </p:nvSpPr>
            <p:spPr>
              <a:xfrm>
                <a:off x="4526757" y="1791121"/>
                <a:ext cx="367553" cy="335518"/>
              </a:xfrm>
              <a:custGeom>
                <a:avLst/>
                <a:gdLst>
                  <a:gd name="connsiteX0" fmla="*/ 134413 w 540656"/>
                  <a:gd name="connsiteY0" fmla="*/ 235194 h 493535"/>
                  <a:gd name="connsiteX1" fmla="*/ 191280 w 540656"/>
                  <a:gd name="connsiteY1" fmla="*/ 302363 h 493535"/>
                  <a:gd name="connsiteX2" fmla="*/ 199034 w 540656"/>
                  <a:gd name="connsiteY2" fmla="*/ 304946 h 493535"/>
                  <a:gd name="connsiteX3" fmla="*/ 251015 w 540656"/>
                  <a:gd name="connsiteY3" fmla="*/ 245730 h 493535"/>
                  <a:gd name="connsiteX4" fmla="*/ 250737 w 540656"/>
                  <a:gd name="connsiteY4" fmla="*/ 235359 h 493535"/>
                  <a:gd name="connsiteX5" fmla="*/ 250832 w 540656"/>
                  <a:gd name="connsiteY5" fmla="*/ 235264 h 493535"/>
                  <a:gd name="connsiteX6" fmla="*/ 276581 w 540656"/>
                  <a:gd name="connsiteY6" fmla="*/ 253278 h 493535"/>
                  <a:gd name="connsiteX7" fmla="*/ 284336 w 540656"/>
                  <a:gd name="connsiteY7" fmla="*/ 258445 h 493535"/>
                  <a:gd name="connsiteX8" fmla="*/ 320524 w 540656"/>
                  <a:gd name="connsiteY8" fmla="*/ 271362 h 493535"/>
                  <a:gd name="connsiteX9" fmla="*/ 323109 w 540656"/>
                  <a:gd name="connsiteY9" fmla="*/ 271362 h 493535"/>
                  <a:gd name="connsiteX10" fmla="*/ 351542 w 540656"/>
                  <a:gd name="connsiteY10" fmla="*/ 292029 h 493535"/>
                  <a:gd name="connsiteX11" fmla="*/ 367051 w 540656"/>
                  <a:gd name="connsiteY11" fmla="*/ 323030 h 493535"/>
                  <a:gd name="connsiteX12" fmla="*/ 356712 w 540656"/>
                  <a:gd name="connsiteY12" fmla="*/ 333364 h 493535"/>
                  <a:gd name="connsiteX13" fmla="*/ 354127 w 540656"/>
                  <a:gd name="connsiteY13" fmla="*/ 330780 h 493535"/>
                  <a:gd name="connsiteX14" fmla="*/ 323109 w 540656"/>
                  <a:gd name="connsiteY14" fmla="*/ 302363 h 493535"/>
                  <a:gd name="connsiteX15" fmla="*/ 307599 w 540656"/>
                  <a:gd name="connsiteY15" fmla="*/ 292029 h 493535"/>
                  <a:gd name="connsiteX16" fmla="*/ 307599 w 540656"/>
                  <a:gd name="connsiteY16" fmla="*/ 289446 h 493535"/>
                  <a:gd name="connsiteX17" fmla="*/ 289505 w 540656"/>
                  <a:gd name="connsiteY17" fmla="*/ 279112 h 493535"/>
                  <a:gd name="connsiteX18" fmla="*/ 255902 w 540656"/>
                  <a:gd name="connsiteY18" fmla="*/ 258445 h 493535"/>
                  <a:gd name="connsiteX19" fmla="*/ 178356 w 540656"/>
                  <a:gd name="connsiteY19" fmla="*/ 413450 h 493535"/>
                  <a:gd name="connsiteX20" fmla="*/ 219713 w 540656"/>
                  <a:gd name="connsiteY20" fmla="*/ 423783 h 493535"/>
                  <a:gd name="connsiteX21" fmla="*/ 230053 w 540656"/>
                  <a:gd name="connsiteY21" fmla="*/ 426367 h 493535"/>
                  <a:gd name="connsiteX22" fmla="*/ 242978 w 540656"/>
                  <a:gd name="connsiteY22" fmla="*/ 434117 h 493535"/>
                  <a:gd name="connsiteX23" fmla="*/ 268826 w 540656"/>
                  <a:gd name="connsiteY23" fmla="*/ 444450 h 493535"/>
                  <a:gd name="connsiteX24" fmla="*/ 299845 w 540656"/>
                  <a:gd name="connsiteY24" fmla="*/ 470285 h 493535"/>
                  <a:gd name="connsiteX25" fmla="*/ 307599 w 540656"/>
                  <a:gd name="connsiteY25" fmla="*/ 478035 h 493535"/>
                  <a:gd name="connsiteX26" fmla="*/ 201619 w 540656"/>
                  <a:gd name="connsiteY26" fmla="*/ 493535 h 493535"/>
                  <a:gd name="connsiteX27" fmla="*/ 183525 w 540656"/>
                  <a:gd name="connsiteY27" fmla="*/ 493535 h 493535"/>
                  <a:gd name="connsiteX28" fmla="*/ 10339 w 540656"/>
                  <a:gd name="connsiteY28" fmla="*/ 457368 h 493535"/>
                  <a:gd name="connsiteX29" fmla="*/ 0 w 540656"/>
                  <a:gd name="connsiteY29" fmla="*/ 431533 h 493535"/>
                  <a:gd name="connsiteX30" fmla="*/ 33603 w 540656"/>
                  <a:gd name="connsiteY30" fmla="*/ 292029 h 493535"/>
                  <a:gd name="connsiteX31" fmla="*/ 62037 w 540656"/>
                  <a:gd name="connsiteY31" fmla="*/ 271362 h 493535"/>
                  <a:gd name="connsiteX32" fmla="*/ 134413 w 540656"/>
                  <a:gd name="connsiteY32" fmla="*/ 235194 h 493535"/>
                  <a:gd name="connsiteX33" fmla="*/ 540656 w 540656"/>
                  <a:gd name="connsiteY33" fmla="*/ 232714 h 493535"/>
                  <a:gd name="connsiteX34" fmla="*/ 488919 w 540656"/>
                  <a:gd name="connsiteY34" fmla="*/ 276596 h 493535"/>
                  <a:gd name="connsiteX35" fmla="*/ 444942 w 540656"/>
                  <a:gd name="connsiteY35" fmla="*/ 328223 h 493535"/>
                  <a:gd name="connsiteX36" fmla="*/ 408726 w 540656"/>
                  <a:gd name="connsiteY36" fmla="*/ 387593 h 493535"/>
                  <a:gd name="connsiteX37" fmla="*/ 377684 w 540656"/>
                  <a:gd name="connsiteY37" fmla="*/ 446963 h 493535"/>
                  <a:gd name="connsiteX38" fmla="*/ 359576 w 540656"/>
                  <a:gd name="connsiteY38" fmla="*/ 485682 h 493535"/>
                  <a:gd name="connsiteX39" fmla="*/ 328534 w 540656"/>
                  <a:gd name="connsiteY39" fmla="*/ 444381 h 493535"/>
                  <a:gd name="connsiteX40" fmla="*/ 284557 w 540656"/>
                  <a:gd name="connsiteY40" fmla="*/ 410824 h 493535"/>
                  <a:gd name="connsiteX41" fmla="*/ 258689 w 540656"/>
                  <a:gd name="connsiteY41" fmla="*/ 397918 h 493535"/>
                  <a:gd name="connsiteX42" fmla="*/ 243168 w 540656"/>
                  <a:gd name="connsiteY42" fmla="*/ 390174 h 493535"/>
                  <a:gd name="connsiteX43" fmla="*/ 230233 w 540656"/>
                  <a:gd name="connsiteY43" fmla="*/ 385011 h 493535"/>
                  <a:gd name="connsiteX44" fmla="*/ 271623 w 540656"/>
                  <a:gd name="connsiteY44" fmla="*/ 302410 h 493535"/>
                  <a:gd name="connsiteX45" fmla="*/ 287144 w 540656"/>
                  <a:gd name="connsiteY45" fmla="*/ 315316 h 493535"/>
                  <a:gd name="connsiteX46" fmla="*/ 302665 w 540656"/>
                  <a:gd name="connsiteY46" fmla="*/ 325641 h 493535"/>
                  <a:gd name="connsiteX47" fmla="*/ 331121 w 540656"/>
                  <a:gd name="connsiteY47" fmla="*/ 351454 h 493535"/>
                  <a:gd name="connsiteX48" fmla="*/ 356989 w 540656"/>
                  <a:gd name="connsiteY48" fmla="*/ 382430 h 493535"/>
                  <a:gd name="connsiteX49" fmla="*/ 375097 w 540656"/>
                  <a:gd name="connsiteY49" fmla="*/ 361780 h 493535"/>
                  <a:gd name="connsiteX50" fmla="*/ 424248 w 540656"/>
                  <a:gd name="connsiteY50" fmla="*/ 310153 h 493535"/>
                  <a:gd name="connsiteX51" fmla="*/ 478572 w 540656"/>
                  <a:gd name="connsiteY51" fmla="*/ 266271 h 493535"/>
                  <a:gd name="connsiteX52" fmla="*/ 540656 w 540656"/>
                  <a:gd name="connsiteY52" fmla="*/ 232714 h 493535"/>
                  <a:gd name="connsiteX53" fmla="*/ 250901 w 540656"/>
                  <a:gd name="connsiteY53" fmla="*/ 232714 h 493535"/>
                  <a:gd name="connsiteX54" fmla="*/ 250901 w 540656"/>
                  <a:gd name="connsiteY54" fmla="*/ 235194 h 493535"/>
                  <a:gd name="connsiteX55" fmla="*/ 250832 w 540656"/>
                  <a:gd name="connsiteY55" fmla="*/ 235264 h 493535"/>
                  <a:gd name="connsiteX56" fmla="*/ 250732 w 540656"/>
                  <a:gd name="connsiteY56" fmla="*/ 235194 h 493535"/>
                  <a:gd name="connsiteX57" fmla="*/ 250737 w 540656"/>
                  <a:gd name="connsiteY57" fmla="*/ 235359 h 493535"/>
                  <a:gd name="connsiteX58" fmla="*/ 248421 w 540656"/>
                  <a:gd name="connsiteY58" fmla="*/ 237674 h 493535"/>
                  <a:gd name="connsiteX59" fmla="*/ 250901 w 540656"/>
                  <a:gd name="connsiteY59" fmla="*/ 232714 h 493535"/>
                  <a:gd name="connsiteX60" fmla="*/ 183628 w 540656"/>
                  <a:gd name="connsiteY60" fmla="*/ 0 h 493535"/>
                  <a:gd name="connsiteX61" fmla="*/ 217213 w 540656"/>
                  <a:gd name="connsiteY61" fmla="*/ 10333 h 493535"/>
                  <a:gd name="connsiteX62" fmla="*/ 230130 w 540656"/>
                  <a:gd name="connsiteY62" fmla="*/ 12917 h 493535"/>
                  <a:gd name="connsiteX63" fmla="*/ 274048 w 540656"/>
                  <a:gd name="connsiteY63" fmla="*/ 38751 h 493535"/>
                  <a:gd name="connsiteX64" fmla="*/ 284382 w 540656"/>
                  <a:gd name="connsiteY64" fmla="*/ 121420 h 493535"/>
                  <a:gd name="connsiteX65" fmla="*/ 284382 w 540656"/>
                  <a:gd name="connsiteY65" fmla="*/ 152421 h 493535"/>
                  <a:gd name="connsiteX66" fmla="*/ 276631 w 540656"/>
                  <a:gd name="connsiteY66" fmla="*/ 167921 h 493535"/>
                  <a:gd name="connsiteX67" fmla="*/ 191378 w 540656"/>
                  <a:gd name="connsiteY67" fmla="*/ 258341 h 493535"/>
                  <a:gd name="connsiteX68" fmla="*/ 111293 w 540656"/>
                  <a:gd name="connsiteY68" fmla="*/ 167921 h 493535"/>
                  <a:gd name="connsiteX69" fmla="*/ 103543 w 540656"/>
                  <a:gd name="connsiteY69" fmla="*/ 152421 h 493535"/>
                  <a:gd name="connsiteX70" fmla="*/ 103543 w 540656"/>
                  <a:gd name="connsiteY70" fmla="*/ 121420 h 493535"/>
                  <a:gd name="connsiteX71" fmla="*/ 106126 w 540656"/>
                  <a:gd name="connsiteY71" fmla="*/ 118837 h 493535"/>
                  <a:gd name="connsiteX72" fmla="*/ 106126 w 540656"/>
                  <a:gd name="connsiteY72" fmla="*/ 59418 h 493535"/>
                  <a:gd name="connsiteX73" fmla="*/ 160378 w 540656"/>
                  <a:gd name="connsiteY73" fmla="*/ 5167 h 493535"/>
                  <a:gd name="connsiteX74" fmla="*/ 175878 w 540656"/>
                  <a:gd name="connsiteY74" fmla="*/ 2583 h 493535"/>
                  <a:gd name="connsiteX75" fmla="*/ 181045 w 540656"/>
                  <a:gd name="connsiteY75" fmla="*/ 2583 h 493535"/>
                  <a:gd name="connsiteX76" fmla="*/ 183628 w 540656"/>
                  <a:gd name="connsiteY76" fmla="*/ 0 h 493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540656" h="493535">
                    <a:moveTo>
                      <a:pt x="134413" y="235194"/>
                    </a:moveTo>
                    <a:cubicBezTo>
                      <a:pt x="134413" y="235194"/>
                      <a:pt x="136998" y="299779"/>
                      <a:pt x="191280" y="302363"/>
                    </a:cubicBezTo>
                    <a:lnTo>
                      <a:pt x="199034" y="304946"/>
                    </a:lnTo>
                    <a:cubicBezTo>
                      <a:pt x="243624" y="303009"/>
                      <a:pt x="250409" y="264742"/>
                      <a:pt x="251015" y="245730"/>
                    </a:cubicBezTo>
                    <a:lnTo>
                      <a:pt x="250737" y="235359"/>
                    </a:lnTo>
                    <a:lnTo>
                      <a:pt x="250832" y="235264"/>
                    </a:lnTo>
                    <a:lnTo>
                      <a:pt x="276581" y="253278"/>
                    </a:lnTo>
                    <a:cubicBezTo>
                      <a:pt x="279166" y="255862"/>
                      <a:pt x="281751" y="255862"/>
                      <a:pt x="284336" y="258445"/>
                    </a:cubicBezTo>
                    <a:cubicBezTo>
                      <a:pt x="284336" y="258445"/>
                      <a:pt x="302430" y="263612"/>
                      <a:pt x="320524" y="271362"/>
                    </a:cubicBezTo>
                    <a:cubicBezTo>
                      <a:pt x="323109" y="271362"/>
                      <a:pt x="323109" y="271362"/>
                      <a:pt x="323109" y="271362"/>
                    </a:cubicBezTo>
                    <a:cubicBezTo>
                      <a:pt x="343787" y="279112"/>
                      <a:pt x="351542" y="292029"/>
                      <a:pt x="351542" y="292029"/>
                    </a:cubicBezTo>
                    <a:cubicBezTo>
                      <a:pt x="359297" y="299779"/>
                      <a:pt x="361882" y="312697"/>
                      <a:pt x="367051" y="323030"/>
                    </a:cubicBezTo>
                    <a:cubicBezTo>
                      <a:pt x="364466" y="325614"/>
                      <a:pt x="361882" y="330780"/>
                      <a:pt x="356712" y="333364"/>
                    </a:cubicBezTo>
                    <a:cubicBezTo>
                      <a:pt x="356712" y="333364"/>
                      <a:pt x="356712" y="333364"/>
                      <a:pt x="354127" y="330780"/>
                    </a:cubicBezTo>
                    <a:cubicBezTo>
                      <a:pt x="346372" y="323030"/>
                      <a:pt x="336033" y="312697"/>
                      <a:pt x="323109" y="302363"/>
                    </a:cubicBezTo>
                    <a:cubicBezTo>
                      <a:pt x="317939" y="299779"/>
                      <a:pt x="312769" y="294613"/>
                      <a:pt x="307599" y="292029"/>
                    </a:cubicBezTo>
                    <a:lnTo>
                      <a:pt x="307599" y="289446"/>
                    </a:lnTo>
                    <a:cubicBezTo>
                      <a:pt x="299845" y="286862"/>
                      <a:pt x="294675" y="281696"/>
                      <a:pt x="289505" y="279112"/>
                    </a:cubicBezTo>
                    <a:lnTo>
                      <a:pt x="255902" y="258445"/>
                    </a:lnTo>
                    <a:lnTo>
                      <a:pt x="178356" y="413450"/>
                    </a:lnTo>
                    <a:lnTo>
                      <a:pt x="219713" y="423783"/>
                    </a:lnTo>
                    <a:cubicBezTo>
                      <a:pt x="222298" y="423783"/>
                      <a:pt x="227468" y="426367"/>
                      <a:pt x="230053" y="426367"/>
                    </a:cubicBezTo>
                    <a:cubicBezTo>
                      <a:pt x="235223" y="428950"/>
                      <a:pt x="240393" y="431533"/>
                      <a:pt x="242978" y="434117"/>
                    </a:cubicBezTo>
                    <a:cubicBezTo>
                      <a:pt x="253317" y="436700"/>
                      <a:pt x="261072" y="441867"/>
                      <a:pt x="268826" y="444450"/>
                    </a:cubicBezTo>
                    <a:cubicBezTo>
                      <a:pt x="284336" y="452201"/>
                      <a:pt x="294675" y="462534"/>
                      <a:pt x="299845" y="470285"/>
                    </a:cubicBezTo>
                    <a:lnTo>
                      <a:pt x="307599" y="478035"/>
                    </a:lnTo>
                    <a:cubicBezTo>
                      <a:pt x="253317" y="490952"/>
                      <a:pt x="201619" y="493535"/>
                      <a:pt x="201619" y="493535"/>
                    </a:cubicBezTo>
                    <a:cubicBezTo>
                      <a:pt x="196450" y="493535"/>
                      <a:pt x="191280" y="493535"/>
                      <a:pt x="183525" y="493535"/>
                    </a:cubicBezTo>
                    <a:cubicBezTo>
                      <a:pt x="183525" y="493535"/>
                      <a:pt x="77546" y="488368"/>
                      <a:pt x="10339" y="457368"/>
                    </a:cubicBezTo>
                    <a:cubicBezTo>
                      <a:pt x="10339" y="457368"/>
                      <a:pt x="0" y="454784"/>
                      <a:pt x="0" y="431533"/>
                    </a:cubicBezTo>
                    <a:cubicBezTo>
                      <a:pt x="0" y="431533"/>
                      <a:pt x="2585" y="335947"/>
                      <a:pt x="33603" y="292029"/>
                    </a:cubicBezTo>
                    <a:cubicBezTo>
                      <a:pt x="33603" y="292029"/>
                      <a:pt x="41358" y="279112"/>
                      <a:pt x="62037" y="271362"/>
                    </a:cubicBezTo>
                    <a:cubicBezTo>
                      <a:pt x="62037" y="271362"/>
                      <a:pt x="129243" y="253278"/>
                      <a:pt x="134413" y="235194"/>
                    </a:cubicBezTo>
                    <a:close/>
                    <a:moveTo>
                      <a:pt x="540656" y="232714"/>
                    </a:moveTo>
                    <a:cubicBezTo>
                      <a:pt x="519961" y="245621"/>
                      <a:pt x="504440" y="261109"/>
                      <a:pt x="488919" y="276596"/>
                    </a:cubicBezTo>
                    <a:cubicBezTo>
                      <a:pt x="473398" y="292084"/>
                      <a:pt x="457877" y="310153"/>
                      <a:pt x="444942" y="328223"/>
                    </a:cubicBezTo>
                    <a:cubicBezTo>
                      <a:pt x="432008" y="348873"/>
                      <a:pt x="421661" y="366942"/>
                      <a:pt x="408726" y="387593"/>
                    </a:cubicBezTo>
                    <a:cubicBezTo>
                      <a:pt x="398379" y="405662"/>
                      <a:pt x="388032" y="426312"/>
                      <a:pt x="377684" y="446963"/>
                    </a:cubicBezTo>
                    <a:lnTo>
                      <a:pt x="359576" y="485682"/>
                    </a:lnTo>
                    <a:lnTo>
                      <a:pt x="328534" y="444381"/>
                    </a:lnTo>
                    <a:cubicBezTo>
                      <a:pt x="318186" y="431475"/>
                      <a:pt x="302665" y="421150"/>
                      <a:pt x="284557" y="410824"/>
                    </a:cubicBezTo>
                    <a:cubicBezTo>
                      <a:pt x="276797" y="405662"/>
                      <a:pt x="266449" y="400499"/>
                      <a:pt x="258689" y="397918"/>
                    </a:cubicBezTo>
                    <a:cubicBezTo>
                      <a:pt x="253515" y="395337"/>
                      <a:pt x="248341" y="392755"/>
                      <a:pt x="243168" y="390174"/>
                    </a:cubicBezTo>
                    <a:cubicBezTo>
                      <a:pt x="237994" y="390174"/>
                      <a:pt x="232820" y="387593"/>
                      <a:pt x="230233" y="385011"/>
                    </a:cubicBezTo>
                    <a:lnTo>
                      <a:pt x="271623" y="302410"/>
                    </a:lnTo>
                    <a:cubicBezTo>
                      <a:pt x="276797" y="307572"/>
                      <a:pt x="281970" y="310153"/>
                      <a:pt x="287144" y="315316"/>
                    </a:cubicBezTo>
                    <a:cubicBezTo>
                      <a:pt x="292318" y="317897"/>
                      <a:pt x="297492" y="323060"/>
                      <a:pt x="302665" y="325641"/>
                    </a:cubicBezTo>
                    <a:cubicBezTo>
                      <a:pt x="313013" y="333385"/>
                      <a:pt x="320773" y="343710"/>
                      <a:pt x="331121" y="351454"/>
                    </a:cubicBezTo>
                    <a:cubicBezTo>
                      <a:pt x="341468" y="361780"/>
                      <a:pt x="349229" y="372105"/>
                      <a:pt x="356989" y="382430"/>
                    </a:cubicBezTo>
                    <a:cubicBezTo>
                      <a:pt x="364750" y="374686"/>
                      <a:pt x="369924" y="369523"/>
                      <a:pt x="375097" y="361780"/>
                    </a:cubicBezTo>
                    <a:cubicBezTo>
                      <a:pt x="390618" y="343710"/>
                      <a:pt x="406140" y="328223"/>
                      <a:pt x="424248" y="310153"/>
                    </a:cubicBezTo>
                    <a:cubicBezTo>
                      <a:pt x="442356" y="294666"/>
                      <a:pt x="460464" y="279178"/>
                      <a:pt x="478572" y="266271"/>
                    </a:cubicBezTo>
                    <a:cubicBezTo>
                      <a:pt x="499267" y="253365"/>
                      <a:pt x="519961" y="240458"/>
                      <a:pt x="540656" y="232714"/>
                    </a:cubicBezTo>
                    <a:close/>
                    <a:moveTo>
                      <a:pt x="250901" y="232714"/>
                    </a:moveTo>
                    <a:cubicBezTo>
                      <a:pt x="250901" y="232714"/>
                      <a:pt x="250901" y="235194"/>
                      <a:pt x="250901" y="235194"/>
                    </a:cubicBezTo>
                    <a:lnTo>
                      <a:pt x="250832" y="235264"/>
                    </a:lnTo>
                    <a:lnTo>
                      <a:pt x="250732" y="235194"/>
                    </a:lnTo>
                    <a:lnTo>
                      <a:pt x="250737" y="235359"/>
                    </a:lnTo>
                    <a:lnTo>
                      <a:pt x="248421" y="237674"/>
                    </a:lnTo>
                    <a:cubicBezTo>
                      <a:pt x="250901" y="235194"/>
                      <a:pt x="250901" y="235194"/>
                      <a:pt x="250901" y="232714"/>
                    </a:cubicBezTo>
                    <a:close/>
                    <a:moveTo>
                      <a:pt x="183628" y="0"/>
                    </a:moveTo>
                    <a:cubicBezTo>
                      <a:pt x="183628" y="0"/>
                      <a:pt x="196545" y="2583"/>
                      <a:pt x="217213" y="10333"/>
                    </a:cubicBezTo>
                    <a:lnTo>
                      <a:pt x="230130" y="12917"/>
                    </a:lnTo>
                    <a:cubicBezTo>
                      <a:pt x="258548" y="20667"/>
                      <a:pt x="271465" y="36167"/>
                      <a:pt x="274048" y="38751"/>
                    </a:cubicBezTo>
                    <a:cubicBezTo>
                      <a:pt x="294715" y="64585"/>
                      <a:pt x="289548" y="103336"/>
                      <a:pt x="284382" y="121420"/>
                    </a:cubicBezTo>
                    <a:cubicBezTo>
                      <a:pt x="289548" y="129170"/>
                      <a:pt x="286965" y="144671"/>
                      <a:pt x="284382" y="152421"/>
                    </a:cubicBezTo>
                    <a:cubicBezTo>
                      <a:pt x="284382" y="160171"/>
                      <a:pt x="281798" y="165338"/>
                      <a:pt x="276631" y="167921"/>
                    </a:cubicBezTo>
                    <a:cubicBezTo>
                      <a:pt x="271465" y="211839"/>
                      <a:pt x="232713" y="258341"/>
                      <a:pt x="191378" y="258341"/>
                    </a:cubicBezTo>
                    <a:cubicBezTo>
                      <a:pt x="155211" y="258341"/>
                      <a:pt x="116460" y="214423"/>
                      <a:pt x="111293" y="167921"/>
                    </a:cubicBezTo>
                    <a:cubicBezTo>
                      <a:pt x="108709" y="165338"/>
                      <a:pt x="103543" y="160171"/>
                      <a:pt x="103543" y="152421"/>
                    </a:cubicBezTo>
                    <a:cubicBezTo>
                      <a:pt x="100959" y="144671"/>
                      <a:pt x="98376" y="129170"/>
                      <a:pt x="103543" y="121420"/>
                    </a:cubicBezTo>
                    <a:cubicBezTo>
                      <a:pt x="103543" y="121420"/>
                      <a:pt x="106126" y="121420"/>
                      <a:pt x="106126" y="118837"/>
                    </a:cubicBezTo>
                    <a:cubicBezTo>
                      <a:pt x="98376" y="80085"/>
                      <a:pt x="103543" y="62002"/>
                      <a:pt x="106126" y="59418"/>
                    </a:cubicBezTo>
                    <a:cubicBezTo>
                      <a:pt x="119043" y="20667"/>
                      <a:pt x="160378" y="5167"/>
                      <a:pt x="160378" y="5167"/>
                    </a:cubicBezTo>
                    <a:cubicBezTo>
                      <a:pt x="162961" y="2583"/>
                      <a:pt x="170711" y="0"/>
                      <a:pt x="175878" y="2583"/>
                    </a:cubicBezTo>
                    <a:cubicBezTo>
                      <a:pt x="175878" y="2583"/>
                      <a:pt x="178461" y="2583"/>
                      <a:pt x="181045" y="2583"/>
                    </a:cubicBezTo>
                    <a:cubicBezTo>
                      <a:pt x="181045" y="0"/>
                      <a:pt x="181045" y="0"/>
                      <a:pt x="183628" y="0"/>
                    </a:cubicBezTo>
                    <a:close/>
                  </a:path>
                </a:pathLst>
              </a:custGeom>
              <a:solidFill>
                <a:schemeClr val="accent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cs typeface="+mn-ea"/>
                  <a:sym typeface="+mn-lt"/>
                </a:endParaRPr>
              </a:p>
            </p:txBody>
          </p:sp>
        </p:grpSp>
        <p:grpSp>
          <p:nvGrpSpPr>
            <p:cNvPr id="35" name="组合 34"/>
            <p:cNvGrpSpPr/>
            <p:nvPr/>
          </p:nvGrpSpPr>
          <p:grpSpPr>
            <a:xfrm>
              <a:off x="5086252" y="2727883"/>
              <a:ext cx="5028814" cy="693088"/>
              <a:chOff x="4526757" y="1612335"/>
              <a:chExt cx="5028814" cy="693088"/>
            </a:xfrm>
          </p:grpSpPr>
          <p:sp>
            <p:nvSpPr>
              <p:cNvPr id="43" name="矩形 42"/>
              <p:cNvSpPr/>
              <p:nvPr/>
            </p:nvSpPr>
            <p:spPr bwMode="auto">
              <a:xfrm>
                <a:off x="4976450" y="1612335"/>
                <a:ext cx="4579121" cy="693088"/>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2400" dirty="0">
                    <a:cs typeface="+mn-ea"/>
                    <a:sym typeface="+mn-lt"/>
                  </a:rPr>
                  <a:t>教务身份增删查改</a:t>
                </a:r>
              </a:p>
            </p:txBody>
          </p:sp>
          <p:sp>
            <p:nvSpPr>
              <p:cNvPr id="44" name="任意多边形: 形状 43"/>
              <p:cNvSpPr/>
              <p:nvPr/>
            </p:nvSpPr>
            <p:spPr>
              <a:xfrm>
                <a:off x="4526757" y="1791121"/>
                <a:ext cx="367553" cy="335518"/>
              </a:xfrm>
              <a:custGeom>
                <a:avLst/>
                <a:gdLst>
                  <a:gd name="connsiteX0" fmla="*/ 134413 w 540656"/>
                  <a:gd name="connsiteY0" fmla="*/ 235194 h 493535"/>
                  <a:gd name="connsiteX1" fmla="*/ 191280 w 540656"/>
                  <a:gd name="connsiteY1" fmla="*/ 302363 h 493535"/>
                  <a:gd name="connsiteX2" fmla="*/ 199034 w 540656"/>
                  <a:gd name="connsiteY2" fmla="*/ 304946 h 493535"/>
                  <a:gd name="connsiteX3" fmla="*/ 251015 w 540656"/>
                  <a:gd name="connsiteY3" fmla="*/ 245730 h 493535"/>
                  <a:gd name="connsiteX4" fmla="*/ 250737 w 540656"/>
                  <a:gd name="connsiteY4" fmla="*/ 235359 h 493535"/>
                  <a:gd name="connsiteX5" fmla="*/ 250832 w 540656"/>
                  <a:gd name="connsiteY5" fmla="*/ 235264 h 493535"/>
                  <a:gd name="connsiteX6" fmla="*/ 276581 w 540656"/>
                  <a:gd name="connsiteY6" fmla="*/ 253278 h 493535"/>
                  <a:gd name="connsiteX7" fmla="*/ 284336 w 540656"/>
                  <a:gd name="connsiteY7" fmla="*/ 258445 h 493535"/>
                  <a:gd name="connsiteX8" fmla="*/ 320524 w 540656"/>
                  <a:gd name="connsiteY8" fmla="*/ 271362 h 493535"/>
                  <a:gd name="connsiteX9" fmla="*/ 323109 w 540656"/>
                  <a:gd name="connsiteY9" fmla="*/ 271362 h 493535"/>
                  <a:gd name="connsiteX10" fmla="*/ 351542 w 540656"/>
                  <a:gd name="connsiteY10" fmla="*/ 292029 h 493535"/>
                  <a:gd name="connsiteX11" fmla="*/ 367051 w 540656"/>
                  <a:gd name="connsiteY11" fmla="*/ 323030 h 493535"/>
                  <a:gd name="connsiteX12" fmla="*/ 356712 w 540656"/>
                  <a:gd name="connsiteY12" fmla="*/ 333364 h 493535"/>
                  <a:gd name="connsiteX13" fmla="*/ 354127 w 540656"/>
                  <a:gd name="connsiteY13" fmla="*/ 330780 h 493535"/>
                  <a:gd name="connsiteX14" fmla="*/ 323109 w 540656"/>
                  <a:gd name="connsiteY14" fmla="*/ 302363 h 493535"/>
                  <a:gd name="connsiteX15" fmla="*/ 307599 w 540656"/>
                  <a:gd name="connsiteY15" fmla="*/ 292029 h 493535"/>
                  <a:gd name="connsiteX16" fmla="*/ 307599 w 540656"/>
                  <a:gd name="connsiteY16" fmla="*/ 289446 h 493535"/>
                  <a:gd name="connsiteX17" fmla="*/ 289505 w 540656"/>
                  <a:gd name="connsiteY17" fmla="*/ 279112 h 493535"/>
                  <a:gd name="connsiteX18" fmla="*/ 255902 w 540656"/>
                  <a:gd name="connsiteY18" fmla="*/ 258445 h 493535"/>
                  <a:gd name="connsiteX19" fmla="*/ 178356 w 540656"/>
                  <a:gd name="connsiteY19" fmla="*/ 413450 h 493535"/>
                  <a:gd name="connsiteX20" fmla="*/ 219713 w 540656"/>
                  <a:gd name="connsiteY20" fmla="*/ 423783 h 493535"/>
                  <a:gd name="connsiteX21" fmla="*/ 230053 w 540656"/>
                  <a:gd name="connsiteY21" fmla="*/ 426367 h 493535"/>
                  <a:gd name="connsiteX22" fmla="*/ 242978 w 540656"/>
                  <a:gd name="connsiteY22" fmla="*/ 434117 h 493535"/>
                  <a:gd name="connsiteX23" fmla="*/ 268826 w 540656"/>
                  <a:gd name="connsiteY23" fmla="*/ 444450 h 493535"/>
                  <a:gd name="connsiteX24" fmla="*/ 299845 w 540656"/>
                  <a:gd name="connsiteY24" fmla="*/ 470285 h 493535"/>
                  <a:gd name="connsiteX25" fmla="*/ 307599 w 540656"/>
                  <a:gd name="connsiteY25" fmla="*/ 478035 h 493535"/>
                  <a:gd name="connsiteX26" fmla="*/ 201619 w 540656"/>
                  <a:gd name="connsiteY26" fmla="*/ 493535 h 493535"/>
                  <a:gd name="connsiteX27" fmla="*/ 183525 w 540656"/>
                  <a:gd name="connsiteY27" fmla="*/ 493535 h 493535"/>
                  <a:gd name="connsiteX28" fmla="*/ 10339 w 540656"/>
                  <a:gd name="connsiteY28" fmla="*/ 457368 h 493535"/>
                  <a:gd name="connsiteX29" fmla="*/ 0 w 540656"/>
                  <a:gd name="connsiteY29" fmla="*/ 431533 h 493535"/>
                  <a:gd name="connsiteX30" fmla="*/ 33603 w 540656"/>
                  <a:gd name="connsiteY30" fmla="*/ 292029 h 493535"/>
                  <a:gd name="connsiteX31" fmla="*/ 62037 w 540656"/>
                  <a:gd name="connsiteY31" fmla="*/ 271362 h 493535"/>
                  <a:gd name="connsiteX32" fmla="*/ 134413 w 540656"/>
                  <a:gd name="connsiteY32" fmla="*/ 235194 h 493535"/>
                  <a:gd name="connsiteX33" fmla="*/ 540656 w 540656"/>
                  <a:gd name="connsiteY33" fmla="*/ 232714 h 493535"/>
                  <a:gd name="connsiteX34" fmla="*/ 488919 w 540656"/>
                  <a:gd name="connsiteY34" fmla="*/ 276596 h 493535"/>
                  <a:gd name="connsiteX35" fmla="*/ 444942 w 540656"/>
                  <a:gd name="connsiteY35" fmla="*/ 328223 h 493535"/>
                  <a:gd name="connsiteX36" fmla="*/ 408726 w 540656"/>
                  <a:gd name="connsiteY36" fmla="*/ 387593 h 493535"/>
                  <a:gd name="connsiteX37" fmla="*/ 377684 w 540656"/>
                  <a:gd name="connsiteY37" fmla="*/ 446963 h 493535"/>
                  <a:gd name="connsiteX38" fmla="*/ 359576 w 540656"/>
                  <a:gd name="connsiteY38" fmla="*/ 485682 h 493535"/>
                  <a:gd name="connsiteX39" fmla="*/ 328534 w 540656"/>
                  <a:gd name="connsiteY39" fmla="*/ 444381 h 493535"/>
                  <a:gd name="connsiteX40" fmla="*/ 284557 w 540656"/>
                  <a:gd name="connsiteY40" fmla="*/ 410824 h 493535"/>
                  <a:gd name="connsiteX41" fmla="*/ 258689 w 540656"/>
                  <a:gd name="connsiteY41" fmla="*/ 397918 h 493535"/>
                  <a:gd name="connsiteX42" fmla="*/ 243168 w 540656"/>
                  <a:gd name="connsiteY42" fmla="*/ 390174 h 493535"/>
                  <a:gd name="connsiteX43" fmla="*/ 230233 w 540656"/>
                  <a:gd name="connsiteY43" fmla="*/ 385011 h 493535"/>
                  <a:gd name="connsiteX44" fmla="*/ 271623 w 540656"/>
                  <a:gd name="connsiteY44" fmla="*/ 302410 h 493535"/>
                  <a:gd name="connsiteX45" fmla="*/ 287144 w 540656"/>
                  <a:gd name="connsiteY45" fmla="*/ 315316 h 493535"/>
                  <a:gd name="connsiteX46" fmla="*/ 302665 w 540656"/>
                  <a:gd name="connsiteY46" fmla="*/ 325641 h 493535"/>
                  <a:gd name="connsiteX47" fmla="*/ 331121 w 540656"/>
                  <a:gd name="connsiteY47" fmla="*/ 351454 h 493535"/>
                  <a:gd name="connsiteX48" fmla="*/ 356989 w 540656"/>
                  <a:gd name="connsiteY48" fmla="*/ 382430 h 493535"/>
                  <a:gd name="connsiteX49" fmla="*/ 375097 w 540656"/>
                  <a:gd name="connsiteY49" fmla="*/ 361780 h 493535"/>
                  <a:gd name="connsiteX50" fmla="*/ 424248 w 540656"/>
                  <a:gd name="connsiteY50" fmla="*/ 310153 h 493535"/>
                  <a:gd name="connsiteX51" fmla="*/ 478572 w 540656"/>
                  <a:gd name="connsiteY51" fmla="*/ 266271 h 493535"/>
                  <a:gd name="connsiteX52" fmla="*/ 540656 w 540656"/>
                  <a:gd name="connsiteY52" fmla="*/ 232714 h 493535"/>
                  <a:gd name="connsiteX53" fmla="*/ 250901 w 540656"/>
                  <a:gd name="connsiteY53" fmla="*/ 232714 h 493535"/>
                  <a:gd name="connsiteX54" fmla="*/ 250901 w 540656"/>
                  <a:gd name="connsiteY54" fmla="*/ 235194 h 493535"/>
                  <a:gd name="connsiteX55" fmla="*/ 250832 w 540656"/>
                  <a:gd name="connsiteY55" fmla="*/ 235264 h 493535"/>
                  <a:gd name="connsiteX56" fmla="*/ 250732 w 540656"/>
                  <a:gd name="connsiteY56" fmla="*/ 235194 h 493535"/>
                  <a:gd name="connsiteX57" fmla="*/ 250737 w 540656"/>
                  <a:gd name="connsiteY57" fmla="*/ 235359 h 493535"/>
                  <a:gd name="connsiteX58" fmla="*/ 248421 w 540656"/>
                  <a:gd name="connsiteY58" fmla="*/ 237674 h 493535"/>
                  <a:gd name="connsiteX59" fmla="*/ 250901 w 540656"/>
                  <a:gd name="connsiteY59" fmla="*/ 232714 h 493535"/>
                  <a:gd name="connsiteX60" fmla="*/ 183628 w 540656"/>
                  <a:gd name="connsiteY60" fmla="*/ 0 h 493535"/>
                  <a:gd name="connsiteX61" fmla="*/ 217213 w 540656"/>
                  <a:gd name="connsiteY61" fmla="*/ 10333 h 493535"/>
                  <a:gd name="connsiteX62" fmla="*/ 230130 w 540656"/>
                  <a:gd name="connsiteY62" fmla="*/ 12917 h 493535"/>
                  <a:gd name="connsiteX63" fmla="*/ 274048 w 540656"/>
                  <a:gd name="connsiteY63" fmla="*/ 38751 h 493535"/>
                  <a:gd name="connsiteX64" fmla="*/ 284382 w 540656"/>
                  <a:gd name="connsiteY64" fmla="*/ 121420 h 493535"/>
                  <a:gd name="connsiteX65" fmla="*/ 284382 w 540656"/>
                  <a:gd name="connsiteY65" fmla="*/ 152421 h 493535"/>
                  <a:gd name="connsiteX66" fmla="*/ 276631 w 540656"/>
                  <a:gd name="connsiteY66" fmla="*/ 167921 h 493535"/>
                  <a:gd name="connsiteX67" fmla="*/ 191378 w 540656"/>
                  <a:gd name="connsiteY67" fmla="*/ 258341 h 493535"/>
                  <a:gd name="connsiteX68" fmla="*/ 111293 w 540656"/>
                  <a:gd name="connsiteY68" fmla="*/ 167921 h 493535"/>
                  <a:gd name="connsiteX69" fmla="*/ 103543 w 540656"/>
                  <a:gd name="connsiteY69" fmla="*/ 152421 h 493535"/>
                  <a:gd name="connsiteX70" fmla="*/ 103543 w 540656"/>
                  <a:gd name="connsiteY70" fmla="*/ 121420 h 493535"/>
                  <a:gd name="connsiteX71" fmla="*/ 106126 w 540656"/>
                  <a:gd name="connsiteY71" fmla="*/ 118837 h 493535"/>
                  <a:gd name="connsiteX72" fmla="*/ 106126 w 540656"/>
                  <a:gd name="connsiteY72" fmla="*/ 59418 h 493535"/>
                  <a:gd name="connsiteX73" fmla="*/ 160378 w 540656"/>
                  <a:gd name="connsiteY73" fmla="*/ 5167 h 493535"/>
                  <a:gd name="connsiteX74" fmla="*/ 175878 w 540656"/>
                  <a:gd name="connsiteY74" fmla="*/ 2583 h 493535"/>
                  <a:gd name="connsiteX75" fmla="*/ 181045 w 540656"/>
                  <a:gd name="connsiteY75" fmla="*/ 2583 h 493535"/>
                  <a:gd name="connsiteX76" fmla="*/ 183628 w 540656"/>
                  <a:gd name="connsiteY76" fmla="*/ 0 h 493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540656" h="493535">
                    <a:moveTo>
                      <a:pt x="134413" y="235194"/>
                    </a:moveTo>
                    <a:cubicBezTo>
                      <a:pt x="134413" y="235194"/>
                      <a:pt x="136998" y="299779"/>
                      <a:pt x="191280" y="302363"/>
                    </a:cubicBezTo>
                    <a:lnTo>
                      <a:pt x="199034" y="304946"/>
                    </a:lnTo>
                    <a:cubicBezTo>
                      <a:pt x="243624" y="303009"/>
                      <a:pt x="250409" y="264742"/>
                      <a:pt x="251015" y="245730"/>
                    </a:cubicBezTo>
                    <a:lnTo>
                      <a:pt x="250737" y="235359"/>
                    </a:lnTo>
                    <a:lnTo>
                      <a:pt x="250832" y="235264"/>
                    </a:lnTo>
                    <a:lnTo>
                      <a:pt x="276581" y="253278"/>
                    </a:lnTo>
                    <a:cubicBezTo>
                      <a:pt x="279166" y="255862"/>
                      <a:pt x="281751" y="255862"/>
                      <a:pt x="284336" y="258445"/>
                    </a:cubicBezTo>
                    <a:cubicBezTo>
                      <a:pt x="284336" y="258445"/>
                      <a:pt x="302430" y="263612"/>
                      <a:pt x="320524" y="271362"/>
                    </a:cubicBezTo>
                    <a:cubicBezTo>
                      <a:pt x="323109" y="271362"/>
                      <a:pt x="323109" y="271362"/>
                      <a:pt x="323109" y="271362"/>
                    </a:cubicBezTo>
                    <a:cubicBezTo>
                      <a:pt x="343787" y="279112"/>
                      <a:pt x="351542" y="292029"/>
                      <a:pt x="351542" y="292029"/>
                    </a:cubicBezTo>
                    <a:cubicBezTo>
                      <a:pt x="359297" y="299779"/>
                      <a:pt x="361882" y="312697"/>
                      <a:pt x="367051" y="323030"/>
                    </a:cubicBezTo>
                    <a:cubicBezTo>
                      <a:pt x="364466" y="325614"/>
                      <a:pt x="361882" y="330780"/>
                      <a:pt x="356712" y="333364"/>
                    </a:cubicBezTo>
                    <a:cubicBezTo>
                      <a:pt x="356712" y="333364"/>
                      <a:pt x="356712" y="333364"/>
                      <a:pt x="354127" y="330780"/>
                    </a:cubicBezTo>
                    <a:cubicBezTo>
                      <a:pt x="346372" y="323030"/>
                      <a:pt x="336033" y="312697"/>
                      <a:pt x="323109" y="302363"/>
                    </a:cubicBezTo>
                    <a:cubicBezTo>
                      <a:pt x="317939" y="299779"/>
                      <a:pt x="312769" y="294613"/>
                      <a:pt x="307599" y="292029"/>
                    </a:cubicBezTo>
                    <a:lnTo>
                      <a:pt x="307599" y="289446"/>
                    </a:lnTo>
                    <a:cubicBezTo>
                      <a:pt x="299845" y="286862"/>
                      <a:pt x="294675" y="281696"/>
                      <a:pt x="289505" y="279112"/>
                    </a:cubicBezTo>
                    <a:lnTo>
                      <a:pt x="255902" y="258445"/>
                    </a:lnTo>
                    <a:lnTo>
                      <a:pt x="178356" y="413450"/>
                    </a:lnTo>
                    <a:lnTo>
                      <a:pt x="219713" y="423783"/>
                    </a:lnTo>
                    <a:cubicBezTo>
                      <a:pt x="222298" y="423783"/>
                      <a:pt x="227468" y="426367"/>
                      <a:pt x="230053" y="426367"/>
                    </a:cubicBezTo>
                    <a:cubicBezTo>
                      <a:pt x="235223" y="428950"/>
                      <a:pt x="240393" y="431533"/>
                      <a:pt x="242978" y="434117"/>
                    </a:cubicBezTo>
                    <a:cubicBezTo>
                      <a:pt x="253317" y="436700"/>
                      <a:pt x="261072" y="441867"/>
                      <a:pt x="268826" y="444450"/>
                    </a:cubicBezTo>
                    <a:cubicBezTo>
                      <a:pt x="284336" y="452201"/>
                      <a:pt x="294675" y="462534"/>
                      <a:pt x="299845" y="470285"/>
                    </a:cubicBezTo>
                    <a:lnTo>
                      <a:pt x="307599" y="478035"/>
                    </a:lnTo>
                    <a:cubicBezTo>
                      <a:pt x="253317" y="490952"/>
                      <a:pt x="201619" y="493535"/>
                      <a:pt x="201619" y="493535"/>
                    </a:cubicBezTo>
                    <a:cubicBezTo>
                      <a:pt x="196450" y="493535"/>
                      <a:pt x="191280" y="493535"/>
                      <a:pt x="183525" y="493535"/>
                    </a:cubicBezTo>
                    <a:cubicBezTo>
                      <a:pt x="183525" y="493535"/>
                      <a:pt x="77546" y="488368"/>
                      <a:pt x="10339" y="457368"/>
                    </a:cubicBezTo>
                    <a:cubicBezTo>
                      <a:pt x="10339" y="457368"/>
                      <a:pt x="0" y="454784"/>
                      <a:pt x="0" y="431533"/>
                    </a:cubicBezTo>
                    <a:cubicBezTo>
                      <a:pt x="0" y="431533"/>
                      <a:pt x="2585" y="335947"/>
                      <a:pt x="33603" y="292029"/>
                    </a:cubicBezTo>
                    <a:cubicBezTo>
                      <a:pt x="33603" y="292029"/>
                      <a:pt x="41358" y="279112"/>
                      <a:pt x="62037" y="271362"/>
                    </a:cubicBezTo>
                    <a:cubicBezTo>
                      <a:pt x="62037" y="271362"/>
                      <a:pt x="129243" y="253278"/>
                      <a:pt x="134413" y="235194"/>
                    </a:cubicBezTo>
                    <a:close/>
                    <a:moveTo>
                      <a:pt x="540656" y="232714"/>
                    </a:moveTo>
                    <a:cubicBezTo>
                      <a:pt x="519961" y="245621"/>
                      <a:pt x="504440" y="261109"/>
                      <a:pt x="488919" y="276596"/>
                    </a:cubicBezTo>
                    <a:cubicBezTo>
                      <a:pt x="473398" y="292084"/>
                      <a:pt x="457877" y="310153"/>
                      <a:pt x="444942" y="328223"/>
                    </a:cubicBezTo>
                    <a:cubicBezTo>
                      <a:pt x="432008" y="348873"/>
                      <a:pt x="421661" y="366942"/>
                      <a:pt x="408726" y="387593"/>
                    </a:cubicBezTo>
                    <a:cubicBezTo>
                      <a:pt x="398379" y="405662"/>
                      <a:pt x="388032" y="426312"/>
                      <a:pt x="377684" y="446963"/>
                    </a:cubicBezTo>
                    <a:lnTo>
                      <a:pt x="359576" y="485682"/>
                    </a:lnTo>
                    <a:lnTo>
                      <a:pt x="328534" y="444381"/>
                    </a:lnTo>
                    <a:cubicBezTo>
                      <a:pt x="318186" y="431475"/>
                      <a:pt x="302665" y="421150"/>
                      <a:pt x="284557" y="410824"/>
                    </a:cubicBezTo>
                    <a:cubicBezTo>
                      <a:pt x="276797" y="405662"/>
                      <a:pt x="266449" y="400499"/>
                      <a:pt x="258689" y="397918"/>
                    </a:cubicBezTo>
                    <a:cubicBezTo>
                      <a:pt x="253515" y="395337"/>
                      <a:pt x="248341" y="392755"/>
                      <a:pt x="243168" y="390174"/>
                    </a:cubicBezTo>
                    <a:cubicBezTo>
                      <a:pt x="237994" y="390174"/>
                      <a:pt x="232820" y="387593"/>
                      <a:pt x="230233" y="385011"/>
                    </a:cubicBezTo>
                    <a:lnTo>
                      <a:pt x="271623" y="302410"/>
                    </a:lnTo>
                    <a:cubicBezTo>
                      <a:pt x="276797" y="307572"/>
                      <a:pt x="281970" y="310153"/>
                      <a:pt x="287144" y="315316"/>
                    </a:cubicBezTo>
                    <a:cubicBezTo>
                      <a:pt x="292318" y="317897"/>
                      <a:pt x="297492" y="323060"/>
                      <a:pt x="302665" y="325641"/>
                    </a:cubicBezTo>
                    <a:cubicBezTo>
                      <a:pt x="313013" y="333385"/>
                      <a:pt x="320773" y="343710"/>
                      <a:pt x="331121" y="351454"/>
                    </a:cubicBezTo>
                    <a:cubicBezTo>
                      <a:pt x="341468" y="361780"/>
                      <a:pt x="349229" y="372105"/>
                      <a:pt x="356989" y="382430"/>
                    </a:cubicBezTo>
                    <a:cubicBezTo>
                      <a:pt x="364750" y="374686"/>
                      <a:pt x="369924" y="369523"/>
                      <a:pt x="375097" y="361780"/>
                    </a:cubicBezTo>
                    <a:cubicBezTo>
                      <a:pt x="390618" y="343710"/>
                      <a:pt x="406140" y="328223"/>
                      <a:pt x="424248" y="310153"/>
                    </a:cubicBezTo>
                    <a:cubicBezTo>
                      <a:pt x="442356" y="294666"/>
                      <a:pt x="460464" y="279178"/>
                      <a:pt x="478572" y="266271"/>
                    </a:cubicBezTo>
                    <a:cubicBezTo>
                      <a:pt x="499267" y="253365"/>
                      <a:pt x="519961" y="240458"/>
                      <a:pt x="540656" y="232714"/>
                    </a:cubicBezTo>
                    <a:close/>
                    <a:moveTo>
                      <a:pt x="250901" y="232714"/>
                    </a:moveTo>
                    <a:cubicBezTo>
                      <a:pt x="250901" y="232714"/>
                      <a:pt x="250901" y="235194"/>
                      <a:pt x="250901" y="235194"/>
                    </a:cubicBezTo>
                    <a:lnTo>
                      <a:pt x="250832" y="235264"/>
                    </a:lnTo>
                    <a:lnTo>
                      <a:pt x="250732" y="235194"/>
                    </a:lnTo>
                    <a:lnTo>
                      <a:pt x="250737" y="235359"/>
                    </a:lnTo>
                    <a:lnTo>
                      <a:pt x="248421" y="237674"/>
                    </a:lnTo>
                    <a:cubicBezTo>
                      <a:pt x="250901" y="235194"/>
                      <a:pt x="250901" y="235194"/>
                      <a:pt x="250901" y="232714"/>
                    </a:cubicBezTo>
                    <a:close/>
                    <a:moveTo>
                      <a:pt x="183628" y="0"/>
                    </a:moveTo>
                    <a:cubicBezTo>
                      <a:pt x="183628" y="0"/>
                      <a:pt x="196545" y="2583"/>
                      <a:pt x="217213" y="10333"/>
                    </a:cubicBezTo>
                    <a:lnTo>
                      <a:pt x="230130" y="12917"/>
                    </a:lnTo>
                    <a:cubicBezTo>
                      <a:pt x="258548" y="20667"/>
                      <a:pt x="271465" y="36167"/>
                      <a:pt x="274048" y="38751"/>
                    </a:cubicBezTo>
                    <a:cubicBezTo>
                      <a:pt x="294715" y="64585"/>
                      <a:pt x="289548" y="103336"/>
                      <a:pt x="284382" y="121420"/>
                    </a:cubicBezTo>
                    <a:cubicBezTo>
                      <a:pt x="289548" y="129170"/>
                      <a:pt x="286965" y="144671"/>
                      <a:pt x="284382" y="152421"/>
                    </a:cubicBezTo>
                    <a:cubicBezTo>
                      <a:pt x="284382" y="160171"/>
                      <a:pt x="281798" y="165338"/>
                      <a:pt x="276631" y="167921"/>
                    </a:cubicBezTo>
                    <a:cubicBezTo>
                      <a:pt x="271465" y="211839"/>
                      <a:pt x="232713" y="258341"/>
                      <a:pt x="191378" y="258341"/>
                    </a:cubicBezTo>
                    <a:cubicBezTo>
                      <a:pt x="155211" y="258341"/>
                      <a:pt x="116460" y="214423"/>
                      <a:pt x="111293" y="167921"/>
                    </a:cubicBezTo>
                    <a:cubicBezTo>
                      <a:pt x="108709" y="165338"/>
                      <a:pt x="103543" y="160171"/>
                      <a:pt x="103543" y="152421"/>
                    </a:cubicBezTo>
                    <a:cubicBezTo>
                      <a:pt x="100959" y="144671"/>
                      <a:pt x="98376" y="129170"/>
                      <a:pt x="103543" y="121420"/>
                    </a:cubicBezTo>
                    <a:cubicBezTo>
                      <a:pt x="103543" y="121420"/>
                      <a:pt x="106126" y="121420"/>
                      <a:pt x="106126" y="118837"/>
                    </a:cubicBezTo>
                    <a:cubicBezTo>
                      <a:pt x="98376" y="80085"/>
                      <a:pt x="103543" y="62002"/>
                      <a:pt x="106126" y="59418"/>
                    </a:cubicBezTo>
                    <a:cubicBezTo>
                      <a:pt x="119043" y="20667"/>
                      <a:pt x="160378" y="5167"/>
                      <a:pt x="160378" y="5167"/>
                    </a:cubicBezTo>
                    <a:cubicBezTo>
                      <a:pt x="162961" y="2583"/>
                      <a:pt x="170711" y="0"/>
                      <a:pt x="175878" y="2583"/>
                    </a:cubicBezTo>
                    <a:cubicBezTo>
                      <a:pt x="175878" y="2583"/>
                      <a:pt x="178461" y="2583"/>
                      <a:pt x="181045" y="2583"/>
                    </a:cubicBezTo>
                    <a:cubicBezTo>
                      <a:pt x="181045" y="0"/>
                      <a:pt x="181045" y="0"/>
                      <a:pt x="183628" y="0"/>
                    </a:cubicBezTo>
                    <a:close/>
                  </a:path>
                </a:pathLst>
              </a:custGeom>
              <a:solidFill>
                <a:schemeClr val="accent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cs typeface="+mn-ea"/>
                  <a:sym typeface="+mn-lt"/>
                </a:endParaRPr>
              </a:p>
            </p:txBody>
          </p:sp>
        </p:grpSp>
        <p:grpSp>
          <p:nvGrpSpPr>
            <p:cNvPr id="36" name="组合 35"/>
            <p:cNvGrpSpPr/>
            <p:nvPr/>
          </p:nvGrpSpPr>
          <p:grpSpPr>
            <a:xfrm>
              <a:off x="5086252" y="3843431"/>
              <a:ext cx="5028814" cy="693088"/>
              <a:chOff x="4526757" y="1612335"/>
              <a:chExt cx="5028814" cy="693088"/>
            </a:xfrm>
          </p:grpSpPr>
          <p:sp>
            <p:nvSpPr>
              <p:cNvPr id="41" name="矩形 40"/>
              <p:cNvSpPr/>
              <p:nvPr/>
            </p:nvSpPr>
            <p:spPr bwMode="auto">
              <a:xfrm>
                <a:off x="4976450" y="1612335"/>
                <a:ext cx="4579121" cy="693088"/>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2400" dirty="0">
                    <a:cs typeface="+mn-ea"/>
                    <a:sym typeface="+mn-lt"/>
                  </a:rPr>
                  <a:t>排课以及冲突查询</a:t>
                </a:r>
              </a:p>
            </p:txBody>
          </p:sp>
          <p:sp>
            <p:nvSpPr>
              <p:cNvPr id="42" name="任意多边形: 形状 41"/>
              <p:cNvSpPr/>
              <p:nvPr/>
            </p:nvSpPr>
            <p:spPr>
              <a:xfrm>
                <a:off x="4526757" y="1791121"/>
                <a:ext cx="367553" cy="335518"/>
              </a:xfrm>
              <a:custGeom>
                <a:avLst/>
                <a:gdLst>
                  <a:gd name="connsiteX0" fmla="*/ 134413 w 540656"/>
                  <a:gd name="connsiteY0" fmla="*/ 235194 h 493535"/>
                  <a:gd name="connsiteX1" fmla="*/ 191280 w 540656"/>
                  <a:gd name="connsiteY1" fmla="*/ 302363 h 493535"/>
                  <a:gd name="connsiteX2" fmla="*/ 199034 w 540656"/>
                  <a:gd name="connsiteY2" fmla="*/ 304946 h 493535"/>
                  <a:gd name="connsiteX3" fmla="*/ 251015 w 540656"/>
                  <a:gd name="connsiteY3" fmla="*/ 245730 h 493535"/>
                  <a:gd name="connsiteX4" fmla="*/ 250737 w 540656"/>
                  <a:gd name="connsiteY4" fmla="*/ 235359 h 493535"/>
                  <a:gd name="connsiteX5" fmla="*/ 250832 w 540656"/>
                  <a:gd name="connsiteY5" fmla="*/ 235264 h 493535"/>
                  <a:gd name="connsiteX6" fmla="*/ 276581 w 540656"/>
                  <a:gd name="connsiteY6" fmla="*/ 253278 h 493535"/>
                  <a:gd name="connsiteX7" fmla="*/ 284336 w 540656"/>
                  <a:gd name="connsiteY7" fmla="*/ 258445 h 493535"/>
                  <a:gd name="connsiteX8" fmla="*/ 320524 w 540656"/>
                  <a:gd name="connsiteY8" fmla="*/ 271362 h 493535"/>
                  <a:gd name="connsiteX9" fmla="*/ 323109 w 540656"/>
                  <a:gd name="connsiteY9" fmla="*/ 271362 h 493535"/>
                  <a:gd name="connsiteX10" fmla="*/ 351542 w 540656"/>
                  <a:gd name="connsiteY10" fmla="*/ 292029 h 493535"/>
                  <a:gd name="connsiteX11" fmla="*/ 367051 w 540656"/>
                  <a:gd name="connsiteY11" fmla="*/ 323030 h 493535"/>
                  <a:gd name="connsiteX12" fmla="*/ 356712 w 540656"/>
                  <a:gd name="connsiteY12" fmla="*/ 333364 h 493535"/>
                  <a:gd name="connsiteX13" fmla="*/ 354127 w 540656"/>
                  <a:gd name="connsiteY13" fmla="*/ 330780 h 493535"/>
                  <a:gd name="connsiteX14" fmla="*/ 323109 w 540656"/>
                  <a:gd name="connsiteY14" fmla="*/ 302363 h 493535"/>
                  <a:gd name="connsiteX15" fmla="*/ 307599 w 540656"/>
                  <a:gd name="connsiteY15" fmla="*/ 292029 h 493535"/>
                  <a:gd name="connsiteX16" fmla="*/ 307599 w 540656"/>
                  <a:gd name="connsiteY16" fmla="*/ 289446 h 493535"/>
                  <a:gd name="connsiteX17" fmla="*/ 289505 w 540656"/>
                  <a:gd name="connsiteY17" fmla="*/ 279112 h 493535"/>
                  <a:gd name="connsiteX18" fmla="*/ 255902 w 540656"/>
                  <a:gd name="connsiteY18" fmla="*/ 258445 h 493535"/>
                  <a:gd name="connsiteX19" fmla="*/ 178356 w 540656"/>
                  <a:gd name="connsiteY19" fmla="*/ 413450 h 493535"/>
                  <a:gd name="connsiteX20" fmla="*/ 219713 w 540656"/>
                  <a:gd name="connsiteY20" fmla="*/ 423783 h 493535"/>
                  <a:gd name="connsiteX21" fmla="*/ 230053 w 540656"/>
                  <a:gd name="connsiteY21" fmla="*/ 426367 h 493535"/>
                  <a:gd name="connsiteX22" fmla="*/ 242978 w 540656"/>
                  <a:gd name="connsiteY22" fmla="*/ 434117 h 493535"/>
                  <a:gd name="connsiteX23" fmla="*/ 268826 w 540656"/>
                  <a:gd name="connsiteY23" fmla="*/ 444450 h 493535"/>
                  <a:gd name="connsiteX24" fmla="*/ 299845 w 540656"/>
                  <a:gd name="connsiteY24" fmla="*/ 470285 h 493535"/>
                  <a:gd name="connsiteX25" fmla="*/ 307599 w 540656"/>
                  <a:gd name="connsiteY25" fmla="*/ 478035 h 493535"/>
                  <a:gd name="connsiteX26" fmla="*/ 201619 w 540656"/>
                  <a:gd name="connsiteY26" fmla="*/ 493535 h 493535"/>
                  <a:gd name="connsiteX27" fmla="*/ 183525 w 540656"/>
                  <a:gd name="connsiteY27" fmla="*/ 493535 h 493535"/>
                  <a:gd name="connsiteX28" fmla="*/ 10339 w 540656"/>
                  <a:gd name="connsiteY28" fmla="*/ 457368 h 493535"/>
                  <a:gd name="connsiteX29" fmla="*/ 0 w 540656"/>
                  <a:gd name="connsiteY29" fmla="*/ 431533 h 493535"/>
                  <a:gd name="connsiteX30" fmla="*/ 33603 w 540656"/>
                  <a:gd name="connsiteY30" fmla="*/ 292029 h 493535"/>
                  <a:gd name="connsiteX31" fmla="*/ 62037 w 540656"/>
                  <a:gd name="connsiteY31" fmla="*/ 271362 h 493535"/>
                  <a:gd name="connsiteX32" fmla="*/ 134413 w 540656"/>
                  <a:gd name="connsiteY32" fmla="*/ 235194 h 493535"/>
                  <a:gd name="connsiteX33" fmla="*/ 540656 w 540656"/>
                  <a:gd name="connsiteY33" fmla="*/ 232714 h 493535"/>
                  <a:gd name="connsiteX34" fmla="*/ 488919 w 540656"/>
                  <a:gd name="connsiteY34" fmla="*/ 276596 h 493535"/>
                  <a:gd name="connsiteX35" fmla="*/ 444942 w 540656"/>
                  <a:gd name="connsiteY35" fmla="*/ 328223 h 493535"/>
                  <a:gd name="connsiteX36" fmla="*/ 408726 w 540656"/>
                  <a:gd name="connsiteY36" fmla="*/ 387593 h 493535"/>
                  <a:gd name="connsiteX37" fmla="*/ 377684 w 540656"/>
                  <a:gd name="connsiteY37" fmla="*/ 446963 h 493535"/>
                  <a:gd name="connsiteX38" fmla="*/ 359576 w 540656"/>
                  <a:gd name="connsiteY38" fmla="*/ 485682 h 493535"/>
                  <a:gd name="connsiteX39" fmla="*/ 328534 w 540656"/>
                  <a:gd name="connsiteY39" fmla="*/ 444381 h 493535"/>
                  <a:gd name="connsiteX40" fmla="*/ 284557 w 540656"/>
                  <a:gd name="connsiteY40" fmla="*/ 410824 h 493535"/>
                  <a:gd name="connsiteX41" fmla="*/ 258689 w 540656"/>
                  <a:gd name="connsiteY41" fmla="*/ 397918 h 493535"/>
                  <a:gd name="connsiteX42" fmla="*/ 243168 w 540656"/>
                  <a:gd name="connsiteY42" fmla="*/ 390174 h 493535"/>
                  <a:gd name="connsiteX43" fmla="*/ 230233 w 540656"/>
                  <a:gd name="connsiteY43" fmla="*/ 385011 h 493535"/>
                  <a:gd name="connsiteX44" fmla="*/ 271623 w 540656"/>
                  <a:gd name="connsiteY44" fmla="*/ 302410 h 493535"/>
                  <a:gd name="connsiteX45" fmla="*/ 287144 w 540656"/>
                  <a:gd name="connsiteY45" fmla="*/ 315316 h 493535"/>
                  <a:gd name="connsiteX46" fmla="*/ 302665 w 540656"/>
                  <a:gd name="connsiteY46" fmla="*/ 325641 h 493535"/>
                  <a:gd name="connsiteX47" fmla="*/ 331121 w 540656"/>
                  <a:gd name="connsiteY47" fmla="*/ 351454 h 493535"/>
                  <a:gd name="connsiteX48" fmla="*/ 356989 w 540656"/>
                  <a:gd name="connsiteY48" fmla="*/ 382430 h 493535"/>
                  <a:gd name="connsiteX49" fmla="*/ 375097 w 540656"/>
                  <a:gd name="connsiteY49" fmla="*/ 361780 h 493535"/>
                  <a:gd name="connsiteX50" fmla="*/ 424248 w 540656"/>
                  <a:gd name="connsiteY50" fmla="*/ 310153 h 493535"/>
                  <a:gd name="connsiteX51" fmla="*/ 478572 w 540656"/>
                  <a:gd name="connsiteY51" fmla="*/ 266271 h 493535"/>
                  <a:gd name="connsiteX52" fmla="*/ 540656 w 540656"/>
                  <a:gd name="connsiteY52" fmla="*/ 232714 h 493535"/>
                  <a:gd name="connsiteX53" fmla="*/ 250901 w 540656"/>
                  <a:gd name="connsiteY53" fmla="*/ 232714 h 493535"/>
                  <a:gd name="connsiteX54" fmla="*/ 250901 w 540656"/>
                  <a:gd name="connsiteY54" fmla="*/ 235194 h 493535"/>
                  <a:gd name="connsiteX55" fmla="*/ 250832 w 540656"/>
                  <a:gd name="connsiteY55" fmla="*/ 235264 h 493535"/>
                  <a:gd name="connsiteX56" fmla="*/ 250732 w 540656"/>
                  <a:gd name="connsiteY56" fmla="*/ 235194 h 493535"/>
                  <a:gd name="connsiteX57" fmla="*/ 250737 w 540656"/>
                  <a:gd name="connsiteY57" fmla="*/ 235359 h 493535"/>
                  <a:gd name="connsiteX58" fmla="*/ 248421 w 540656"/>
                  <a:gd name="connsiteY58" fmla="*/ 237674 h 493535"/>
                  <a:gd name="connsiteX59" fmla="*/ 250901 w 540656"/>
                  <a:gd name="connsiteY59" fmla="*/ 232714 h 493535"/>
                  <a:gd name="connsiteX60" fmla="*/ 183628 w 540656"/>
                  <a:gd name="connsiteY60" fmla="*/ 0 h 493535"/>
                  <a:gd name="connsiteX61" fmla="*/ 217213 w 540656"/>
                  <a:gd name="connsiteY61" fmla="*/ 10333 h 493535"/>
                  <a:gd name="connsiteX62" fmla="*/ 230130 w 540656"/>
                  <a:gd name="connsiteY62" fmla="*/ 12917 h 493535"/>
                  <a:gd name="connsiteX63" fmla="*/ 274048 w 540656"/>
                  <a:gd name="connsiteY63" fmla="*/ 38751 h 493535"/>
                  <a:gd name="connsiteX64" fmla="*/ 284382 w 540656"/>
                  <a:gd name="connsiteY64" fmla="*/ 121420 h 493535"/>
                  <a:gd name="connsiteX65" fmla="*/ 284382 w 540656"/>
                  <a:gd name="connsiteY65" fmla="*/ 152421 h 493535"/>
                  <a:gd name="connsiteX66" fmla="*/ 276631 w 540656"/>
                  <a:gd name="connsiteY66" fmla="*/ 167921 h 493535"/>
                  <a:gd name="connsiteX67" fmla="*/ 191378 w 540656"/>
                  <a:gd name="connsiteY67" fmla="*/ 258341 h 493535"/>
                  <a:gd name="connsiteX68" fmla="*/ 111293 w 540656"/>
                  <a:gd name="connsiteY68" fmla="*/ 167921 h 493535"/>
                  <a:gd name="connsiteX69" fmla="*/ 103543 w 540656"/>
                  <a:gd name="connsiteY69" fmla="*/ 152421 h 493535"/>
                  <a:gd name="connsiteX70" fmla="*/ 103543 w 540656"/>
                  <a:gd name="connsiteY70" fmla="*/ 121420 h 493535"/>
                  <a:gd name="connsiteX71" fmla="*/ 106126 w 540656"/>
                  <a:gd name="connsiteY71" fmla="*/ 118837 h 493535"/>
                  <a:gd name="connsiteX72" fmla="*/ 106126 w 540656"/>
                  <a:gd name="connsiteY72" fmla="*/ 59418 h 493535"/>
                  <a:gd name="connsiteX73" fmla="*/ 160378 w 540656"/>
                  <a:gd name="connsiteY73" fmla="*/ 5167 h 493535"/>
                  <a:gd name="connsiteX74" fmla="*/ 175878 w 540656"/>
                  <a:gd name="connsiteY74" fmla="*/ 2583 h 493535"/>
                  <a:gd name="connsiteX75" fmla="*/ 181045 w 540656"/>
                  <a:gd name="connsiteY75" fmla="*/ 2583 h 493535"/>
                  <a:gd name="connsiteX76" fmla="*/ 183628 w 540656"/>
                  <a:gd name="connsiteY76" fmla="*/ 0 h 493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540656" h="493535">
                    <a:moveTo>
                      <a:pt x="134413" y="235194"/>
                    </a:moveTo>
                    <a:cubicBezTo>
                      <a:pt x="134413" y="235194"/>
                      <a:pt x="136998" y="299779"/>
                      <a:pt x="191280" y="302363"/>
                    </a:cubicBezTo>
                    <a:lnTo>
                      <a:pt x="199034" y="304946"/>
                    </a:lnTo>
                    <a:cubicBezTo>
                      <a:pt x="243624" y="303009"/>
                      <a:pt x="250409" y="264742"/>
                      <a:pt x="251015" y="245730"/>
                    </a:cubicBezTo>
                    <a:lnTo>
                      <a:pt x="250737" y="235359"/>
                    </a:lnTo>
                    <a:lnTo>
                      <a:pt x="250832" y="235264"/>
                    </a:lnTo>
                    <a:lnTo>
                      <a:pt x="276581" y="253278"/>
                    </a:lnTo>
                    <a:cubicBezTo>
                      <a:pt x="279166" y="255862"/>
                      <a:pt x="281751" y="255862"/>
                      <a:pt x="284336" y="258445"/>
                    </a:cubicBezTo>
                    <a:cubicBezTo>
                      <a:pt x="284336" y="258445"/>
                      <a:pt x="302430" y="263612"/>
                      <a:pt x="320524" y="271362"/>
                    </a:cubicBezTo>
                    <a:cubicBezTo>
                      <a:pt x="323109" y="271362"/>
                      <a:pt x="323109" y="271362"/>
                      <a:pt x="323109" y="271362"/>
                    </a:cubicBezTo>
                    <a:cubicBezTo>
                      <a:pt x="343787" y="279112"/>
                      <a:pt x="351542" y="292029"/>
                      <a:pt x="351542" y="292029"/>
                    </a:cubicBezTo>
                    <a:cubicBezTo>
                      <a:pt x="359297" y="299779"/>
                      <a:pt x="361882" y="312697"/>
                      <a:pt x="367051" y="323030"/>
                    </a:cubicBezTo>
                    <a:cubicBezTo>
                      <a:pt x="364466" y="325614"/>
                      <a:pt x="361882" y="330780"/>
                      <a:pt x="356712" y="333364"/>
                    </a:cubicBezTo>
                    <a:cubicBezTo>
                      <a:pt x="356712" y="333364"/>
                      <a:pt x="356712" y="333364"/>
                      <a:pt x="354127" y="330780"/>
                    </a:cubicBezTo>
                    <a:cubicBezTo>
                      <a:pt x="346372" y="323030"/>
                      <a:pt x="336033" y="312697"/>
                      <a:pt x="323109" y="302363"/>
                    </a:cubicBezTo>
                    <a:cubicBezTo>
                      <a:pt x="317939" y="299779"/>
                      <a:pt x="312769" y="294613"/>
                      <a:pt x="307599" y="292029"/>
                    </a:cubicBezTo>
                    <a:lnTo>
                      <a:pt x="307599" y="289446"/>
                    </a:lnTo>
                    <a:cubicBezTo>
                      <a:pt x="299845" y="286862"/>
                      <a:pt x="294675" y="281696"/>
                      <a:pt x="289505" y="279112"/>
                    </a:cubicBezTo>
                    <a:lnTo>
                      <a:pt x="255902" y="258445"/>
                    </a:lnTo>
                    <a:lnTo>
                      <a:pt x="178356" y="413450"/>
                    </a:lnTo>
                    <a:lnTo>
                      <a:pt x="219713" y="423783"/>
                    </a:lnTo>
                    <a:cubicBezTo>
                      <a:pt x="222298" y="423783"/>
                      <a:pt x="227468" y="426367"/>
                      <a:pt x="230053" y="426367"/>
                    </a:cubicBezTo>
                    <a:cubicBezTo>
                      <a:pt x="235223" y="428950"/>
                      <a:pt x="240393" y="431533"/>
                      <a:pt x="242978" y="434117"/>
                    </a:cubicBezTo>
                    <a:cubicBezTo>
                      <a:pt x="253317" y="436700"/>
                      <a:pt x="261072" y="441867"/>
                      <a:pt x="268826" y="444450"/>
                    </a:cubicBezTo>
                    <a:cubicBezTo>
                      <a:pt x="284336" y="452201"/>
                      <a:pt x="294675" y="462534"/>
                      <a:pt x="299845" y="470285"/>
                    </a:cubicBezTo>
                    <a:lnTo>
                      <a:pt x="307599" y="478035"/>
                    </a:lnTo>
                    <a:cubicBezTo>
                      <a:pt x="253317" y="490952"/>
                      <a:pt x="201619" y="493535"/>
                      <a:pt x="201619" y="493535"/>
                    </a:cubicBezTo>
                    <a:cubicBezTo>
                      <a:pt x="196450" y="493535"/>
                      <a:pt x="191280" y="493535"/>
                      <a:pt x="183525" y="493535"/>
                    </a:cubicBezTo>
                    <a:cubicBezTo>
                      <a:pt x="183525" y="493535"/>
                      <a:pt x="77546" y="488368"/>
                      <a:pt x="10339" y="457368"/>
                    </a:cubicBezTo>
                    <a:cubicBezTo>
                      <a:pt x="10339" y="457368"/>
                      <a:pt x="0" y="454784"/>
                      <a:pt x="0" y="431533"/>
                    </a:cubicBezTo>
                    <a:cubicBezTo>
                      <a:pt x="0" y="431533"/>
                      <a:pt x="2585" y="335947"/>
                      <a:pt x="33603" y="292029"/>
                    </a:cubicBezTo>
                    <a:cubicBezTo>
                      <a:pt x="33603" y="292029"/>
                      <a:pt x="41358" y="279112"/>
                      <a:pt x="62037" y="271362"/>
                    </a:cubicBezTo>
                    <a:cubicBezTo>
                      <a:pt x="62037" y="271362"/>
                      <a:pt x="129243" y="253278"/>
                      <a:pt x="134413" y="235194"/>
                    </a:cubicBezTo>
                    <a:close/>
                    <a:moveTo>
                      <a:pt x="540656" y="232714"/>
                    </a:moveTo>
                    <a:cubicBezTo>
                      <a:pt x="519961" y="245621"/>
                      <a:pt x="504440" y="261109"/>
                      <a:pt x="488919" y="276596"/>
                    </a:cubicBezTo>
                    <a:cubicBezTo>
                      <a:pt x="473398" y="292084"/>
                      <a:pt x="457877" y="310153"/>
                      <a:pt x="444942" y="328223"/>
                    </a:cubicBezTo>
                    <a:cubicBezTo>
                      <a:pt x="432008" y="348873"/>
                      <a:pt x="421661" y="366942"/>
                      <a:pt x="408726" y="387593"/>
                    </a:cubicBezTo>
                    <a:cubicBezTo>
                      <a:pt x="398379" y="405662"/>
                      <a:pt x="388032" y="426312"/>
                      <a:pt x="377684" y="446963"/>
                    </a:cubicBezTo>
                    <a:lnTo>
                      <a:pt x="359576" y="485682"/>
                    </a:lnTo>
                    <a:lnTo>
                      <a:pt x="328534" y="444381"/>
                    </a:lnTo>
                    <a:cubicBezTo>
                      <a:pt x="318186" y="431475"/>
                      <a:pt x="302665" y="421150"/>
                      <a:pt x="284557" y="410824"/>
                    </a:cubicBezTo>
                    <a:cubicBezTo>
                      <a:pt x="276797" y="405662"/>
                      <a:pt x="266449" y="400499"/>
                      <a:pt x="258689" y="397918"/>
                    </a:cubicBezTo>
                    <a:cubicBezTo>
                      <a:pt x="253515" y="395337"/>
                      <a:pt x="248341" y="392755"/>
                      <a:pt x="243168" y="390174"/>
                    </a:cubicBezTo>
                    <a:cubicBezTo>
                      <a:pt x="237994" y="390174"/>
                      <a:pt x="232820" y="387593"/>
                      <a:pt x="230233" y="385011"/>
                    </a:cubicBezTo>
                    <a:lnTo>
                      <a:pt x="271623" y="302410"/>
                    </a:lnTo>
                    <a:cubicBezTo>
                      <a:pt x="276797" y="307572"/>
                      <a:pt x="281970" y="310153"/>
                      <a:pt x="287144" y="315316"/>
                    </a:cubicBezTo>
                    <a:cubicBezTo>
                      <a:pt x="292318" y="317897"/>
                      <a:pt x="297492" y="323060"/>
                      <a:pt x="302665" y="325641"/>
                    </a:cubicBezTo>
                    <a:cubicBezTo>
                      <a:pt x="313013" y="333385"/>
                      <a:pt x="320773" y="343710"/>
                      <a:pt x="331121" y="351454"/>
                    </a:cubicBezTo>
                    <a:cubicBezTo>
                      <a:pt x="341468" y="361780"/>
                      <a:pt x="349229" y="372105"/>
                      <a:pt x="356989" y="382430"/>
                    </a:cubicBezTo>
                    <a:cubicBezTo>
                      <a:pt x="364750" y="374686"/>
                      <a:pt x="369924" y="369523"/>
                      <a:pt x="375097" y="361780"/>
                    </a:cubicBezTo>
                    <a:cubicBezTo>
                      <a:pt x="390618" y="343710"/>
                      <a:pt x="406140" y="328223"/>
                      <a:pt x="424248" y="310153"/>
                    </a:cubicBezTo>
                    <a:cubicBezTo>
                      <a:pt x="442356" y="294666"/>
                      <a:pt x="460464" y="279178"/>
                      <a:pt x="478572" y="266271"/>
                    </a:cubicBezTo>
                    <a:cubicBezTo>
                      <a:pt x="499267" y="253365"/>
                      <a:pt x="519961" y="240458"/>
                      <a:pt x="540656" y="232714"/>
                    </a:cubicBezTo>
                    <a:close/>
                    <a:moveTo>
                      <a:pt x="250901" y="232714"/>
                    </a:moveTo>
                    <a:cubicBezTo>
                      <a:pt x="250901" y="232714"/>
                      <a:pt x="250901" y="235194"/>
                      <a:pt x="250901" y="235194"/>
                    </a:cubicBezTo>
                    <a:lnTo>
                      <a:pt x="250832" y="235264"/>
                    </a:lnTo>
                    <a:lnTo>
                      <a:pt x="250732" y="235194"/>
                    </a:lnTo>
                    <a:lnTo>
                      <a:pt x="250737" y="235359"/>
                    </a:lnTo>
                    <a:lnTo>
                      <a:pt x="248421" y="237674"/>
                    </a:lnTo>
                    <a:cubicBezTo>
                      <a:pt x="250901" y="235194"/>
                      <a:pt x="250901" y="235194"/>
                      <a:pt x="250901" y="232714"/>
                    </a:cubicBezTo>
                    <a:close/>
                    <a:moveTo>
                      <a:pt x="183628" y="0"/>
                    </a:moveTo>
                    <a:cubicBezTo>
                      <a:pt x="183628" y="0"/>
                      <a:pt x="196545" y="2583"/>
                      <a:pt x="217213" y="10333"/>
                    </a:cubicBezTo>
                    <a:lnTo>
                      <a:pt x="230130" y="12917"/>
                    </a:lnTo>
                    <a:cubicBezTo>
                      <a:pt x="258548" y="20667"/>
                      <a:pt x="271465" y="36167"/>
                      <a:pt x="274048" y="38751"/>
                    </a:cubicBezTo>
                    <a:cubicBezTo>
                      <a:pt x="294715" y="64585"/>
                      <a:pt x="289548" y="103336"/>
                      <a:pt x="284382" y="121420"/>
                    </a:cubicBezTo>
                    <a:cubicBezTo>
                      <a:pt x="289548" y="129170"/>
                      <a:pt x="286965" y="144671"/>
                      <a:pt x="284382" y="152421"/>
                    </a:cubicBezTo>
                    <a:cubicBezTo>
                      <a:pt x="284382" y="160171"/>
                      <a:pt x="281798" y="165338"/>
                      <a:pt x="276631" y="167921"/>
                    </a:cubicBezTo>
                    <a:cubicBezTo>
                      <a:pt x="271465" y="211839"/>
                      <a:pt x="232713" y="258341"/>
                      <a:pt x="191378" y="258341"/>
                    </a:cubicBezTo>
                    <a:cubicBezTo>
                      <a:pt x="155211" y="258341"/>
                      <a:pt x="116460" y="214423"/>
                      <a:pt x="111293" y="167921"/>
                    </a:cubicBezTo>
                    <a:cubicBezTo>
                      <a:pt x="108709" y="165338"/>
                      <a:pt x="103543" y="160171"/>
                      <a:pt x="103543" y="152421"/>
                    </a:cubicBezTo>
                    <a:cubicBezTo>
                      <a:pt x="100959" y="144671"/>
                      <a:pt x="98376" y="129170"/>
                      <a:pt x="103543" y="121420"/>
                    </a:cubicBezTo>
                    <a:cubicBezTo>
                      <a:pt x="103543" y="121420"/>
                      <a:pt x="106126" y="121420"/>
                      <a:pt x="106126" y="118837"/>
                    </a:cubicBezTo>
                    <a:cubicBezTo>
                      <a:pt x="98376" y="80085"/>
                      <a:pt x="103543" y="62002"/>
                      <a:pt x="106126" y="59418"/>
                    </a:cubicBezTo>
                    <a:cubicBezTo>
                      <a:pt x="119043" y="20667"/>
                      <a:pt x="160378" y="5167"/>
                      <a:pt x="160378" y="5167"/>
                    </a:cubicBezTo>
                    <a:cubicBezTo>
                      <a:pt x="162961" y="2583"/>
                      <a:pt x="170711" y="0"/>
                      <a:pt x="175878" y="2583"/>
                    </a:cubicBezTo>
                    <a:cubicBezTo>
                      <a:pt x="175878" y="2583"/>
                      <a:pt x="178461" y="2583"/>
                      <a:pt x="181045" y="2583"/>
                    </a:cubicBezTo>
                    <a:cubicBezTo>
                      <a:pt x="181045" y="0"/>
                      <a:pt x="181045" y="0"/>
                      <a:pt x="183628" y="0"/>
                    </a:cubicBezTo>
                    <a:close/>
                  </a:path>
                </a:pathLst>
              </a:custGeom>
              <a:solidFill>
                <a:schemeClr val="accent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cs typeface="+mn-ea"/>
                  <a:sym typeface="+mn-lt"/>
                </a:endParaRPr>
              </a:p>
            </p:txBody>
          </p:sp>
        </p:grpSp>
        <p:grpSp>
          <p:nvGrpSpPr>
            <p:cNvPr id="37" name="组合 36"/>
            <p:cNvGrpSpPr/>
            <p:nvPr/>
          </p:nvGrpSpPr>
          <p:grpSpPr>
            <a:xfrm>
              <a:off x="5086252" y="4958977"/>
              <a:ext cx="5028814" cy="693088"/>
              <a:chOff x="4526757" y="1612335"/>
              <a:chExt cx="5028814" cy="693088"/>
            </a:xfrm>
          </p:grpSpPr>
          <p:sp>
            <p:nvSpPr>
              <p:cNvPr id="39" name="矩形 38"/>
              <p:cNvSpPr/>
              <p:nvPr/>
            </p:nvSpPr>
            <p:spPr bwMode="auto">
              <a:xfrm>
                <a:off x="4976450" y="1612335"/>
                <a:ext cx="4579121" cy="693088"/>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2400" dirty="0">
                    <a:cs typeface="+mn-ea"/>
                    <a:sym typeface="+mn-lt"/>
                  </a:rPr>
                  <a:t>教师录入成绩</a:t>
                </a:r>
              </a:p>
            </p:txBody>
          </p:sp>
          <p:sp>
            <p:nvSpPr>
              <p:cNvPr id="40" name="任意多边形: 形状 39"/>
              <p:cNvSpPr/>
              <p:nvPr/>
            </p:nvSpPr>
            <p:spPr>
              <a:xfrm>
                <a:off x="4526757" y="1791121"/>
                <a:ext cx="367553" cy="335518"/>
              </a:xfrm>
              <a:custGeom>
                <a:avLst/>
                <a:gdLst>
                  <a:gd name="connsiteX0" fmla="*/ 134413 w 540656"/>
                  <a:gd name="connsiteY0" fmla="*/ 235194 h 493535"/>
                  <a:gd name="connsiteX1" fmla="*/ 191280 w 540656"/>
                  <a:gd name="connsiteY1" fmla="*/ 302363 h 493535"/>
                  <a:gd name="connsiteX2" fmla="*/ 199034 w 540656"/>
                  <a:gd name="connsiteY2" fmla="*/ 304946 h 493535"/>
                  <a:gd name="connsiteX3" fmla="*/ 251015 w 540656"/>
                  <a:gd name="connsiteY3" fmla="*/ 245730 h 493535"/>
                  <a:gd name="connsiteX4" fmla="*/ 250737 w 540656"/>
                  <a:gd name="connsiteY4" fmla="*/ 235359 h 493535"/>
                  <a:gd name="connsiteX5" fmla="*/ 250832 w 540656"/>
                  <a:gd name="connsiteY5" fmla="*/ 235264 h 493535"/>
                  <a:gd name="connsiteX6" fmla="*/ 276581 w 540656"/>
                  <a:gd name="connsiteY6" fmla="*/ 253278 h 493535"/>
                  <a:gd name="connsiteX7" fmla="*/ 284336 w 540656"/>
                  <a:gd name="connsiteY7" fmla="*/ 258445 h 493535"/>
                  <a:gd name="connsiteX8" fmla="*/ 320524 w 540656"/>
                  <a:gd name="connsiteY8" fmla="*/ 271362 h 493535"/>
                  <a:gd name="connsiteX9" fmla="*/ 323109 w 540656"/>
                  <a:gd name="connsiteY9" fmla="*/ 271362 h 493535"/>
                  <a:gd name="connsiteX10" fmla="*/ 351542 w 540656"/>
                  <a:gd name="connsiteY10" fmla="*/ 292029 h 493535"/>
                  <a:gd name="connsiteX11" fmla="*/ 367051 w 540656"/>
                  <a:gd name="connsiteY11" fmla="*/ 323030 h 493535"/>
                  <a:gd name="connsiteX12" fmla="*/ 356712 w 540656"/>
                  <a:gd name="connsiteY12" fmla="*/ 333364 h 493535"/>
                  <a:gd name="connsiteX13" fmla="*/ 354127 w 540656"/>
                  <a:gd name="connsiteY13" fmla="*/ 330780 h 493535"/>
                  <a:gd name="connsiteX14" fmla="*/ 323109 w 540656"/>
                  <a:gd name="connsiteY14" fmla="*/ 302363 h 493535"/>
                  <a:gd name="connsiteX15" fmla="*/ 307599 w 540656"/>
                  <a:gd name="connsiteY15" fmla="*/ 292029 h 493535"/>
                  <a:gd name="connsiteX16" fmla="*/ 307599 w 540656"/>
                  <a:gd name="connsiteY16" fmla="*/ 289446 h 493535"/>
                  <a:gd name="connsiteX17" fmla="*/ 289505 w 540656"/>
                  <a:gd name="connsiteY17" fmla="*/ 279112 h 493535"/>
                  <a:gd name="connsiteX18" fmla="*/ 255902 w 540656"/>
                  <a:gd name="connsiteY18" fmla="*/ 258445 h 493535"/>
                  <a:gd name="connsiteX19" fmla="*/ 178356 w 540656"/>
                  <a:gd name="connsiteY19" fmla="*/ 413450 h 493535"/>
                  <a:gd name="connsiteX20" fmla="*/ 219713 w 540656"/>
                  <a:gd name="connsiteY20" fmla="*/ 423783 h 493535"/>
                  <a:gd name="connsiteX21" fmla="*/ 230053 w 540656"/>
                  <a:gd name="connsiteY21" fmla="*/ 426367 h 493535"/>
                  <a:gd name="connsiteX22" fmla="*/ 242978 w 540656"/>
                  <a:gd name="connsiteY22" fmla="*/ 434117 h 493535"/>
                  <a:gd name="connsiteX23" fmla="*/ 268826 w 540656"/>
                  <a:gd name="connsiteY23" fmla="*/ 444450 h 493535"/>
                  <a:gd name="connsiteX24" fmla="*/ 299845 w 540656"/>
                  <a:gd name="connsiteY24" fmla="*/ 470285 h 493535"/>
                  <a:gd name="connsiteX25" fmla="*/ 307599 w 540656"/>
                  <a:gd name="connsiteY25" fmla="*/ 478035 h 493535"/>
                  <a:gd name="connsiteX26" fmla="*/ 201619 w 540656"/>
                  <a:gd name="connsiteY26" fmla="*/ 493535 h 493535"/>
                  <a:gd name="connsiteX27" fmla="*/ 183525 w 540656"/>
                  <a:gd name="connsiteY27" fmla="*/ 493535 h 493535"/>
                  <a:gd name="connsiteX28" fmla="*/ 10339 w 540656"/>
                  <a:gd name="connsiteY28" fmla="*/ 457368 h 493535"/>
                  <a:gd name="connsiteX29" fmla="*/ 0 w 540656"/>
                  <a:gd name="connsiteY29" fmla="*/ 431533 h 493535"/>
                  <a:gd name="connsiteX30" fmla="*/ 33603 w 540656"/>
                  <a:gd name="connsiteY30" fmla="*/ 292029 h 493535"/>
                  <a:gd name="connsiteX31" fmla="*/ 62037 w 540656"/>
                  <a:gd name="connsiteY31" fmla="*/ 271362 h 493535"/>
                  <a:gd name="connsiteX32" fmla="*/ 134413 w 540656"/>
                  <a:gd name="connsiteY32" fmla="*/ 235194 h 493535"/>
                  <a:gd name="connsiteX33" fmla="*/ 540656 w 540656"/>
                  <a:gd name="connsiteY33" fmla="*/ 232714 h 493535"/>
                  <a:gd name="connsiteX34" fmla="*/ 488919 w 540656"/>
                  <a:gd name="connsiteY34" fmla="*/ 276596 h 493535"/>
                  <a:gd name="connsiteX35" fmla="*/ 444942 w 540656"/>
                  <a:gd name="connsiteY35" fmla="*/ 328223 h 493535"/>
                  <a:gd name="connsiteX36" fmla="*/ 408726 w 540656"/>
                  <a:gd name="connsiteY36" fmla="*/ 387593 h 493535"/>
                  <a:gd name="connsiteX37" fmla="*/ 377684 w 540656"/>
                  <a:gd name="connsiteY37" fmla="*/ 446963 h 493535"/>
                  <a:gd name="connsiteX38" fmla="*/ 359576 w 540656"/>
                  <a:gd name="connsiteY38" fmla="*/ 485682 h 493535"/>
                  <a:gd name="connsiteX39" fmla="*/ 328534 w 540656"/>
                  <a:gd name="connsiteY39" fmla="*/ 444381 h 493535"/>
                  <a:gd name="connsiteX40" fmla="*/ 284557 w 540656"/>
                  <a:gd name="connsiteY40" fmla="*/ 410824 h 493535"/>
                  <a:gd name="connsiteX41" fmla="*/ 258689 w 540656"/>
                  <a:gd name="connsiteY41" fmla="*/ 397918 h 493535"/>
                  <a:gd name="connsiteX42" fmla="*/ 243168 w 540656"/>
                  <a:gd name="connsiteY42" fmla="*/ 390174 h 493535"/>
                  <a:gd name="connsiteX43" fmla="*/ 230233 w 540656"/>
                  <a:gd name="connsiteY43" fmla="*/ 385011 h 493535"/>
                  <a:gd name="connsiteX44" fmla="*/ 271623 w 540656"/>
                  <a:gd name="connsiteY44" fmla="*/ 302410 h 493535"/>
                  <a:gd name="connsiteX45" fmla="*/ 287144 w 540656"/>
                  <a:gd name="connsiteY45" fmla="*/ 315316 h 493535"/>
                  <a:gd name="connsiteX46" fmla="*/ 302665 w 540656"/>
                  <a:gd name="connsiteY46" fmla="*/ 325641 h 493535"/>
                  <a:gd name="connsiteX47" fmla="*/ 331121 w 540656"/>
                  <a:gd name="connsiteY47" fmla="*/ 351454 h 493535"/>
                  <a:gd name="connsiteX48" fmla="*/ 356989 w 540656"/>
                  <a:gd name="connsiteY48" fmla="*/ 382430 h 493535"/>
                  <a:gd name="connsiteX49" fmla="*/ 375097 w 540656"/>
                  <a:gd name="connsiteY49" fmla="*/ 361780 h 493535"/>
                  <a:gd name="connsiteX50" fmla="*/ 424248 w 540656"/>
                  <a:gd name="connsiteY50" fmla="*/ 310153 h 493535"/>
                  <a:gd name="connsiteX51" fmla="*/ 478572 w 540656"/>
                  <a:gd name="connsiteY51" fmla="*/ 266271 h 493535"/>
                  <a:gd name="connsiteX52" fmla="*/ 540656 w 540656"/>
                  <a:gd name="connsiteY52" fmla="*/ 232714 h 493535"/>
                  <a:gd name="connsiteX53" fmla="*/ 250901 w 540656"/>
                  <a:gd name="connsiteY53" fmla="*/ 232714 h 493535"/>
                  <a:gd name="connsiteX54" fmla="*/ 250901 w 540656"/>
                  <a:gd name="connsiteY54" fmla="*/ 235194 h 493535"/>
                  <a:gd name="connsiteX55" fmla="*/ 250832 w 540656"/>
                  <a:gd name="connsiteY55" fmla="*/ 235264 h 493535"/>
                  <a:gd name="connsiteX56" fmla="*/ 250732 w 540656"/>
                  <a:gd name="connsiteY56" fmla="*/ 235194 h 493535"/>
                  <a:gd name="connsiteX57" fmla="*/ 250737 w 540656"/>
                  <a:gd name="connsiteY57" fmla="*/ 235359 h 493535"/>
                  <a:gd name="connsiteX58" fmla="*/ 248421 w 540656"/>
                  <a:gd name="connsiteY58" fmla="*/ 237674 h 493535"/>
                  <a:gd name="connsiteX59" fmla="*/ 250901 w 540656"/>
                  <a:gd name="connsiteY59" fmla="*/ 232714 h 493535"/>
                  <a:gd name="connsiteX60" fmla="*/ 183628 w 540656"/>
                  <a:gd name="connsiteY60" fmla="*/ 0 h 493535"/>
                  <a:gd name="connsiteX61" fmla="*/ 217213 w 540656"/>
                  <a:gd name="connsiteY61" fmla="*/ 10333 h 493535"/>
                  <a:gd name="connsiteX62" fmla="*/ 230130 w 540656"/>
                  <a:gd name="connsiteY62" fmla="*/ 12917 h 493535"/>
                  <a:gd name="connsiteX63" fmla="*/ 274048 w 540656"/>
                  <a:gd name="connsiteY63" fmla="*/ 38751 h 493535"/>
                  <a:gd name="connsiteX64" fmla="*/ 284382 w 540656"/>
                  <a:gd name="connsiteY64" fmla="*/ 121420 h 493535"/>
                  <a:gd name="connsiteX65" fmla="*/ 284382 w 540656"/>
                  <a:gd name="connsiteY65" fmla="*/ 152421 h 493535"/>
                  <a:gd name="connsiteX66" fmla="*/ 276631 w 540656"/>
                  <a:gd name="connsiteY66" fmla="*/ 167921 h 493535"/>
                  <a:gd name="connsiteX67" fmla="*/ 191378 w 540656"/>
                  <a:gd name="connsiteY67" fmla="*/ 258341 h 493535"/>
                  <a:gd name="connsiteX68" fmla="*/ 111293 w 540656"/>
                  <a:gd name="connsiteY68" fmla="*/ 167921 h 493535"/>
                  <a:gd name="connsiteX69" fmla="*/ 103543 w 540656"/>
                  <a:gd name="connsiteY69" fmla="*/ 152421 h 493535"/>
                  <a:gd name="connsiteX70" fmla="*/ 103543 w 540656"/>
                  <a:gd name="connsiteY70" fmla="*/ 121420 h 493535"/>
                  <a:gd name="connsiteX71" fmla="*/ 106126 w 540656"/>
                  <a:gd name="connsiteY71" fmla="*/ 118837 h 493535"/>
                  <a:gd name="connsiteX72" fmla="*/ 106126 w 540656"/>
                  <a:gd name="connsiteY72" fmla="*/ 59418 h 493535"/>
                  <a:gd name="connsiteX73" fmla="*/ 160378 w 540656"/>
                  <a:gd name="connsiteY73" fmla="*/ 5167 h 493535"/>
                  <a:gd name="connsiteX74" fmla="*/ 175878 w 540656"/>
                  <a:gd name="connsiteY74" fmla="*/ 2583 h 493535"/>
                  <a:gd name="connsiteX75" fmla="*/ 181045 w 540656"/>
                  <a:gd name="connsiteY75" fmla="*/ 2583 h 493535"/>
                  <a:gd name="connsiteX76" fmla="*/ 183628 w 540656"/>
                  <a:gd name="connsiteY76" fmla="*/ 0 h 493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540656" h="493535">
                    <a:moveTo>
                      <a:pt x="134413" y="235194"/>
                    </a:moveTo>
                    <a:cubicBezTo>
                      <a:pt x="134413" y="235194"/>
                      <a:pt x="136998" y="299779"/>
                      <a:pt x="191280" y="302363"/>
                    </a:cubicBezTo>
                    <a:lnTo>
                      <a:pt x="199034" y="304946"/>
                    </a:lnTo>
                    <a:cubicBezTo>
                      <a:pt x="243624" y="303009"/>
                      <a:pt x="250409" y="264742"/>
                      <a:pt x="251015" y="245730"/>
                    </a:cubicBezTo>
                    <a:lnTo>
                      <a:pt x="250737" y="235359"/>
                    </a:lnTo>
                    <a:lnTo>
                      <a:pt x="250832" y="235264"/>
                    </a:lnTo>
                    <a:lnTo>
                      <a:pt x="276581" y="253278"/>
                    </a:lnTo>
                    <a:cubicBezTo>
                      <a:pt x="279166" y="255862"/>
                      <a:pt x="281751" y="255862"/>
                      <a:pt x="284336" y="258445"/>
                    </a:cubicBezTo>
                    <a:cubicBezTo>
                      <a:pt x="284336" y="258445"/>
                      <a:pt x="302430" y="263612"/>
                      <a:pt x="320524" y="271362"/>
                    </a:cubicBezTo>
                    <a:cubicBezTo>
                      <a:pt x="323109" y="271362"/>
                      <a:pt x="323109" y="271362"/>
                      <a:pt x="323109" y="271362"/>
                    </a:cubicBezTo>
                    <a:cubicBezTo>
                      <a:pt x="343787" y="279112"/>
                      <a:pt x="351542" y="292029"/>
                      <a:pt x="351542" y="292029"/>
                    </a:cubicBezTo>
                    <a:cubicBezTo>
                      <a:pt x="359297" y="299779"/>
                      <a:pt x="361882" y="312697"/>
                      <a:pt x="367051" y="323030"/>
                    </a:cubicBezTo>
                    <a:cubicBezTo>
                      <a:pt x="364466" y="325614"/>
                      <a:pt x="361882" y="330780"/>
                      <a:pt x="356712" y="333364"/>
                    </a:cubicBezTo>
                    <a:cubicBezTo>
                      <a:pt x="356712" y="333364"/>
                      <a:pt x="356712" y="333364"/>
                      <a:pt x="354127" y="330780"/>
                    </a:cubicBezTo>
                    <a:cubicBezTo>
                      <a:pt x="346372" y="323030"/>
                      <a:pt x="336033" y="312697"/>
                      <a:pt x="323109" y="302363"/>
                    </a:cubicBezTo>
                    <a:cubicBezTo>
                      <a:pt x="317939" y="299779"/>
                      <a:pt x="312769" y="294613"/>
                      <a:pt x="307599" y="292029"/>
                    </a:cubicBezTo>
                    <a:lnTo>
                      <a:pt x="307599" y="289446"/>
                    </a:lnTo>
                    <a:cubicBezTo>
                      <a:pt x="299845" y="286862"/>
                      <a:pt x="294675" y="281696"/>
                      <a:pt x="289505" y="279112"/>
                    </a:cubicBezTo>
                    <a:lnTo>
                      <a:pt x="255902" y="258445"/>
                    </a:lnTo>
                    <a:lnTo>
                      <a:pt x="178356" y="413450"/>
                    </a:lnTo>
                    <a:lnTo>
                      <a:pt x="219713" y="423783"/>
                    </a:lnTo>
                    <a:cubicBezTo>
                      <a:pt x="222298" y="423783"/>
                      <a:pt x="227468" y="426367"/>
                      <a:pt x="230053" y="426367"/>
                    </a:cubicBezTo>
                    <a:cubicBezTo>
                      <a:pt x="235223" y="428950"/>
                      <a:pt x="240393" y="431533"/>
                      <a:pt x="242978" y="434117"/>
                    </a:cubicBezTo>
                    <a:cubicBezTo>
                      <a:pt x="253317" y="436700"/>
                      <a:pt x="261072" y="441867"/>
                      <a:pt x="268826" y="444450"/>
                    </a:cubicBezTo>
                    <a:cubicBezTo>
                      <a:pt x="284336" y="452201"/>
                      <a:pt x="294675" y="462534"/>
                      <a:pt x="299845" y="470285"/>
                    </a:cubicBezTo>
                    <a:lnTo>
                      <a:pt x="307599" y="478035"/>
                    </a:lnTo>
                    <a:cubicBezTo>
                      <a:pt x="253317" y="490952"/>
                      <a:pt x="201619" y="493535"/>
                      <a:pt x="201619" y="493535"/>
                    </a:cubicBezTo>
                    <a:cubicBezTo>
                      <a:pt x="196450" y="493535"/>
                      <a:pt x="191280" y="493535"/>
                      <a:pt x="183525" y="493535"/>
                    </a:cubicBezTo>
                    <a:cubicBezTo>
                      <a:pt x="183525" y="493535"/>
                      <a:pt x="77546" y="488368"/>
                      <a:pt x="10339" y="457368"/>
                    </a:cubicBezTo>
                    <a:cubicBezTo>
                      <a:pt x="10339" y="457368"/>
                      <a:pt x="0" y="454784"/>
                      <a:pt x="0" y="431533"/>
                    </a:cubicBezTo>
                    <a:cubicBezTo>
                      <a:pt x="0" y="431533"/>
                      <a:pt x="2585" y="335947"/>
                      <a:pt x="33603" y="292029"/>
                    </a:cubicBezTo>
                    <a:cubicBezTo>
                      <a:pt x="33603" y="292029"/>
                      <a:pt x="41358" y="279112"/>
                      <a:pt x="62037" y="271362"/>
                    </a:cubicBezTo>
                    <a:cubicBezTo>
                      <a:pt x="62037" y="271362"/>
                      <a:pt x="129243" y="253278"/>
                      <a:pt x="134413" y="235194"/>
                    </a:cubicBezTo>
                    <a:close/>
                    <a:moveTo>
                      <a:pt x="540656" y="232714"/>
                    </a:moveTo>
                    <a:cubicBezTo>
                      <a:pt x="519961" y="245621"/>
                      <a:pt x="504440" y="261109"/>
                      <a:pt x="488919" y="276596"/>
                    </a:cubicBezTo>
                    <a:cubicBezTo>
                      <a:pt x="473398" y="292084"/>
                      <a:pt x="457877" y="310153"/>
                      <a:pt x="444942" y="328223"/>
                    </a:cubicBezTo>
                    <a:cubicBezTo>
                      <a:pt x="432008" y="348873"/>
                      <a:pt x="421661" y="366942"/>
                      <a:pt x="408726" y="387593"/>
                    </a:cubicBezTo>
                    <a:cubicBezTo>
                      <a:pt x="398379" y="405662"/>
                      <a:pt x="388032" y="426312"/>
                      <a:pt x="377684" y="446963"/>
                    </a:cubicBezTo>
                    <a:lnTo>
                      <a:pt x="359576" y="485682"/>
                    </a:lnTo>
                    <a:lnTo>
                      <a:pt x="328534" y="444381"/>
                    </a:lnTo>
                    <a:cubicBezTo>
                      <a:pt x="318186" y="431475"/>
                      <a:pt x="302665" y="421150"/>
                      <a:pt x="284557" y="410824"/>
                    </a:cubicBezTo>
                    <a:cubicBezTo>
                      <a:pt x="276797" y="405662"/>
                      <a:pt x="266449" y="400499"/>
                      <a:pt x="258689" y="397918"/>
                    </a:cubicBezTo>
                    <a:cubicBezTo>
                      <a:pt x="253515" y="395337"/>
                      <a:pt x="248341" y="392755"/>
                      <a:pt x="243168" y="390174"/>
                    </a:cubicBezTo>
                    <a:cubicBezTo>
                      <a:pt x="237994" y="390174"/>
                      <a:pt x="232820" y="387593"/>
                      <a:pt x="230233" y="385011"/>
                    </a:cubicBezTo>
                    <a:lnTo>
                      <a:pt x="271623" y="302410"/>
                    </a:lnTo>
                    <a:cubicBezTo>
                      <a:pt x="276797" y="307572"/>
                      <a:pt x="281970" y="310153"/>
                      <a:pt x="287144" y="315316"/>
                    </a:cubicBezTo>
                    <a:cubicBezTo>
                      <a:pt x="292318" y="317897"/>
                      <a:pt x="297492" y="323060"/>
                      <a:pt x="302665" y="325641"/>
                    </a:cubicBezTo>
                    <a:cubicBezTo>
                      <a:pt x="313013" y="333385"/>
                      <a:pt x="320773" y="343710"/>
                      <a:pt x="331121" y="351454"/>
                    </a:cubicBezTo>
                    <a:cubicBezTo>
                      <a:pt x="341468" y="361780"/>
                      <a:pt x="349229" y="372105"/>
                      <a:pt x="356989" y="382430"/>
                    </a:cubicBezTo>
                    <a:cubicBezTo>
                      <a:pt x="364750" y="374686"/>
                      <a:pt x="369924" y="369523"/>
                      <a:pt x="375097" y="361780"/>
                    </a:cubicBezTo>
                    <a:cubicBezTo>
                      <a:pt x="390618" y="343710"/>
                      <a:pt x="406140" y="328223"/>
                      <a:pt x="424248" y="310153"/>
                    </a:cubicBezTo>
                    <a:cubicBezTo>
                      <a:pt x="442356" y="294666"/>
                      <a:pt x="460464" y="279178"/>
                      <a:pt x="478572" y="266271"/>
                    </a:cubicBezTo>
                    <a:cubicBezTo>
                      <a:pt x="499267" y="253365"/>
                      <a:pt x="519961" y="240458"/>
                      <a:pt x="540656" y="232714"/>
                    </a:cubicBezTo>
                    <a:close/>
                    <a:moveTo>
                      <a:pt x="250901" y="232714"/>
                    </a:moveTo>
                    <a:cubicBezTo>
                      <a:pt x="250901" y="232714"/>
                      <a:pt x="250901" y="235194"/>
                      <a:pt x="250901" y="235194"/>
                    </a:cubicBezTo>
                    <a:lnTo>
                      <a:pt x="250832" y="235264"/>
                    </a:lnTo>
                    <a:lnTo>
                      <a:pt x="250732" y="235194"/>
                    </a:lnTo>
                    <a:lnTo>
                      <a:pt x="250737" y="235359"/>
                    </a:lnTo>
                    <a:lnTo>
                      <a:pt x="248421" y="237674"/>
                    </a:lnTo>
                    <a:cubicBezTo>
                      <a:pt x="250901" y="235194"/>
                      <a:pt x="250901" y="235194"/>
                      <a:pt x="250901" y="232714"/>
                    </a:cubicBezTo>
                    <a:close/>
                    <a:moveTo>
                      <a:pt x="183628" y="0"/>
                    </a:moveTo>
                    <a:cubicBezTo>
                      <a:pt x="183628" y="0"/>
                      <a:pt x="196545" y="2583"/>
                      <a:pt x="217213" y="10333"/>
                    </a:cubicBezTo>
                    <a:lnTo>
                      <a:pt x="230130" y="12917"/>
                    </a:lnTo>
                    <a:cubicBezTo>
                      <a:pt x="258548" y="20667"/>
                      <a:pt x="271465" y="36167"/>
                      <a:pt x="274048" y="38751"/>
                    </a:cubicBezTo>
                    <a:cubicBezTo>
                      <a:pt x="294715" y="64585"/>
                      <a:pt x="289548" y="103336"/>
                      <a:pt x="284382" y="121420"/>
                    </a:cubicBezTo>
                    <a:cubicBezTo>
                      <a:pt x="289548" y="129170"/>
                      <a:pt x="286965" y="144671"/>
                      <a:pt x="284382" y="152421"/>
                    </a:cubicBezTo>
                    <a:cubicBezTo>
                      <a:pt x="284382" y="160171"/>
                      <a:pt x="281798" y="165338"/>
                      <a:pt x="276631" y="167921"/>
                    </a:cubicBezTo>
                    <a:cubicBezTo>
                      <a:pt x="271465" y="211839"/>
                      <a:pt x="232713" y="258341"/>
                      <a:pt x="191378" y="258341"/>
                    </a:cubicBezTo>
                    <a:cubicBezTo>
                      <a:pt x="155211" y="258341"/>
                      <a:pt x="116460" y="214423"/>
                      <a:pt x="111293" y="167921"/>
                    </a:cubicBezTo>
                    <a:cubicBezTo>
                      <a:pt x="108709" y="165338"/>
                      <a:pt x="103543" y="160171"/>
                      <a:pt x="103543" y="152421"/>
                    </a:cubicBezTo>
                    <a:cubicBezTo>
                      <a:pt x="100959" y="144671"/>
                      <a:pt x="98376" y="129170"/>
                      <a:pt x="103543" y="121420"/>
                    </a:cubicBezTo>
                    <a:cubicBezTo>
                      <a:pt x="103543" y="121420"/>
                      <a:pt x="106126" y="121420"/>
                      <a:pt x="106126" y="118837"/>
                    </a:cubicBezTo>
                    <a:cubicBezTo>
                      <a:pt x="98376" y="80085"/>
                      <a:pt x="103543" y="62002"/>
                      <a:pt x="106126" y="59418"/>
                    </a:cubicBezTo>
                    <a:cubicBezTo>
                      <a:pt x="119043" y="20667"/>
                      <a:pt x="160378" y="5167"/>
                      <a:pt x="160378" y="5167"/>
                    </a:cubicBezTo>
                    <a:cubicBezTo>
                      <a:pt x="162961" y="2583"/>
                      <a:pt x="170711" y="0"/>
                      <a:pt x="175878" y="2583"/>
                    </a:cubicBezTo>
                    <a:cubicBezTo>
                      <a:pt x="175878" y="2583"/>
                      <a:pt x="178461" y="2583"/>
                      <a:pt x="181045" y="2583"/>
                    </a:cubicBezTo>
                    <a:cubicBezTo>
                      <a:pt x="181045" y="0"/>
                      <a:pt x="181045" y="0"/>
                      <a:pt x="183628" y="0"/>
                    </a:cubicBezTo>
                    <a:close/>
                  </a:path>
                </a:pathLst>
              </a:custGeom>
              <a:solidFill>
                <a:schemeClr val="accent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cs typeface="+mn-ea"/>
                  <a:sym typeface="+mn-lt"/>
                </a:endParaRPr>
              </a:p>
            </p:txBody>
          </p:sp>
        </p:grpSp>
        <p:sp>
          <p:nvSpPr>
            <p:cNvPr id="38" name="椭圆 37"/>
            <p:cNvSpPr/>
            <p:nvPr/>
          </p:nvSpPr>
          <p:spPr>
            <a:xfrm>
              <a:off x="2988214" y="3004898"/>
              <a:ext cx="1254602" cy="1254604"/>
            </a:xfrm>
            <a:prstGeom prst="ellipse">
              <a:avLst/>
            </a:prstGeom>
            <a:solidFill>
              <a:schemeClr val="bg1"/>
            </a:solidFill>
            <a:ln w="38100">
              <a:solidFill>
                <a:schemeClr val="accent2"/>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r>
                <a:rPr lang="zh-CN" altLang="en-US" sz="2400" b="1" dirty="0">
                  <a:solidFill>
                    <a:schemeClr val="tx1"/>
                  </a:solidFill>
                  <a:latin typeface="宋体" panose="02010600030101010101" pitchFamily="2" charset="-122"/>
                  <a:ea typeface="宋体" panose="02010600030101010101" pitchFamily="2" charset="-122"/>
                  <a:cs typeface="+mn-ea"/>
                  <a:sym typeface="+mn-lt"/>
                </a:rPr>
                <a:t>负责</a:t>
              </a:r>
            </a:p>
            <a:p>
              <a:pPr algn="ctr"/>
              <a:r>
                <a:rPr lang="zh-CN" altLang="en-US" sz="2400" b="1" dirty="0">
                  <a:solidFill>
                    <a:schemeClr val="tx1"/>
                  </a:solidFill>
                  <a:latin typeface="宋体" panose="02010600030101010101" pitchFamily="2" charset="-122"/>
                  <a:ea typeface="宋体" panose="02010600030101010101" pitchFamily="2" charset="-122"/>
                  <a:cs typeface="+mn-ea"/>
                  <a:sym typeface="+mn-lt"/>
                </a:rPr>
                <a:t>部分</a:t>
              </a:r>
            </a:p>
          </p:txBody>
        </p:sp>
      </p:gr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n-lt"/>
                <a:ea typeface="+mn-ea"/>
                <a:cs typeface="+mn-ea"/>
                <a:sym typeface="+mn-lt"/>
              </a:rPr>
              <a:t>特色端口简介</a:t>
            </a:r>
          </a:p>
        </p:txBody>
      </p:sp>
      <p:pic>
        <p:nvPicPr>
          <p:cNvPr id="43" name="图片 42"/>
          <p:cNvPicPr>
            <a:picLocks noChangeAspect="1"/>
          </p:cNvPicPr>
          <p:nvPr>
            <p:custDataLst>
              <p:tags r:id="rId1"/>
            </p:custDataLst>
          </p:nvPr>
        </p:nvPicPr>
        <p:blipFill>
          <a:blip r:embed="rId3">
            <a:clrChange>
              <a:clrFrom>
                <a:srgbClr val="FFFFFF">
                  <a:alpha val="100000"/>
                </a:srgbClr>
              </a:clrFrom>
              <a:clrTo>
                <a:srgbClr val="FFFFFF">
                  <a:alpha val="100000"/>
                  <a:alpha val="0"/>
                </a:srgbClr>
              </a:clrTo>
            </a:clrChange>
          </a:blip>
          <a:stretch>
            <a:fillRect/>
          </a:stretch>
        </p:blipFill>
        <p:spPr>
          <a:xfrm>
            <a:off x="1509354" y="1028700"/>
            <a:ext cx="9173292" cy="5367473"/>
          </a:xfrm>
          <a:prstGeom prst="rect">
            <a:avLst/>
          </a:prstGeom>
        </p:spPr>
      </p:pic>
      <p:sp>
        <p:nvSpPr>
          <p:cNvPr id="3" name="页脚占位符 2">
            <a:extLst>
              <a:ext uri="{FF2B5EF4-FFF2-40B4-BE49-F238E27FC236}">
                <a16:creationId xmlns:a16="http://schemas.microsoft.com/office/drawing/2014/main" id="{40ABFD03-F40E-259C-B45F-DBB41B4D288B}"/>
              </a:ext>
            </a:extLst>
          </p:cNvPr>
          <p:cNvSpPr>
            <a:spLocks noGrp="1"/>
          </p:cNvSpPr>
          <p:nvPr>
            <p:ph type="ftr" sz="quarter" idx="11"/>
          </p:nvPr>
        </p:nvSpPr>
        <p:spPr>
          <a:xfrm>
            <a:off x="669924" y="6240463"/>
            <a:ext cx="4140201" cy="206381"/>
          </a:xfrm>
        </p:spPr>
        <p:txBody>
          <a:bodyPr/>
          <a:lstStyle/>
          <a:p>
            <a:r>
              <a:rPr lang="zh-CN" altLang="en-US" dirty="0">
                <a:cs typeface="+mn-ea"/>
                <a:sym typeface="+mn-lt"/>
              </a:rPr>
              <a:t>课程管理系统</a:t>
            </a:r>
          </a:p>
        </p:txBody>
      </p:sp>
      <p:sp>
        <p:nvSpPr>
          <p:cNvPr id="4" name="灯片编号占位符 3">
            <a:extLst>
              <a:ext uri="{FF2B5EF4-FFF2-40B4-BE49-F238E27FC236}">
                <a16:creationId xmlns:a16="http://schemas.microsoft.com/office/drawing/2014/main" id="{713FAC78-8BFA-E55D-C0C7-A79DE9B61D56}"/>
              </a:ext>
            </a:extLst>
          </p:cNvPr>
          <p:cNvSpPr>
            <a:spLocks noGrp="1"/>
          </p:cNvSpPr>
          <p:nvPr>
            <p:ph type="sldNum" sz="quarter" idx="12"/>
          </p:nvPr>
        </p:nvSpPr>
        <p:spPr>
          <a:xfrm>
            <a:off x="8610599" y="6240463"/>
            <a:ext cx="2909888" cy="206381"/>
          </a:xfrm>
        </p:spPr>
        <p:txBody>
          <a:bodyPr/>
          <a:lstStyle/>
          <a:p>
            <a:fld id="{5DD3DB80-B894-403A-B48E-6FDC1A72010E}" type="slidenum">
              <a:rPr lang="zh-CN" altLang="en-US" b="1" smtClean="0">
                <a:solidFill>
                  <a:schemeClr val="tx1"/>
                </a:solidFill>
                <a:cs typeface="+mn-ea"/>
                <a:sym typeface="+mn-lt"/>
              </a:rPr>
              <a:t>72</a:t>
            </a:fld>
            <a:endParaRPr lang="zh-CN" altLang="en-US" b="1" dirty="0">
              <a:solidFill>
                <a:schemeClr val="tx1"/>
              </a:solidFill>
              <a:cs typeface="+mn-ea"/>
              <a:sym typeface="+mn-lt"/>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n-lt"/>
                <a:ea typeface="+mn-ea"/>
                <a:cs typeface="+mn-ea"/>
                <a:sym typeface="+mn-lt"/>
              </a:rPr>
              <a:t>前端设计</a:t>
            </a:r>
          </a:p>
        </p:txBody>
      </p:sp>
      <p:sp>
        <p:nvSpPr>
          <p:cNvPr id="3" name="页脚占位符 2"/>
          <p:cNvSpPr>
            <a:spLocks noGrp="1"/>
          </p:cNvSpPr>
          <p:nvPr>
            <p:ph type="ftr" sz="quarter" idx="11"/>
          </p:nvPr>
        </p:nvSpPr>
        <p:spPr/>
        <p:txBody>
          <a:bodyPr/>
          <a:lstStyle/>
          <a:p>
            <a:r>
              <a:rPr lang="zh-CN" altLang="en-US" dirty="0">
                <a:cs typeface="+mn-ea"/>
                <a:sym typeface="+mn-lt"/>
              </a:rPr>
              <a:t>课程管理系统</a:t>
            </a:r>
          </a:p>
        </p:txBody>
      </p:sp>
      <p:sp>
        <p:nvSpPr>
          <p:cNvPr id="4" name="灯片编号占位符 3"/>
          <p:cNvSpPr>
            <a:spLocks noGrp="1"/>
          </p:cNvSpPr>
          <p:nvPr>
            <p:ph type="sldNum" sz="quarter" idx="12"/>
          </p:nvPr>
        </p:nvSpPr>
        <p:spPr/>
        <p:txBody>
          <a:bodyPr/>
          <a:lstStyle/>
          <a:p>
            <a:fld id="{5DD3DB80-B894-403A-B48E-6FDC1A72010E}" type="slidenum">
              <a:rPr lang="zh-CN" altLang="en-US" b="1" smtClean="0">
                <a:solidFill>
                  <a:schemeClr val="tx1"/>
                </a:solidFill>
                <a:cs typeface="+mn-ea"/>
                <a:sym typeface="+mn-lt"/>
              </a:rPr>
              <a:t>73</a:t>
            </a:fld>
            <a:endParaRPr lang="zh-CN" altLang="en-US" b="1" dirty="0">
              <a:solidFill>
                <a:schemeClr val="tx1"/>
              </a:solidFill>
              <a:cs typeface="+mn-ea"/>
              <a:sym typeface="+mn-lt"/>
            </a:endParaRPr>
          </a:p>
        </p:txBody>
      </p:sp>
      <p:grpSp>
        <p:nvGrpSpPr>
          <p:cNvPr id="28" name="组合 27"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nvGrpSpPr>
        <p:grpSpPr>
          <a:xfrm>
            <a:off x="1192540" y="1351211"/>
            <a:ext cx="10326359" cy="4561979"/>
            <a:chOff x="1192540" y="1351211"/>
            <a:chExt cx="10326359" cy="4561979"/>
          </a:xfrm>
        </p:grpSpPr>
        <p:sp>
          <p:nvSpPr>
            <p:cNvPr id="29" name="任意多边形: 形状 28"/>
            <p:cNvSpPr/>
            <p:nvPr/>
          </p:nvSpPr>
          <p:spPr bwMode="auto">
            <a:xfrm flipH="1">
              <a:off x="4055454" y="1351211"/>
              <a:ext cx="586231" cy="4561979"/>
            </a:xfrm>
            <a:custGeom>
              <a:avLst/>
              <a:gdLst>
                <a:gd name="T0" fmla="*/ 0 w 1412"/>
                <a:gd name="T1" fmla="*/ 82 h 6009"/>
                <a:gd name="T2" fmla="*/ 0 w 1412"/>
                <a:gd name="T3" fmla="*/ 0 h 6009"/>
                <a:gd name="T4" fmla="*/ 283 w 1412"/>
                <a:gd name="T5" fmla="*/ 71 h 6009"/>
                <a:gd name="T6" fmla="*/ 518 w 1412"/>
                <a:gd name="T7" fmla="*/ 182 h 6009"/>
                <a:gd name="T8" fmla="*/ 723 w 1412"/>
                <a:gd name="T9" fmla="*/ 367 h 6009"/>
                <a:gd name="T10" fmla="*/ 863 w 1412"/>
                <a:gd name="T11" fmla="*/ 597 h 6009"/>
                <a:gd name="T12" fmla="*/ 935 w 1412"/>
                <a:gd name="T13" fmla="*/ 848 h 6009"/>
                <a:gd name="T14" fmla="*/ 966 w 1412"/>
                <a:gd name="T15" fmla="*/ 1141 h 6009"/>
                <a:gd name="T16" fmla="*/ 931 w 1412"/>
                <a:gd name="T17" fmla="*/ 1500 h 6009"/>
                <a:gd name="T18" fmla="*/ 856 w 1412"/>
                <a:gd name="T19" fmla="*/ 1831 h 6009"/>
                <a:gd name="T20" fmla="*/ 828 w 1412"/>
                <a:gd name="T21" fmla="*/ 2176 h 6009"/>
                <a:gd name="T22" fmla="*/ 869 w 1412"/>
                <a:gd name="T23" fmla="*/ 2502 h 6009"/>
                <a:gd name="T24" fmla="*/ 961 w 1412"/>
                <a:gd name="T25" fmla="*/ 2687 h 6009"/>
                <a:gd name="T26" fmla="*/ 1110 w 1412"/>
                <a:gd name="T27" fmla="*/ 2815 h 6009"/>
                <a:gd name="T28" fmla="*/ 1244 w 1412"/>
                <a:gd name="T29" fmla="*/ 2889 h 6009"/>
                <a:gd name="T30" fmla="*/ 1412 w 1412"/>
                <a:gd name="T31" fmla="*/ 2920 h 6009"/>
                <a:gd name="T32" fmla="*/ 1412 w 1412"/>
                <a:gd name="T33" fmla="*/ 3079 h 6009"/>
                <a:gd name="T34" fmla="*/ 1156 w 1412"/>
                <a:gd name="T35" fmla="*/ 3164 h 6009"/>
                <a:gd name="T36" fmla="*/ 999 w 1412"/>
                <a:gd name="T37" fmla="*/ 3291 h 6009"/>
                <a:gd name="T38" fmla="*/ 880 w 1412"/>
                <a:gd name="T39" fmla="*/ 3508 h 6009"/>
                <a:gd name="T40" fmla="*/ 826 w 1412"/>
                <a:gd name="T41" fmla="*/ 3804 h 6009"/>
                <a:gd name="T42" fmla="*/ 850 w 1412"/>
                <a:gd name="T43" fmla="*/ 4193 h 6009"/>
                <a:gd name="T44" fmla="*/ 884 w 1412"/>
                <a:gd name="T45" fmla="*/ 4452 h 6009"/>
                <a:gd name="T46" fmla="*/ 935 w 1412"/>
                <a:gd name="T47" fmla="*/ 4752 h 6009"/>
                <a:gd name="T48" fmla="*/ 944 w 1412"/>
                <a:gd name="T49" fmla="*/ 5046 h 6009"/>
                <a:gd name="T50" fmla="*/ 893 w 1412"/>
                <a:gd name="T51" fmla="*/ 5331 h 6009"/>
                <a:gd name="T52" fmla="*/ 792 w 1412"/>
                <a:gd name="T53" fmla="*/ 5553 h 6009"/>
                <a:gd name="T54" fmla="*/ 639 w 1412"/>
                <a:gd name="T55" fmla="*/ 5737 h 6009"/>
                <a:gd name="T56" fmla="*/ 458 w 1412"/>
                <a:gd name="T57" fmla="*/ 5879 h 6009"/>
                <a:gd name="T58" fmla="*/ 310 w 1412"/>
                <a:gd name="T59" fmla="*/ 5967 h 6009"/>
                <a:gd name="T60" fmla="*/ 212 w 1412"/>
                <a:gd name="T61" fmla="*/ 6005 h 6009"/>
                <a:gd name="T62" fmla="*/ 171 w 1412"/>
                <a:gd name="T63" fmla="*/ 5973 h 6009"/>
                <a:gd name="T64" fmla="*/ 208 w 1412"/>
                <a:gd name="T65" fmla="*/ 5905 h 6009"/>
                <a:gd name="T66" fmla="*/ 300 w 1412"/>
                <a:gd name="T67" fmla="*/ 5840 h 6009"/>
                <a:gd name="T68" fmla="*/ 445 w 1412"/>
                <a:gd name="T69" fmla="*/ 5705 h 6009"/>
                <a:gd name="T70" fmla="*/ 564 w 1412"/>
                <a:gd name="T71" fmla="*/ 5512 h 6009"/>
                <a:gd name="T72" fmla="*/ 625 w 1412"/>
                <a:gd name="T73" fmla="*/ 5315 h 6009"/>
                <a:gd name="T74" fmla="*/ 638 w 1412"/>
                <a:gd name="T75" fmla="*/ 5121 h 6009"/>
                <a:gd name="T76" fmla="*/ 618 w 1412"/>
                <a:gd name="T77" fmla="*/ 4825 h 6009"/>
                <a:gd name="T78" fmla="*/ 584 w 1412"/>
                <a:gd name="T79" fmla="*/ 4415 h 6009"/>
                <a:gd name="T80" fmla="*/ 578 w 1412"/>
                <a:gd name="T81" fmla="*/ 4048 h 6009"/>
                <a:gd name="T82" fmla="*/ 632 w 1412"/>
                <a:gd name="T83" fmla="*/ 3704 h 6009"/>
                <a:gd name="T84" fmla="*/ 772 w 1412"/>
                <a:gd name="T85" fmla="*/ 3412 h 6009"/>
                <a:gd name="T86" fmla="*/ 941 w 1412"/>
                <a:gd name="T87" fmla="*/ 3215 h 6009"/>
                <a:gd name="T88" fmla="*/ 1273 w 1412"/>
                <a:gd name="T89" fmla="*/ 3012 h 6009"/>
                <a:gd name="T90" fmla="*/ 1034 w 1412"/>
                <a:gd name="T91" fmla="*/ 2880 h 6009"/>
                <a:gd name="T92" fmla="*/ 884 w 1412"/>
                <a:gd name="T93" fmla="*/ 2767 h 6009"/>
                <a:gd name="T94" fmla="*/ 739 w 1412"/>
                <a:gd name="T95" fmla="*/ 2564 h 6009"/>
                <a:gd name="T96" fmla="*/ 611 w 1412"/>
                <a:gd name="T97" fmla="*/ 2279 h 6009"/>
                <a:gd name="T98" fmla="*/ 558 w 1412"/>
                <a:gd name="T99" fmla="*/ 1973 h 6009"/>
                <a:gd name="T100" fmla="*/ 562 w 1412"/>
                <a:gd name="T101" fmla="*/ 1648 h 6009"/>
                <a:gd name="T102" fmla="*/ 605 w 1412"/>
                <a:gd name="T103" fmla="*/ 1308 h 6009"/>
                <a:gd name="T104" fmla="*/ 646 w 1412"/>
                <a:gd name="T105" fmla="*/ 904 h 6009"/>
                <a:gd name="T106" fmla="*/ 619 w 1412"/>
                <a:gd name="T107" fmla="*/ 644 h 6009"/>
                <a:gd name="T108" fmla="*/ 520 w 1412"/>
                <a:gd name="T109" fmla="*/ 441 h 6009"/>
                <a:gd name="T110" fmla="*/ 341 w 1412"/>
                <a:gd name="T111" fmla="*/ 240 h 6009"/>
                <a:gd name="T112" fmla="*/ 152 w 1412"/>
                <a:gd name="T113" fmla="*/ 132 h 6009"/>
                <a:gd name="T114" fmla="*/ 0 w 1412"/>
                <a:gd name="T115" fmla="*/ 82 h 6009"/>
                <a:gd name="connsiteX0" fmla="*/ 0 w 12987"/>
                <a:gd name="connsiteY0" fmla="*/ 136 h 9994"/>
                <a:gd name="connsiteX1" fmla="*/ 0 w 12987"/>
                <a:gd name="connsiteY1" fmla="*/ 0 h 9994"/>
                <a:gd name="connsiteX2" fmla="*/ 2004 w 12987"/>
                <a:gd name="connsiteY2" fmla="*/ 118 h 9994"/>
                <a:gd name="connsiteX3" fmla="*/ 3669 w 12987"/>
                <a:gd name="connsiteY3" fmla="*/ 303 h 9994"/>
                <a:gd name="connsiteX4" fmla="*/ 5120 w 12987"/>
                <a:gd name="connsiteY4" fmla="*/ 611 h 9994"/>
                <a:gd name="connsiteX5" fmla="*/ 6112 w 12987"/>
                <a:gd name="connsiteY5" fmla="*/ 994 h 9994"/>
                <a:gd name="connsiteX6" fmla="*/ 6622 w 12987"/>
                <a:gd name="connsiteY6" fmla="*/ 1411 h 9994"/>
                <a:gd name="connsiteX7" fmla="*/ 6841 w 12987"/>
                <a:gd name="connsiteY7" fmla="*/ 1899 h 9994"/>
                <a:gd name="connsiteX8" fmla="*/ 6593 w 12987"/>
                <a:gd name="connsiteY8" fmla="*/ 2496 h 9994"/>
                <a:gd name="connsiteX9" fmla="*/ 6062 w 12987"/>
                <a:gd name="connsiteY9" fmla="*/ 3047 h 9994"/>
                <a:gd name="connsiteX10" fmla="*/ 5864 w 12987"/>
                <a:gd name="connsiteY10" fmla="*/ 3621 h 9994"/>
                <a:gd name="connsiteX11" fmla="*/ 6154 w 12987"/>
                <a:gd name="connsiteY11" fmla="*/ 4164 h 9994"/>
                <a:gd name="connsiteX12" fmla="*/ 6806 w 12987"/>
                <a:gd name="connsiteY12" fmla="*/ 4472 h 9994"/>
                <a:gd name="connsiteX13" fmla="*/ 7861 w 12987"/>
                <a:gd name="connsiteY13" fmla="*/ 4685 h 9994"/>
                <a:gd name="connsiteX14" fmla="*/ 8810 w 12987"/>
                <a:gd name="connsiteY14" fmla="*/ 4808 h 9994"/>
                <a:gd name="connsiteX15" fmla="*/ 10000 w 12987"/>
                <a:gd name="connsiteY15" fmla="*/ 4859 h 9994"/>
                <a:gd name="connsiteX16" fmla="*/ 12987 w 12987"/>
                <a:gd name="connsiteY16" fmla="*/ 4983 h 9994"/>
                <a:gd name="connsiteX17" fmla="*/ 10000 w 12987"/>
                <a:gd name="connsiteY17" fmla="*/ 5124 h 9994"/>
                <a:gd name="connsiteX18" fmla="*/ 8187 w 12987"/>
                <a:gd name="connsiteY18" fmla="*/ 5265 h 9994"/>
                <a:gd name="connsiteX19" fmla="*/ 7075 w 12987"/>
                <a:gd name="connsiteY19" fmla="*/ 5477 h 9994"/>
                <a:gd name="connsiteX20" fmla="*/ 6232 w 12987"/>
                <a:gd name="connsiteY20" fmla="*/ 5838 h 9994"/>
                <a:gd name="connsiteX21" fmla="*/ 5850 w 12987"/>
                <a:gd name="connsiteY21" fmla="*/ 6331 h 9994"/>
                <a:gd name="connsiteX22" fmla="*/ 6020 w 12987"/>
                <a:gd name="connsiteY22" fmla="*/ 6978 h 9994"/>
                <a:gd name="connsiteX23" fmla="*/ 6261 w 12987"/>
                <a:gd name="connsiteY23" fmla="*/ 7409 h 9994"/>
                <a:gd name="connsiteX24" fmla="*/ 6622 w 12987"/>
                <a:gd name="connsiteY24" fmla="*/ 7908 h 9994"/>
                <a:gd name="connsiteX25" fmla="*/ 6686 w 12987"/>
                <a:gd name="connsiteY25" fmla="*/ 8397 h 9994"/>
                <a:gd name="connsiteX26" fmla="*/ 6324 w 12987"/>
                <a:gd name="connsiteY26" fmla="*/ 8872 h 9994"/>
                <a:gd name="connsiteX27" fmla="*/ 5609 w 12987"/>
                <a:gd name="connsiteY27" fmla="*/ 9241 h 9994"/>
                <a:gd name="connsiteX28" fmla="*/ 4525 w 12987"/>
                <a:gd name="connsiteY28" fmla="*/ 9547 h 9994"/>
                <a:gd name="connsiteX29" fmla="*/ 3244 w 12987"/>
                <a:gd name="connsiteY29" fmla="*/ 9784 h 9994"/>
                <a:gd name="connsiteX30" fmla="*/ 2195 w 12987"/>
                <a:gd name="connsiteY30" fmla="*/ 9930 h 9994"/>
                <a:gd name="connsiteX31" fmla="*/ 1501 w 12987"/>
                <a:gd name="connsiteY31" fmla="*/ 9993 h 9994"/>
                <a:gd name="connsiteX32" fmla="*/ 1211 w 12987"/>
                <a:gd name="connsiteY32" fmla="*/ 9940 h 9994"/>
                <a:gd name="connsiteX33" fmla="*/ 1473 w 12987"/>
                <a:gd name="connsiteY33" fmla="*/ 9827 h 9994"/>
                <a:gd name="connsiteX34" fmla="*/ 2125 w 12987"/>
                <a:gd name="connsiteY34" fmla="*/ 9719 h 9994"/>
                <a:gd name="connsiteX35" fmla="*/ 3152 w 12987"/>
                <a:gd name="connsiteY35" fmla="*/ 9494 h 9994"/>
                <a:gd name="connsiteX36" fmla="*/ 3994 w 12987"/>
                <a:gd name="connsiteY36" fmla="*/ 9173 h 9994"/>
                <a:gd name="connsiteX37" fmla="*/ 4426 w 12987"/>
                <a:gd name="connsiteY37" fmla="*/ 8845 h 9994"/>
                <a:gd name="connsiteX38" fmla="*/ 4518 w 12987"/>
                <a:gd name="connsiteY38" fmla="*/ 8522 h 9994"/>
                <a:gd name="connsiteX39" fmla="*/ 4377 w 12987"/>
                <a:gd name="connsiteY39" fmla="*/ 8030 h 9994"/>
                <a:gd name="connsiteX40" fmla="*/ 4136 w 12987"/>
                <a:gd name="connsiteY40" fmla="*/ 7347 h 9994"/>
                <a:gd name="connsiteX41" fmla="*/ 4093 w 12987"/>
                <a:gd name="connsiteY41" fmla="*/ 6737 h 9994"/>
                <a:gd name="connsiteX42" fmla="*/ 4476 w 12987"/>
                <a:gd name="connsiteY42" fmla="*/ 6164 h 9994"/>
                <a:gd name="connsiteX43" fmla="*/ 5467 w 12987"/>
                <a:gd name="connsiteY43" fmla="*/ 5678 h 9994"/>
                <a:gd name="connsiteX44" fmla="*/ 6664 w 12987"/>
                <a:gd name="connsiteY44" fmla="*/ 5350 h 9994"/>
                <a:gd name="connsiteX45" fmla="*/ 9016 w 12987"/>
                <a:gd name="connsiteY45" fmla="*/ 5012 h 9994"/>
                <a:gd name="connsiteX46" fmla="*/ 7323 w 12987"/>
                <a:gd name="connsiteY46" fmla="*/ 4793 h 9994"/>
                <a:gd name="connsiteX47" fmla="*/ 6261 w 12987"/>
                <a:gd name="connsiteY47" fmla="*/ 4605 h 9994"/>
                <a:gd name="connsiteX48" fmla="*/ 5234 w 12987"/>
                <a:gd name="connsiteY48" fmla="*/ 4267 h 9994"/>
                <a:gd name="connsiteX49" fmla="*/ 4327 w 12987"/>
                <a:gd name="connsiteY49" fmla="*/ 3793 h 9994"/>
                <a:gd name="connsiteX50" fmla="*/ 3952 w 12987"/>
                <a:gd name="connsiteY50" fmla="*/ 3283 h 9994"/>
                <a:gd name="connsiteX51" fmla="*/ 3980 w 12987"/>
                <a:gd name="connsiteY51" fmla="*/ 2743 h 9994"/>
                <a:gd name="connsiteX52" fmla="*/ 4285 w 12987"/>
                <a:gd name="connsiteY52" fmla="*/ 2177 h 9994"/>
                <a:gd name="connsiteX53" fmla="*/ 4575 w 12987"/>
                <a:gd name="connsiteY53" fmla="*/ 1504 h 9994"/>
                <a:gd name="connsiteX54" fmla="*/ 4384 w 12987"/>
                <a:gd name="connsiteY54" fmla="*/ 1072 h 9994"/>
                <a:gd name="connsiteX55" fmla="*/ 3683 w 12987"/>
                <a:gd name="connsiteY55" fmla="*/ 734 h 9994"/>
                <a:gd name="connsiteX56" fmla="*/ 2415 w 12987"/>
                <a:gd name="connsiteY56" fmla="*/ 399 h 9994"/>
                <a:gd name="connsiteX57" fmla="*/ 1076 w 12987"/>
                <a:gd name="connsiteY57" fmla="*/ 220 h 9994"/>
                <a:gd name="connsiteX58" fmla="*/ 0 w 12987"/>
                <a:gd name="connsiteY58" fmla="*/ 136 h 9994"/>
                <a:gd name="connsiteX0-1" fmla="*/ 0 w 10000"/>
                <a:gd name="connsiteY0-2" fmla="*/ 136 h 10000"/>
                <a:gd name="connsiteX1-3" fmla="*/ 0 w 10000"/>
                <a:gd name="connsiteY1-4" fmla="*/ 0 h 10000"/>
                <a:gd name="connsiteX2-5" fmla="*/ 1543 w 10000"/>
                <a:gd name="connsiteY2-6" fmla="*/ 118 h 10000"/>
                <a:gd name="connsiteX3-7" fmla="*/ 2825 w 10000"/>
                <a:gd name="connsiteY3-8" fmla="*/ 303 h 10000"/>
                <a:gd name="connsiteX4-9" fmla="*/ 3942 w 10000"/>
                <a:gd name="connsiteY4-10" fmla="*/ 611 h 10000"/>
                <a:gd name="connsiteX5-11" fmla="*/ 4706 w 10000"/>
                <a:gd name="connsiteY5-12" fmla="*/ 995 h 10000"/>
                <a:gd name="connsiteX6-13" fmla="*/ 5099 w 10000"/>
                <a:gd name="connsiteY6-14" fmla="*/ 1412 h 10000"/>
                <a:gd name="connsiteX7-15" fmla="*/ 5268 w 10000"/>
                <a:gd name="connsiteY7-16" fmla="*/ 1900 h 10000"/>
                <a:gd name="connsiteX8-17" fmla="*/ 5077 w 10000"/>
                <a:gd name="connsiteY8-18" fmla="*/ 2497 h 10000"/>
                <a:gd name="connsiteX9-19" fmla="*/ 4668 w 10000"/>
                <a:gd name="connsiteY9-20" fmla="*/ 3049 h 10000"/>
                <a:gd name="connsiteX10-21" fmla="*/ 4515 w 10000"/>
                <a:gd name="connsiteY10-22" fmla="*/ 3623 h 10000"/>
                <a:gd name="connsiteX11-23" fmla="*/ 4739 w 10000"/>
                <a:gd name="connsiteY11-24" fmla="*/ 4166 h 10000"/>
                <a:gd name="connsiteX12-25" fmla="*/ 5241 w 10000"/>
                <a:gd name="connsiteY12-26" fmla="*/ 4475 h 10000"/>
                <a:gd name="connsiteX13-27" fmla="*/ 6053 w 10000"/>
                <a:gd name="connsiteY13-28" fmla="*/ 4688 h 10000"/>
                <a:gd name="connsiteX14-29" fmla="*/ 6784 w 10000"/>
                <a:gd name="connsiteY14-30" fmla="*/ 4811 h 10000"/>
                <a:gd name="connsiteX15-31" fmla="*/ 7700 w 10000"/>
                <a:gd name="connsiteY15-32" fmla="*/ 4862 h 10000"/>
                <a:gd name="connsiteX16-33" fmla="*/ 10000 w 10000"/>
                <a:gd name="connsiteY16-34" fmla="*/ 4986 h 10000"/>
                <a:gd name="connsiteX17-35" fmla="*/ 7700 w 10000"/>
                <a:gd name="connsiteY17-36" fmla="*/ 5127 h 10000"/>
                <a:gd name="connsiteX18-37" fmla="*/ 6304 w 10000"/>
                <a:gd name="connsiteY18-38" fmla="*/ 5268 h 10000"/>
                <a:gd name="connsiteX19-39" fmla="*/ 5448 w 10000"/>
                <a:gd name="connsiteY19-40" fmla="*/ 5480 h 10000"/>
                <a:gd name="connsiteX20-41" fmla="*/ 4799 w 10000"/>
                <a:gd name="connsiteY20-42" fmla="*/ 5842 h 10000"/>
                <a:gd name="connsiteX21-43" fmla="*/ 4505 w 10000"/>
                <a:gd name="connsiteY21-44" fmla="*/ 6335 h 10000"/>
                <a:gd name="connsiteX22-45" fmla="*/ 4635 w 10000"/>
                <a:gd name="connsiteY22-46" fmla="*/ 6982 h 10000"/>
                <a:gd name="connsiteX23-47" fmla="*/ 4821 w 10000"/>
                <a:gd name="connsiteY23-48" fmla="*/ 7413 h 10000"/>
                <a:gd name="connsiteX24-49" fmla="*/ 5099 w 10000"/>
                <a:gd name="connsiteY24-50" fmla="*/ 7913 h 10000"/>
                <a:gd name="connsiteX25-51" fmla="*/ 5148 w 10000"/>
                <a:gd name="connsiteY25-52" fmla="*/ 8402 h 10000"/>
                <a:gd name="connsiteX26-53" fmla="*/ 4869 w 10000"/>
                <a:gd name="connsiteY26-54" fmla="*/ 8877 h 10000"/>
                <a:gd name="connsiteX27-55" fmla="*/ 4319 w 10000"/>
                <a:gd name="connsiteY27-56" fmla="*/ 9247 h 10000"/>
                <a:gd name="connsiteX28-57" fmla="*/ 3484 w 10000"/>
                <a:gd name="connsiteY28-58" fmla="*/ 9553 h 10000"/>
                <a:gd name="connsiteX29-59" fmla="*/ 2498 w 10000"/>
                <a:gd name="connsiteY29-60" fmla="*/ 9790 h 10000"/>
                <a:gd name="connsiteX30-61" fmla="*/ 1690 w 10000"/>
                <a:gd name="connsiteY30-62" fmla="*/ 9936 h 10000"/>
                <a:gd name="connsiteX31-63" fmla="*/ 1156 w 10000"/>
                <a:gd name="connsiteY31-64" fmla="*/ 9999 h 10000"/>
                <a:gd name="connsiteX32-65" fmla="*/ 932 w 10000"/>
                <a:gd name="connsiteY32-66" fmla="*/ 9946 h 10000"/>
                <a:gd name="connsiteX33-67" fmla="*/ 1134 w 10000"/>
                <a:gd name="connsiteY33-68" fmla="*/ 9833 h 10000"/>
                <a:gd name="connsiteX34-69" fmla="*/ 1636 w 10000"/>
                <a:gd name="connsiteY34-70" fmla="*/ 9725 h 10000"/>
                <a:gd name="connsiteX35-71" fmla="*/ 2427 w 10000"/>
                <a:gd name="connsiteY35-72" fmla="*/ 9500 h 10000"/>
                <a:gd name="connsiteX36-73" fmla="*/ 3075 w 10000"/>
                <a:gd name="connsiteY36-74" fmla="*/ 9179 h 10000"/>
                <a:gd name="connsiteX37-75" fmla="*/ 3408 w 10000"/>
                <a:gd name="connsiteY37-76" fmla="*/ 8850 h 10000"/>
                <a:gd name="connsiteX38-77" fmla="*/ 3479 w 10000"/>
                <a:gd name="connsiteY38-78" fmla="*/ 8527 h 10000"/>
                <a:gd name="connsiteX39-79" fmla="*/ 3370 w 10000"/>
                <a:gd name="connsiteY39-80" fmla="*/ 8035 h 10000"/>
                <a:gd name="connsiteX40-81" fmla="*/ 3185 w 10000"/>
                <a:gd name="connsiteY40-82" fmla="*/ 7351 h 10000"/>
                <a:gd name="connsiteX41-83" fmla="*/ 3152 w 10000"/>
                <a:gd name="connsiteY41-84" fmla="*/ 6741 h 10000"/>
                <a:gd name="connsiteX42-85" fmla="*/ 3447 w 10000"/>
                <a:gd name="connsiteY42-86" fmla="*/ 6168 h 10000"/>
                <a:gd name="connsiteX43-87" fmla="*/ 4210 w 10000"/>
                <a:gd name="connsiteY43-88" fmla="*/ 5681 h 10000"/>
                <a:gd name="connsiteX44-89" fmla="*/ 5131 w 10000"/>
                <a:gd name="connsiteY44-90" fmla="*/ 5353 h 10000"/>
                <a:gd name="connsiteX45-91" fmla="*/ 6942 w 10000"/>
                <a:gd name="connsiteY45-92" fmla="*/ 5015 h 10000"/>
                <a:gd name="connsiteX46-93" fmla="*/ 5639 w 10000"/>
                <a:gd name="connsiteY46-94" fmla="*/ 4796 h 10000"/>
                <a:gd name="connsiteX47-95" fmla="*/ 4821 w 10000"/>
                <a:gd name="connsiteY47-96" fmla="*/ 4608 h 10000"/>
                <a:gd name="connsiteX48-97" fmla="*/ 4030 w 10000"/>
                <a:gd name="connsiteY48-98" fmla="*/ 4270 h 10000"/>
                <a:gd name="connsiteX49-99" fmla="*/ 3332 w 10000"/>
                <a:gd name="connsiteY49-100" fmla="*/ 3795 h 10000"/>
                <a:gd name="connsiteX50-101" fmla="*/ 3043 w 10000"/>
                <a:gd name="connsiteY50-102" fmla="*/ 3285 h 10000"/>
                <a:gd name="connsiteX51-103" fmla="*/ 3065 w 10000"/>
                <a:gd name="connsiteY51-104" fmla="*/ 2745 h 10000"/>
                <a:gd name="connsiteX52-105" fmla="*/ 3299 w 10000"/>
                <a:gd name="connsiteY52-106" fmla="*/ 2178 h 10000"/>
                <a:gd name="connsiteX53-107" fmla="*/ 3523 w 10000"/>
                <a:gd name="connsiteY53-108" fmla="*/ 1505 h 10000"/>
                <a:gd name="connsiteX54-109" fmla="*/ 3376 w 10000"/>
                <a:gd name="connsiteY54-110" fmla="*/ 1073 h 10000"/>
                <a:gd name="connsiteX55-111" fmla="*/ 2836 w 10000"/>
                <a:gd name="connsiteY55-112" fmla="*/ 734 h 10000"/>
                <a:gd name="connsiteX56-113" fmla="*/ 1860 w 10000"/>
                <a:gd name="connsiteY56-114" fmla="*/ 399 h 10000"/>
                <a:gd name="connsiteX57-115" fmla="*/ 829 w 10000"/>
                <a:gd name="connsiteY57-116" fmla="*/ 220 h 10000"/>
                <a:gd name="connsiteX58-117" fmla="*/ 0 w 10000"/>
                <a:gd name="connsiteY58-118" fmla="*/ 136 h 10000"/>
                <a:gd name="connsiteX0-119" fmla="*/ 0 w 10000"/>
                <a:gd name="connsiteY0-120" fmla="*/ 136 h 10000"/>
                <a:gd name="connsiteX1-121" fmla="*/ 0 w 10000"/>
                <a:gd name="connsiteY1-122" fmla="*/ 0 h 10000"/>
                <a:gd name="connsiteX2-123" fmla="*/ 1543 w 10000"/>
                <a:gd name="connsiteY2-124" fmla="*/ 118 h 10000"/>
                <a:gd name="connsiteX3-125" fmla="*/ 2825 w 10000"/>
                <a:gd name="connsiteY3-126" fmla="*/ 303 h 10000"/>
                <a:gd name="connsiteX4-127" fmla="*/ 3942 w 10000"/>
                <a:gd name="connsiteY4-128" fmla="*/ 611 h 10000"/>
                <a:gd name="connsiteX5-129" fmla="*/ 4706 w 10000"/>
                <a:gd name="connsiteY5-130" fmla="*/ 995 h 10000"/>
                <a:gd name="connsiteX6-131" fmla="*/ 5099 w 10000"/>
                <a:gd name="connsiteY6-132" fmla="*/ 1412 h 10000"/>
                <a:gd name="connsiteX7-133" fmla="*/ 5268 w 10000"/>
                <a:gd name="connsiteY7-134" fmla="*/ 1900 h 10000"/>
                <a:gd name="connsiteX8-135" fmla="*/ 5077 w 10000"/>
                <a:gd name="connsiteY8-136" fmla="*/ 2497 h 10000"/>
                <a:gd name="connsiteX9-137" fmla="*/ 4668 w 10000"/>
                <a:gd name="connsiteY9-138" fmla="*/ 3049 h 10000"/>
                <a:gd name="connsiteX10-139" fmla="*/ 4515 w 10000"/>
                <a:gd name="connsiteY10-140" fmla="*/ 3623 h 10000"/>
                <a:gd name="connsiteX11-141" fmla="*/ 4739 w 10000"/>
                <a:gd name="connsiteY11-142" fmla="*/ 4166 h 10000"/>
                <a:gd name="connsiteX12-143" fmla="*/ 5241 w 10000"/>
                <a:gd name="connsiteY12-144" fmla="*/ 4475 h 10000"/>
                <a:gd name="connsiteX13-145" fmla="*/ 6053 w 10000"/>
                <a:gd name="connsiteY13-146" fmla="*/ 4688 h 10000"/>
                <a:gd name="connsiteX14-147" fmla="*/ 6784 w 10000"/>
                <a:gd name="connsiteY14-148" fmla="*/ 4811 h 10000"/>
                <a:gd name="connsiteX15-149" fmla="*/ 7700 w 10000"/>
                <a:gd name="connsiteY15-150" fmla="*/ 4862 h 10000"/>
                <a:gd name="connsiteX16-151" fmla="*/ 10000 w 10000"/>
                <a:gd name="connsiteY16-152" fmla="*/ 4986 h 10000"/>
                <a:gd name="connsiteX17-153" fmla="*/ 7700 w 10000"/>
                <a:gd name="connsiteY17-154" fmla="*/ 5127 h 10000"/>
                <a:gd name="connsiteX18-155" fmla="*/ 6304 w 10000"/>
                <a:gd name="connsiteY18-156" fmla="*/ 5268 h 10000"/>
                <a:gd name="connsiteX19-157" fmla="*/ 5448 w 10000"/>
                <a:gd name="connsiteY19-158" fmla="*/ 5480 h 10000"/>
                <a:gd name="connsiteX20-159" fmla="*/ 4799 w 10000"/>
                <a:gd name="connsiteY20-160" fmla="*/ 5842 h 10000"/>
                <a:gd name="connsiteX21-161" fmla="*/ 4505 w 10000"/>
                <a:gd name="connsiteY21-162" fmla="*/ 6335 h 10000"/>
                <a:gd name="connsiteX22-163" fmla="*/ 4635 w 10000"/>
                <a:gd name="connsiteY22-164" fmla="*/ 6982 h 10000"/>
                <a:gd name="connsiteX23-165" fmla="*/ 4821 w 10000"/>
                <a:gd name="connsiteY23-166" fmla="*/ 7413 h 10000"/>
                <a:gd name="connsiteX24-167" fmla="*/ 5099 w 10000"/>
                <a:gd name="connsiteY24-168" fmla="*/ 7913 h 10000"/>
                <a:gd name="connsiteX25-169" fmla="*/ 5148 w 10000"/>
                <a:gd name="connsiteY25-170" fmla="*/ 8402 h 10000"/>
                <a:gd name="connsiteX26-171" fmla="*/ 4869 w 10000"/>
                <a:gd name="connsiteY26-172" fmla="*/ 8877 h 10000"/>
                <a:gd name="connsiteX27-173" fmla="*/ 4319 w 10000"/>
                <a:gd name="connsiteY27-174" fmla="*/ 9247 h 10000"/>
                <a:gd name="connsiteX28-175" fmla="*/ 3484 w 10000"/>
                <a:gd name="connsiteY28-176" fmla="*/ 9553 h 10000"/>
                <a:gd name="connsiteX29-177" fmla="*/ 2498 w 10000"/>
                <a:gd name="connsiteY29-178" fmla="*/ 9790 h 10000"/>
                <a:gd name="connsiteX30-179" fmla="*/ 1690 w 10000"/>
                <a:gd name="connsiteY30-180" fmla="*/ 9936 h 10000"/>
                <a:gd name="connsiteX31-181" fmla="*/ 1156 w 10000"/>
                <a:gd name="connsiteY31-182" fmla="*/ 9999 h 10000"/>
                <a:gd name="connsiteX32-183" fmla="*/ 932 w 10000"/>
                <a:gd name="connsiteY32-184" fmla="*/ 9946 h 10000"/>
                <a:gd name="connsiteX33-185" fmla="*/ 1134 w 10000"/>
                <a:gd name="connsiteY33-186" fmla="*/ 9833 h 10000"/>
                <a:gd name="connsiteX34-187" fmla="*/ 1636 w 10000"/>
                <a:gd name="connsiteY34-188" fmla="*/ 9725 h 10000"/>
                <a:gd name="connsiteX35-189" fmla="*/ 2427 w 10000"/>
                <a:gd name="connsiteY35-190" fmla="*/ 9500 h 10000"/>
                <a:gd name="connsiteX36-191" fmla="*/ 3075 w 10000"/>
                <a:gd name="connsiteY36-192" fmla="*/ 9179 h 10000"/>
                <a:gd name="connsiteX37-193" fmla="*/ 3408 w 10000"/>
                <a:gd name="connsiteY37-194" fmla="*/ 8850 h 10000"/>
                <a:gd name="connsiteX38-195" fmla="*/ 3479 w 10000"/>
                <a:gd name="connsiteY38-196" fmla="*/ 8527 h 10000"/>
                <a:gd name="connsiteX39-197" fmla="*/ 3370 w 10000"/>
                <a:gd name="connsiteY39-198" fmla="*/ 8035 h 10000"/>
                <a:gd name="connsiteX40-199" fmla="*/ 3185 w 10000"/>
                <a:gd name="connsiteY40-200" fmla="*/ 7351 h 10000"/>
                <a:gd name="connsiteX41-201" fmla="*/ 3152 w 10000"/>
                <a:gd name="connsiteY41-202" fmla="*/ 6741 h 10000"/>
                <a:gd name="connsiteX42-203" fmla="*/ 3447 w 10000"/>
                <a:gd name="connsiteY42-204" fmla="*/ 6168 h 10000"/>
                <a:gd name="connsiteX43-205" fmla="*/ 4210 w 10000"/>
                <a:gd name="connsiteY43-206" fmla="*/ 5681 h 10000"/>
                <a:gd name="connsiteX44-207" fmla="*/ 5131 w 10000"/>
                <a:gd name="connsiteY44-208" fmla="*/ 5353 h 10000"/>
                <a:gd name="connsiteX45-209" fmla="*/ 6942 w 10000"/>
                <a:gd name="connsiteY45-210" fmla="*/ 5015 h 10000"/>
                <a:gd name="connsiteX46-211" fmla="*/ 5639 w 10000"/>
                <a:gd name="connsiteY46-212" fmla="*/ 4796 h 10000"/>
                <a:gd name="connsiteX47-213" fmla="*/ 4821 w 10000"/>
                <a:gd name="connsiteY47-214" fmla="*/ 4608 h 10000"/>
                <a:gd name="connsiteX48-215" fmla="*/ 4030 w 10000"/>
                <a:gd name="connsiteY48-216" fmla="*/ 4270 h 10000"/>
                <a:gd name="connsiteX49-217" fmla="*/ 3332 w 10000"/>
                <a:gd name="connsiteY49-218" fmla="*/ 3795 h 10000"/>
                <a:gd name="connsiteX50-219" fmla="*/ 3043 w 10000"/>
                <a:gd name="connsiteY50-220" fmla="*/ 3285 h 10000"/>
                <a:gd name="connsiteX51-221" fmla="*/ 3065 w 10000"/>
                <a:gd name="connsiteY51-222" fmla="*/ 2745 h 10000"/>
                <a:gd name="connsiteX52-223" fmla="*/ 3299 w 10000"/>
                <a:gd name="connsiteY52-224" fmla="*/ 2178 h 10000"/>
                <a:gd name="connsiteX53-225" fmla="*/ 3523 w 10000"/>
                <a:gd name="connsiteY53-226" fmla="*/ 1505 h 10000"/>
                <a:gd name="connsiteX54-227" fmla="*/ 3376 w 10000"/>
                <a:gd name="connsiteY54-228" fmla="*/ 1073 h 10000"/>
                <a:gd name="connsiteX55-229" fmla="*/ 2836 w 10000"/>
                <a:gd name="connsiteY55-230" fmla="*/ 734 h 10000"/>
                <a:gd name="connsiteX56-231" fmla="*/ 1860 w 10000"/>
                <a:gd name="connsiteY56-232" fmla="*/ 399 h 10000"/>
                <a:gd name="connsiteX57-233" fmla="*/ 829 w 10000"/>
                <a:gd name="connsiteY57-234" fmla="*/ 220 h 10000"/>
                <a:gd name="connsiteX58-235" fmla="*/ 0 w 10000"/>
                <a:gd name="connsiteY58-236" fmla="*/ 136 h 10000"/>
                <a:gd name="connsiteX0-237" fmla="*/ 0 w 10000"/>
                <a:gd name="connsiteY0-238" fmla="*/ 136 h 10000"/>
                <a:gd name="connsiteX1-239" fmla="*/ 0 w 10000"/>
                <a:gd name="connsiteY1-240" fmla="*/ 0 h 10000"/>
                <a:gd name="connsiteX2-241" fmla="*/ 1543 w 10000"/>
                <a:gd name="connsiteY2-242" fmla="*/ 118 h 10000"/>
                <a:gd name="connsiteX3-243" fmla="*/ 2825 w 10000"/>
                <a:gd name="connsiteY3-244" fmla="*/ 303 h 10000"/>
                <a:gd name="connsiteX4-245" fmla="*/ 3942 w 10000"/>
                <a:gd name="connsiteY4-246" fmla="*/ 611 h 10000"/>
                <a:gd name="connsiteX5-247" fmla="*/ 4706 w 10000"/>
                <a:gd name="connsiteY5-248" fmla="*/ 995 h 10000"/>
                <a:gd name="connsiteX6-249" fmla="*/ 5099 w 10000"/>
                <a:gd name="connsiteY6-250" fmla="*/ 1412 h 10000"/>
                <a:gd name="connsiteX7-251" fmla="*/ 5268 w 10000"/>
                <a:gd name="connsiteY7-252" fmla="*/ 1900 h 10000"/>
                <a:gd name="connsiteX8-253" fmla="*/ 5077 w 10000"/>
                <a:gd name="connsiteY8-254" fmla="*/ 2497 h 10000"/>
                <a:gd name="connsiteX9-255" fmla="*/ 4668 w 10000"/>
                <a:gd name="connsiteY9-256" fmla="*/ 3049 h 10000"/>
                <a:gd name="connsiteX10-257" fmla="*/ 4515 w 10000"/>
                <a:gd name="connsiteY10-258" fmla="*/ 3623 h 10000"/>
                <a:gd name="connsiteX11-259" fmla="*/ 4739 w 10000"/>
                <a:gd name="connsiteY11-260" fmla="*/ 4166 h 10000"/>
                <a:gd name="connsiteX12-261" fmla="*/ 5241 w 10000"/>
                <a:gd name="connsiteY12-262" fmla="*/ 4475 h 10000"/>
                <a:gd name="connsiteX13-263" fmla="*/ 6053 w 10000"/>
                <a:gd name="connsiteY13-264" fmla="*/ 4688 h 10000"/>
                <a:gd name="connsiteX14-265" fmla="*/ 6784 w 10000"/>
                <a:gd name="connsiteY14-266" fmla="*/ 4811 h 10000"/>
                <a:gd name="connsiteX15-267" fmla="*/ 7700 w 10000"/>
                <a:gd name="connsiteY15-268" fmla="*/ 4862 h 10000"/>
                <a:gd name="connsiteX16-269" fmla="*/ 10000 w 10000"/>
                <a:gd name="connsiteY16-270" fmla="*/ 4986 h 10000"/>
                <a:gd name="connsiteX17-271" fmla="*/ 7700 w 10000"/>
                <a:gd name="connsiteY17-272" fmla="*/ 5127 h 10000"/>
                <a:gd name="connsiteX18-273" fmla="*/ 6304 w 10000"/>
                <a:gd name="connsiteY18-274" fmla="*/ 5268 h 10000"/>
                <a:gd name="connsiteX19-275" fmla="*/ 5448 w 10000"/>
                <a:gd name="connsiteY19-276" fmla="*/ 5480 h 10000"/>
                <a:gd name="connsiteX20-277" fmla="*/ 4799 w 10000"/>
                <a:gd name="connsiteY20-278" fmla="*/ 5842 h 10000"/>
                <a:gd name="connsiteX21-279" fmla="*/ 4505 w 10000"/>
                <a:gd name="connsiteY21-280" fmla="*/ 6335 h 10000"/>
                <a:gd name="connsiteX22-281" fmla="*/ 4635 w 10000"/>
                <a:gd name="connsiteY22-282" fmla="*/ 6982 h 10000"/>
                <a:gd name="connsiteX23-283" fmla="*/ 4821 w 10000"/>
                <a:gd name="connsiteY23-284" fmla="*/ 7413 h 10000"/>
                <a:gd name="connsiteX24-285" fmla="*/ 5099 w 10000"/>
                <a:gd name="connsiteY24-286" fmla="*/ 7913 h 10000"/>
                <a:gd name="connsiteX25-287" fmla="*/ 5148 w 10000"/>
                <a:gd name="connsiteY25-288" fmla="*/ 8402 h 10000"/>
                <a:gd name="connsiteX26-289" fmla="*/ 4869 w 10000"/>
                <a:gd name="connsiteY26-290" fmla="*/ 8877 h 10000"/>
                <a:gd name="connsiteX27-291" fmla="*/ 4319 w 10000"/>
                <a:gd name="connsiteY27-292" fmla="*/ 9247 h 10000"/>
                <a:gd name="connsiteX28-293" fmla="*/ 3484 w 10000"/>
                <a:gd name="connsiteY28-294" fmla="*/ 9553 h 10000"/>
                <a:gd name="connsiteX29-295" fmla="*/ 2498 w 10000"/>
                <a:gd name="connsiteY29-296" fmla="*/ 9790 h 10000"/>
                <a:gd name="connsiteX30-297" fmla="*/ 1690 w 10000"/>
                <a:gd name="connsiteY30-298" fmla="*/ 9936 h 10000"/>
                <a:gd name="connsiteX31-299" fmla="*/ 1156 w 10000"/>
                <a:gd name="connsiteY31-300" fmla="*/ 9999 h 10000"/>
                <a:gd name="connsiteX32-301" fmla="*/ 932 w 10000"/>
                <a:gd name="connsiteY32-302" fmla="*/ 9946 h 10000"/>
                <a:gd name="connsiteX33-303" fmla="*/ 1134 w 10000"/>
                <a:gd name="connsiteY33-304" fmla="*/ 9833 h 10000"/>
                <a:gd name="connsiteX34-305" fmla="*/ 1636 w 10000"/>
                <a:gd name="connsiteY34-306" fmla="*/ 9725 h 10000"/>
                <a:gd name="connsiteX35-307" fmla="*/ 2427 w 10000"/>
                <a:gd name="connsiteY35-308" fmla="*/ 9500 h 10000"/>
                <a:gd name="connsiteX36-309" fmla="*/ 3075 w 10000"/>
                <a:gd name="connsiteY36-310" fmla="*/ 9179 h 10000"/>
                <a:gd name="connsiteX37-311" fmla="*/ 3408 w 10000"/>
                <a:gd name="connsiteY37-312" fmla="*/ 8850 h 10000"/>
                <a:gd name="connsiteX38-313" fmla="*/ 3479 w 10000"/>
                <a:gd name="connsiteY38-314" fmla="*/ 8527 h 10000"/>
                <a:gd name="connsiteX39-315" fmla="*/ 3370 w 10000"/>
                <a:gd name="connsiteY39-316" fmla="*/ 8035 h 10000"/>
                <a:gd name="connsiteX40-317" fmla="*/ 3185 w 10000"/>
                <a:gd name="connsiteY40-318" fmla="*/ 7351 h 10000"/>
                <a:gd name="connsiteX41-319" fmla="*/ 3152 w 10000"/>
                <a:gd name="connsiteY41-320" fmla="*/ 6741 h 10000"/>
                <a:gd name="connsiteX42-321" fmla="*/ 3447 w 10000"/>
                <a:gd name="connsiteY42-322" fmla="*/ 6168 h 10000"/>
                <a:gd name="connsiteX43-323" fmla="*/ 4210 w 10000"/>
                <a:gd name="connsiteY43-324" fmla="*/ 5681 h 10000"/>
                <a:gd name="connsiteX44-325" fmla="*/ 5131 w 10000"/>
                <a:gd name="connsiteY44-326" fmla="*/ 5353 h 10000"/>
                <a:gd name="connsiteX45-327" fmla="*/ 6942 w 10000"/>
                <a:gd name="connsiteY45-328" fmla="*/ 5015 h 10000"/>
                <a:gd name="connsiteX46-329" fmla="*/ 5639 w 10000"/>
                <a:gd name="connsiteY46-330" fmla="*/ 4796 h 10000"/>
                <a:gd name="connsiteX47-331" fmla="*/ 4821 w 10000"/>
                <a:gd name="connsiteY47-332" fmla="*/ 4608 h 10000"/>
                <a:gd name="connsiteX48-333" fmla="*/ 4030 w 10000"/>
                <a:gd name="connsiteY48-334" fmla="*/ 4270 h 10000"/>
                <a:gd name="connsiteX49-335" fmla="*/ 3332 w 10000"/>
                <a:gd name="connsiteY49-336" fmla="*/ 3795 h 10000"/>
                <a:gd name="connsiteX50-337" fmla="*/ 3043 w 10000"/>
                <a:gd name="connsiteY50-338" fmla="*/ 3285 h 10000"/>
                <a:gd name="connsiteX51-339" fmla="*/ 3065 w 10000"/>
                <a:gd name="connsiteY51-340" fmla="*/ 2745 h 10000"/>
                <a:gd name="connsiteX52-341" fmla="*/ 3299 w 10000"/>
                <a:gd name="connsiteY52-342" fmla="*/ 2178 h 10000"/>
                <a:gd name="connsiteX53-343" fmla="*/ 3523 w 10000"/>
                <a:gd name="connsiteY53-344" fmla="*/ 1505 h 10000"/>
                <a:gd name="connsiteX54-345" fmla="*/ 3376 w 10000"/>
                <a:gd name="connsiteY54-346" fmla="*/ 1073 h 10000"/>
                <a:gd name="connsiteX55-347" fmla="*/ 2836 w 10000"/>
                <a:gd name="connsiteY55-348" fmla="*/ 734 h 10000"/>
                <a:gd name="connsiteX56-349" fmla="*/ 1860 w 10000"/>
                <a:gd name="connsiteY56-350" fmla="*/ 399 h 10000"/>
                <a:gd name="connsiteX57-351" fmla="*/ 829 w 10000"/>
                <a:gd name="connsiteY57-352" fmla="*/ 220 h 10000"/>
                <a:gd name="connsiteX58-353" fmla="*/ 0 w 10000"/>
                <a:gd name="connsiteY58-354" fmla="*/ 136 h 10000"/>
                <a:gd name="connsiteX0-355" fmla="*/ 0 w 10000"/>
                <a:gd name="connsiteY0-356" fmla="*/ 136 h 10000"/>
                <a:gd name="connsiteX1-357" fmla="*/ 0 w 10000"/>
                <a:gd name="connsiteY1-358" fmla="*/ 0 h 10000"/>
                <a:gd name="connsiteX2-359" fmla="*/ 1543 w 10000"/>
                <a:gd name="connsiteY2-360" fmla="*/ 118 h 10000"/>
                <a:gd name="connsiteX3-361" fmla="*/ 2825 w 10000"/>
                <a:gd name="connsiteY3-362" fmla="*/ 303 h 10000"/>
                <a:gd name="connsiteX4-363" fmla="*/ 3942 w 10000"/>
                <a:gd name="connsiteY4-364" fmla="*/ 611 h 10000"/>
                <a:gd name="connsiteX5-365" fmla="*/ 4706 w 10000"/>
                <a:gd name="connsiteY5-366" fmla="*/ 995 h 10000"/>
                <a:gd name="connsiteX6-367" fmla="*/ 5099 w 10000"/>
                <a:gd name="connsiteY6-368" fmla="*/ 1412 h 10000"/>
                <a:gd name="connsiteX7-369" fmla="*/ 5268 w 10000"/>
                <a:gd name="connsiteY7-370" fmla="*/ 1900 h 10000"/>
                <a:gd name="connsiteX8-371" fmla="*/ 5077 w 10000"/>
                <a:gd name="connsiteY8-372" fmla="*/ 2497 h 10000"/>
                <a:gd name="connsiteX9-373" fmla="*/ 4668 w 10000"/>
                <a:gd name="connsiteY9-374" fmla="*/ 3049 h 10000"/>
                <a:gd name="connsiteX10-375" fmla="*/ 4515 w 10000"/>
                <a:gd name="connsiteY10-376" fmla="*/ 3623 h 10000"/>
                <a:gd name="connsiteX11-377" fmla="*/ 4739 w 10000"/>
                <a:gd name="connsiteY11-378" fmla="*/ 4166 h 10000"/>
                <a:gd name="connsiteX12-379" fmla="*/ 5241 w 10000"/>
                <a:gd name="connsiteY12-380" fmla="*/ 4475 h 10000"/>
                <a:gd name="connsiteX13-381" fmla="*/ 6053 w 10000"/>
                <a:gd name="connsiteY13-382" fmla="*/ 4688 h 10000"/>
                <a:gd name="connsiteX14-383" fmla="*/ 6784 w 10000"/>
                <a:gd name="connsiteY14-384" fmla="*/ 4811 h 10000"/>
                <a:gd name="connsiteX15-385" fmla="*/ 7700 w 10000"/>
                <a:gd name="connsiteY15-386" fmla="*/ 4862 h 10000"/>
                <a:gd name="connsiteX16-387" fmla="*/ 10000 w 10000"/>
                <a:gd name="connsiteY16-388" fmla="*/ 4986 h 10000"/>
                <a:gd name="connsiteX17-389" fmla="*/ 7700 w 10000"/>
                <a:gd name="connsiteY17-390" fmla="*/ 5127 h 10000"/>
                <a:gd name="connsiteX18-391" fmla="*/ 6304 w 10000"/>
                <a:gd name="connsiteY18-392" fmla="*/ 5268 h 10000"/>
                <a:gd name="connsiteX19-393" fmla="*/ 5448 w 10000"/>
                <a:gd name="connsiteY19-394" fmla="*/ 5480 h 10000"/>
                <a:gd name="connsiteX20-395" fmla="*/ 4799 w 10000"/>
                <a:gd name="connsiteY20-396" fmla="*/ 5842 h 10000"/>
                <a:gd name="connsiteX21-397" fmla="*/ 4505 w 10000"/>
                <a:gd name="connsiteY21-398" fmla="*/ 6335 h 10000"/>
                <a:gd name="connsiteX22-399" fmla="*/ 4635 w 10000"/>
                <a:gd name="connsiteY22-400" fmla="*/ 6982 h 10000"/>
                <a:gd name="connsiteX23-401" fmla="*/ 4821 w 10000"/>
                <a:gd name="connsiteY23-402" fmla="*/ 7413 h 10000"/>
                <a:gd name="connsiteX24-403" fmla="*/ 5099 w 10000"/>
                <a:gd name="connsiteY24-404" fmla="*/ 7913 h 10000"/>
                <a:gd name="connsiteX25-405" fmla="*/ 5148 w 10000"/>
                <a:gd name="connsiteY25-406" fmla="*/ 8402 h 10000"/>
                <a:gd name="connsiteX26-407" fmla="*/ 4869 w 10000"/>
                <a:gd name="connsiteY26-408" fmla="*/ 8877 h 10000"/>
                <a:gd name="connsiteX27-409" fmla="*/ 4319 w 10000"/>
                <a:gd name="connsiteY27-410" fmla="*/ 9247 h 10000"/>
                <a:gd name="connsiteX28-411" fmla="*/ 3484 w 10000"/>
                <a:gd name="connsiteY28-412" fmla="*/ 9553 h 10000"/>
                <a:gd name="connsiteX29-413" fmla="*/ 2498 w 10000"/>
                <a:gd name="connsiteY29-414" fmla="*/ 9790 h 10000"/>
                <a:gd name="connsiteX30-415" fmla="*/ 1690 w 10000"/>
                <a:gd name="connsiteY30-416" fmla="*/ 9936 h 10000"/>
                <a:gd name="connsiteX31-417" fmla="*/ 1156 w 10000"/>
                <a:gd name="connsiteY31-418" fmla="*/ 9999 h 10000"/>
                <a:gd name="connsiteX32-419" fmla="*/ 932 w 10000"/>
                <a:gd name="connsiteY32-420" fmla="*/ 9946 h 10000"/>
                <a:gd name="connsiteX33-421" fmla="*/ 1134 w 10000"/>
                <a:gd name="connsiteY33-422" fmla="*/ 9833 h 10000"/>
                <a:gd name="connsiteX34-423" fmla="*/ 1636 w 10000"/>
                <a:gd name="connsiteY34-424" fmla="*/ 9725 h 10000"/>
                <a:gd name="connsiteX35-425" fmla="*/ 2427 w 10000"/>
                <a:gd name="connsiteY35-426" fmla="*/ 9500 h 10000"/>
                <a:gd name="connsiteX36-427" fmla="*/ 3075 w 10000"/>
                <a:gd name="connsiteY36-428" fmla="*/ 9179 h 10000"/>
                <a:gd name="connsiteX37-429" fmla="*/ 3408 w 10000"/>
                <a:gd name="connsiteY37-430" fmla="*/ 8850 h 10000"/>
                <a:gd name="connsiteX38-431" fmla="*/ 3479 w 10000"/>
                <a:gd name="connsiteY38-432" fmla="*/ 8527 h 10000"/>
                <a:gd name="connsiteX39-433" fmla="*/ 3370 w 10000"/>
                <a:gd name="connsiteY39-434" fmla="*/ 8035 h 10000"/>
                <a:gd name="connsiteX40-435" fmla="*/ 3185 w 10000"/>
                <a:gd name="connsiteY40-436" fmla="*/ 7351 h 10000"/>
                <a:gd name="connsiteX41-437" fmla="*/ 3152 w 10000"/>
                <a:gd name="connsiteY41-438" fmla="*/ 6741 h 10000"/>
                <a:gd name="connsiteX42-439" fmla="*/ 3447 w 10000"/>
                <a:gd name="connsiteY42-440" fmla="*/ 6168 h 10000"/>
                <a:gd name="connsiteX43-441" fmla="*/ 4210 w 10000"/>
                <a:gd name="connsiteY43-442" fmla="*/ 5681 h 10000"/>
                <a:gd name="connsiteX44-443" fmla="*/ 5131 w 10000"/>
                <a:gd name="connsiteY44-444" fmla="*/ 5353 h 10000"/>
                <a:gd name="connsiteX45-445" fmla="*/ 6942 w 10000"/>
                <a:gd name="connsiteY45-446" fmla="*/ 5015 h 10000"/>
                <a:gd name="connsiteX46-447" fmla="*/ 5639 w 10000"/>
                <a:gd name="connsiteY46-448" fmla="*/ 4796 h 10000"/>
                <a:gd name="connsiteX47-449" fmla="*/ 4821 w 10000"/>
                <a:gd name="connsiteY47-450" fmla="*/ 4608 h 10000"/>
                <a:gd name="connsiteX48-451" fmla="*/ 4030 w 10000"/>
                <a:gd name="connsiteY48-452" fmla="*/ 4270 h 10000"/>
                <a:gd name="connsiteX49-453" fmla="*/ 3332 w 10000"/>
                <a:gd name="connsiteY49-454" fmla="*/ 3795 h 10000"/>
                <a:gd name="connsiteX50-455" fmla="*/ 3043 w 10000"/>
                <a:gd name="connsiteY50-456" fmla="*/ 3285 h 10000"/>
                <a:gd name="connsiteX51-457" fmla="*/ 3065 w 10000"/>
                <a:gd name="connsiteY51-458" fmla="*/ 2745 h 10000"/>
                <a:gd name="connsiteX52-459" fmla="*/ 3299 w 10000"/>
                <a:gd name="connsiteY52-460" fmla="*/ 2178 h 10000"/>
                <a:gd name="connsiteX53-461" fmla="*/ 3523 w 10000"/>
                <a:gd name="connsiteY53-462" fmla="*/ 1505 h 10000"/>
                <a:gd name="connsiteX54-463" fmla="*/ 3376 w 10000"/>
                <a:gd name="connsiteY54-464" fmla="*/ 1073 h 10000"/>
                <a:gd name="connsiteX55-465" fmla="*/ 2836 w 10000"/>
                <a:gd name="connsiteY55-466" fmla="*/ 734 h 10000"/>
                <a:gd name="connsiteX56-467" fmla="*/ 1860 w 10000"/>
                <a:gd name="connsiteY56-468" fmla="*/ 399 h 10000"/>
                <a:gd name="connsiteX57-469" fmla="*/ 829 w 10000"/>
                <a:gd name="connsiteY57-470" fmla="*/ 220 h 10000"/>
                <a:gd name="connsiteX58-471" fmla="*/ 0 w 10000"/>
                <a:gd name="connsiteY58-472" fmla="*/ 136 h 10000"/>
                <a:gd name="connsiteX0-473" fmla="*/ 0 w 10000"/>
                <a:gd name="connsiteY0-474" fmla="*/ 136 h 10000"/>
                <a:gd name="connsiteX1-475" fmla="*/ 0 w 10000"/>
                <a:gd name="connsiteY1-476" fmla="*/ 0 h 10000"/>
                <a:gd name="connsiteX2-477" fmla="*/ 1543 w 10000"/>
                <a:gd name="connsiteY2-478" fmla="*/ 118 h 10000"/>
                <a:gd name="connsiteX3-479" fmla="*/ 2825 w 10000"/>
                <a:gd name="connsiteY3-480" fmla="*/ 303 h 10000"/>
                <a:gd name="connsiteX4-481" fmla="*/ 3942 w 10000"/>
                <a:gd name="connsiteY4-482" fmla="*/ 611 h 10000"/>
                <a:gd name="connsiteX5-483" fmla="*/ 4706 w 10000"/>
                <a:gd name="connsiteY5-484" fmla="*/ 995 h 10000"/>
                <a:gd name="connsiteX6-485" fmla="*/ 5099 w 10000"/>
                <a:gd name="connsiteY6-486" fmla="*/ 1412 h 10000"/>
                <a:gd name="connsiteX7-487" fmla="*/ 5268 w 10000"/>
                <a:gd name="connsiteY7-488" fmla="*/ 1900 h 10000"/>
                <a:gd name="connsiteX8-489" fmla="*/ 5077 w 10000"/>
                <a:gd name="connsiteY8-490" fmla="*/ 2497 h 10000"/>
                <a:gd name="connsiteX9-491" fmla="*/ 4668 w 10000"/>
                <a:gd name="connsiteY9-492" fmla="*/ 3049 h 10000"/>
                <a:gd name="connsiteX10-493" fmla="*/ 4515 w 10000"/>
                <a:gd name="connsiteY10-494" fmla="*/ 3623 h 10000"/>
                <a:gd name="connsiteX11-495" fmla="*/ 4739 w 10000"/>
                <a:gd name="connsiteY11-496" fmla="*/ 4166 h 10000"/>
                <a:gd name="connsiteX12-497" fmla="*/ 5241 w 10000"/>
                <a:gd name="connsiteY12-498" fmla="*/ 4475 h 10000"/>
                <a:gd name="connsiteX13-499" fmla="*/ 6053 w 10000"/>
                <a:gd name="connsiteY13-500" fmla="*/ 4688 h 10000"/>
                <a:gd name="connsiteX14-501" fmla="*/ 7700 w 10000"/>
                <a:gd name="connsiteY14-502" fmla="*/ 4862 h 10000"/>
                <a:gd name="connsiteX15-503" fmla="*/ 10000 w 10000"/>
                <a:gd name="connsiteY15-504" fmla="*/ 4986 h 10000"/>
                <a:gd name="connsiteX16-505" fmla="*/ 7700 w 10000"/>
                <a:gd name="connsiteY16-506" fmla="*/ 5127 h 10000"/>
                <a:gd name="connsiteX17-507" fmla="*/ 6304 w 10000"/>
                <a:gd name="connsiteY17-508" fmla="*/ 5268 h 10000"/>
                <a:gd name="connsiteX18-509" fmla="*/ 5448 w 10000"/>
                <a:gd name="connsiteY18-510" fmla="*/ 5480 h 10000"/>
                <a:gd name="connsiteX19-511" fmla="*/ 4799 w 10000"/>
                <a:gd name="connsiteY19-512" fmla="*/ 5842 h 10000"/>
                <a:gd name="connsiteX20-513" fmla="*/ 4505 w 10000"/>
                <a:gd name="connsiteY20-514" fmla="*/ 6335 h 10000"/>
                <a:gd name="connsiteX21-515" fmla="*/ 4635 w 10000"/>
                <a:gd name="connsiteY21-516" fmla="*/ 6982 h 10000"/>
                <a:gd name="connsiteX22-517" fmla="*/ 4821 w 10000"/>
                <a:gd name="connsiteY22-518" fmla="*/ 7413 h 10000"/>
                <a:gd name="connsiteX23-519" fmla="*/ 5099 w 10000"/>
                <a:gd name="connsiteY23-520" fmla="*/ 7913 h 10000"/>
                <a:gd name="connsiteX24-521" fmla="*/ 5148 w 10000"/>
                <a:gd name="connsiteY24-522" fmla="*/ 8402 h 10000"/>
                <a:gd name="connsiteX25-523" fmla="*/ 4869 w 10000"/>
                <a:gd name="connsiteY25-524" fmla="*/ 8877 h 10000"/>
                <a:gd name="connsiteX26-525" fmla="*/ 4319 w 10000"/>
                <a:gd name="connsiteY26-526" fmla="*/ 9247 h 10000"/>
                <a:gd name="connsiteX27-527" fmla="*/ 3484 w 10000"/>
                <a:gd name="connsiteY27-528" fmla="*/ 9553 h 10000"/>
                <a:gd name="connsiteX28-529" fmla="*/ 2498 w 10000"/>
                <a:gd name="connsiteY28-530" fmla="*/ 9790 h 10000"/>
                <a:gd name="connsiteX29-531" fmla="*/ 1690 w 10000"/>
                <a:gd name="connsiteY29-532" fmla="*/ 9936 h 10000"/>
                <a:gd name="connsiteX30-533" fmla="*/ 1156 w 10000"/>
                <a:gd name="connsiteY30-534" fmla="*/ 9999 h 10000"/>
                <a:gd name="connsiteX31-535" fmla="*/ 932 w 10000"/>
                <a:gd name="connsiteY31-536" fmla="*/ 9946 h 10000"/>
                <a:gd name="connsiteX32-537" fmla="*/ 1134 w 10000"/>
                <a:gd name="connsiteY32-538" fmla="*/ 9833 h 10000"/>
                <a:gd name="connsiteX33-539" fmla="*/ 1636 w 10000"/>
                <a:gd name="connsiteY33-540" fmla="*/ 9725 h 10000"/>
                <a:gd name="connsiteX34-541" fmla="*/ 2427 w 10000"/>
                <a:gd name="connsiteY34-542" fmla="*/ 9500 h 10000"/>
                <a:gd name="connsiteX35-543" fmla="*/ 3075 w 10000"/>
                <a:gd name="connsiteY35-544" fmla="*/ 9179 h 10000"/>
                <a:gd name="connsiteX36-545" fmla="*/ 3408 w 10000"/>
                <a:gd name="connsiteY36-546" fmla="*/ 8850 h 10000"/>
                <a:gd name="connsiteX37-547" fmla="*/ 3479 w 10000"/>
                <a:gd name="connsiteY37-548" fmla="*/ 8527 h 10000"/>
                <a:gd name="connsiteX38-549" fmla="*/ 3370 w 10000"/>
                <a:gd name="connsiteY38-550" fmla="*/ 8035 h 10000"/>
                <a:gd name="connsiteX39-551" fmla="*/ 3185 w 10000"/>
                <a:gd name="connsiteY39-552" fmla="*/ 7351 h 10000"/>
                <a:gd name="connsiteX40-553" fmla="*/ 3152 w 10000"/>
                <a:gd name="connsiteY40-554" fmla="*/ 6741 h 10000"/>
                <a:gd name="connsiteX41-555" fmla="*/ 3447 w 10000"/>
                <a:gd name="connsiteY41-556" fmla="*/ 6168 h 10000"/>
                <a:gd name="connsiteX42-557" fmla="*/ 4210 w 10000"/>
                <a:gd name="connsiteY42-558" fmla="*/ 5681 h 10000"/>
                <a:gd name="connsiteX43-559" fmla="*/ 5131 w 10000"/>
                <a:gd name="connsiteY43-560" fmla="*/ 5353 h 10000"/>
                <a:gd name="connsiteX44-561" fmla="*/ 6942 w 10000"/>
                <a:gd name="connsiteY44-562" fmla="*/ 5015 h 10000"/>
                <a:gd name="connsiteX45-563" fmla="*/ 5639 w 10000"/>
                <a:gd name="connsiteY45-564" fmla="*/ 4796 h 10000"/>
                <a:gd name="connsiteX46-565" fmla="*/ 4821 w 10000"/>
                <a:gd name="connsiteY46-566" fmla="*/ 4608 h 10000"/>
                <a:gd name="connsiteX47-567" fmla="*/ 4030 w 10000"/>
                <a:gd name="connsiteY47-568" fmla="*/ 4270 h 10000"/>
                <a:gd name="connsiteX48-569" fmla="*/ 3332 w 10000"/>
                <a:gd name="connsiteY48-570" fmla="*/ 3795 h 10000"/>
                <a:gd name="connsiteX49-571" fmla="*/ 3043 w 10000"/>
                <a:gd name="connsiteY49-572" fmla="*/ 3285 h 10000"/>
                <a:gd name="connsiteX50-573" fmla="*/ 3065 w 10000"/>
                <a:gd name="connsiteY50-574" fmla="*/ 2745 h 10000"/>
                <a:gd name="connsiteX51-575" fmla="*/ 3299 w 10000"/>
                <a:gd name="connsiteY51-576" fmla="*/ 2178 h 10000"/>
                <a:gd name="connsiteX52-577" fmla="*/ 3523 w 10000"/>
                <a:gd name="connsiteY52-578" fmla="*/ 1505 h 10000"/>
                <a:gd name="connsiteX53-579" fmla="*/ 3376 w 10000"/>
                <a:gd name="connsiteY53-580" fmla="*/ 1073 h 10000"/>
                <a:gd name="connsiteX54-581" fmla="*/ 2836 w 10000"/>
                <a:gd name="connsiteY54-582" fmla="*/ 734 h 10000"/>
                <a:gd name="connsiteX55-583" fmla="*/ 1860 w 10000"/>
                <a:gd name="connsiteY55-584" fmla="*/ 399 h 10000"/>
                <a:gd name="connsiteX56-585" fmla="*/ 829 w 10000"/>
                <a:gd name="connsiteY56-586" fmla="*/ 220 h 10000"/>
                <a:gd name="connsiteX57-587" fmla="*/ 0 w 10000"/>
                <a:gd name="connsiteY57-588" fmla="*/ 136 h 100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 ang="0">
                  <a:pos x="connsiteX22-45" y="connsiteY22-46"/>
                </a:cxn>
                <a:cxn ang="0">
                  <a:pos x="connsiteX23-47" y="connsiteY23-48"/>
                </a:cxn>
                <a:cxn ang="0">
                  <a:pos x="connsiteX24-49" y="connsiteY24-50"/>
                </a:cxn>
                <a:cxn ang="0">
                  <a:pos x="connsiteX25-51" y="connsiteY25-52"/>
                </a:cxn>
                <a:cxn ang="0">
                  <a:pos x="connsiteX26-53" y="connsiteY26-54"/>
                </a:cxn>
                <a:cxn ang="0">
                  <a:pos x="connsiteX27-55" y="connsiteY27-56"/>
                </a:cxn>
                <a:cxn ang="0">
                  <a:pos x="connsiteX28-57" y="connsiteY28-58"/>
                </a:cxn>
                <a:cxn ang="0">
                  <a:pos x="connsiteX29-59" y="connsiteY29-60"/>
                </a:cxn>
                <a:cxn ang="0">
                  <a:pos x="connsiteX30-61" y="connsiteY30-62"/>
                </a:cxn>
                <a:cxn ang="0">
                  <a:pos x="connsiteX31-63" y="connsiteY31-64"/>
                </a:cxn>
                <a:cxn ang="0">
                  <a:pos x="connsiteX32-65" y="connsiteY32-66"/>
                </a:cxn>
                <a:cxn ang="0">
                  <a:pos x="connsiteX33-67" y="connsiteY33-68"/>
                </a:cxn>
                <a:cxn ang="0">
                  <a:pos x="connsiteX34-69" y="connsiteY34-70"/>
                </a:cxn>
                <a:cxn ang="0">
                  <a:pos x="connsiteX35-71" y="connsiteY35-72"/>
                </a:cxn>
                <a:cxn ang="0">
                  <a:pos x="connsiteX36-73" y="connsiteY36-74"/>
                </a:cxn>
                <a:cxn ang="0">
                  <a:pos x="connsiteX37-75" y="connsiteY37-76"/>
                </a:cxn>
                <a:cxn ang="0">
                  <a:pos x="connsiteX38-77" y="connsiteY38-78"/>
                </a:cxn>
                <a:cxn ang="0">
                  <a:pos x="connsiteX39-79" y="connsiteY39-80"/>
                </a:cxn>
                <a:cxn ang="0">
                  <a:pos x="connsiteX40-81" y="connsiteY40-82"/>
                </a:cxn>
                <a:cxn ang="0">
                  <a:pos x="connsiteX41-83" y="connsiteY41-84"/>
                </a:cxn>
                <a:cxn ang="0">
                  <a:pos x="connsiteX42-85" y="connsiteY42-86"/>
                </a:cxn>
                <a:cxn ang="0">
                  <a:pos x="connsiteX43-87" y="connsiteY43-88"/>
                </a:cxn>
                <a:cxn ang="0">
                  <a:pos x="connsiteX44-89" y="connsiteY44-90"/>
                </a:cxn>
                <a:cxn ang="0">
                  <a:pos x="connsiteX45-91" y="connsiteY45-92"/>
                </a:cxn>
                <a:cxn ang="0">
                  <a:pos x="connsiteX46-93" y="connsiteY46-94"/>
                </a:cxn>
                <a:cxn ang="0">
                  <a:pos x="connsiteX47-95" y="connsiteY47-96"/>
                </a:cxn>
                <a:cxn ang="0">
                  <a:pos x="connsiteX48-97" y="connsiteY48-98"/>
                </a:cxn>
                <a:cxn ang="0">
                  <a:pos x="connsiteX49-99" y="connsiteY49-100"/>
                </a:cxn>
                <a:cxn ang="0">
                  <a:pos x="connsiteX50-101" y="connsiteY50-102"/>
                </a:cxn>
                <a:cxn ang="0">
                  <a:pos x="connsiteX51-103" y="connsiteY51-104"/>
                </a:cxn>
                <a:cxn ang="0">
                  <a:pos x="connsiteX52-105" y="connsiteY52-106"/>
                </a:cxn>
                <a:cxn ang="0">
                  <a:pos x="connsiteX53-107" y="connsiteY53-108"/>
                </a:cxn>
                <a:cxn ang="0">
                  <a:pos x="connsiteX54-109" y="connsiteY54-110"/>
                </a:cxn>
                <a:cxn ang="0">
                  <a:pos x="connsiteX55-111" y="connsiteY55-112"/>
                </a:cxn>
                <a:cxn ang="0">
                  <a:pos x="connsiteX56-113" y="connsiteY56-114"/>
                </a:cxn>
                <a:cxn ang="0">
                  <a:pos x="connsiteX57-115" y="connsiteY57-116"/>
                </a:cxn>
              </a:cxnLst>
              <a:rect l="l" t="t" r="r" b="b"/>
              <a:pathLst>
                <a:path w="10000" h="10000">
                  <a:moveTo>
                    <a:pt x="0" y="136"/>
                  </a:moveTo>
                  <a:lnTo>
                    <a:pt x="0" y="0"/>
                  </a:lnTo>
                  <a:lnTo>
                    <a:pt x="1543" y="118"/>
                  </a:lnTo>
                  <a:cubicBezTo>
                    <a:pt x="1985" y="158"/>
                    <a:pt x="2410" y="220"/>
                    <a:pt x="2825" y="303"/>
                  </a:cubicBezTo>
                  <a:cubicBezTo>
                    <a:pt x="3239" y="384"/>
                    <a:pt x="3610" y="488"/>
                    <a:pt x="3942" y="611"/>
                  </a:cubicBezTo>
                  <a:cubicBezTo>
                    <a:pt x="4275" y="737"/>
                    <a:pt x="4526" y="865"/>
                    <a:pt x="4706" y="995"/>
                  </a:cubicBezTo>
                  <a:cubicBezTo>
                    <a:pt x="4875" y="1124"/>
                    <a:pt x="5000" y="1264"/>
                    <a:pt x="5099" y="1412"/>
                  </a:cubicBezTo>
                  <a:cubicBezTo>
                    <a:pt x="5191" y="1560"/>
                    <a:pt x="5251" y="1725"/>
                    <a:pt x="5268" y="1900"/>
                  </a:cubicBezTo>
                  <a:cubicBezTo>
                    <a:pt x="5290" y="2078"/>
                    <a:pt x="5230" y="2278"/>
                    <a:pt x="5077" y="2497"/>
                  </a:cubicBezTo>
                  <a:lnTo>
                    <a:pt x="4668" y="3049"/>
                  </a:lnTo>
                  <a:cubicBezTo>
                    <a:pt x="4548" y="3232"/>
                    <a:pt x="4505" y="3422"/>
                    <a:pt x="4515" y="3623"/>
                  </a:cubicBezTo>
                  <a:cubicBezTo>
                    <a:pt x="4515" y="3843"/>
                    <a:pt x="4586" y="4024"/>
                    <a:pt x="4739" y="4166"/>
                  </a:cubicBezTo>
                  <a:cubicBezTo>
                    <a:pt x="4886" y="4308"/>
                    <a:pt x="5050" y="4411"/>
                    <a:pt x="5241" y="4475"/>
                  </a:cubicBezTo>
                  <a:cubicBezTo>
                    <a:pt x="5421" y="4536"/>
                    <a:pt x="5643" y="4624"/>
                    <a:pt x="6053" y="4688"/>
                  </a:cubicBezTo>
                  <a:cubicBezTo>
                    <a:pt x="6463" y="4752"/>
                    <a:pt x="7042" y="4812"/>
                    <a:pt x="7700" y="4862"/>
                  </a:cubicBezTo>
                  <a:cubicBezTo>
                    <a:pt x="8401" y="4900"/>
                    <a:pt x="9984" y="4948"/>
                    <a:pt x="10000" y="4986"/>
                  </a:cubicBezTo>
                  <a:cubicBezTo>
                    <a:pt x="9984" y="5037"/>
                    <a:pt x="8646" y="5065"/>
                    <a:pt x="7700" y="5127"/>
                  </a:cubicBezTo>
                  <a:cubicBezTo>
                    <a:pt x="7079" y="5172"/>
                    <a:pt x="6615" y="5219"/>
                    <a:pt x="6304" y="5268"/>
                  </a:cubicBezTo>
                  <a:cubicBezTo>
                    <a:pt x="5993" y="5317"/>
                    <a:pt x="5710" y="5388"/>
                    <a:pt x="5448" y="5480"/>
                  </a:cubicBezTo>
                  <a:cubicBezTo>
                    <a:pt x="5191" y="5573"/>
                    <a:pt x="4973" y="5693"/>
                    <a:pt x="4799" y="5842"/>
                  </a:cubicBezTo>
                  <a:cubicBezTo>
                    <a:pt x="4619" y="5988"/>
                    <a:pt x="4521" y="6153"/>
                    <a:pt x="4505" y="6335"/>
                  </a:cubicBezTo>
                  <a:cubicBezTo>
                    <a:pt x="4488" y="6518"/>
                    <a:pt x="4526" y="6732"/>
                    <a:pt x="4635" y="6982"/>
                  </a:cubicBezTo>
                  <a:cubicBezTo>
                    <a:pt x="4690" y="7153"/>
                    <a:pt x="4756" y="7298"/>
                    <a:pt x="4821" y="7413"/>
                  </a:cubicBezTo>
                  <a:lnTo>
                    <a:pt x="5099" y="7913"/>
                  </a:lnTo>
                  <a:cubicBezTo>
                    <a:pt x="5170" y="8085"/>
                    <a:pt x="5186" y="8248"/>
                    <a:pt x="5148" y="8402"/>
                  </a:cubicBezTo>
                  <a:cubicBezTo>
                    <a:pt x="5104" y="8575"/>
                    <a:pt x="5011" y="8735"/>
                    <a:pt x="4869" y="8877"/>
                  </a:cubicBezTo>
                  <a:cubicBezTo>
                    <a:pt x="4722" y="9018"/>
                    <a:pt x="4537" y="9143"/>
                    <a:pt x="4319" y="9247"/>
                  </a:cubicBezTo>
                  <a:cubicBezTo>
                    <a:pt x="4106" y="9354"/>
                    <a:pt x="3828" y="9455"/>
                    <a:pt x="3484" y="9553"/>
                  </a:cubicBezTo>
                  <a:cubicBezTo>
                    <a:pt x="3152" y="9652"/>
                    <a:pt x="2819" y="9730"/>
                    <a:pt x="2498" y="9790"/>
                  </a:cubicBezTo>
                  <a:lnTo>
                    <a:pt x="1690" y="9936"/>
                  </a:lnTo>
                  <a:cubicBezTo>
                    <a:pt x="1461" y="9986"/>
                    <a:pt x="1281" y="10006"/>
                    <a:pt x="1156" y="9999"/>
                  </a:cubicBezTo>
                  <a:cubicBezTo>
                    <a:pt x="1031" y="9993"/>
                    <a:pt x="954" y="9974"/>
                    <a:pt x="932" y="9946"/>
                  </a:cubicBezTo>
                  <a:cubicBezTo>
                    <a:pt x="906" y="9914"/>
                    <a:pt x="976" y="9878"/>
                    <a:pt x="1134" y="9833"/>
                  </a:cubicBezTo>
                  <a:cubicBezTo>
                    <a:pt x="1194" y="9818"/>
                    <a:pt x="1358" y="9781"/>
                    <a:pt x="1636" y="9725"/>
                  </a:cubicBezTo>
                  <a:cubicBezTo>
                    <a:pt x="1914" y="9665"/>
                    <a:pt x="2176" y="9592"/>
                    <a:pt x="2427" y="9500"/>
                  </a:cubicBezTo>
                  <a:cubicBezTo>
                    <a:pt x="2683" y="9409"/>
                    <a:pt x="2901" y="9304"/>
                    <a:pt x="3075" y="9179"/>
                  </a:cubicBezTo>
                  <a:cubicBezTo>
                    <a:pt x="3250" y="9056"/>
                    <a:pt x="3365" y="8947"/>
                    <a:pt x="3408" y="8850"/>
                  </a:cubicBezTo>
                  <a:cubicBezTo>
                    <a:pt x="3457" y="8755"/>
                    <a:pt x="3479" y="8645"/>
                    <a:pt x="3479" y="8527"/>
                  </a:cubicBezTo>
                  <a:cubicBezTo>
                    <a:pt x="3468" y="8422"/>
                    <a:pt x="3430" y="8259"/>
                    <a:pt x="3370" y="8035"/>
                  </a:cubicBezTo>
                  <a:cubicBezTo>
                    <a:pt x="3305" y="7810"/>
                    <a:pt x="3245" y="7582"/>
                    <a:pt x="3185" y="7351"/>
                  </a:cubicBezTo>
                  <a:cubicBezTo>
                    <a:pt x="3130" y="7122"/>
                    <a:pt x="3119" y="6920"/>
                    <a:pt x="3152" y="6741"/>
                  </a:cubicBezTo>
                  <a:cubicBezTo>
                    <a:pt x="3185" y="6506"/>
                    <a:pt x="3289" y="6315"/>
                    <a:pt x="3447" y="6168"/>
                  </a:cubicBezTo>
                  <a:cubicBezTo>
                    <a:pt x="3604" y="6022"/>
                    <a:pt x="3861" y="5859"/>
                    <a:pt x="4210" y="5681"/>
                  </a:cubicBezTo>
                  <a:cubicBezTo>
                    <a:pt x="4565" y="5503"/>
                    <a:pt x="4869" y="5393"/>
                    <a:pt x="5131" y="5353"/>
                  </a:cubicBezTo>
                  <a:lnTo>
                    <a:pt x="6942" y="5015"/>
                  </a:lnTo>
                  <a:lnTo>
                    <a:pt x="5639" y="4796"/>
                  </a:lnTo>
                  <a:cubicBezTo>
                    <a:pt x="5317" y="4736"/>
                    <a:pt x="5039" y="4673"/>
                    <a:pt x="4821" y="4608"/>
                  </a:cubicBezTo>
                  <a:cubicBezTo>
                    <a:pt x="4602" y="4545"/>
                    <a:pt x="4340" y="4431"/>
                    <a:pt x="4030" y="4270"/>
                  </a:cubicBezTo>
                  <a:cubicBezTo>
                    <a:pt x="3724" y="4108"/>
                    <a:pt x="3484" y="3949"/>
                    <a:pt x="3332" y="3795"/>
                  </a:cubicBezTo>
                  <a:cubicBezTo>
                    <a:pt x="3174" y="3642"/>
                    <a:pt x="3081" y="3472"/>
                    <a:pt x="3043" y="3285"/>
                  </a:cubicBezTo>
                  <a:cubicBezTo>
                    <a:pt x="2999" y="3101"/>
                    <a:pt x="3010" y="2919"/>
                    <a:pt x="3065" y="2745"/>
                  </a:cubicBezTo>
                  <a:cubicBezTo>
                    <a:pt x="3086" y="2651"/>
                    <a:pt x="3163" y="2461"/>
                    <a:pt x="3299" y="2178"/>
                  </a:cubicBezTo>
                  <a:cubicBezTo>
                    <a:pt x="3430" y="1896"/>
                    <a:pt x="3507" y="1672"/>
                    <a:pt x="3523" y="1505"/>
                  </a:cubicBezTo>
                  <a:cubicBezTo>
                    <a:pt x="3539" y="1341"/>
                    <a:pt x="3496" y="1196"/>
                    <a:pt x="3376" y="1073"/>
                  </a:cubicBezTo>
                  <a:cubicBezTo>
                    <a:pt x="3289" y="981"/>
                    <a:pt x="3103" y="870"/>
                    <a:pt x="2836" y="734"/>
                  </a:cubicBezTo>
                  <a:cubicBezTo>
                    <a:pt x="2563" y="599"/>
                    <a:pt x="2241" y="488"/>
                    <a:pt x="1860" y="399"/>
                  </a:cubicBezTo>
                  <a:cubicBezTo>
                    <a:pt x="1483" y="311"/>
                    <a:pt x="1134" y="253"/>
                    <a:pt x="829" y="220"/>
                  </a:cubicBezTo>
                  <a:lnTo>
                    <a:pt x="0" y="136"/>
                  </a:lnTo>
                  <a:close/>
                </a:path>
              </a:pathLst>
            </a:custGeom>
            <a:solidFill>
              <a:schemeClr val="bg1">
                <a:lumMod val="95000"/>
              </a:schemeClr>
            </a:solidFill>
            <a:ln>
              <a:noFill/>
            </a:ln>
          </p:spPr>
          <p:txBody>
            <a:bodyPr vert="horz" wrap="square" lIns="91440" tIns="45720" rIns="91440" bIns="45720" numCol="1" anchor="t" anchorCtr="0" compatLnSpc="1">
              <a:normAutofit/>
            </a:bodyPr>
            <a:lstStyle/>
            <a:p>
              <a:endParaRPr lang="zh-CN" altLang="en-US" dirty="0">
                <a:cs typeface="+mn-ea"/>
                <a:sym typeface="+mn-lt"/>
              </a:endParaRPr>
            </a:p>
          </p:txBody>
        </p:sp>
        <p:sp>
          <p:nvSpPr>
            <p:cNvPr id="30" name="椭圆 29"/>
            <p:cNvSpPr/>
            <p:nvPr/>
          </p:nvSpPr>
          <p:spPr>
            <a:xfrm>
              <a:off x="1192540" y="2647872"/>
              <a:ext cx="1968654" cy="1968656"/>
            </a:xfrm>
            <a:prstGeom prst="ellipse">
              <a:avLst/>
            </a:prstGeom>
            <a:blipFill>
              <a:blip r:embed="rId2"/>
              <a:stretch>
                <a:fillRect l="-25161" r="-24839"/>
              </a:stretch>
            </a:blipFill>
            <a:ln w="3810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endParaRPr lang="zh-CN" altLang="en-US" sz="2800" b="1" dirty="0">
                <a:cs typeface="+mn-ea"/>
                <a:sym typeface="+mn-lt"/>
              </a:endParaRPr>
            </a:p>
          </p:txBody>
        </p:sp>
        <p:cxnSp>
          <p:nvCxnSpPr>
            <p:cNvPr id="31" name="直接连接符 30"/>
            <p:cNvCxnSpPr/>
            <p:nvPr/>
          </p:nvCxnSpPr>
          <p:spPr>
            <a:xfrm>
              <a:off x="5620870" y="2516653"/>
              <a:ext cx="5898029"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5620870" y="3632201"/>
              <a:ext cx="5898029"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5620870" y="4747749"/>
              <a:ext cx="5898029"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nvGrpSpPr>
            <p:cNvPr id="34" name="组合 33"/>
            <p:cNvGrpSpPr/>
            <p:nvPr/>
          </p:nvGrpSpPr>
          <p:grpSpPr>
            <a:xfrm>
              <a:off x="5086252" y="1612335"/>
              <a:ext cx="5028814" cy="693088"/>
              <a:chOff x="4526757" y="1612335"/>
              <a:chExt cx="5028814" cy="693088"/>
            </a:xfrm>
          </p:grpSpPr>
          <p:sp>
            <p:nvSpPr>
              <p:cNvPr id="45" name="矩形 44"/>
              <p:cNvSpPr/>
              <p:nvPr/>
            </p:nvSpPr>
            <p:spPr bwMode="auto">
              <a:xfrm>
                <a:off x="4976450" y="1612335"/>
                <a:ext cx="4579121" cy="693088"/>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2400" dirty="0">
                    <a:cs typeface="+mn-ea"/>
                    <a:sym typeface="+mn-lt"/>
                  </a:rPr>
                  <a:t>教务课程管理</a:t>
                </a:r>
              </a:p>
            </p:txBody>
          </p:sp>
          <p:sp>
            <p:nvSpPr>
              <p:cNvPr id="46" name="任意多边形: 形状 45"/>
              <p:cNvSpPr/>
              <p:nvPr/>
            </p:nvSpPr>
            <p:spPr>
              <a:xfrm>
                <a:off x="4526757" y="1791121"/>
                <a:ext cx="367553" cy="335518"/>
              </a:xfrm>
              <a:custGeom>
                <a:avLst/>
                <a:gdLst>
                  <a:gd name="connsiteX0" fmla="*/ 134413 w 540656"/>
                  <a:gd name="connsiteY0" fmla="*/ 235194 h 493535"/>
                  <a:gd name="connsiteX1" fmla="*/ 191280 w 540656"/>
                  <a:gd name="connsiteY1" fmla="*/ 302363 h 493535"/>
                  <a:gd name="connsiteX2" fmla="*/ 199034 w 540656"/>
                  <a:gd name="connsiteY2" fmla="*/ 304946 h 493535"/>
                  <a:gd name="connsiteX3" fmla="*/ 251015 w 540656"/>
                  <a:gd name="connsiteY3" fmla="*/ 245730 h 493535"/>
                  <a:gd name="connsiteX4" fmla="*/ 250737 w 540656"/>
                  <a:gd name="connsiteY4" fmla="*/ 235359 h 493535"/>
                  <a:gd name="connsiteX5" fmla="*/ 250832 w 540656"/>
                  <a:gd name="connsiteY5" fmla="*/ 235264 h 493535"/>
                  <a:gd name="connsiteX6" fmla="*/ 276581 w 540656"/>
                  <a:gd name="connsiteY6" fmla="*/ 253278 h 493535"/>
                  <a:gd name="connsiteX7" fmla="*/ 284336 w 540656"/>
                  <a:gd name="connsiteY7" fmla="*/ 258445 h 493535"/>
                  <a:gd name="connsiteX8" fmla="*/ 320524 w 540656"/>
                  <a:gd name="connsiteY8" fmla="*/ 271362 h 493535"/>
                  <a:gd name="connsiteX9" fmla="*/ 323109 w 540656"/>
                  <a:gd name="connsiteY9" fmla="*/ 271362 h 493535"/>
                  <a:gd name="connsiteX10" fmla="*/ 351542 w 540656"/>
                  <a:gd name="connsiteY10" fmla="*/ 292029 h 493535"/>
                  <a:gd name="connsiteX11" fmla="*/ 367051 w 540656"/>
                  <a:gd name="connsiteY11" fmla="*/ 323030 h 493535"/>
                  <a:gd name="connsiteX12" fmla="*/ 356712 w 540656"/>
                  <a:gd name="connsiteY12" fmla="*/ 333364 h 493535"/>
                  <a:gd name="connsiteX13" fmla="*/ 354127 w 540656"/>
                  <a:gd name="connsiteY13" fmla="*/ 330780 h 493535"/>
                  <a:gd name="connsiteX14" fmla="*/ 323109 w 540656"/>
                  <a:gd name="connsiteY14" fmla="*/ 302363 h 493535"/>
                  <a:gd name="connsiteX15" fmla="*/ 307599 w 540656"/>
                  <a:gd name="connsiteY15" fmla="*/ 292029 h 493535"/>
                  <a:gd name="connsiteX16" fmla="*/ 307599 w 540656"/>
                  <a:gd name="connsiteY16" fmla="*/ 289446 h 493535"/>
                  <a:gd name="connsiteX17" fmla="*/ 289505 w 540656"/>
                  <a:gd name="connsiteY17" fmla="*/ 279112 h 493535"/>
                  <a:gd name="connsiteX18" fmla="*/ 255902 w 540656"/>
                  <a:gd name="connsiteY18" fmla="*/ 258445 h 493535"/>
                  <a:gd name="connsiteX19" fmla="*/ 178356 w 540656"/>
                  <a:gd name="connsiteY19" fmla="*/ 413450 h 493535"/>
                  <a:gd name="connsiteX20" fmla="*/ 219713 w 540656"/>
                  <a:gd name="connsiteY20" fmla="*/ 423783 h 493535"/>
                  <a:gd name="connsiteX21" fmla="*/ 230053 w 540656"/>
                  <a:gd name="connsiteY21" fmla="*/ 426367 h 493535"/>
                  <a:gd name="connsiteX22" fmla="*/ 242978 w 540656"/>
                  <a:gd name="connsiteY22" fmla="*/ 434117 h 493535"/>
                  <a:gd name="connsiteX23" fmla="*/ 268826 w 540656"/>
                  <a:gd name="connsiteY23" fmla="*/ 444450 h 493535"/>
                  <a:gd name="connsiteX24" fmla="*/ 299845 w 540656"/>
                  <a:gd name="connsiteY24" fmla="*/ 470285 h 493535"/>
                  <a:gd name="connsiteX25" fmla="*/ 307599 w 540656"/>
                  <a:gd name="connsiteY25" fmla="*/ 478035 h 493535"/>
                  <a:gd name="connsiteX26" fmla="*/ 201619 w 540656"/>
                  <a:gd name="connsiteY26" fmla="*/ 493535 h 493535"/>
                  <a:gd name="connsiteX27" fmla="*/ 183525 w 540656"/>
                  <a:gd name="connsiteY27" fmla="*/ 493535 h 493535"/>
                  <a:gd name="connsiteX28" fmla="*/ 10339 w 540656"/>
                  <a:gd name="connsiteY28" fmla="*/ 457368 h 493535"/>
                  <a:gd name="connsiteX29" fmla="*/ 0 w 540656"/>
                  <a:gd name="connsiteY29" fmla="*/ 431533 h 493535"/>
                  <a:gd name="connsiteX30" fmla="*/ 33603 w 540656"/>
                  <a:gd name="connsiteY30" fmla="*/ 292029 h 493535"/>
                  <a:gd name="connsiteX31" fmla="*/ 62037 w 540656"/>
                  <a:gd name="connsiteY31" fmla="*/ 271362 h 493535"/>
                  <a:gd name="connsiteX32" fmla="*/ 134413 w 540656"/>
                  <a:gd name="connsiteY32" fmla="*/ 235194 h 493535"/>
                  <a:gd name="connsiteX33" fmla="*/ 540656 w 540656"/>
                  <a:gd name="connsiteY33" fmla="*/ 232714 h 493535"/>
                  <a:gd name="connsiteX34" fmla="*/ 488919 w 540656"/>
                  <a:gd name="connsiteY34" fmla="*/ 276596 h 493535"/>
                  <a:gd name="connsiteX35" fmla="*/ 444942 w 540656"/>
                  <a:gd name="connsiteY35" fmla="*/ 328223 h 493535"/>
                  <a:gd name="connsiteX36" fmla="*/ 408726 w 540656"/>
                  <a:gd name="connsiteY36" fmla="*/ 387593 h 493535"/>
                  <a:gd name="connsiteX37" fmla="*/ 377684 w 540656"/>
                  <a:gd name="connsiteY37" fmla="*/ 446963 h 493535"/>
                  <a:gd name="connsiteX38" fmla="*/ 359576 w 540656"/>
                  <a:gd name="connsiteY38" fmla="*/ 485682 h 493535"/>
                  <a:gd name="connsiteX39" fmla="*/ 328534 w 540656"/>
                  <a:gd name="connsiteY39" fmla="*/ 444381 h 493535"/>
                  <a:gd name="connsiteX40" fmla="*/ 284557 w 540656"/>
                  <a:gd name="connsiteY40" fmla="*/ 410824 h 493535"/>
                  <a:gd name="connsiteX41" fmla="*/ 258689 w 540656"/>
                  <a:gd name="connsiteY41" fmla="*/ 397918 h 493535"/>
                  <a:gd name="connsiteX42" fmla="*/ 243168 w 540656"/>
                  <a:gd name="connsiteY42" fmla="*/ 390174 h 493535"/>
                  <a:gd name="connsiteX43" fmla="*/ 230233 w 540656"/>
                  <a:gd name="connsiteY43" fmla="*/ 385011 h 493535"/>
                  <a:gd name="connsiteX44" fmla="*/ 271623 w 540656"/>
                  <a:gd name="connsiteY44" fmla="*/ 302410 h 493535"/>
                  <a:gd name="connsiteX45" fmla="*/ 287144 w 540656"/>
                  <a:gd name="connsiteY45" fmla="*/ 315316 h 493535"/>
                  <a:gd name="connsiteX46" fmla="*/ 302665 w 540656"/>
                  <a:gd name="connsiteY46" fmla="*/ 325641 h 493535"/>
                  <a:gd name="connsiteX47" fmla="*/ 331121 w 540656"/>
                  <a:gd name="connsiteY47" fmla="*/ 351454 h 493535"/>
                  <a:gd name="connsiteX48" fmla="*/ 356989 w 540656"/>
                  <a:gd name="connsiteY48" fmla="*/ 382430 h 493535"/>
                  <a:gd name="connsiteX49" fmla="*/ 375097 w 540656"/>
                  <a:gd name="connsiteY49" fmla="*/ 361780 h 493535"/>
                  <a:gd name="connsiteX50" fmla="*/ 424248 w 540656"/>
                  <a:gd name="connsiteY50" fmla="*/ 310153 h 493535"/>
                  <a:gd name="connsiteX51" fmla="*/ 478572 w 540656"/>
                  <a:gd name="connsiteY51" fmla="*/ 266271 h 493535"/>
                  <a:gd name="connsiteX52" fmla="*/ 540656 w 540656"/>
                  <a:gd name="connsiteY52" fmla="*/ 232714 h 493535"/>
                  <a:gd name="connsiteX53" fmla="*/ 250901 w 540656"/>
                  <a:gd name="connsiteY53" fmla="*/ 232714 h 493535"/>
                  <a:gd name="connsiteX54" fmla="*/ 250901 w 540656"/>
                  <a:gd name="connsiteY54" fmla="*/ 235194 h 493535"/>
                  <a:gd name="connsiteX55" fmla="*/ 250832 w 540656"/>
                  <a:gd name="connsiteY55" fmla="*/ 235264 h 493535"/>
                  <a:gd name="connsiteX56" fmla="*/ 250732 w 540656"/>
                  <a:gd name="connsiteY56" fmla="*/ 235194 h 493535"/>
                  <a:gd name="connsiteX57" fmla="*/ 250737 w 540656"/>
                  <a:gd name="connsiteY57" fmla="*/ 235359 h 493535"/>
                  <a:gd name="connsiteX58" fmla="*/ 248421 w 540656"/>
                  <a:gd name="connsiteY58" fmla="*/ 237674 h 493535"/>
                  <a:gd name="connsiteX59" fmla="*/ 250901 w 540656"/>
                  <a:gd name="connsiteY59" fmla="*/ 232714 h 493535"/>
                  <a:gd name="connsiteX60" fmla="*/ 183628 w 540656"/>
                  <a:gd name="connsiteY60" fmla="*/ 0 h 493535"/>
                  <a:gd name="connsiteX61" fmla="*/ 217213 w 540656"/>
                  <a:gd name="connsiteY61" fmla="*/ 10333 h 493535"/>
                  <a:gd name="connsiteX62" fmla="*/ 230130 w 540656"/>
                  <a:gd name="connsiteY62" fmla="*/ 12917 h 493535"/>
                  <a:gd name="connsiteX63" fmla="*/ 274048 w 540656"/>
                  <a:gd name="connsiteY63" fmla="*/ 38751 h 493535"/>
                  <a:gd name="connsiteX64" fmla="*/ 284382 w 540656"/>
                  <a:gd name="connsiteY64" fmla="*/ 121420 h 493535"/>
                  <a:gd name="connsiteX65" fmla="*/ 284382 w 540656"/>
                  <a:gd name="connsiteY65" fmla="*/ 152421 h 493535"/>
                  <a:gd name="connsiteX66" fmla="*/ 276631 w 540656"/>
                  <a:gd name="connsiteY66" fmla="*/ 167921 h 493535"/>
                  <a:gd name="connsiteX67" fmla="*/ 191378 w 540656"/>
                  <a:gd name="connsiteY67" fmla="*/ 258341 h 493535"/>
                  <a:gd name="connsiteX68" fmla="*/ 111293 w 540656"/>
                  <a:gd name="connsiteY68" fmla="*/ 167921 h 493535"/>
                  <a:gd name="connsiteX69" fmla="*/ 103543 w 540656"/>
                  <a:gd name="connsiteY69" fmla="*/ 152421 h 493535"/>
                  <a:gd name="connsiteX70" fmla="*/ 103543 w 540656"/>
                  <a:gd name="connsiteY70" fmla="*/ 121420 h 493535"/>
                  <a:gd name="connsiteX71" fmla="*/ 106126 w 540656"/>
                  <a:gd name="connsiteY71" fmla="*/ 118837 h 493535"/>
                  <a:gd name="connsiteX72" fmla="*/ 106126 w 540656"/>
                  <a:gd name="connsiteY72" fmla="*/ 59418 h 493535"/>
                  <a:gd name="connsiteX73" fmla="*/ 160378 w 540656"/>
                  <a:gd name="connsiteY73" fmla="*/ 5167 h 493535"/>
                  <a:gd name="connsiteX74" fmla="*/ 175878 w 540656"/>
                  <a:gd name="connsiteY74" fmla="*/ 2583 h 493535"/>
                  <a:gd name="connsiteX75" fmla="*/ 181045 w 540656"/>
                  <a:gd name="connsiteY75" fmla="*/ 2583 h 493535"/>
                  <a:gd name="connsiteX76" fmla="*/ 183628 w 540656"/>
                  <a:gd name="connsiteY76" fmla="*/ 0 h 493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540656" h="493535">
                    <a:moveTo>
                      <a:pt x="134413" y="235194"/>
                    </a:moveTo>
                    <a:cubicBezTo>
                      <a:pt x="134413" y="235194"/>
                      <a:pt x="136998" y="299779"/>
                      <a:pt x="191280" y="302363"/>
                    </a:cubicBezTo>
                    <a:lnTo>
                      <a:pt x="199034" y="304946"/>
                    </a:lnTo>
                    <a:cubicBezTo>
                      <a:pt x="243624" y="303009"/>
                      <a:pt x="250409" y="264742"/>
                      <a:pt x="251015" y="245730"/>
                    </a:cubicBezTo>
                    <a:lnTo>
                      <a:pt x="250737" y="235359"/>
                    </a:lnTo>
                    <a:lnTo>
                      <a:pt x="250832" y="235264"/>
                    </a:lnTo>
                    <a:lnTo>
                      <a:pt x="276581" y="253278"/>
                    </a:lnTo>
                    <a:cubicBezTo>
                      <a:pt x="279166" y="255862"/>
                      <a:pt x="281751" y="255862"/>
                      <a:pt x="284336" y="258445"/>
                    </a:cubicBezTo>
                    <a:cubicBezTo>
                      <a:pt x="284336" y="258445"/>
                      <a:pt x="302430" y="263612"/>
                      <a:pt x="320524" y="271362"/>
                    </a:cubicBezTo>
                    <a:cubicBezTo>
                      <a:pt x="323109" y="271362"/>
                      <a:pt x="323109" y="271362"/>
                      <a:pt x="323109" y="271362"/>
                    </a:cubicBezTo>
                    <a:cubicBezTo>
                      <a:pt x="343787" y="279112"/>
                      <a:pt x="351542" y="292029"/>
                      <a:pt x="351542" y="292029"/>
                    </a:cubicBezTo>
                    <a:cubicBezTo>
                      <a:pt x="359297" y="299779"/>
                      <a:pt x="361882" y="312697"/>
                      <a:pt x="367051" y="323030"/>
                    </a:cubicBezTo>
                    <a:cubicBezTo>
                      <a:pt x="364466" y="325614"/>
                      <a:pt x="361882" y="330780"/>
                      <a:pt x="356712" y="333364"/>
                    </a:cubicBezTo>
                    <a:cubicBezTo>
                      <a:pt x="356712" y="333364"/>
                      <a:pt x="356712" y="333364"/>
                      <a:pt x="354127" y="330780"/>
                    </a:cubicBezTo>
                    <a:cubicBezTo>
                      <a:pt x="346372" y="323030"/>
                      <a:pt x="336033" y="312697"/>
                      <a:pt x="323109" y="302363"/>
                    </a:cubicBezTo>
                    <a:cubicBezTo>
                      <a:pt x="317939" y="299779"/>
                      <a:pt x="312769" y="294613"/>
                      <a:pt x="307599" y="292029"/>
                    </a:cubicBezTo>
                    <a:lnTo>
                      <a:pt x="307599" y="289446"/>
                    </a:lnTo>
                    <a:cubicBezTo>
                      <a:pt x="299845" y="286862"/>
                      <a:pt x="294675" y="281696"/>
                      <a:pt x="289505" y="279112"/>
                    </a:cubicBezTo>
                    <a:lnTo>
                      <a:pt x="255902" y="258445"/>
                    </a:lnTo>
                    <a:lnTo>
                      <a:pt x="178356" y="413450"/>
                    </a:lnTo>
                    <a:lnTo>
                      <a:pt x="219713" y="423783"/>
                    </a:lnTo>
                    <a:cubicBezTo>
                      <a:pt x="222298" y="423783"/>
                      <a:pt x="227468" y="426367"/>
                      <a:pt x="230053" y="426367"/>
                    </a:cubicBezTo>
                    <a:cubicBezTo>
                      <a:pt x="235223" y="428950"/>
                      <a:pt x="240393" y="431533"/>
                      <a:pt x="242978" y="434117"/>
                    </a:cubicBezTo>
                    <a:cubicBezTo>
                      <a:pt x="253317" y="436700"/>
                      <a:pt x="261072" y="441867"/>
                      <a:pt x="268826" y="444450"/>
                    </a:cubicBezTo>
                    <a:cubicBezTo>
                      <a:pt x="284336" y="452201"/>
                      <a:pt x="294675" y="462534"/>
                      <a:pt x="299845" y="470285"/>
                    </a:cubicBezTo>
                    <a:lnTo>
                      <a:pt x="307599" y="478035"/>
                    </a:lnTo>
                    <a:cubicBezTo>
                      <a:pt x="253317" y="490952"/>
                      <a:pt x="201619" y="493535"/>
                      <a:pt x="201619" y="493535"/>
                    </a:cubicBezTo>
                    <a:cubicBezTo>
                      <a:pt x="196450" y="493535"/>
                      <a:pt x="191280" y="493535"/>
                      <a:pt x="183525" y="493535"/>
                    </a:cubicBezTo>
                    <a:cubicBezTo>
                      <a:pt x="183525" y="493535"/>
                      <a:pt x="77546" y="488368"/>
                      <a:pt x="10339" y="457368"/>
                    </a:cubicBezTo>
                    <a:cubicBezTo>
                      <a:pt x="10339" y="457368"/>
                      <a:pt x="0" y="454784"/>
                      <a:pt x="0" y="431533"/>
                    </a:cubicBezTo>
                    <a:cubicBezTo>
                      <a:pt x="0" y="431533"/>
                      <a:pt x="2585" y="335947"/>
                      <a:pt x="33603" y="292029"/>
                    </a:cubicBezTo>
                    <a:cubicBezTo>
                      <a:pt x="33603" y="292029"/>
                      <a:pt x="41358" y="279112"/>
                      <a:pt x="62037" y="271362"/>
                    </a:cubicBezTo>
                    <a:cubicBezTo>
                      <a:pt x="62037" y="271362"/>
                      <a:pt x="129243" y="253278"/>
                      <a:pt x="134413" y="235194"/>
                    </a:cubicBezTo>
                    <a:close/>
                    <a:moveTo>
                      <a:pt x="540656" y="232714"/>
                    </a:moveTo>
                    <a:cubicBezTo>
                      <a:pt x="519961" y="245621"/>
                      <a:pt x="504440" y="261109"/>
                      <a:pt x="488919" y="276596"/>
                    </a:cubicBezTo>
                    <a:cubicBezTo>
                      <a:pt x="473398" y="292084"/>
                      <a:pt x="457877" y="310153"/>
                      <a:pt x="444942" y="328223"/>
                    </a:cubicBezTo>
                    <a:cubicBezTo>
                      <a:pt x="432008" y="348873"/>
                      <a:pt x="421661" y="366942"/>
                      <a:pt x="408726" y="387593"/>
                    </a:cubicBezTo>
                    <a:cubicBezTo>
                      <a:pt x="398379" y="405662"/>
                      <a:pt x="388032" y="426312"/>
                      <a:pt x="377684" y="446963"/>
                    </a:cubicBezTo>
                    <a:lnTo>
                      <a:pt x="359576" y="485682"/>
                    </a:lnTo>
                    <a:lnTo>
                      <a:pt x="328534" y="444381"/>
                    </a:lnTo>
                    <a:cubicBezTo>
                      <a:pt x="318186" y="431475"/>
                      <a:pt x="302665" y="421150"/>
                      <a:pt x="284557" y="410824"/>
                    </a:cubicBezTo>
                    <a:cubicBezTo>
                      <a:pt x="276797" y="405662"/>
                      <a:pt x="266449" y="400499"/>
                      <a:pt x="258689" y="397918"/>
                    </a:cubicBezTo>
                    <a:cubicBezTo>
                      <a:pt x="253515" y="395337"/>
                      <a:pt x="248341" y="392755"/>
                      <a:pt x="243168" y="390174"/>
                    </a:cubicBezTo>
                    <a:cubicBezTo>
                      <a:pt x="237994" y="390174"/>
                      <a:pt x="232820" y="387593"/>
                      <a:pt x="230233" y="385011"/>
                    </a:cubicBezTo>
                    <a:lnTo>
                      <a:pt x="271623" y="302410"/>
                    </a:lnTo>
                    <a:cubicBezTo>
                      <a:pt x="276797" y="307572"/>
                      <a:pt x="281970" y="310153"/>
                      <a:pt x="287144" y="315316"/>
                    </a:cubicBezTo>
                    <a:cubicBezTo>
                      <a:pt x="292318" y="317897"/>
                      <a:pt x="297492" y="323060"/>
                      <a:pt x="302665" y="325641"/>
                    </a:cubicBezTo>
                    <a:cubicBezTo>
                      <a:pt x="313013" y="333385"/>
                      <a:pt x="320773" y="343710"/>
                      <a:pt x="331121" y="351454"/>
                    </a:cubicBezTo>
                    <a:cubicBezTo>
                      <a:pt x="341468" y="361780"/>
                      <a:pt x="349229" y="372105"/>
                      <a:pt x="356989" y="382430"/>
                    </a:cubicBezTo>
                    <a:cubicBezTo>
                      <a:pt x="364750" y="374686"/>
                      <a:pt x="369924" y="369523"/>
                      <a:pt x="375097" y="361780"/>
                    </a:cubicBezTo>
                    <a:cubicBezTo>
                      <a:pt x="390618" y="343710"/>
                      <a:pt x="406140" y="328223"/>
                      <a:pt x="424248" y="310153"/>
                    </a:cubicBezTo>
                    <a:cubicBezTo>
                      <a:pt x="442356" y="294666"/>
                      <a:pt x="460464" y="279178"/>
                      <a:pt x="478572" y="266271"/>
                    </a:cubicBezTo>
                    <a:cubicBezTo>
                      <a:pt x="499267" y="253365"/>
                      <a:pt x="519961" y="240458"/>
                      <a:pt x="540656" y="232714"/>
                    </a:cubicBezTo>
                    <a:close/>
                    <a:moveTo>
                      <a:pt x="250901" y="232714"/>
                    </a:moveTo>
                    <a:cubicBezTo>
                      <a:pt x="250901" y="232714"/>
                      <a:pt x="250901" y="235194"/>
                      <a:pt x="250901" y="235194"/>
                    </a:cubicBezTo>
                    <a:lnTo>
                      <a:pt x="250832" y="235264"/>
                    </a:lnTo>
                    <a:lnTo>
                      <a:pt x="250732" y="235194"/>
                    </a:lnTo>
                    <a:lnTo>
                      <a:pt x="250737" y="235359"/>
                    </a:lnTo>
                    <a:lnTo>
                      <a:pt x="248421" y="237674"/>
                    </a:lnTo>
                    <a:cubicBezTo>
                      <a:pt x="250901" y="235194"/>
                      <a:pt x="250901" y="235194"/>
                      <a:pt x="250901" y="232714"/>
                    </a:cubicBezTo>
                    <a:close/>
                    <a:moveTo>
                      <a:pt x="183628" y="0"/>
                    </a:moveTo>
                    <a:cubicBezTo>
                      <a:pt x="183628" y="0"/>
                      <a:pt x="196545" y="2583"/>
                      <a:pt x="217213" y="10333"/>
                    </a:cubicBezTo>
                    <a:lnTo>
                      <a:pt x="230130" y="12917"/>
                    </a:lnTo>
                    <a:cubicBezTo>
                      <a:pt x="258548" y="20667"/>
                      <a:pt x="271465" y="36167"/>
                      <a:pt x="274048" y="38751"/>
                    </a:cubicBezTo>
                    <a:cubicBezTo>
                      <a:pt x="294715" y="64585"/>
                      <a:pt x="289548" y="103336"/>
                      <a:pt x="284382" y="121420"/>
                    </a:cubicBezTo>
                    <a:cubicBezTo>
                      <a:pt x="289548" y="129170"/>
                      <a:pt x="286965" y="144671"/>
                      <a:pt x="284382" y="152421"/>
                    </a:cubicBezTo>
                    <a:cubicBezTo>
                      <a:pt x="284382" y="160171"/>
                      <a:pt x="281798" y="165338"/>
                      <a:pt x="276631" y="167921"/>
                    </a:cubicBezTo>
                    <a:cubicBezTo>
                      <a:pt x="271465" y="211839"/>
                      <a:pt x="232713" y="258341"/>
                      <a:pt x="191378" y="258341"/>
                    </a:cubicBezTo>
                    <a:cubicBezTo>
                      <a:pt x="155211" y="258341"/>
                      <a:pt x="116460" y="214423"/>
                      <a:pt x="111293" y="167921"/>
                    </a:cubicBezTo>
                    <a:cubicBezTo>
                      <a:pt x="108709" y="165338"/>
                      <a:pt x="103543" y="160171"/>
                      <a:pt x="103543" y="152421"/>
                    </a:cubicBezTo>
                    <a:cubicBezTo>
                      <a:pt x="100959" y="144671"/>
                      <a:pt x="98376" y="129170"/>
                      <a:pt x="103543" y="121420"/>
                    </a:cubicBezTo>
                    <a:cubicBezTo>
                      <a:pt x="103543" y="121420"/>
                      <a:pt x="106126" y="121420"/>
                      <a:pt x="106126" y="118837"/>
                    </a:cubicBezTo>
                    <a:cubicBezTo>
                      <a:pt x="98376" y="80085"/>
                      <a:pt x="103543" y="62002"/>
                      <a:pt x="106126" y="59418"/>
                    </a:cubicBezTo>
                    <a:cubicBezTo>
                      <a:pt x="119043" y="20667"/>
                      <a:pt x="160378" y="5167"/>
                      <a:pt x="160378" y="5167"/>
                    </a:cubicBezTo>
                    <a:cubicBezTo>
                      <a:pt x="162961" y="2583"/>
                      <a:pt x="170711" y="0"/>
                      <a:pt x="175878" y="2583"/>
                    </a:cubicBezTo>
                    <a:cubicBezTo>
                      <a:pt x="175878" y="2583"/>
                      <a:pt x="178461" y="2583"/>
                      <a:pt x="181045" y="2583"/>
                    </a:cubicBezTo>
                    <a:cubicBezTo>
                      <a:pt x="181045" y="0"/>
                      <a:pt x="181045" y="0"/>
                      <a:pt x="183628" y="0"/>
                    </a:cubicBezTo>
                    <a:close/>
                  </a:path>
                </a:pathLst>
              </a:custGeom>
              <a:solidFill>
                <a:schemeClr val="accent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cs typeface="+mn-ea"/>
                  <a:sym typeface="+mn-lt"/>
                </a:endParaRPr>
              </a:p>
            </p:txBody>
          </p:sp>
        </p:grpSp>
        <p:grpSp>
          <p:nvGrpSpPr>
            <p:cNvPr id="35" name="组合 34"/>
            <p:cNvGrpSpPr/>
            <p:nvPr/>
          </p:nvGrpSpPr>
          <p:grpSpPr>
            <a:xfrm>
              <a:off x="5086252" y="2727883"/>
              <a:ext cx="5028814" cy="693088"/>
              <a:chOff x="4526757" y="1612335"/>
              <a:chExt cx="5028814" cy="693088"/>
            </a:xfrm>
          </p:grpSpPr>
          <p:sp>
            <p:nvSpPr>
              <p:cNvPr id="43" name="矩形 42"/>
              <p:cNvSpPr/>
              <p:nvPr/>
            </p:nvSpPr>
            <p:spPr bwMode="auto">
              <a:xfrm>
                <a:off x="4976450" y="1612335"/>
                <a:ext cx="4579121" cy="693088"/>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2400" dirty="0">
                    <a:cs typeface="+mn-ea"/>
                    <a:sym typeface="+mn-lt"/>
                  </a:rPr>
                  <a:t>教务教学班管理</a:t>
                </a:r>
              </a:p>
            </p:txBody>
          </p:sp>
          <p:sp>
            <p:nvSpPr>
              <p:cNvPr id="44" name="任意多边形: 形状 43"/>
              <p:cNvSpPr/>
              <p:nvPr/>
            </p:nvSpPr>
            <p:spPr>
              <a:xfrm>
                <a:off x="4526757" y="1791121"/>
                <a:ext cx="367553" cy="335518"/>
              </a:xfrm>
              <a:custGeom>
                <a:avLst/>
                <a:gdLst>
                  <a:gd name="connsiteX0" fmla="*/ 134413 w 540656"/>
                  <a:gd name="connsiteY0" fmla="*/ 235194 h 493535"/>
                  <a:gd name="connsiteX1" fmla="*/ 191280 w 540656"/>
                  <a:gd name="connsiteY1" fmla="*/ 302363 h 493535"/>
                  <a:gd name="connsiteX2" fmla="*/ 199034 w 540656"/>
                  <a:gd name="connsiteY2" fmla="*/ 304946 h 493535"/>
                  <a:gd name="connsiteX3" fmla="*/ 251015 w 540656"/>
                  <a:gd name="connsiteY3" fmla="*/ 245730 h 493535"/>
                  <a:gd name="connsiteX4" fmla="*/ 250737 w 540656"/>
                  <a:gd name="connsiteY4" fmla="*/ 235359 h 493535"/>
                  <a:gd name="connsiteX5" fmla="*/ 250832 w 540656"/>
                  <a:gd name="connsiteY5" fmla="*/ 235264 h 493535"/>
                  <a:gd name="connsiteX6" fmla="*/ 276581 w 540656"/>
                  <a:gd name="connsiteY6" fmla="*/ 253278 h 493535"/>
                  <a:gd name="connsiteX7" fmla="*/ 284336 w 540656"/>
                  <a:gd name="connsiteY7" fmla="*/ 258445 h 493535"/>
                  <a:gd name="connsiteX8" fmla="*/ 320524 w 540656"/>
                  <a:gd name="connsiteY8" fmla="*/ 271362 h 493535"/>
                  <a:gd name="connsiteX9" fmla="*/ 323109 w 540656"/>
                  <a:gd name="connsiteY9" fmla="*/ 271362 h 493535"/>
                  <a:gd name="connsiteX10" fmla="*/ 351542 w 540656"/>
                  <a:gd name="connsiteY10" fmla="*/ 292029 h 493535"/>
                  <a:gd name="connsiteX11" fmla="*/ 367051 w 540656"/>
                  <a:gd name="connsiteY11" fmla="*/ 323030 h 493535"/>
                  <a:gd name="connsiteX12" fmla="*/ 356712 w 540656"/>
                  <a:gd name="connsiteY12" fmla="*/ 333364 h 493535"/>
                  <a:gd name="connsiteX13" fmla="*/ 354127 w 540656"/>
                  <a:gd name="connsiteY13" fmla="*/ 330780 h 493535"/>
                  <a:gd name="connsiteX14" fmla="*/ 323109 w 540656"/>
                  <a:gd name="connsiteY14" fmla="*/ 302363 h 493535"/>
                  <a:gd name="connsiteX15" fmla="*/ 307599 w 540656"/>
                  <a:gd name="connsiteY15" fmla="*/ 292029 h 493535"/>
                  <a:gd name="connsiteX16" fmla="*/ 307599 w 540656"/>
                  <a:gd name="connsiteY16" fmla="*/ 289446 h 493535"/>
                  <a:gd name="connsiteX17" fmla="*/ 289505 w 540656"/>
                  <a:gd name="connsiteY17" fmla="*/ 279112 h 493535"/>
                  <a:gd name="connsiteX18" fmla="*/ 255902 w 540656"/>
                  <a:gd name="connsiteY18" fmla="*/ 258445 h 493535"/>
                  <a:gd name="connsiteX19" fmla="*/ 178356 w 540656"/>
                  <a:gd name="connsiteY19" fmla="*/ 413450 h 493535"/>
                  <a:gd name="connsiteX20" fmla="*/ 219713 w 540656"/>
                  <a:gd name="connsiteY20" fmla="*/ 423783 h 493535"/>
                  <a:gd name="connsiteX21" fmla="*/ 230053 w 540656"/>
                  <a:gd name="connsiteY21" fmla="*/ 426367 h 493535"/>
                  <a:gd name="connsiteX22" fmla="*/ 242978 w 540656"/>
                  <a:gd name="connsiteY22" fmla="*/ 434117 h 493535"/>
                  <a:gd name="connsiteX23" fmla="*/ 268826 w 540656"/>
                  <a:gd name="connsiteY23" fmla="*/ 444450 h 493535"/>
                  <a:gd name="connsiteX24" fmla="*/ 299845 w 540656"/>
                  <a:gd name="connsiteY24" fmla="*/ 470285 h 493535"/>
                  <a:gd name="connsiteX25" fmla="*/ 307599 w 540656"/>
                  <a:gd name="connsiteY25" fmla="*/ 478035 h 493535"/>
                  <a:gd name="connsiteX26" fmla="*/ 201619 w 540656"/>
                  <a:gd name="connsiteY26" fmla="*/ 493535 h 493535"/>
                  <a:gd name="connsiteX27" fmla="*/ 183525 w 540656"/>
                  <a:gd name="connsiteY27" fmla="*/ 493535 h 493535"/>
                  <a:gd name="connsiteX28" fmla="*/ 10339 w 540656"/>
                  <a:gd name="connsiteY28" fmla="*/ 457368 h 493535"/>
                  <a:gd name="connsiteX29" fmla="*/ 0 w 540656"/>
                  <a:gd name="connsiteY29" fmla="*/ 431533 h 493535"/>
                  <a:gd name="connsiteX30" fmla="*/ 33603 w 540656"/>
                  <a:gd name="connsiteY30" fmla="*/ 292029 h 493535"/>
                  <a:gd name="connsiteX31" fmla="*/ 62037 w 540656"/>
                  <a:gd name="connsiteY31" fmla="*/ 271362 h 493535"/>
                  <a:gd name="connsiteX32" fmla="*/ 134413 w 540656"/>
                  <a:gd name="connsiteY32" fmla="*/ 235194 h 493535"/>
                  <a:gd name="connsiteX33" fmla="*/ 540656 w 540656"/>
                  <a:gd name="connsiteY33" fmla="*/ 232714 h 493535"/>
                  <a:gd name="connsiteX34" fmla="*/ 488919 w 540656"/>
                  <a:gd name="connsiteY34" fmla="*/ 276596 h 493535"/>
                  <a:gd name="connsiteX35" fmla="*/ 444942 w 540656"/>
                  <a:gd name="connsiteY35" fmla="*/ 328223 h 493535"/>
                  <a:gd name="connsiteX36" fmla="*/ 408726 w 540656"/>
                  <a:gd name="connsiteY36" fmla="*/ 387593 h 493535"/>
                  <a:gd name="connsiteX37" fmla="*/ 377684 w 540656"/>
                  <a:gd name="connsiteY37" fmla="*/ 446963 h 493535"/>
                  <a:gd name="connsiteX38" fmla="*/ 359576 w 540656"/>
                  <a:gd name="connsiteY38" fmla="*/ 485682 h 493535"/>
                  <a:gd name="connsiteX39" fmla="*/ 328534 w 540656"/>
                  <a:gd name="connsiteY39" fmla="*/ 444381 h 493535"/>
                  <a:gd name="connsiteX40" fmla="*/ 284557 w 540656"/>
                  <a:gd name="connsiteY40" fmla="*/ 410824 h 493535"/>
                  <a:gd name="connsiteX41" fmla="*/ 258689 w 540656"/>
                  <a:gd name="connsiteY41" fmla="*/ 397918 h 493535"/>
                  <a:gd name="connsiteX42" fmla="*/ 243168 w 540656"/>
                  <a:gd name="connsiteY42" fmla="*/ 390174 h 493535"/>
                  <a:gd name="connsiteX43" fmla="*/ 230233 w 540656"/>
                  <a:gd name="connsiteY43" fmla="*/ 385011 h 493535"/>
                  <a:gd name="connsiteX44" fmla="*/ 271623 w 540656"/>
                  <a:gd name="connsiteY44" fmla="*/ 302410 h 493535"/>
                  <a:gd name="connsiteX45" fmla="*/ 287144 w 540656"/>
                  <a:gd name="connsiteY45" fmla="*/ 315316 h 493535"/>
                  <a:gd name="connsiteX46" fmla="*/ 302665 w 540656"/>
                  <a:gd name="connsiteY46" fmla="*/ 325641 h 493535"/>
                  <a:gd name="connsiteX47" fmla="*/ 331121 w 540656"/>
                  <a:gd name="connsiteY47" fmla="*/ 351454 h 493535"/>
                  <a:gd name="connsiteX48" fmla="*/ 356989 w 540656"/>
                  <a:gd name="connsiteY48" fmla="*/ 382430 h 493535"/>
                  <a:gd name="connsiteX49" fmla="*/ 375097 w 540656"/>
                  <a:gd name="connsiteY49" fmla="*/ 361780 h 493535"/>
                  <a:gd name="connsiteX50" fmla="*/ 424248 w 540656"/>
                  <a:gd name="connsiteY50" fmla="*/ 310153 h 493535"/>
                  <a:gd name="connsiteX51" fmla="*/ 478572 w 540656"/>
                  <a:gd name="connsiteY51" fmla="*/ 266271 h 493535"/>
                  <a:gd name="connsiteX52" fmla="*/ 540656 w 540656"/>
                  <a:gd name="connsiteY52" fmla="*/ 232714 h 493535"/>
                  <a:gd name="connsiteX53" fmla="*/ 250901 w 540656"/>
                  <a:gd name="connsiteY53" fmla="*/ 232714 h 493535"/>
                  <a:gd name="connsiteX54" fmla="*/ 250901 w 540656"/>
                  <a:gd name="connsiteY54" fmla="*/ 235194 h 493535"/>
                  <a:gd name="connsiteX55" fmla="*/ 250832 w 540656"/>
                  <a:gd name="connsiteY55" fmla="*/ 235264 h 493535"/>
                  <a:gd name="connsiteX56" fmla="*/ 250732 w 540656"/>
                  <a:gd name="connsiteY56" fmla="*/ 235194 h 493535"/>
                  <a:gd name="connsiteX57" fmla="*/ 250737 w 540656"/>
                  <a:gd name="connsiteY57" fmla="*/ 235359 h 493535"/>
                  <a:gd name="connsiteX58" fmla="*/ 248421 w 540656"/>
                  <a:gd name="connsiteY58" fmla="*/ 237674 h 493535"/>
                  <a:gd name="connsiteX59" fmla="*/ 250901 w 540656"/>
                  <a:gd name="connsiteY59" fmla="*/ 232714 h 493535"/>
                  <a:gd name="connsiteX60" fmla="*/ 183628 w 540656"/>
                  <a:gd name="connsiteY60" fmla="*/ 0 h 493535"/>
                  <a:gd name="connsiteX61" fmla="*/ 217213 w 540656"/>
                  <a:gd name="connsiteY61" fmla="*/ 10333 h 493535"/>
                  <a:gd name="connsiteX62" fmla="*/ 230130 w 540656"/>
                  <a:gd name="connsiteY62" fmla="*/ 12917 h 493535"/>
                  <a:gd name="connsiteX63" fmla="*/ 274048 w 540656"/>
                  <a:gd name="connsiteY63" fmla="*/ 38751 h 493535"/>
                  <a:gd name="connsiteX64" fmla="*/ 284382 w 540656"/>
                  <a:gd name="connsiteY64" fmla="*/ 121420 h 493535"/>
                  <a:gd name="connsiteX65" fmla="*/ 284382 w 540656"/>
                  <a:gd name="connsiteY65" fmla="*/ 152421 h 493535"/>
                  <a:gd name="connsiteX66" fmla="*/ 276631 w 540656"/>
                  <a:gd name="connsiteY66" fmla="*/ 167921 h 493535"/>
                  <a:gd name="connsiteX67" fmla="*/ 191378 w 540656"/>
                  <a:gd name="connsiteY67" fmla="*/ 258341 h 493535"/>
                  <a:gd name="connsiteX68" fmla="*/ 111293 w 540656"/>
                  <a:gd name="connsiteY68" fmla="*/ 167921 h 493535"/>
                  <a:gd name="connsiteX69" fmla="*/ 103543 w 540656"/>
                  <a:gd name="connsiteY69" fmla="*/ 152421 h 493535"/>
                  <a:gd name="connsiteX70" fmla="*/ 103543 w 540656"/>
                  <a:gd name="connsiteY70" fmla="*/ 121420 h 493535"/>
                  <a:gd name="connsiteX71" fmla="*/ 106126 w 540656"/>
                  <a:gd name="connsiteY71" fmla="*/ 118837 h 493535"/>
                  <a:gd name="connsiteX72" fmla="*/ 106126 w 540656"/>
                  <a:gd name="connsiteY72" fmla="*/ 59418 h 493535"/>
                  <a:gd name="connsiteX73" fmla="*/ 160378 w 540656"/>
                  <a:gd name="connsiteY73" fmla="*/ 5167 h 493535"/>
                  <a:gd name="connsiteX74" fmla="*/ 175878 w 540656"/>
                  <a:gd name="connsiteY74" fmla="*/ 2583 h 493535"/>
                  <a:gd name="connsiteX75" fmla="*/ 181045 w 540656"/>
                  <a:gd name="connsiteY75" fmla="*/ 2583 h 493535"/>
                  <a:gd name="connsiteX76" fmla="*/ 183628 w 540656"/>
                  <a:gd name="connsiteY76" fmla="*/ 0 h 493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540656" h="493535">
                    <a:moveTo>
                      <a:pt x="134413" y="235194"/>
                    </a:moveTo>
                    <a:cubicBezTo>
                      <a:pt x="134413" y="235194"/>
                      <a:pt x="136998" y="299779"/>
                      <a:pt x="191280" y="302363"/>
                    </a:cubicBezTo>
                    <a:lnTo>
                      <a:pt x="199034" y="304946"/>
                    </a:lnTo>
                    <a:cubicBezTo>
                      <a:pt x="243624" y="303009"/>
                      <a:pt x="250409" y="264742"/>
                      <a:pt x="251015" y="245730"/>
                    </a:cubicBezTo>
                    <a:lnTo>
                      <a:pt x="250737" y="235359"/>
                    </a:lnTo>
                    <a:lnTo>
                      <a:pt x="250832" y="235264"/>
                    </a:lnTo>
                    <a:lnTo>
                      <a:pt x="276581" y="253278"/>
                    </a:lnTo>
                    <a:cubicBezTo>
                      <a:pt x="279166" y="255862"/>
                      <a:pt x="281751" y="255862"/>
                      <a:pt x="284336" y="258445"/>
                    </a:cubicBezTo>
                    <a:cubicBezTo>
                      <a:pt x="284336" y="258445"/>
                      <a:pt x="302430" y="263612"/>
                      <a:pt x="320524" y="271362"/>
                    </a:cubicBezTo>
                    <a:cubicBezTo>
                      <a:pt x="323109" y="271362"/>
                      <a:pt x="323109" y="271362"/>
                      <a:pt x="323109" y="271362"/>
                    </a:cubicBezTo>
                    <a:cubicBezTo>
                      <a:pt x="343787" y="279112"/>
                      <a:pt x="351542" y="292029"/>
                      <a:pt x="351542" y="292029"/>
                    </a:cubicBezTo>
                    <a:cubicBezTo>
                      <a:pt x="359297" y="299779"/>
                      <a:pt x="361882" y="312697"/>
                      <a:pt x="367051" y="323030"/>
                    </a:cubicBezTo>
                    <a:cubicBezTo>
                      <a:pt x="364466" y="325614"/>
                      <a:pt x="361882" y="330780"/>
                      <a:pt x="356712" y="333364"/>
                    </a:cubicBezTo>
                    <a:cubicBezTo>
                      <a:pt x="356712" y="333364"/>
                      <a:pt x="356712" y="333364"/>
                      <a:pt x="354127" y="330780"/>
                    </a:cubicBezTo>
                    <a:cubicBezTo>
                      <a:pt x="346372" y="323030"/>
                      <a:pt x="336033" y="312697"/>
                      <a:pt x="323109" y="302363"/>
                    </a:cubicBezTo>
                    <a:cubicBezTo>
                      <a:pt x="317939" y="299779"/>
                      <a:pt x="312769" y="294613"/>
                      <a:pt x="307599" y="292029"/>
                    </a:cubicBezTo>
                    <a:lnTo>
                      <a:pt x="307599" y="289446"/>
                    </a:lnTo>
                    <a:cubicBezTo>
                      <a:pt x="299845" y="286862"/>
                      <a:pt x="294675" y="281696"/>
                      <a:pt x="289505" y="279112"/>
                    </a:cubicBezTo>
                    <a:lnTo>
                      <a:pt x="255902" y="258445"/>
                    </a:lnTo>
                    <a:lnTo>
                      <a:pt x="178356" y="413450"/>
                    </a:lnTo>
                    <a:lnTo>
                      <a:pt x="219713" y="423783"/>
                    </a:lnTo>
                    <a:cubicBezTo>
                      <a:pt x="222298" y="423783"/>
                      <a:pt x="227468" y="426367"/>
                      <a:pt x="230053" y="426367"/>
                    </a:cubicBezTo>
                    <a:cubicBezTo>
                      <a:pt x="235223" y="428950"/>
                      <a:pt x="240393" y="431533"/>
                      <a:pt x="242978" y="434117"/>
                    </a:cubicBezTo>
                    <a:cubicBezTo>
                      <a:pt x="253317" y="436700"/>
                      <a:pt x="261072" y="441867"/>
                      <a:pt x="268826" y="444450"/>
                    </a:cubicBezTo>
                    <a:cubicBezTo>
                      <a:pt x="284336" y="452201"/>
                      <a:pt x="294675" y="462534"/>
                      <a:pt x="299845" y="470285"/>
                    </a:cubicBezTo>
                    <a:lnTo>
                      <a:pt x="307599" y="478035"/>
                    </a:lnTo>
                    <a:cubicBezTo>
                      <a:pt x="253317" y="490952"/>
                      <a:pt x="201619" y="493535"/>
                      <a:pt x="201619" y="493535"/>
                    </a:cubicBezTo>
                    <a:cubicBezTo>
                      <a:pt x="196450" y="493535"/>
                      <a:pt x="191280" y="493535"/>
                      <a:pt x="183525" y="493535"/>
                    </a:cubicBezTo>
                    <a:cubicBezTo>
                      <a:pt x="183525" y="493535"/>
                      <a:pt x="77546" y="488368"/>
                      <a:pt x="10339" y="457368"/>
                    </a:cubicBezTo>
                    <a:cubicBezTo>
                      <a:pt x="10339" y="457368"/>
                      <a:pt x="0" y="454784"/>
                      <a:pt x="0" y="431533"/>
                    </a:cubicBezTo>
                    <a:cubicBezTo>
                      <a:pt x="0" y="431533"/>
                      <a:pt x="2585" y="335947"/>
                      <a:pt x="33603" y="292029"/>
                    </a:cubicBezTo>
                    <a:cubicBezTo>
                      <a:pt x="33603" y="292029"/>
                      <a:pt x="41358" y="279112"/>
                      <a:pt x="62037" y="271362"/>
                    </a:cubicBezTo>
                    <a:cubicBezTo>
                      <a:pt x="62037" y="271362"/>
                      <a:pt x="129243" y="253278"/>
                      <a:pt x="134413" y="235194"/>
                    </a:cubicBezTo>
                    <a:close/>
                    <a:moveTo>
                      <a:pt x="540656" y="232714"/>
                    </a:moveTo>
                    <a:cubicBezTo>
                      <a:pt x="519961" y="245621"/>
                      <a:pt x="504440" y="261109"/>
                      <a:pt x="488919" y="276596"/>
                    </a:cubicBezTo>
                    <a:cubicBezTo>
                      <a:pt x="473398" y="292084"/>
                      <a:pt x="457877" y="310153"/>
                      <a:pt x="444942" y="328223"/>
                    </a:cubicBezTo>
                    <a:cubicBezTo>
                      <a:pt x="432008" y="348873"/>
                      <a:pt x="421661" y="366942"/>
                      <a:pt x="408726" y="387593"/>
                    </a:cubicBezTo>
                    <a:cubicBezTo>
                      <a:pt x="398379" y="405662"/>
                      <a:pt x="388032" y="426312"/>
                      <a:pt x="377684" y="446963"/>
                    </a:cubicBezTo>
                    <a:lnTo>
                      <a:pt x="359576" y="485682"/>
                    </a:lnTo>
                    <a:lnTo>
                      <a:pt x="328534" y="444381"/>
                    </a:lnTo>
                    <a:cubicBezTo>
                      <a:pt x="318186" y="431475"/>
                      <a:pt x="302665" y="421150"/>
                      <a:pt x="284557" y="410824"/>
                    </a:cubicBezTo>
                    <a:cubicBezTo>
                      <a:pt x="276797" y="405662"/>
                      <a:pt x="266449" y="400499"/>
                      <a:pt x="258689" y="397918"/>
                    </a:cubicBezTo>
                    <a:cubicBezTo>
                      <a:pt x="253515" y="395337"/>
                      <a:pt x="248341" y="392755"/>
                      <a:pt x="243168" y="390174"/>
                    </a:cubicBezTo>
                    <a:cubicBezTo>
                      <a:pt x="237994" y="390174"/>
                      <a:pt x="232820" y="387593"/>
                      <a:pt x="230233" y="385011"/>
                    </a:cubicBezTo>
                    <a:lnTo>
                      <a:pt x="271623" y="302410"/>
                    </a:lnTo>
                    <a:cubicBezTo>
                      <a:pt x="276797" y="307572"/>
                      <a:pt x="281970" y="310153"/>
                      <a:pt x="287144" y="315316"/>
                    </a:cubicBezTo>
                    <a:cubicBezTo>
                      <a:pt x="292318" y="317897"/>
                      <a:pt x="297492" y="323060"/>
                      <a:pt x="302665" y="325641"/>
                    </a:cubicBezTo>
                    <a:cubicBezTo>
                      <a:pt x="313013" y="333385"/>
                      <a:pt x="320773" y="343710"/>
                      <a:pt x="331121" y="351454"/>
                    </a:cubicBezTo>
                    <a:cubicBezTo>
                      <a:pt x="341468" y="361780"/>
                      <a:pt x="349229" y="372105"/>
                      <a:pt x="356989" y="382430"/>
                    </a:cubicBezTo>
                    <a:cubicBezTo>
                      <a:pt x="364750" y="374686"/>
                      <a:pt x="369924" y="369523"/>
                      <a:pt x="375097" y="361780"/>
                    </a:cubicBezTo>
                    <a:cubicBezTo>
                      <a:pt x="390618" y="343710"/>
                      <a:pt x="406140" y="328223"/>
                      <a:pt x="424248" y="310153"/>
                    </a:cubicBezTo>
                    <a:cubicBezTo>
                      <a:pt x="442356" y="294666"/>
                      <a:pt x="460464" y="279178"/>
                      <a:pt x="478572" y="266271"/>
                    </a:cubicBezTo>
                    <a:cubicBezTo>
                      <a:pt x="499267" y="253365"/>
                      <a:pt x="519961" y="240458"/>
                      <a:pt x="540656" y="232714"/>
                    </a:cubicBezTo>
                    <a:close/>
                    <a:moveTo>
                      <a:pt x="250901" y="232714"/>
                    </a:moveTo>
                    <a:cubicBezTo>
                      <a:pt x="250901" y="232714"/>
                      <a:pt x="250901" y="235194"/>
                      <a:pt x="250901" y="235194"/>
                    </a:cubicBezTo>
                    <a:lnTo>
                      <a:pt x="250832" y="235264"/>
                    </a:lnTo>
                    <a:lnTo>
                      <a:pt x="250732" y="235194"/>
                    </a:lnTo>
                    <a:lnTo>
                      <a:pt x="250737" y="235359"/>
                    </a:lnTo>
                    <a:lnTo>
                      <a:pt x="248421" y="237674"/>
                    </a:lnTo>
                    <a:cubicBezTo>
                      <a:pt x="250901" y="235194"/>
                      <a:pt x="250901" y="235194"/>
                      <a:pt x="250901" y="232714"/>
                    </a:cubicBezTo>
                    <a:close/>
                    <a:moveTo>
                      <a:pt x="183628" y="0"/>
                    </a:moveTo>
                    <a:cubicBezTo>
                      <a:pt x="183628" y="0"/>
                      <a:pt x="196545" y="2583"/>
                      <a:pt x="217213" y="10333"/>
                    </a:cubicBezTo>
                    <a:lnTo>
                      <a:pt x="230130" y="12917"/>
                    </a:lnTo>
                    <a:cubicBezTo>
                      <a:pt x="258548" y="20667"/>
                      <a:pt x="271465" y="36167"/>
                      <a:pt x="274048" y="38751"/>
                    </a:cubicBezTo>
                    <a:cubicBezTo>
                      <a:pt x="294715" y="64585"/>
                      <a:pt x="289548" y="103336"/>
                      <a:pt x="284382" y="121420"/>
                    </a:cubicBezTo>
                    <a:cubicBezTo>
                      <a:pt x="289548" y="129170"/>
                      <a:pt x="286965" y="144671"/>
                      <a:pt x="284382" y="152421"/>
                    </a:cubicBezTo>
                    <a:cubicBezTo>
                      <a:pt x="284382" y="160171"/>
                      <a:pt x="281798" y="165338"/>
                      <a:pt x="276631" y="167921"/>
                    </a:cubicBezTo>
                    <a:cubicBezTo>
                      <a:pt x="271465" y="211839"/>
                      <a:pt x="232713" y="258341"/>
                      <a:pt x="191378" y="258341"/>
                    </a:cubicBezTo>
                    <a:cubicBezTo>
                      <a:pt x="155211" y="258341"/>
                      <a:pt x="116460" y="214423"/>
                      <a:pt x="111293" y="167921"/>
                    </a:cubicBezTo>
                    <a:cubicBezTo>
                      <a:pt x="108709" y="165338"/>
                      <a:pt x="103543" y="160171"/>
                      <a:pt x="103543" y="152421"/>
                    </a:cubicBezTo>
                    <a:cubicBezTo>
                      <a:pt x="100959" y="144671"/>
                      <a:pt x="98376" y="129170"/>
                      <a:pt x="103543" y="121420"/>
                    </a:cubicBezTo>
                    <a:cubicBezTo>
                      <a:pt x="103543" y="121420"/>
                      <a:pt x="106126" y="121420"/>
                      <a:pt x="106126" y="118837"/>
                    </a:cubicBezTo>
                    <a:cubicBezTo>
                      <a:pt x="98376" y="80085"/>
                      <a:pt x="103543" y="62002"/>
                      <a:pt x="106126" y="59418"/>
                    </a:cubicBezTo>
                    <a:cubicBezTo>
                      <a:pt x="119043" y="20667"/>
                      <a:pt x="160378" y="5167"/>
                      <a:pt x="160378" y="5167"/>
                    </a:cubicBezTo>
                    <a:cubicBezTo>
                      <a:pt x="162961" y="2583"/>
                      <a:pt x="170711" y="0"/>
                      <a:pt x="175878" y="2583"/>
                    </a:cubicBezTo>
                    <a:cubicBezTo>
                      <a:pt x="175878" y="2583"/>
                      <a:pt x="178461" y="2583"/>
                      <a:pt x="181045" y="2583"/>
                    </a:cubicBezTo>
                    <a:cubicBezTo>
                      <a:pt x="181045" y="0"/>
                      <a:pt x="181045" y="0"/>
                      <a:pt x="183628" y="0"/>
                    </a:cubicBezTo>
                    <a:close/>
                  </a:path>
                </a:pathLst>
              </a:custGeom>
              <a:solidFill>
                <a:schemeClr val="accent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cs typeface="+mn-ea"/>
                  <a:sym typeface="+mn-lt"/>
                </a:endParaRPr>
              </a:p>
            </p:txBody>
          </p:sp>
        </p:grpSp>
        <p:grpSp>
          <p:nvGrpSpPr>
            <p:cNvPr id="36" name="组合 35"/>
            <p:cNvGrpSpPr/>
            <p:nvPr/>
          </p:nvGrpSpPr>
          <p:grpSpPr>
            <a:xfrm>
              <a:off x="5086252" y="3843431"/>
              <a:ext cx="5028814" cy="693088"/>
              <a:chOff x="4526757" y="1612335"/>
              <a:chExt cx="5028814" cy="693088"/>
            </a:xfrm>
          </p:grpSpPr>
          <p:sp>
            <p:nvSpPr>
              <p:cNvPr id="41" name="矩形 40"/>
              <p:cNvSpPr/>
              <p:nvPr/>
            </p:nvSpPr>
            <p:spPr bwMode="auto">
              <a:xfrm>
                <a:off x="4976450" y="1612335"/>
                <a:ext cx="4579121" cy="693088"/>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2400" dirty="0">
                    <a:cs typeface="+mn-ea"/>
                    <a:sym typeface="+mn-lt"/>
                  </a:rPr>
                  <a:t>排课管理</a:t>
                </a:r>
              </a:p>
            </p:txBody>
          </p:sp>
          <p:sp>
            <p:nvSpPr>
              <p:cNvPr id="42" name="任意多边形: 形状 41"/>
              <p:cNvSpPr/>
              <p:nvPr/>
            </p:nvSpPr>
            <p:spPr>
              <a:xfrm>
                <a:off x="4526757" y="1791121"/>
                <a:ext cx="367553" cy="335518"/>
              </a:xfrm>
              <a:custGeom>
                <a:avLst/>
                <a:gdLst>
                  <a:gd name="connsiteX0" fmla="*/ 134413 w 540656"/>
                  <a:gd name="connsiteY0" fmla="*/ 235194 h 493535"/>
                  <a:gd name="connsiteX1" fmla="*/ 191280 w 540656"/>
                  <a:gd name="connsiteY1" fmla="*/ 302363 h 493535"/>
                  <a:gd name="connsiteX2" fmla="*/ 199034 w 540656"/>
                  <a:gd name="connsiteY2" fmla="*/ 304946 h 493535"/>
                  <a:gd name="connsiteX3" fmla="*/ 251015 w 540656"/>
                  <a:gd name="connsiteY3" fmla="*/ 245730 h 493535"/>
                  <a:gd name="connsiteX4" fmla="*/ 250737 w 540656"/>
                  <a:gd name="connsiteY4" fmla="*/ 235359 h 493535"/>
                  <a:gd name="connsiteX5" fmla="*/ 250832 w 540656"/>
                  <a:gd name="connsiteY5" fmla="*/ 235264 h 493535"/>
                  <a:gd name="connsiteX6" fmla="*/ 276581 w 540656"/>
                  <a:gd name="connsiteY6" fmla="*/ 253278 h 493535"/>
                  <a:gd name="connsiteX7" fmla="*/ 284336 w 540656"/>
                  <a:gd name="connsiteY7" fmla="*/ 258445 h 493535"/>
                  <a:gd name="connsiteX8" fmla="*/ 320524 w 540656"/>
                  <a:gd name="connsiteY8" fmla="*/ 271362 h 493535"/>
                  <a:gd name="connsiteX9" fmla="*/ 323109 w 540656"/>
                  <a:gd name="connsiteY9" fmla="*/ 271362 h 493535"/>
                  <a:gd name="connsiteX10" fmla="*/ 351542 w 540656"/>
                  <a:gd name="connsiteY10" fmla="*/ 292029 h 493535"/>
                  <a:gd name="connsiteX11" fmla="*/ 367051 w 540656"/>
                  <a:gd name="connsiteY11" fmla="*/ 323030 h 493535"/>
                  <a:gd name="connsiteX12" fmla="*/ 356712 w 540656"/>
                  <a:gd name="connsiteY12" fmla="*/ 333364 h 493535"/>
                  <a:gd name="connsiteX13" fmla="*/ 354127 w 540656"/>
                  <a:gd name="connsiteY13" fmla="*/ 330780 h 493535"/>
                  <a:gd name="connsiteX14" fmla="*/ 323109 w 540656"/>
                  <a:gd name="connsiteY14" fmla="*/ 302363 h 493535"/>
                  <a:gd name="connsiteX15" fmla="*/ 307599 w 540656"/>
                  <a:gd name="connsiteY15" fmla="*/ 292029 h 493535"/>
                  <a:gd name="connsiteX16" fmla="*/ 307599 w 540656"/>
                  <a:gd name="connsiteY16" fmla="*/ 289446 h 493535"/>
                  <a:gd name="connsiteX17" fmla="*/ 289505 w 540656"/>
                  <a:gd name="connsiteY17" fmla="*/ 279112 h 493535"/>
                  <a:gd name="connsiteX18" fmla="*/ 255902 w 540656"/>
                  <a:gd name="connsiteY18" fmla="*/ 258445 h 493535"/>
                  <a:gd name="connsiteX19" fmla="*/ 178356 w 540656"/>
                  <a:gd name="connsiteY19" fmla="*/ 413450 h 493535"/>
                  <a:gd name="connsiteX20" fmla="*/ 219713 w 540656"/>
                  <a:gd name="connsiteY20" fmla="*/ 423783 h 493535"/>
                  <a:gd name="connsiteX21" fmla="*/ 230053 w 540656"/>
                  <a:gd name="connsiteY21" fmla="*/ 426367 h 493535"/>
                  <a:gd name="connsiteX22" fmla="*/ 242978 w 540656"/>
                  <a:gd name="connsiteY22" fmla="*/ 434117 h 493535"/>
                  <a:gd name="connsiteX23" fmla="*/ 268826 w 540656"/>
                  <a:gd name="connsiteY23" fmla="*/ 444450 h 493535"/>
                  <a:gd name="connsiteX24" fmla="*/ 299845 w 540656"/>
                  <a:gd name="connsiteY24" fmla="*/ 470285 h 493535"/>
                  <a:gd name="connsiteX25" fmla="*/ 307599 w 540656"/>
                  <a:gd name="connsiteY25" fmla="*/ 478035 h 493535"/>
                  <a:gd name="connsiteX26" fmla="*/ 201619 w 540656"/>
                  <a:gd name="connsiteY26" fmla="*/ 493535 h 493535"/>
                  <a:gd name="connsiteX27" fmla="*/ 183525 w 540656"/>
                  <a:gd name="connsiteY27" fmla="*/ 493535 h 493535"/>
                  <a:gd name="connsiteX28" fmla="*/ 10339 w 540656"/>
                  <a:gd name="connsiteY28" fmla="*/ 457368 h 493535"/>
                  <a:gd name="connsiteX29" fmla="*/ 0 w 540656"/>
                  <a:gd name="connsiteY29" fmla="*/ 431533 h 493535"/>
                  <a:gd name="connsiteX30" fmla="*/ 33603 w 540656"/>
                  <a:gd name="connsiteY30" fmla="*/ 292029 h 493535"/>
                  <a:gd name="connsiteX31" fmla="*/ 62037 w 540656"/>
                  <a:gd name="connsiteY31" fmla="*/ 271362 h 493535"/>
                  <a:gd name="connsiteX32" fmla="*/ 134413 w 540656"/>
                  <a:gd name="connsiteY32" fmla="*/ 235194 h 493535"/>
                  <a:gd name="connsiteX33" fmla="*/ 540656 w 540656"/>
                  <a:gd name="connsiteY33" fmla="*/ 232714 h 493535"/>
                  <a:gd name="connsiteX34" fmla="*/ 488919 w 540656"/>
                  <a:gd name="connsiteY34" fmla="*/ 276596 h 493535"/>
                  <a:gd name="connsiteX35" fmla="*/ 444942 w 540656"/>
                  <a:gd name="connsiteY35" fmla="*/ 328223 h 493535"/>
                  <a:gd name="connsiteX36" fmla="*/ 408726 w 540656"/>
                  <a:gd name="connsiteY36" fmla="*/ 387593 h 493535"/>
                  <a:gd name="connsiteX37" fmla="*/ 377684 w 540656"/>
                  <a:gd name="connsiteY37" fmla="*/ 446963 h 493535"/>
                  <a:gd name="connsiteX38" fmla="*/ 359576 w 540656"/>
                  <a:gd name="connsiteY38" fmla="*/ 485682 h 493535"/>
                  <a:gd name="connsiteX39" fmla="*/ 328534 w 540656"/>
                  <a:gd name="connsiteY39" fmla="*/ 444381 h 493535"/>
                  <a:gd name="connsiteX40" fmla="*/ 284557 w 540656"/>
                  <a:gd name="connsiteY40" fmla="*/ 410824 h 493535"/>
                  <a:gd name="connsiteX41" fmla="*/ 258689 w 540656"/>
                  <a:gd name="connsiteY41" fmla="*/ 397918 h 493535"/>
                  <a:gd name="connsiteX42" fmla="*/ 243168 w 540656"/>
                  <a:gd name="connsiteY42" fmla="*/ 390174 h 493535"/>
                  <a:gd name="connsiteX43" fmla="*/ 230233 w 540656"/>
                  <a:gd name="connsiteY43" fmla="*/ 385011 h 493535"/>
                  <a:gd name="connsiteX44" fmla="*/ 271623 w 540656"/>
                  <a:gd name="connsiteY44" fmla="*/ 302410 h 493535"/>
                  <a:gd name="connsiteX45" fmla="*/ 287144 w 540656"/>
                  <a:gd name="connsiteY45" fmla="*/ 315316 h 493535"/>
                  <a:gd name="connsiteX46" fmla="*/ 302665 w 540656"/>
                  <a:gd name="connsiteY46" fmla="*/ 325641 h 493535"/>
                  <a:gd name="connsiteX47" fmla="*/ 331121 w 540656"/>
                  <a:gd name="connsiteY47" fmla="*/ 351454 h 493535"/>
                  <a:gd name="connsiteX48" fmla="*/ 356989 w 540656"/>
                  <a:gd name="connsiteY48" fmla="*/ 382430 h 493535"/>
                  <a:gd name="connsiteX49" fmla="*/ 375097 w 540656"/>
                  <a:gd name="connsiteY49" fmla="*/ 361780 h 493535"/>
                  <a:gd name="connsiteX50" fmla="*/ 424248 w 540656"/>
                  <a:gd name="connsiteY50" fmla="*/ 310153 h 493535"/>
                  <a:gd name="connsiteX51" fmla="*/ 478572 w 540656"/>
                  <a:gd name="connsiteY51" fmla="*/ 266271 h 493535"/>
                  <a:gd name="connsiteX52" fmla="*/ 540656 w 540656"/>
                  <a:gd name="connsiteY52" fmla="*/ 232714 h 493535"/>
                  <a:gd name="connsiteX53" fmla="*/ 250901 w 540656"/>
                  <a:gd name="connsiteY53" fmla="*/ 232714 h 493535"/>
                  <a:gd name="connsiteX54" fmla="*/ 250901 w 540656"/>
                  <a:gd name="connsiteY54" fmla="*/ 235194 h 493535"/>
                  <a:gd name="connsiteX55" fmla="*/ 250832 w 540656"/>
                  <a:gd name="connsiteY55" fmla="*/ 235264 h 493535"/>
                  <a:gd name="connsiteX56" fmla="*/ 250732 w 540656"/>
                  <a:gd name="connsiteY56" fmla="*/ 235194 h 493535"/>
                  <a:gd name="connsiteX57" fmla="*/ 250737 w 540656"/>
                  <a:gd name="connsiteY57" fmla="*/ 235359 h 493535"/>
                  <a:gd name="connsiteX58" fmla="*/ 248421 w 540656"/>
                  <a:gd name="connsiteY58" fmla="*/ 237674 h 493535"/>
                  <a:gd name="connsiteX59" fmla="*/ 250901 w 540656"/>
                  <a:gd name="connsiteY59" fmla="*/ 232714 h 493535"/>
                  <a:gd name="connsiteX60" fmla="*/ 183628 w 540656"/>
                  <a:gd name="connsiteY60" fmla="*/ 0 h 493535"/>
                  <a:gd name="connsiteX61" fmla="*/ 217213 w 540656"/>
                  <a:gd name="connsiteY61" fmla="*/ 10333 h 493535"/>
                  <a:gd name="connsiteX62" fmla="*/ 230130 w 540656"/>
                  <a:gd name="connsiteY62" fmla="*/ 12917 h 493535"/>
                  <a:gd name="connsiteX63" fmla="*/ 274048 w 540656"/>
                  <a:gd name="connsiteY63" fmla="*/ 38751 h 493535"/>
                  <a:gd name="connsiteX64" fmla="*/ 284382 w 540656"/>
                  <a:gd name="connsiteY64" fmla="*/ 121420 h 493535"/>
                  <a:gd name="connsiteX65" fmla="*/ 284382 w 540656"/>
                  <a:gd name="connsiteY65" fmla="*/ 152421 h 493535"/>
                  <a:gd name="connsiteX66" fmla="*/ 276631 w 540656"/>
                  <a:gd name="connsiteY66" fmla="*/ 167921 h 493535"/>
                  <a:gd name="connsiteX67" fmla="*/ 191378 w 540656"/>
                  <a:gd name="connsiteY67" fmla="*/ 258341 h 493535"/>
                  <a:gd name="connsiteX68" fmla="*/ 111293 w 540656"/>
                  <a:gd name="connsiteY68" fmla="*/ 167921 h 493535"/>
                  <a:gd name="connsiteX69" fmla="*/ 103543 w 540656"/>
                  <a:gd name="connsiteY69" fmla="*/ 152421 h 493535"/>
                  <a:gd name="connsiteX70" fmla="*/ 103543 w 540656"/>
                  <a:gd name="connsiteY70" fmla="*/ 121420 h 493535"/>
                  <a:gd name="connsiteX71" fmla="*/ 106126 w 540656"/>
                  <a:gd name="connsiteY71" fmla="*/ 118837 h 493535"/>
                  <a:gd name="connsiteX72" fmla="*/ 106126 w 540656"/>
                  <a:gd name="connsiteY72" fmla="*/ 59418 h 493535"/>
                  <a:gd name="connsiteX73" fmla="*/ 160378 w 540656"/>
                  <a:gd name="connsiteY73" fmla="*/ 5167 h 493535"/>
                  <a:gd name="connsiteX74" fmla="*/ 175878 w 540656"/>
                  <a:gd name="connsiteY74" fmla="*/ 2583 h 493535"/>
                  <a:gd name="connsiteX75" fmla="*/ 181045 w 540656"/>
                  <a:gd name="connsiteY75" fmla="*/ 2583 h 493535"/>
                  <a:gd name="connsiteX76" fmla="*/ 183628 w 540656"/>
                  <a:gd name="connsiteY76" fmla="*/ 0 h 493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540656" h="493535">
                    <a:moveTo>
                      <a:pt x="134413" y="235194"/>
                    </a:moveTo>
                    <a:cubicBezTo>
                      <a:pt x="134413" y="235194"/>
                      <a:pt x="136998" y="299779"/>
                      <a:pt x="191280" y="302363"/>
                    </a:cubicBezTo>
                    <a:lnTo>
                      <a:pt x="199034" y="304946"/>
                    </a:lnTo>
                    <a:cubicBezTo>
                      <a:pt x="243624" y="303009"/>
                      <a:pt x="250409" y="264742"/>
                      <a:pt x="251015" y="245730"/>
                    </a:cubicBezTo>
                    <a:lnTo>
                      <a:pt x="250737" y="235359"/>
                    </a:lnTo>
                    <a:lnTo>
                      <a:pt x="250832" y="235264"/>
                    </a:lnTo>
                    <a:lnTo>
                      <a:pt x="276581" y="253278"/>
                    </a:lnTo>
                    <a:cubicBezTo>
                      <a:pt x="279166" y="255862"/>
                      <a:pt x="281751" y="255862"/>
                      <a:pt x="284336" y="258445"/>
                    </a:cubicBezTo>
                    <a:cubicBezTo>
                      <a:pt x="284336" y="258445"/>
                      <a:pt x="302430" y="263612"/>
                      <a:pt x="320524" y="271362"/>
                    </a:cubicBezTo>
                    <a:cubicBezTo>
                      <a:pt x="323109" y="271362"/>
                      <a:pt x="323109" y="271362"/>
                      <a:pt x="323109" y="271362"/>
                    </a:cubicBezTo>
                    <a:cubicBezTo>
                      <a:pt x="343787" y="279112"/>
                      <a:pt x="351542" y="292029"/>
                      <a:pt x="351542" y="292029"/>
                    </a:cubicBezTo>
                    <a:cubicBezTo>
                      <a:pt x="359297" y="299779"/>
                      <a:pt x="361882" y="312697"/>
                      <a:pt x="367051" y="323030"/>
                    </a:cubicBezTo>
                    <a:cubicBezTo>
                      <a:pt x="364466" y="325614"/>
                      <a:pt x="361882" y="330780"/>
                      <a:pt x="356712" y="333364"/>
                    </a:cubicBezTo>
                    <a:cubicBezTo>
                      <a:pt x="356712" y="333364"/>
                      <a:pt x="356712" y="333364"/>
                      <a:pt x="354127" y="330780"/>
                    </a:cubicBezTo>
                    <a:cubicBezTo>
                      <a:pt x="346372" y="323030"/>
                      <a:pt x="336033" y="312697"/>
                      <a:pt x="323109" y="302363"/>
                    </a:cubicBezTo>
                    <a:cubicBezTo>
                      <a:pt x="317939" y="299779"/>
                      <a:pt x="312769" y="294613"/>
                      <a:pt x="307599" y="292029"/>
                    </a:cubicBezTo>
                    <a:lnTo>
                      <a:pt x="307599" y="289446"/>
                    </a:lnTo>
                    <a:cubicBezTo>
                      <a:pt x="299845" y="286862"/>
                      <a:pt x="294675" y="281696"/>
                      <a:pt x="289505" y="279112"/>
                    </a:cubicBezTo>
                    <a:lnTo>
                      <a:pt x="255902" y="258445"/>
                    </a:lnTo>
                    <a:lnTo>
                      <a:pt x="178356" y="413450"/>
                    </a:lnTo>
                    <a:lnTo>
                      <a:pt x="219713" y="423783"/>
                    </a:lnTo>
                    <a:cubicBezTo>
                      <a:pt x="222298" y="423783"/>
                      <a:pt x="227468" y="426367"/>
                      <a:pt x="230053" y="426367"/>
                    </a:cubicBezTo>
                    <a:cubicBezTo>
                      <a:pt x="235223" y="428950"/>
                      <a:pt x="240393" y="431533"/>
                      <a:pt x="242978" y="434117"/>
                    </a:cubicBezTo>
                    <a:cubicBezTo>
                      <a:pt x="253317" y="436700"/>
                      <a:pt x="261072" y="441867"/>
                      <a:pt x="268826" y="444450"/>
                    </a:cubicBezTo>
                    <a:cubicBezTo>
                      <a:pt x="284336" y="452201"/>
                      <a:pt x="294675" y="462534"/>
                      <a:pt x="299845" y="470285"/>
                    </a:cubicBezTo>
                    <a:lnTo>
                      <a:pt x="307599" y="478035"/>
                    </a:lnTo>
                    <a:cubicBezTo>
                      <a:pt x="253317" y="490952"/>
                      <a:pt x="201619" y="493535"/>
                      <a:pt x="201619" y="493535"/>
                    </a:cubicBezTo>
                    <a:cubicBezTo>
                      <a:pt x="196450" y="493535"/>
                      <a:pt x="191280" y="493535"/>
                      <a:pt x="183525" y="493535"/>
                    </a:cubicBezTo>
                    <a:cubicBezTo>
                      <a:pt x="183525" y="493535"/>
                      <a:pt x="77546" y="488368"/>
                      <a:pt x="10339" y="457368"/>
                    </a:cubicBezTo>
                    <a:cubicBezTo>
                      <a:pt x="10339" y="457368"/>
                      <a:pt x="0" y="454784"/>
                      <a:pt x="0" y="431533"/>
                    </a:cubicBezTo>
                    <a:cubicBezTo>
                      <a:pt x="0" y="431533"/>
                      <a:pt x="2585" y="335947"/>
                      <a:pt x="33603" y="292029"/>
                    </a:cubicBezTo>
                    <a:cubicBezTo>
                      <a:pt x="33603" y="292029"/>
                      <a:pt x="41358" y="279112"/>
                      <a:pt x="62037" y="271362"/>
                    </a:cubicBezTo>
                    <a:cubicBezTo>
                      <a:pt x="62037" y="271362"/>
                      <a:pt x="129243" y="253278"/>
                      <a:pt x="134413" y="235194"/>
                    </a:cubicBezTo>
                    <a:close/>
                    <a:moveTo>
                      <a:pt x="540656" y="232714"/>
                    </a:moveTo>
                    <a:cubicBezTo>
                      <a:pt x="519961" y="245621"/>
                      <a:pt x="504440" y="261109"/>
                      <a:pt x="488919" y="276596"/>
                    </a:cubicBezTo>
                    <a:cubicBezTo>
                      <a:pt x="473398" y="292084"/>
                      <a:pt x="457877" y="310153"/>
                      <a:pt x="444942" y="328223"/>
                    </a:cubicBezTo>
                    <a:cubicBezTo>
                      <a:pt x="432008" y="348873"/>
                      <a:pt x="421661" y="366942"/>
                      <a:pt x="408726" y="387593"/>
                    </a:cubicBezTo>
                    <a:cubicBezTo>
                      <a:pt x="398379" y="405662"/>
                      <a:pt x="388032" y="426312"/>
                      <a:pt x="377684" y="446963"/>
                    </a:cubicBezTo>
                    <a:lnTo>
                      <a:pt x="359576" y="485682"/>
                    </a:lnTo>
                    <a:lnTo>
                      <a:pt x="328534" y="444381"/>
                    </a:lnTo>
                    <a:cubicBezTo>
                      <a:pt x="318186" y="431475"/>
                      <a:pt x="302665" y="421150"/>
                      <a:pt x="284557" y="410824"/>
                    </a:cubicBezTo>
                    <a:cubicBezTo>
                      <a:pt x="276797" y="405662"/>
                      <a:pt x="266449" y="400499"/>
                      <a:pt x="258689" y="397918"/>
                    </a:cubicBezTo>
                    <a:cubicBezTo>
                      <a:pt x="253515" y="395337"/>
                      <a:pt x="248341" y="392755"/>
                      <a:pt x="243168" y="390174"/>
                    </a:cubicBezTo>
                    <a:cubicBezTo>
                      <a:pt x="237994" y="390174"/>
                      <a:pt x="232820" y="387593"/>
                      <a:pt x="230233" y="385011"/>
                    </a:cubicBezTo>
                    <a:lnTo>
                      <a:pt x="271623" y="302410"/>
                    </a:lnTo>
                    <a:cubicBezTo>
                      <a:pt x="276797" y="307572"/>
                      <a:pt x="281970" y="310153"/>
                      <a:pt x="287144" y="315316"/>
                    </a:cubicBezTo>
                    <a:cubicBezTo>
                      <a:pt x="292318" y="317897"/>
                      <a:pt x="297492" y="323060"/>
                      <a:pt x="302665" y="325641"/>
                    </a:cubicBezTo>
                    <a:cubicBezTo>
                      <a:pt x="313013" y="333385"/>
                      <a:pt x="320773" y="343710"/>
                      <a:pt x="331121" y="351454"/>
                    </a:cubicBezTo>
                    <a:cubicBezTo>
                      <a:pt x="341468" y="361780"/>
                      <a:pt x="349229" y="372105"/>
                      <a:pt x="356989" y="382430"/>
                    </a:cubicBezTo>
                    <a:cubicBezTo>
                      <a:pt x="364750" y="374686"/>
                      <a:pt x="369924" y="369523"/>
                      <a:pt x="375097" y="361780"/>
                    </a:cubicBezTo>
                    <a:cubicBezTo>
                      <a:pt x="390618" y="343710"/>
                      <a:pt x="406140" y="328223"/>
                      <a:pt x="424248" y="310153"/>
                    </a:cubicBezTo>
                    <a:cubicBezTo>
                      <a:pt x="442356" y="294666"/>
                      <a:pt x="460464" y="279178"/>
                      <a:pt x="478572" y="266271"/>
                    </a:cubicBezTo>
                    <a:cubicBezTo>
                      <a:pt x="499267" y="253365"/>
                      <a:pt x="519961" y="240458"/>
                      <a:pt x="540656" y="232714"/>
                    </a:cubicBezTo>
                    <a:close/>
                    <a:moveTo>
                      <a:pt x="250901" y="232714"/>
                    </a:moveTo>
                    <a:cubicBezTo>
                      <a:pt x="250901" y="232714"/>
                      <a:pt x="250901" y="235194"/>
                      <a:pt x="250901" y="235194"/>
                    </a:cubicBezTo>
                    <a:lnTo>
                      <a:pt x="250832" y="235264"/>
                    </a:lnTo>
                    <a:lnTo>
                      <a:pt x="250732" y="235194"/>
                    </a:lnTo>
                    <a:lnTo>
                      <a:pt x="250737" y="235359"/>
                    </a:lnTo>
                    <a:lnTo>
                      <a:pt x="248421" y="237674"/>
                    </a:lnTo>
                    <a:cubicBezTo>
                      <a:pt x="250901" y="235194"/>
                      <a:pt x="250901" y="235194"/>
                      <a:pt x="250901" y="232714"/>
                    </a:cubicBezTo>
                    <a:close/>
                    <a:moveTo>
                      <a:pt x="183628" y="0"/>
                    </a:moveTo>
                    <a:cubicBezTo>
                      <a:pt x="183628" y="0"/>
                      <a:pt x="196545" y="2583"/>
                      <a:pt x="217213" y="10333"/>
                    </a:cubicBezTo>
                    <a:lnTo>
                      <a:pt x="230130" y="12917"/>
                    </a:lnTo>
                    <a:cubicBezTo>
                      <a:pt x="258548" y="20667"/>
                      <a:pt x="271465" y="36167"/>
                      <a:pt x="274048" y="38751"/>
                    </a:cubicBezTo>
                    <a:cubicBezTo>
                      <a:pt x="294715" y="64585"/>
                      <a:pt x="289548" y="103336"/>
                      <a:pt x="284382" y="121420"/>
                    </a:cubicBezTo>
                    <a:cubicBezTo>
                      <a:pt x="289548" y="129170"/>
                      <a:pt x="286965" y="144671"/>
                      <a:pt x="284382" y="152421"/>
                    </a:cubicBezTo>
                    <a:cubicBezTo>
                      <a:pt x="284382" y="160171"/>
                      <a:pt x="281798" y="165338"/>
                      <a:pt x="276631" y="167921"/>
                    </a:cubicBezTo>
                    <a:cubicBezTo>
                      <a:pt x="271465" y="211839"/>
                      <a:pt x="232713" y="258341"/>
                      <a:pt x="191378" y="258341"/>
                    </a:cubicBezTo>
                    <a:cubicBezTo>
                      <a:pt x="155211" y="258341"/>
                      <a:pt x="116460" y="214423"/>
                      <a:pt x="111293" y="167921"/>
                    </a:cubicBezTo>
                    <a:cubicBezTo>
                      <a:pt x="108709" y="165338"/>
                      <a:pt x="103543" y="160171"/>
                      <a:pt x="103543" y="152421"/>
                    </a:cubicBezTo>
                    <a:cubicBezTo>
                      <a:pt x="100959" y="144671"/>
                      <a:pt x="98376" y="129170"/>
                      <a:pt x="103543" y="121420"/>
                    </a:cubicBezTo>
                    <a:cubicBezTo>
                      <a:pt x="103543" y="121420"/>
                      <a:pt x="106126" y="121420"/>
                      <a:pt x="106126" y="118837"/>
                    </a:cubicBezTo>
                    <a:cubicBezTo>
                      <a:pt x="98376" y="80085"/>
                      <a:pt x="103543" y="62002"/>
                      <a:pt x="106126" y="59418"/>
                    </a:cubicBezTo>
                    <a:cubicBezTo>
                      <a:pt x="119043" y="20667"/>
                      <a:pt x="160378" y="5167"/>
                      <a:pt x="160378" y="5167"/>
                    </a:cubicBezTo>
                    <a:cubicBezTo>
                      <a:pt x="162961" y="2583"/>
                      <a:pt x="170711" y="0"/>
                      <a:pt x="175878" y="2583"/>
                    </a:cubicBezTo>
                    <a:cubicBezTo>
                      <a:pt x="175878" y="2583"/>
                      <a:pt x="178461" y="2583"/>
                      <a:pt x="181045" y="2583"/>
                    </a:cubicBezTo>
                    <a:cubicBezTo>
                      <a:pt x="181045" y="0"/>
                      <a:pt x="181045" y="0"/>
                      <a:pt x="183628" y="0"/>
                    </a:cubicBezTo>
                    <a:close/>
                  </a:path>
                </a:pathLst>
              </a:custGeom>
              <a:solidFill>
                <a:schemeClr val="accent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cs typeface="+mn-ea"/>
                  <a:sym typeface="+mn-lt"/>
                </a:endParaRPr>
              </a:p>
            </p:txBody>
          </p:sp>
        </p:grpSp>
        <p:grpSp>
          <p:nvGrpSpPr>
            <p:cNvPr id="37" name="组合 36"/>
            <p:cNvGrpSpPr/>
            <p:nvPr/>
          </p:nvGrpSpPr>
          <p:grpSpPr>
            <a:xfrm>
              <a:off x="5086252" y="4958977"/>
              <a:ext cx="5028814" cy="693088"/>
              <a:chOff x="4526757" y="1612335"/>
              <a:chExt cx="5028814" cy="693088"/>
            </a:xfrm>
          </p:grpSpPr>
          <p:sp>
            <p:nvSpPr>
              <p:cNvPr id="39" name="矩形 38"/>
              <p:cNvSpPr/>
              <p:nvPr/>
            </p:nvSpPr>
            <p:spPr bwMode="auto">
              <a:xfrm>
                <a:off x="4976450" y="1612335"/>
                <a:ext cx="4579121" cy="693088"/>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2400" dirty="0">
                    <a:cs typeface="+mn-ea"/>
                    <a:sym typeface="+mn-lt"/>
                  </a:rPr>
                  <a:t>教师录入成绩</a:t>
                </a:r>
              </a:p>
            </p:txBody>
          </p:sp>
          <p:sp>
            <p:nvSpPr>
              <p:cNvPr id="40" name="任意多边形: 形状 39"/>
              <p:cNvSpPr/>
              <p:nvPr/>
            </p:nvSpPr>
            <p:spPr>
              <a:xfrm>
                <a:off x="4526757" y="1791121"/>
                <a:ext cx="367553" cy="335518"/>
              </a:xfrm>
              <a:custGeom>
                <a:avLst/>
                <a:gdLst>
                  <a:gd name="connsiteX0" fmla="*/ 134413 w 540656"/>
                  <a:gd name="connsiteY0" fmla="*/ 235194 h 493535"/>
                  <a:gd name="connsiteX1" fmla="*/ 191280 w 540656"/>
                  <a:gd name="connsiteY1" fmla="*/ 302363 h 493535"/>
                  <a:gd name="connsiteX2" fmla="*/ 199034 w 540656"/>
                  <a:gd name="connsiteY2" fmla="*/ 304946 h 493535"/>
                  <a:gd name="connsiteX3" fmla="*/ 251015 w 540656"/>
                  <a:gd name="connsiteY3" fmla="*/ 245730 h 493535"/>
                  <a:gd name="connsiteX4" fmla="*/ 250737 w 540656"/>
                  <a:gd name="connsiteY4" fmla="*/ 235359 h 493535"/>
                  <a:gd name="connsiteX5" fmla="*/ 250832 w 540656"/>
                  <a:gd name="connsiteY5" fmla="*/ 235264 h 493535"/>
                  <a:gd name="connsiteX6" fmla="*/ 276581 w 540656"/>
                  <a:gd name="connsiteY6" fmla="*/ 253278 h 493535"/>
                  <a:gd name="connsiteX7" fmla="*/ 284336 w 540656"/>
                  <a:gd name="connsiteY7" fmla="*/ 258445 h 493535"/>
                  <a:gd name="connsiteX8" fmla="*/ 320524 w 540656"/>
                  <a:gd name="connsiteY8" fmla="*/ 271362 h 493535"/>
                  <a:gd name="connsiteX9" fmla="*/ 323109 w 540656"/>
                  <a:gd name="connsiteY9" fmla="*/ 271362 h 493535"/>
                  <a:gd name="connsiteX10" fmla="*/ 351542 w 540656"/>
                  <a:gd name="connsiteY10" fmla="*/ 292029 h 493535"/>
                  <a:gd name="connsiteX11" fmla="*/ 367051 w 540656"/>
                  <a:gd name="connsiteY11" fmla="*/ 323030 h 493535"/>
                  <a:gd name="connsiteX12" fmla="*/ 356712 w 540656"/>
                  <a:gd name="connsiteY12" fmla="*/ 333364 h 493535"/>
                  <a:gd name="connsiteX13" fmla="*/ 354127 w 540656"/>
                  <a:gd name="connsiteY13" fmla="*/ 330780 h 493535"/>
                  <a:gd name="connsiteX14" fmla="*/ 323109 w 540656"/>
                  <a:gd name="connsiteY14" fmla="*/ 302363 h 493535"/>
                  <a:gd name="connsiteX15" fmla="*/ 307599 w 540656"/>
                  <a:gd name="connsiteY15" fmla="*/ 292029 h 493535"/>
                  <a:gd name="connsiteX16" fmla="*/ 307599 w 540656"/>
                  <a:gd name="connsiteY16" fmla="*/ 289446 h 493535"/>
                  <a:gd name="connsiteX17" fmla="*/ 289505 w 540656"/>
                  <a:gd name="connsiteY17" fmla="*/ 279112 h 493535"/>
                  <a:gd name="connsiteX18" fmla="*/ 255902 w 540656"/>
                  <a:gd name="connsiteY18" fmla="*/ 258445 h 493535"/>
                  <a:gd name="connsiteX19" fmla="*/ 178356 w 540656"/>
                  <a:gd name="connsiteY19" fmla="*/ 413450 h 493535"/>
                  <a:gd name="connsiteX20" fmla="*/ 219713 w 540656"/>
                  <a:gd name="connsiteY20" fmla="*/ 423783 h 493535"/>
                  <a:gd name="connsiteX21" fmla="*/ 230053 w 540656"/>
                  <a:gd name="connsiteY21" fmla="*/ 426367 h 493535"/>
                  <a:gd name="connsiteX22" fmla="*/ 242978 w 540656"/>
                  <a:gd name="connsiteY22" fmla="*/ 434117 h 493535"/>
                  <a:gd name="connsiteX23" fmla="*/ 268826 w 540656"/>
                  <a:gd name="connsiteY23" fmla="*/ 444450 h 493535"/>
                  <a:gd name="connsiteX24" fmla="*/ 299845 w 540656"/>
                  <a:gd name="connsiteY24" fmla="*/ 470285 h 493535"/>
                  <a:gd name="connsiteX25" fmla="*/ 307599 w 540656"/>
                  <a:gd name="connsiteY25" fmla="*/ 478035 h 493535"/>
                  <a:gd name="connsiteX26" fmla="*/ 201619 w 540656"/>
                  <a:gd name="connsiteY26" fmla="*/ 493535 h 493535"/>
                  <a:gd name="connsiteX27" fmla="*/ 183525 w 540656"/>
                  <a:gd name="connsiteY27" fmla="*/ 493535 h 493535"/>
                  <a:gd name="connsiteX28" fmla="*/ 10339 w 540656"/>
                  <a:gd name="connsiteY28" fmla="*/ 457368 h 493535"/>
                  <a:gd name="connsiteX29" fmla="*/ 0 w 540656"/>
                  <a:gd name="connsiteY29" fmla="*/ 431533 h 493535"/>
                  <a:gd name="connsiteX30" fmla="*/ 33603 w 540656"/>
                  <a:gd name="connsiteY30" fmla="*/ 292029 h 493535"/>
                  <a:gd name="connsiteX31" fmla="*/ 62037 w 540656"/>
                  <a:gd name="connsiteY31" fmla="*/ 271362 h 493535"/>
                  <a:gd name="connsiteX32" fmla="*/ 134413 w 540656"/>
                  <a:gd name="connsiteY32" fmla="*/ 235194 h 493535"/>
                  <a:gd name="connsiteX33" fmla="*/ 540656 w 540656"/>
                  <a:gd name="connsiteY33" fmla="*/ 232714 h 493535"/>
                  <a:gd name="connsiteX34" fmla="*/ 488919 w 540656"/>
                  <a:gd name="connsiteY34" fmla="*/ 276596 h 493535"/>
                  <a:gd name="connsiteX35" fmla="*/ 444942 w 540656"/>
                  <a:gd name="connsiteY35" fmla="*/ 328223 h 493535"/>
                  <a:gd name="connsiteX36" fmla="*/ 408726 w 540656"/>
                  <a:gd name="connsiteY36" fmla="*/ 387593 h 493535"/>
                  <a:gd name="connsiteX37" fmla="*/ 377684 w 540656"/>
                  <a:gd name="connsiteY37" fmla="*/ 446963 h 493535"/>
                  <a:gd name="connsiteX38" fmla="*/ 359576 w 540656"/>
                  <a:gd name="connsiteY38" fmla="*/ 485682 h 493535"/>
                  <a:gd name="connsiteX39" fmla="*/ 328534 w 540656"/>
                  <a:gd name="connsiteY39" fmla="*/ 444381 h 493535"/>
                  <a:gd name="connsiteX40" fmla="*/ 284557 w 540656"/>
                  <a:gd name="connsiteY40" fmla="*/ 410824 h 493535"/>
                  <a:gd name="connsiteX41" fmla="*/ 258689 w 540656"/>
                  <a:gd name="connsiteY41" fmla="*/ 397918 h 493535"/>
                  <a:gd name="connsiteX42" fmla="*/ 243168 w 540656"/>
                  <a:gd name="connsiteY42" fmla="*/ 390174 h 493535"/>
                  <a:gd name="connsiteX43" fmla="*/ 230233 w 540656"/>
                  <a:gd name="connsiteY43" fmla="*/ 385011 h 493535"/>
                  <a:gd name="connsiteX44" fmla="*/ 271623 w 540656"/>
                  <a:gd name="connsiteY44" fmla="*/ 302410 h 493535"/>
                  <a:gd name="connsiteX45" fmla="*/ 287144 w 540656"/>
                  <a:gd name="connsiteY45" fmla="*/ 315316 h 493535"/>
                  <a:gd name="connsiteX46" fmla="*/ 302665 w 540656"/>
                  <a:gd name="connsiteY46" fmla="*/ 325641 h 493535"/>
                  <a:gd name="connsiteX47" fmla="*/ 331121 w 540656"/>
                  <a:gd name="connsiteY47" fmla="*/ 351454 h 493535"/>
                  <a:gd name="connsiteX48" fmla="*/ 356989 w 540656"/>
                  <a:gd name="connsiteY48" fmla="*/ 382430 h 493535"/>
                  <a:gd name="connsiteX49" fmla="*/ 375097 w 540656"/>
                  <a:gd name="connsiteY49" fmla="*/ 361780 h 493535"/>
                  <a:gd name="connsiteX50" fmla="*/ 424248 w 540656"/>
                  <a:gd name="connsiteY50" fmla="*/ 310153 h 493535"/>
                  <a:gd name="connsiteX51" fmla="*/ 478572 w 540656"/>
                  <a:gd name="connsiteY51" fmla="*/ 266271 h 493535"/>
                  <a:gd name="connsiteX52" fmla="*/ 540656 w 540656"/>
                  <a:gd name="connsiteY52" fmla="*/ 232714 h 493535"/>
                  <a:gd name="connsiteX53" fmla="*/ 250901 w 540656"/>
                  <a:gd name="connsiteY53" fmla="*/ 232714 h 493535"/>
                  <a:gd name="connsiteX54" fmla="*/ 250901 w 540656"/>
                  <a:gd name="connsiteY54" fmla="*/ 235194 h 493535"/>
                  <a:gd name="connsiteX55" fmla="*/ 250832 w 540656"/>
                  <a:gd name="connsiteY55" fmla="*/ 235264 h 493535"/>
                  <a:gd name="connsiteX56" fmla="*/ 250732 w 540656"/>
                  <a:gd name="connsiteY56" fmla="*/ 235194 h 493535"/>
                  <a:gd name="connsiteX57" fmla="*/ 250737 w 540656"/>
                  <a:gd name="connsiteY57" fmla="*/ 235359 h 493535"/>
                  <a:gd name="connsiteX58" fmla="*/ 248421 w 540656"/>
                  <a:gd name="connsiteY58" fmla="*/ 237674 h 493535"/>
                  <a:gd name="connsiteX59" fmla="*/ 250901 w 540656"/>
                  <a:gd name="connsiteY59" fmla="*/ 232714 h 493535"/>
                  <a:gd name="connsiteX60" fmla="*/ 183628 w 540656"/>
                  <a:gd name="connsiteY60" fmla="*/ 0 h 493535"/>
                  <a:gd name="connsiteX61" fmla="*/ 217213 w 540656"/>
                  <a:gd name="connsiteY61" fmla="*/ 10333 h 493535"/>
                  <a:gd name="connsiteX62" fmla="*/ 230130 w 540656"/>
                  <a:gd name="connsiteY62" fmla="*/ 12917 h 493535"/>
                  <a:gd name="connsiteX63" fmla="*/ 274048 w 540656"/>
                  <a:gd name="connsiteY63" fmla="*/ 38751 h 493535"/>
                  <a:gd name="connsiteX64" fmla="*/ 284382 w 540656"/>
                  <a:gd name="connsiteY64" fmla="*/ 121420 h 493535"/>
                  <a:gd name="connsiteX65" fmla="*/ 284382 w 540656"/>
                  <a:gd name="connsiteY65" fmla="*/ 152421 h 493535"/>
                  <a:gd name="connsiteX66" fmla="*/ 276631 w 540656"/>
                  <a:gd name="connsiteY66" fmla="*/ 167921 h 493535"/>
                  <a:gd name="connsiteX67" fmla="*/ 191378 w 540656"/>
                  <a:gd name="connsiteY67" fmla="*/ 258341 h 493535"/>
                  <a:gd name="connsiteX68" fmla="*/ 111293 w 540656"/>
                  <a:gd name="connsiteY68" fmla="*/ 167921 h 493535"/>
                  <a:gd name="connsiteX69" fmla="*/ 103543 w 540656"/>
                  <a:gd name="connsiteY69" fmla="*/ 152421 h 493535"/>
                  <a:gd name="connsiteX70" fmla="*/ 103543 w 540656"/>
                  <a:gd name="connsiteY70" fmla="*/ 121420 h 493535"/>
                  <a:gd name="connsiteX71" fmla="*/ 106126 w 540656"/>
                  <a:gd name="connsiteY71" fmla="*/ 118837 h 493535"/>
                  <a:gd name="connsiteX72" fmla="*/ 106126 w 540656"/>
                  <a:gd name="connsiteY72" fmla="*/ 59418 h 493535"/>
                  <a:gd name="connsiteX73" fmla="*/ 160378 w 540656"/>
                  <a:gd name="connsiteY73" fmla="*/ 5167 h 493535"/>
                  <a:gd name="connsiteX74" fmla="*/ 175878 w 540656"/>
                  <a:gd name="connsiteY74" fmla="*/ 2583 h 493535"/>
                  <a:gd name="connsiteX75" fmla="*/ 181045 w 540656"/>
                  <a:gd name="connsiteY75" fmla="*/ 2583 h 493535"/>
                  <a:gd name="connsiteX76" fmla="*/ 183628 w 540656"/>
                  <a:gd name="connsiteY76" fmla="*/ 0 h 493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540656" h="493535">
                    <a:moveTo>
                      <a:pt x="134413" y="235194"/>
                    </a:moveTo>
                    <a:cubicBezTo>
                      <a:pt x="134413" y="235194"/>
                      <a:pt x="136998" y="299779"/>
                      <a:pt x="191280" y="302363"/>
                    </a:cubicBezTo>
                    <a:lnTo>
                      <a:pt x="199034" y="304946"/>
                    </a:lnTo>
                    <a:cubicBezTo>
                      <a:pt x="243624" y="303009"/>
                      <a:pt x="250409" y="264742"/>
                      <a:pt x="251015" y="245730"/>
                    </a:cubicBezTo>
                    <a:lnTo>
                      <a:pt x="250737" y="235359"/>
                    </a:lnTo>
                    <a:lnTo>
                      <a:pt x="250832" y="235264"/>
                    </a:lnTo>
                    <a:lnTo>
                      <a:pt x="276581" y="253278"/>
                    </a:lnTo>
                    <a:cubicBezTo>
                      <a:pt x="279166" y="255862"/>
                      <a:pt x="281751" y="255862"/>
                      <a:pt x="284336" y="258445"/>
                    </a:cubicBezTo>
                    <a:cubicBezTo>
                      <a:pt x="284336" y="258445"/>
                      <a:pt x="302430" y="263612"/>
                      <a:pt x="320524" y="271362"/>
                    </a:cubicBezTo>
                    <a:cubicBezTo>
                      <a:pt x="323109" y="271362"/>
                      <a:pt x="323109" y="271362"/>
                      <a:pt x="323109" y="271362"/>
                    </a:cubicBezTo>
                    <a:cubicBezTo>
                      <a:pt x="343787" y="279112"/>
                      <a:pt x="351542" y="292029"/>
                      <a:pt x="351542" y="292029"/>
                    </a:cubicBezTo>
                    <a:cubicBezTo>
                      <a:pt x="359297" y="299779"/>
                      <a:pt x="361882" y="312697"/>
                      <a:pt x="367051" y="323030"/>
                    </a:cubicBezTo>
                    <a:cubicBezTo>
                      <a:pt x="364466" y="325614"/>
                      <a:pt x="361882" y="330780"/>
                      <a:pt x="356712" y="333364"/>
                    </a:cubicBezTo>
                    <a:cubicBezTo>
                      <a:pt x="356712" y="333364"/>
                      <a:pt x="356712" y="333364"/>
                      <a:pt x="354127" y="330780"/>
                    </a:cubicBezTo>
                    <a:cubicBezTo>
                      <a:pt x="346372" y="323030"/>
                      <a:pt x="336033" y="312697"/>
                      <a:pt x="323109" y="302363"/>
                    </a:cubicBezTo>
                    <a:cubicBezTo>
                      <a:pt x="317939" y="299779"/>
                      <a:pt x="312769" y="294613"/>
                      <a:pt x="307599" y="292029"/>
                    </a:cubicBezTo>
                    <a:lnTo>
                      <a:pt x="307599" y="289446"/>
                    </a:lnTo>
                    <a:cubicBezTo>
                      <a:pt x="299845" y="286862"/>
                      <a:pt x="294675" y="281696"/>
                      <a:pt x="289505" y="279112"/>
                    </a:cubicBezTo>
                    <a:lnTo>
                      <a:pt x="255902" y="258445"/>
                    </a:lnTo>
                    <a:lnTo>
                      <a:pt x="178356" y="413450"/>
                    </a:lnTo>
                    <a:lnTo>
                      <a:pt x="219713" y="423783"/>
                    </a:lnTo>
                    <a:cubicBezTo>
                      <a:pt x="222298" y="423783"/>
                      <a:pt x="227468" y="426367"/>
                      <a:pt x="230053" y="426367"/>
                    </a:cubicBezTo>
                    <a:cubicBezTo>
                      <a:pt x="235223" y="428950"/>
                      <a:pt x="240393" y="431533"/>
                      <a:pt x="242978" y="434117"/>
                    </a:cubicBezTo>
                    <a:cubicBezTo>
                      <a:pt x="253317" y="436700"/>
                      <a:pt x="261072" y="441867"/>
                      <a:pt x="268826" y="444450"/>
                    </a:cubicBezTo>
                    <a:cubicBezTo>
                      <a:pt x="284336" y="452201"/>
                      <a:pt x="294675" y="462534"/>
                      <a:pt x="299845" y="470285"/>
                    </a:cubicBezTo>
                    <a:lnTo>
                      <a:pt x="307599" y="478035"/>
                    </a:lnTo>
                    <a:cubicBezTo>
                      <a:pt x="253317" y="490952"/>
                      <a:pt x="201619" y="493535"/>
                      <a:pt x="201619" y="493535"/>
                    </a:cubicBezTo>
                    <a:cubicBezTo>
                      <a:pt x="196450" y="493535"/>
                      <a:pt x="191280" y="493535"/>
                      <a:pt x="183525" y="493535"/>
                    </a:cubicBezTo>
                    <a:cubicBezTo>
                      <a:pt x="183525" y="493535"/>
                      <a:pt x="77546" y="488368"/>
                      <a:pt x="10339" y="457368"/>
                    </a:cubicBezTo>
                    <a:cubicBezTo>
                      <a:pt x="10339" y="457368"/>
                      <a:pt x="0" y="454784"/>
                      <a:pt x="0" y="431533"/>
                    </a:cubicBezTo>
                    <a:cubicBezTo>
                      <a:pt x="0" y="431533"/>
                      <a:pt x="2585" y="335947"/>
                      <a:pt x="33603" y="292029"/>
                    </a:cubicBezTo>
                    <a:cubicBezTo>
                      <a:pt x="33603" y="292029"/>
                      <a:pt x="41358" y="279112"/>
                      <a:pt x="62037" y="271362"/>
                    </a:cubicBezTo>
                    <a:cubicBezTo>
                      <a:pt x="62037" y="271362"/>
                      <a:pt x="129243" y="253278"/>
                      <a:pt x="134413" y="235194"/>
                    </a:cubicBezTo>
                    <a:close/>
                    <a:moveTo>
                      <a:pt x="540656" y="232714"/>
                    </a:moveTo>
                    <a:cubicBezTo>
                      <a:pt x="519961" y="245621"/>
                      <a:pt x="504440" y="261109"/>
                      <a:pt x="488919" y="276596"/>
                    </a:cubicBezTo>
                    <a:cubicBezTo>
                      <a:pt x="473398" y="292084"/>
                      <a:pt x="457877" y="310153"/>
                      <a:pt x="444942" y="328223"/>
                    </a:cubicBezTo>
                    <a:cubicBezTo>
                      <a:pt x="432008" y="348873"/>
                      <a:pt x="421661" y="366942"/>
                      <a:pt x="408726" y="387593"/>
                    </a:cubicBezTo>
                    <a:cubicBezTo>
                      <a:pt x="398379" y="405662"/>
                      <a:pt x="388032" y="426312"/>
                      <a:pt x="377684" y="446963"/>
                    </a:cubicBezTo>
                    <a:lnTo>
                      <a:pt x="359576" y="485682"/>
                    </a:lnTo>
                    <a:lnTo>
                      <a:pt x="328534" y="444381"/>
                    </a:lnTo>
                    <a:cubicBezTo>
                      <a:pt x="318186" y="431475"/>
                      <a:pt x="302665" y="421150"/>
                      <a:pt x="284557" y="410824"/>
                    </a:cubicBezTo>
                    <a:cubicBezTo>
                      <a:pt x="276797" y="405662"/>
                      <a:pt x="266449" y="400499"/>
                      <a:pt x="258689" y="397918"/>
                    </a:cubicBezTo>
                    <a:cubicBezTo>
                      <a:pt x="253515" y="395337"/>
                      <a:pt x="248341" y="392755"/>
                      <a:pt x="243168" y="390174"/>
                    </a:cubicBezTo>
                    <a:cubicBezTo>
                      <a:pt x="237994" y="390174"/>
                      <a:pt x="232820" y="387593"/>
                      <a:pt x="230233" y="385011"/>
                    </a:cubicBezTo>
                    <a:lnTo>
                      <a:pt x="271623" y="302410"/>
                    </a:lnTo>
                    <a:cubicBezTo>
                      <a:pt x="276797" y="307572"/>
                      <a:pt x="281970" y="310153"/>
                      <a:pt x="287144" y="315316"/>
                    </a:cubicBezTo>
                    <a:cubicBezTo>
                      <a:pt x="292318" y="317897"/>
                      <a:pt x="297492" y="323060"/>
                      <a:pt x="302665" y="325641"/>
                    </a:cubicBezTo>
                    <a:cubicBezTo>
                      <a:pt x="313013" y="333385"/>
                      <a:pt x="320773" y="343710"/>
                      <a:pt x="331121" y="351454"/>
                    </a:cubicBezTo>
                    <a:cubicBezTo>
                      <a:pt x="341468" y="361780"/>
                      <a:pt x="349229" y="372105"/>
                      <a:pt x="356989" y="382430"/>
                    </a:cubicBezTo>
                    <a:cubicBezTo>
                      <a:pt x="364750" y="374686"/>
                      <a:pt x="369924" y="369523"/>
                      <a:pt x="375097" y="361780"/>
                    </a:cubicBezTo>
                    <a:cubicBezTo>
                      <a:pt x="390618" y="343710"/>
                      <a:pt x="406140" y="328223"/>
                      <a:pt x="424248" y="310153"/>
                    </a:cubicBezTo>
                    <a:cubicBezTo>
                      <a:pt x="442356" y="294666"/>
                      <a:pt x="460464" y="279178"/>
                      <a:pt x="478572" y="266271"/>
                    </a:cubicBezTo>
                    <a:cubicBezTo>
                      <a:pt x="499267" y="253365"/>
                      <a:pt x="519961" y="240458"/>
                      <a:pt x="540656" y="232714"/>
                    </a:cubicBezTo>
                    <a:close/>
                    <a:moveTo>
                      <a:pt x="250901" y="232714"/>
                    </a:moveTo>
                    <a:cubicBezTo>
                      <a:pt x="250901" y="232714"/>
                      <a:pt x="250901" y="235194"/>
                      <a:pt x="250901" y="235194"/>
                    </a:cubicBezTo>
                    <a:lnTo>
                      <a:pt x="250832" y="235264"/>
                    </a:lnTo>
                    <a:lnTo>
                      <a:pt x="250732" y="235194"/>
                    </a:lnTo>
                    <a:lnTo>
                      <a:pt x="250737" y="235359"/>
                    </a:lnTo>
                    <a:lnTo>
                      <a:pt x="248421" y="237674"/>
                    </a:lnTo>
                    <a:cubicBezTo>
                      <a:pt x="250901" y="235194"/>
                      <a:pt x="250901" y="235194"/>
                      <a:pt x="250901" y="232714"/>
                    </a:cubicBezTo>
                    <a:close/>
                    <a:moveTo>
                      <a:pt x="183628" y="0"/>
                    </a:moveTo>
                    <a:cubicBezTo>
                      <a:pt x="183628" y="0"/>
                      <a:pt x="196545" y="2583"/>
                      <a:pt x="217213" y="10333"/>
                    </a:cubicBezTo>
                    <a:lnTo>
                      <a:pt x="230130" y="12917"/>
                    </a:lnTo>
                    <a:cubicBezTo>
                      <a:pt x="258548" y="20667"/>
                      <a:pt x="271465" y="36167"/>
                      <a:pt x="274048" y="38751"/>
                    </a:cubicBezTo>
                    <a:cubicBezTo>
                      <a:pt x="294715" y="64585"/>
                      <a:pt x="289548" y="103336"/>
                      <a:pt x="284382" y="121420"/>
                    </a:cubicBezTo>
                    <a:cubicBezTo>
                      <a:pt x="289548" y="129170"/>
                      <a:pt x="286965" y="144671"/>
                      <a:pt x="284382" y="152421"/>
                    </a:cubicBezTo>
                    <a:cubicBezTo>
                      <a:pt x="284382" y="160171"/>
                      <a:pt x="281798" y="165338"/>
                      <a:pt x="276631" y="167921"/>
                    </a:cubicBezTo>
                    <a:cubicBezTo>
                      <a:pt x="271465" y="211839"/>
                      <a:pt x="232713" y="258341"/>
                      <a:pt x="191378" y="258341"/>
                    </a:cubicBezTo>
                    <a:cubicBezTo>
                      <a:pt x="155211" y="258341"/>
                      <a:pt x="116460" y="214423"/>
                      <a:pt x="111293" y="167921"/>
                    </a:cubicBezTo>
                    <a:cubicBezTo>
                      <a:pt x="108709" y="165338"/>
                      <a:pt x="103543" y="160171"/>
                      <a:pt x="103543" y="152421"/>
                    </a:cubicBezTo>
                    <a:cubicBezTo>
                      <a:pt x="100959" y="144671"/>
                      <a:pt x="98376" y="129170"/>
                      <a:pt x="103543" y="121420"/>
                    </a:cubicBezTo>
                    <a:cubicBezTo>
                      <a:pt x="103543" y="121420"/>
                      <a:pt x="106126" y="121420"/>
                      <a:pt x="106126" y="118837"/>
                    </a:cubicBezTo>
                    <a:cubicBezTo>
                      <a:pt x="98376" y="80085"/>
                      <a:pt x="103543" y="62002"/>
                      <a:pt x="106126" y="59418"/>
                    </a:cubicBezTo>
                    <a:cubicBezTo>
                      <a:pt x="119043" y="20667"/>
                      <a:pt x="160378" y="5167"/>
                      <a:pt x="160378" y="5167"/>
                    </a:cubicBezTo>
                    <a:cubicBezTo>
                      <a:pt x="162961" y="2583"/>
                      <a:pt x="170711" y="0"/>
                      <a:pt x="175878" y="2583"/>
                    </a:cubicBezTo>
                    <a:cubicBezTo>
                      <a:pt x="175878" y="2583"/>
                      <a:pt x="178461" y="2583"/>
                      <a:pt x="181045" y="2583"/>
                    </a:cubicBezTo>
                    <a:cubicBezTo>
                      <a:pt x="181045" y="0"/>
                      <a:pt x="181045" y="0"/>
                      <a:pt x="183628" y="0"/>
                    </a:cubicBezTo>
                    <a:close/>
                  </a:path>
                </a:pathLst>
              </a:custGeom>
              <a:solidFill>
                <a:schemeClr val="accent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cs typeface="+mn-ea"/>
                  <a:sym typeface="+mn-lt"/>
                </a:endParaRPr>
              </a:p>
            </p:txBody>
          </p:sp>
        </p:grpSp>
        <p:sp>
          <p:nvSpPr>
            <p:cNvPr id="38" name="椭圆 37"/>
            <p:cNvSpPr/>
            <p:nvPr/>
          </p:nvSpPr>
          <p:spPr>
            <a:xfrm>
              <a:off x="2988214" y="3004898"/>
              <a:ext cx="1254602" cy="1254604"/>
            </a:xfrm>
            <a:prstGeom prst="ellipse">
              <a:avLst/>
            </a:prstGeom>
            <a:solidFill>
              <a:schemeClr val="bg1"/>
            </a:solidFill>
            <a:ln w="38100">
              <a:solidFill>
                <a:schemeClr val="accent2"/>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r>
                <a:rPr lang="zh-CN" altLang="en-US" dirty="0">
                  <a:solidFill>
                    <a:schemeClr val="tx1"/>
                  </a:solidFill>
                  <a:cs typeface="+mn-ea"/>
                  <a:sym typeface="+mn-lt"/>
                </a:rPr>
                <a:t>负责</a:t>
              </a:r>
            </a:p>
            <a:p>
              <a:pPr algn="ctr"/>
              <a:r>
                <a:rPr lang="zh-CN" altLang="en-US" dirty="0">
                  <a:solidFill>
                    <a:schemeClr val="tx1"/>
                  </a:solidFill>
                  <a:cs typeface="+mn-ea"/>
                  <a:sym typeface="+mn-lt"/>
                </a:rPr>
                <a:t>部分</a:t>
              </a:r>
            </a:p>
          </p:txBody>
        </p:sp>
      </p:gr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custDataLst>
              <p:tags r:id="rId1"/>
            </p:custDataLst>
          </p:nvPr>
        </p:nvPicPr>
        <p:blipFill>
          <a:blip r:embed="rId3"/>
          <a:stretch>
            <a:fillRect/>
          </a:stretch>
        </p:blipFill>
        <p:spPr>
          <a:xfrm>
            <a:off x="2115820" y="1141730"/>
            <a:ext cx="7960360" cy="4976049"/>
          </a:xfrm>
          <a:prstGeom prst="rect">
            <a:avLst/>
          </a:prstGeom>
          <a:ln>
            <a:noFill/>
          </a:ln>
          <a:effectLst>
            <a:outerShdw blurRad="190500" algn="tl" rotWithShape="0">
              <a:srgbClr val="000000">
                <a:alpha val="70000"/>
              </a:srgbClr>
            </a:outerShdw>
          </a:effectLst>
        </p:spPr>
      </p:pic>
      <p:sp>
        <p:nvSpPr>
          <p:cNvPr id="2" name="页脚占位符 2">
            <a:extLst>
              <a:ext uri="{FF2B5EF4-FFF2-40B4-BE49-F238E27FC236}">
                <a16:creationId xmlns:a16="http://schemas.microsoft.com/office/drawing/2014/main" id="{1C3EEF06-C89D-C3A1-8AD4-D1552A19DFE7}"/>
              </a:ext>
            </a:extLst>
          </p:cNvPr>
          <p:cNvSpPr>
            <a:spLocks noGrp="1"/>
          </p:cNvSpPr>
          <p:nvPr>
            <p:ph type="ftr" sz="quarter" idx="11"/>
          </p:nvPr>
        </p:nvSpPr>
        <p:spPr>
          <a:xfrm>
            <a:off x="669924" y="6240463"/>
            <a:ext cx="4140201" cy="206381"/>
          </a:xfrm>
        </p:spPr>
        <p:txBody>
          <a:bodyPr/>
          <a:lstStyle/>
          <a:p>
            <a:r>
              <a:rPr lang="zh-CN" altLang="en-US" dirty="0">
                <a:cs typeface="+mn-ea"/>
                <a:sym typeface="+mn-lt"/>
              </a:rPr>
              <a:t>课程管理系统</a:t>
            </a:r>
          </a:p>
        </p:txBody>
      </p:sp>
      <p:sp>
        <p:nvSpPr>
          <p:cNvPr id="5" name="灯片编号占位符 3">
            <a:extLst>
              <a:ext uri="{FF2B5EF4-FFF2-40B4-BE49-F238E27FC236}">
                <a16:creationId xmlns:a16="http://schemas.microsoft.com/office/drawing/2014/main" id="{17CF699F-A4EF-CD4A-69E4-42873016574E}"/>
              </a:ext>
            </a:extLst>
          </p:cNvPr>
          <p:cNvSpPr>
            <a:spLocks noGrp="1"/>
          </p:cNvSpPr>
          <p:nvPr>
            <p:ph type="sldNum" sz="quarter" idx="12"/>
          </p:nvPr>
        </p:nvSpPr>
        <p:spPr>
          <a:xfrm>
            <a:off x="8610599" y="6240463"/>
            <a:ext cx="2909888" cy="206381"/>
          </a:xfrm>
        </p:spPr>
        <p:txBody>
          <a:bodyPr/>
          <a:lstStyle/>
          <a:p>
            <a:fld id="{5DD3DB80-B894-403A-B48E-6FDC1A72010E}" type="slidenum">
              <a:rPr lang="zh-CN" altLang="en-US" b="1" smtClean="0">
                <a:solidFill>
                  <a:schemeClr val="tx1"/>
                </a:solidFill>
                <a:cs typeface="+mn-ea"/>
                <a:sym typeface="+mn-lt"/>
              </a:rPr>
              <a:t>74</a:t>
            </a:fld>
            <a:endParaRPr lang="zh-CN" altLang="en-US" b="1" dirty="0">
              <a:solidFill>
                <a:schemeClr val="tx1"/>
              </a:solidFill>
              <a:cs typeface="+mn-ea"/>
              <a:sym typeface="+mn-lt"/>
            </a:endParaRPr>
          </a:p>
        </p:txBody>
      </p:sp>
      <p:sp>
        <p:nvSpPr>
          <p:cNvPr id="6" name="标题 1">
            <a:extLst>
              <a:ext uri="{FF2B5EF4-FFF2-40B4-BE49-F238E27FC236}">
                <a16:creationId xmlns:a16="http://schemas.microsoft.com/office/drawing/2014/main" id="{4574FAE3-458F-F48D-EAA5-CB4811DDDBE6}"/>
              </a:ext>
            </a:extLst>
          </p:cNvPr>
          <p:cNvSpPr>
            <a:spLocks noGrp="1"/>
          </p:cNvSpPr>
          <p:nvPr>
            <p:ph type="title"/>
          </p:nvPr>
        </p:nvSpPr>
        <p:spPr>
          <a:xfrm>
            <a:off x="669924" y="1"/>
            <a:ext cx="10850563" cy="1028699"/>
          </a:xfrm>
        </p:spPr>
        <p:txBody>
          <a:bodyPr/>
          <a:lstStyle/>
          <a:p>
            <a:r>
              <a:rPr lang="zh-CN" altLang="en-US" sz="2800" dirty="0"/>
              <a:t>课程管理界面</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2115820" y="1151384"/>
            <a:ext cx="7961046" cy="4976048"/>
          </a:xfrm>
          <a:prstGeom prst="rect">
            <a:avLst/>
          </a:prstGeom>
          <a:ln>
            <a:noFill/>
          </a:ln>
          <a:effectLst>
            <a:outerShdw blurRad="190500" algn="tl" rotWithShape="0">
              <a:srgbClr val="000000">
                <a:alpha val="70000"/>
              </a:srgbClr>
            </a:outerShdw>
          </a:effectLst>
        </p:spPr>
      </p:pic>
      <p:sp>
        <p:nvSpPr>
          <p:cNvPr id="3" name="页脚占位符 2">
            <a:extLst>
              <a:ext uri="{FF2B5EF4-FFF2-40B4-BE49-F238E27FC236}">
                <a16:creationId xmlns:a16="http://schemas.microsoft.com/office/drawing/2014/main" id="{62D6F199-77C8-16A0-8F8B-A04F25095865}"/>
              </a:ext>
            </a:extLst>
          </p:cNvPr>
          <p:cNvSpPr>
            <a:spLocks noGrp="1"/>
          </p:cNvSpPr>
          <p:nvPr>
            <p:ph type="ftr" sz="quarter" idx="11"/>
          </p:nvPr>
        </p:nvSpPr>
        <p:spPr>
          <a:xfrm>
            <a:off x="669924" y="6240463"/>
            <a:ext cx="4140201" cy="206381"/>
          </a:xfrm>
        </p:spPr>
        <p:txBody>
          <a:bodyPr/>
          <a:lstStyle/>
          <a:p>
            <a:r>
              <a:rPr lang="zh-CN" altLang="en-US" dirty="0">
                <a:cs typeface="+mn-ea"/>
                <a:sym typeface="+mn-lt"/>
              </a:rPr>
              <a:t>课程管理系统</a:t>
            </a:r>
          </a:p>
        </p:txBody>
      </p:sp>
      <p:sp>
        <p:nvSpPr>
          <p:cNvPr id="5" name="灯片编号占位符 3">
            <a:extLst>
              <a:ext uri="{FF2B5EF4-FFF2-40B4-BE49-F238E27FC236}">
                <a16:creationId xmlns:a16="http://schemas.microsoft.com/office/drawing/2014/main" id="{CE0F8DFE-BB54-CF40-44CD-DFE3C30F6FBB}"/>
              </a:ext>
            </a:extLst>
          </p:cNvPr>
          <p:cNvSpPr>
            <a:spLocks noGrp="1"/>
          </p:cNvSpPr>
          <p:nvPr>
            <p:ph type="sldNum" sz="quarter" idx="12"/>
          </p:nvPr>
        </p:nvSpPr>
        <p:spPr>
          <a:xfrm>
            <a:off x="8610599" y="6240463"/>
            <a:ext cx="2909888" cy="206381"/>
          </a:xfrm>
        </p:spPr>
        <p:txBody>
          <a:bodyPr/>
          <a:lstStyle/>
          <a:p>
            <a:fld id="{5DD3DB80-B894-403A-B48E-6FDC1A72010E}" type="slidenum">
              <a:rPr lang="zh-CN" altLang="en-US" b="1" smtClean="0">
                <a:solidFill>
                  <a:schemeClr val="tx1"/>
                </a:solidFill>
                <a:cs typeface="+mn-ea"/>
                <a:sym typeface="+mn-lt"/>
              </a:rPr>
              <a:t>75</a:t>
            </a:fld>
            <a:endParaRPr lang="zh-CN" altLang="en-US" b="1" dirty="0">
              <a:solidFill>
                <a:schemeClr val="tx1"/>
              </a:solidFill>
              <a:cs typeface="+mn-ea"/>
              <a:sym typeface="+mn-lt"/>
            </a:endParaRPr>
          </a:p>
        </p:txBody>
      </p:sp>
      <p:sp>
        <p:nvSpPr>
          <p:cNvPr id="6" name="标题 1">
            <a:extLst>
              <a:ext uri="{FF2B5EF4-FFF2-40B4-BE49-F238E27FC236}">
                <a16:creationId xmlns:a16="http://schemas.microsoft.com/office/drawing/2014/main" id="{FE31F492-7983-9B1A-DBE0-3CE9A3D0FEC9}"/>
              </a:ext>
            </a:extLst>
          </p:cNvPr>
          <p:cNvSpPr>
            <a:spLocks noGrp="1"/>
          </p:cNvSpPr>
          <p:nvPr>
            <p:ph type="title"/>
          </p:nvPr>
        </p:nvSpPr>
        <p:spPr>
          <a:xfrm>
            <a:off x="669924" y="1"/>
            <a:ext cx="10850563" cy="1028699"/>
          </a:xfrm>
        </p:spPr>
        <p:txBody>
          <a:bodyPr/>
          <a:lstStyle/>
          <a:p>
            <a:r>
              <a:rPr lang="zh-CN" altLang="en-US" sz="2800" dirty="0"/>
              <a:t>课程管理界面</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4"/>
          <a:stretch>
            <a:fillRect/>
          </a:stretch>
        </p:blipFill>
        <p:spPr>
          <a:xfrm>
            <a:off x="2115134" y="1151384"/>
            <a:ext cx="7961046" cy="4976764"/>
          </a:xfrm>
          <a:prstGeom prst="rect">
            <a:avLst/>
          </a:prstGeom>
          <a:ln>
            <a:noFill/>
          </a:ln>
          <a:effectLst>
            <a:outerShdw blurRad="190500" algn="tl" rotWithShape="0">
              <a:srgbClr val="000000">
                <a:alpha val="70000"/>
              </a:srgbClr>
            </a:outerShdw>
          </a:effectLst>
        </p:spPr>
      </p:pic>
      <p:sp>
        <p:nvSpPr>
          <p:cNvPr id="5" name="页脚占位符 2">
            <a:extLst>
              <a:ext uri="{FF2B5EF4-FFF2-40B4-BE49-F238E27FC236}">
                <a16:creationId xmlns:a16="http://schemas.microsoft.com/office/drawing/2014/main" id="{FD8F709F-53B4-75BD-2456-D433F7127CC0}"/>
              </a:ext>
            </a:extLst>
          </p:cNvPr>
          <p:cNvSpPr>
            <a:spLocks noGrp="1"/>
          </p:cNvSpPr>
          <p:nvPr>
            <p:ph type="ftr" sz="quarter" idx="11"/>
          </p:nvPr>
        </p:nvSpPr>
        <p:spPr>
          <a:xfrm>
            <a:off x="669924" y="6240463"/>
            <a:ext cx="4140201" cy="206381"/>
          </a:xfrm>
        </p:spPr>
        <p:txBody>
          <a:bodyPr/>
          <a:lstStyle/>
          <a:p>
            <a:r>
              <a:rPr lang="zh-CN" altLang="en-US" dirty="0">
                <a:cs typeface="+mn-ea"/>
                <a:sym typeface="+mn-lt"/>
              </a:rPr>
              <a:t>课程管理系统</a:t>
            </a:r>
          </a:p>
        </p:txBody>
      </p:sp>
      <p:sp>
        <p:nvSpPr>
          <p:cNvPr id="6" name="灯片编号占位符 3">
            <a:extLst>
              <a:ext uri="{FF2B5EF4-FFF2-40B4-BE49-F238E27FC236}">
                <a16:creationId xmlns:a16="http://schemas.microsoft.com/office/drawing/2014/main" id="{9BD603B8-8BEC-2313-C165-72A3667A2B3C}"/>
              </a:ext>
            </a:extLst>
          </p:cNvPr>
          <p:cNvSpPr>
            <a:spLocks noGrp="1"/>
          </p:cNvSpPr>
          <p:nvPr>
            <p:ph type="sldNum" sz="quarter" idx="12"/>
          </p:nvPr>
        </p:nvSpPr>
        <p:spPr>
          <a:xfrm>
            <a:off x="8610599" y="6240463"/>
            <a:ext cx="2909888" cy="206381"/>
          </a:xfrm>
        </p:spPr>
        <p:txBody>
          <a:bodyPr/>
          <a:lstStyle/>
          <a:p>
            <a:fld id="{5DD3DB80-B894-403A-B48E-6FDC1A72010E}" type="slidenum">
              <a:rPr lang="zh-CN" altLang="en-US" b="1" smtClean="0">
                <a:solidFill>
                  <a:schemeClr val="tx1"/>
                </a:solidFill>
                <a:cs typeface="+mn-ea"/>
                <a:sym typeface="+mn-lt"/>
              </a:rPr>
              <a:t>76</a:t>
            </a:fld>
            <a:endParaRPr lang="zh-CN" altLang="en-US" b="1" dirty="0">
              <a:solidFill>
                <a:schemeClr val="tx1"/>
              </a:solidFill>
              <a:cs typeface="+mn-ea"/>
              <a:sym typeface="+mn-lt"/>
            </a:endParaRPr>
          </a:p>
        </p:txBody>
      </p:sp>
      <p:sp>
        <p:nvSpPr>
          <p:cNvPr id="7" name="标题 1">
            <a:extLst>
              <a:ext uri="{FF2B5EF4-FFF2-40B4-BE49-F238E27FC236}">
                <a16:creationId xmlns:a16="http://schemas.microsoft.com/office/drawing/2014/main" id="{FB529B71-3A43-0F7F-72D3-D0A4E4E3A169}"/>
              </a:ext>
            </a:extLst>
          </p:cNvPr>
          <p:cNvSpPr>
            <a:spLocks noGrp="1"/>
          </p:cNvSpPr>
          <p:nvPr>
            <p:ph type="title"/>
          </p:nvPr>
        </p:nvSpPr>
        <p:spPr>
          <a:xfrm>
            <a:off x="669924" y="1"/>
            <a:ext cx="10850563" cy="1028699"/>
          </a:xfrm>
        </p:spPr>
        <p:txBody>
          <a:bodyPr/>
          <a:lstStyle/>
          <a:p>
            <a:r>
              <a:rPr lang="zh-CN" altLang="en-US" sz="2800" dirty="0"/>
              <a:t>课程管理界面</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custDataLst>
              <p:tags r:id="rId1"/>
            </p:custDataLst>
          </p:nvPr>
        </p:nvPicPr>
        <p:blipFill>
          <a:blip r:embed="rId4"/>
          <a:stretch>
            <a:fillRect/>
          </a:stretch>
        </p:blipFill>
        <p:spPr>
          <a:xfrm>
            <a:off x="2115134" y="1155383"/>
            <a:ext cx="7961046" cy="4976174"/>
          </a:xfrm>
          <a:prstGeom prst="rect">
            <a:avLst/>
          </a:prstGeom>
          <a:ln>
            <a:noFill/>
          </a:ln>
          <a:effectLst>
            <a:outerShdw blurRad="190500" algn="tl" rotWithShape="0">
              <a:srgbClr val="000000">
                <a:alpha val="70000"/>
              </a:srgbClr>
            </a:outerShdw>
          </a:effectLst>
        </p:spPr>
      </p:pic>
      <p:sp>
        <p:nvSpPr>
          <p:cNvPr id="3" name="页脚占位符 2">
            <a:extLst>
              <a:ext uri="{FF2B5EF4-FFF2-40B4-BE49-F238E27FC236}">
                <a16:creationId xmlns:a16="http://schemas.microsoft.com/office/drawing/2014/main" id="{F3CAC5A0-C0FA-2491-44CA-2760BE510379}"/>
              </a:ext>
            </a:extLst>
          </p:cNvPr>
          <p:cNvSpPr>
            <a:spLocks noGrp="1"/>
          </p:cNvSpPr>
          <p:nvPr>
            <p:ph type="ftr" sz="quarter" idx="11"/>
          </p:nvPr>
        </p:nvSpPr>
        <p:spPr>
          <a:xfrm>
            <a:off x="669924" y="6240463"/>
            <a:ext cx="4140201" cy="206381"/>
          </a:xfrm>
        </p:spPr>
        <p:txBody>
          <a:bodyPr/>
          <a:lstStyle/>
          <a:p>
            <a:r>
              <a:rPr lang="zh-CN" altLang="en-US" dirty="0">
                <a:cs typeface="+mn-ea"/>
                <a:sym typeface="+mn-lt"/>
              </a:rPr>
              <a:t>课程管理系统</a:t>
            </a:r>
          </a:p>
        </p:txBody>
      </p:sp>
      <p:sp>
        <p:nvSpPr>
          <p:cNvPr id="6" name="灯片编号占位符 3">
            <a:extLst>
              <a:ext uri="{FF2B5EF4-FFF2-40B4-BE49-F238E27FC236}">
                <a16:creationId xmlns:a16="http://schemas.microsoft.com/office/drawing/2014/main" id="{E15180C7-20A8-49A6-EA43-020B6D1223A7}"/>
              </a:ext>
            </a:extLst>
          </p:cNvPr>
          <p:cNvSpPr>
            <a:spLocks noGrp="1"/>
          </p:cNvSpPr>
          <p:nvPr>
            <p:ph type="sldNum" sz="quarter" idx="12"/>
          </p:nvPr>
        </p:nvSpPr>
        <p:spPr>
          <a:xfrm>
            <a:off x="8610599" y="6240463"/>
            <a:ext cx="2909888" cy="206381"/>
          </a:xfrm>
        </p:spPr>
        <p:txBody>
          <a:bodyPr/>
          <a:lstStyle/>
          <a:p>
            <a:fld id="{5DD3DB80-B894-403A-B48E-6FDC1A72010E}" type="slidenum">
              <a:rPr lang="zh-CN" altLang="en-US" b="1" smtClean="0">
                <a:solidFill>
                  <a:schemeClr val="tx1"/>
                </a:solidFill>
                <a:cs typeface="+mn-ea"/>
                <a:sym typeface="+mn-lt"/>
              </a:rPr>
              <a:t>77</a:t>
            </a:fld>
            <a:endParaRPr lang="zh-CN" altLang="en-US" b="1" dirty="0">
              <a:solidFill>
                <a:schemeClr val="tx1"/>
              </a:solidFill>
              <a:cs typeface="+mn-ea"/>
              <a:sym typeface="+mn-lt"/>
            </a:endParaRPr>
          </a:p>
        </p:txBody>
      </p:sp>
      <p:sp>
        <p:nvSpPr>
          <p:cNvPr id="7" name="标题 1">
            <a:extLst>
              <a:ext uri="{FF2B5EF4-FFF2-40B4-BE49-F238E27FC236}">
                <a16:creationId xmlns:a16="http://schemas.microsoft.com/office/drawing/2014/main" id="{9ADCB809-6C6D-2FD1-A2D7-E6521674EC72}"/>
              </a:ext>
            </a:extLst>
          </p:cNvPr>
          <p:cNvSpPr>
            <a:spLocks noGrp="1"/>
          </p:cNvSpPr>
          <p:nvPr>
            <p:ph type="title"/>
          </p:nvPr>
        </p:nvSpPr>
        <p:spPr>
          <a:xfrm>
            <a:off x="669924" y="1"/>
            <a:ext cx="10850563" cy="1028699"/>
          </a:xfrm>
        </p:spPr>
        <p:txBody>
          <a:bodyPr/>
          <a:lstStyle/>
          <a:p>
            <a:r>
              <a:rPr lang="zh-CN" altLang="en-US" sz="2800" dirty="0"/>
              <a:t>课程管理界面</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custDataLst>
              <p:tags r:id="rId1"/>
            </p:custDataLst>
          </p:nvPr>
        </p:nvPicPr>
        <p:blipFill>
          <a:blip r:embed="rId3"/>
          <a:stretch>
            <a:fillRect/>
          </a:stretch>
        </p:blipFill>
        <p:spPr>
          <a:xfrm>
            <a:off x="2117639" y="1153478"/>
            <a:ext cx="7958541" cy="4974670"/>
          </a:xfrm>
          <a:prstGeom prst="rect">
            <a:avLst/>
          </a:prstGeom>
          <a:ln>
            <a:noFill/>
          </a:ln>
          <a:effectLst>
            <a:outerShdw blurRad="190500" algn="tl" rotWithShape="0">
              <a:srgbClr val="000000">
                <a:alpha val="70000"/>
              </a:srgbClr>
            </a:outerShdw>
          </a:effectLst>
        </p:spPr>
      </p:pic>
      <p:sp>
        <p:nvSpPr>
          <p:cNvPr id="3" name="页脚占位符 2">
            <a:extLst>
              <a:ext uri="{FF2B5EF4-FFF2-40B4-BE49-F238E27FC236}">
                <a16:creationId xmlns:a16="http://schemas.microsoft.com/office/drawing/2014/main" id="{D974866F-60E0-21AF-CCFE-E0E7680E42E9}"/>
              </a:ext>
            </a:extLst>
          </p:cNvPr>
          <p:cNvSpPr>
            <a:spLocks noGrp="1"/>
          </p:cNvSpPr>
          <p:nvPr>
            <p:ph type="ftr" sz="quarter" idx="11"/>
          </p:nvPr>
        </p:nvSpPr>
        <p:spPr>
          <a:xfrm>
            <a:off x="669924" y="6240463"/>
            <a:ext cx="4140201" cy="206381"/>
          </a:xfrm>
        </p:spPr>
        <p:txBody>
          <a:bodyPr/>
          <a:lstStyle/>
          <a:p>
            <a:r>
              <a:rPr lang="zh-CN" altLang="en-US" dirty="0">
                <a:cs typeface="+mn-ea"/>
                <a:sym typeface="+mn-lt"/>
              </a:rPr>
              <a:t>课程管理系统</a:t>
            </a:r>
          </a:p>
        </p:txBody>
      </p:sp>
      <p:sp>
        <p:nvSpPr>
          <p:cNvPr id="4" name="灯片编号占位符 3">
            <a:extLst>
              <a:ext uri="{FF2B5EF4-FFF2-40B4-BE49-F238E27FC236}">
                <a16:creationId xmlns:a16="http://schemas.microsoft.com/office/drawing/2014/main" id="{3739F3AF-523C-670A-35D2-C9B86BA6A2B5}"/>
              </a:ext>
            </a:extLst>
          </p:cNvPr>
          <p:cNvSpPr>
            <a:spLocks noGrp="1"/>
          </p:cNvSpPr>
          <p:nvPr>
            <p:ph type="sldNum" sz="quarter" idx="12"/>
          </p:nvPr>
        </p:nvSpPr>
        <p:spPr>
          <a:xfrm>
            <a:off x="8610599" y="6240463"/>
            <a:ext cx="2909888" cy="206381"/>
          </a:xfrm>
        </p:spPr>
        <p:txBody>
          <a:bodyPr/>
          <a:lstStyle/>
          <a:p>
            <a:fld id="{5DD3DB80-B894-403A-B48E-6FDC1A72010E}" type="slidenum">
              <a:rPr lang="zh-CN" altLang="en-US" b="1" smtClean="0">
                <a:solidFill>
                  <a:schemeClr val="tx1"/>
                </a:solidFill>
                <a:cs typeface="+mn-ea"/>
                <a:sym typeface="+mn-lt"/>
              </a:rPr>
              <a:t>78</a:t>
            </a:fld>
            <a:endParaRPr lang="zh-CN" altLang="en-US" b="1" dirty="0">
              <a:solidFill>
                <a:schemeClr val="tx1"/>
              </a:solidFill>
              <a:cs typeface="+mn-ea"/>
              <a:sym typeface="+mn-lt"/>
            </a:endParaRPr>
          </a:p>
        </p:txBody>
      </p:sp>
      <p:sp>
        <p:nvSpPr>
          <p:cNvPr id="7" name="标题 1">
            <a:extLst>
              <a:ext uri="{FF2B5EF4-FFF2-40B4-BE49-F238E27FC236}">
                <a16:creationId xmlns:a16="http://schemas.microsoft.com/office/drawing/2014/main" id="{B1412196-6463-0AB8-A2E6-66223D7B69CA}"/>
              </a:ext>
            </a:extLst>
          </p:cNvPr>
          <p:cNvSpPr>
            <a:spLocks noGrp="1"/>
          </p:cNvSpPr>
          <p:nvPr>
            <p:ph type="title"/>
          </p:nvPr>
        </p:nvSpPr>
        <p:spPr>
          <a:xfrm>
            <a:off x="669924" y="1"/>
            <a:ext cx="10850563" cy="1028699"/>
          </a:xfrm>
        </p:spPr>
        <p:txBody>
          <a:bodyPr/>
          <a:lstStyle/>
          <a:p>
            <a:r>
              <a:rPr lang="zh-CN" altLang="en-US" sz="2800" dirty="0"/>
              <a:t>教学班管理界面</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custDataLst>
              <p:tags r:id="rId1"/>
            </p:custDataLst>
          </p:nvPr>
        </p:nvPicPr>
        <p:blipFill>
          <a:blip r:embed="rId3"/>
          <a:stretch>
            <a:fillRect/>
          </a:stretch>
        </p:blipFill>
        <p:spPr>
          <a:xfrm>
            <a:off x="2113995" y="1151384"/>
            <a:ext cx="7962185" cy="4976764"/>
          </a:xfrm>
          <a:prstGeom prst="rect">
            <a:avLst/>
          </a:prstGeom>
          <a:ln>
            <a:noFill/>
          </a:ln>
          <a:effectLst>
            <a:outerShdw blurRad="190500" algn="tl" rotWithShape="0">
              <a:srgbClr val="000000">
                <a:alpha val="70000"/>
              </a:srgbClr>
            </a:outerShdw>
          </a:effectLst>
        </p:spPr>
      </p:pic>
      <p:sp>
        <p:nvSpPr>
          <p:cNvPr id="4" name="页脚占位符 2">
            <a:extLst>
              <a:ext uri="{FF2B5EF4-FFF2-40B4-BE49-F238E27FC236}">
                <a16:creationId xmlns:a16="http://schemas.microsoft.com/office/drawing/2014/main" id="{71292AB1-4F62-B008-D9C0-94C9FC981006}"/>
              </a:ext>
            </a:extLst>
          </p:cNvPr>
          <p:cNvSpPr>
            <a:spLocks noGrp="1"/>
          </p:cNvSpPr>
          <p:nvPr>
            <p:ph type="ftr" sz="quarter" idx="11"/>
          </p:nvPr>
        </p:nvSpPr>
        <p:spPr>
          <a:xfrm>
            <a:off x="669924" y="6240463"/>
            <a:ext cx="4140201" cy="206381"/>
          </a:xfrm>
        </p:spPr>
        <p:txBody>
          <a:bodyPr/>
          <a:lstStyle/>
          <a:p>
            <a:r>
              <a:rPr lang="zh-CN" altLang="en-US" dirty="0">
                <a:cs typeface="+mn-ea"/>
                <a:sym typeface="+mn-lt"/>
              </a:rPr>
              <a:t>课程管理系统</a:t>
            </a:r>
          </a:p>
        </p:txBody>
      </p:sp>
      <p:sp>
        <p:nvSpPr>
          <p:cNvPr id="6" name="灯片编号占位符 3">
            <a:extLst>
              <a:ext uri="{FF2B5EF4-FFF2-40B4-BE49-F238E27FC236}">
                <a16:creationId xmlns:a16="http://schemas.microsoft.com/office/drawing/2014/main" id="{02A826AC-89FD-42B8-989B-ED4CF178FF68}"/>
              </a:ext>
            </a:extLst>
          </p:cNvPr>
          <p:cNvSpPr>
            <a:spLocks noGrp="1"/>
          </p:cNvSpPr>
          <p:nvPr>
            <p:ph type="sldNum" sz="quarter" idx="12"/>
          </p:nvPr>
        </p:nvSpPr>
        <p:spPr>
          <a:xfrm>
            <a:off x="8610599" y="6240463"/>
            <a:ext cx="2909888" cy="206381"/>
          </a:xfrm>
        </p:spPr>
        <p:txBody>
          <a:bodyPr/>
          <a:lstStyle/>
          <a:p>
            <a:fld id="{5DD3DB80-B894-403A-B48E-6FDC1A72010E}" type="slidenum">
              <a:rPr lang="zh-CN" altLang="en-US" b="1" smtClean="0">
                <a:solidFill>
                  <a:schemeClr val="tx1"/>
                </a:solidFill>
                <a:cs typeface="+mn-ea"/>
                <a:sym typeface="+mn-lt"/>
              </a:rPr>
              <a:t>79</a:t>
            </a:fld>
            <a:endParaRPr lang="zh-CN" altLang="en-US" b="1" dirty="0">
              <a:solidFill>
                <a:schemeClr val="tx1"/>
              </a:solidFill>
              <a:cs typeface="+mn-ea"/>
              <a:sym typeface="+mn-lt"/>
            </a:endParaRPr>
          </a:p>
        </p:txBody>
      </p:sp>
      <p:sp>
        <p:nvSpPr>
          <p:cNvPr id="7" name="标题 1">
            <a:extLst>
              <a:ext uri="{FF2B5EF4-FFF2-40B4-BE49-F238E27FC236}">
                <a16:creationId xmlns:a16="http://schemas.microsoft.com/office/drawing/2014/main" id="{6F6AC091-D330-0093-2688-EEE8389ED2A6}"/>
              </a:ext>
            </a:extLst>
          </p:cNvPr>
          <p:cNvSpPr>
            <a:spLocks noGrp="1"/>
          </p:cNvSpPr>
          <p:nvPr>
            <p:ph type="title"/>
          </p:nvPr>
        </p:nvSpPr>
        <p:spPr>
          <a:xfrm>
            <a:off x="669924" y="1"/>
            <a:ext cx="10850563" cy="1028699"/>
          </a:xfrm>
        </p:spPr>
        <p:txBody>
          <a:bodyPr/>
          <a:lstStyle/>
          <a:p>
            <a:r>
              <a:rPr lang="zh-CN" altLang="en-US" sz="2800" dirty="0"/>
              <a:t>教学班管理界面</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2103243" y="1151385"/>
            <a:ext cx="7962300" cy="4976764"/>
          </a:xfrm>
          <a:prstGeom prst="rect">
            <a:avLst/>
          </a:prstGeom>
          <a:ln>
            <a:noFill/>
          </a:ln>
          <a:effectLst>
            <a:outerShdw blurRad="190500" algn="tl" rotWithShape="0">
              <a:srgbClr val="000000">
                <a:alpha val="70000"/>
              </a:srgbClr>
            </a:outerShdw>
          </a:effectLst>
        </p:spPr>
      </p:pic>
      <p:sp>
        <p:nvSpPr>
          <p:cNvPr id="7" name="页脚占位符 2">
            <a:extLst>
              <a:ext uri="{FF2B5EF4-FFF2-40B4-BE49-F238E27FC236}">
                <a16:creationId xmlns:a16="http://schemas.microsoft.com/office/drawing/2014/main" id="{40D81ABB-4C5A-DA5D-194C-0DDC3696DAB7}"/>
              </a:ext>
            </a:extLst>
          </p:cNvPr>
          <p:cNvSpPr>
            <a:spLocks noGrp="1"/>
          </p:cNvSpPr>
          <p:nvPr>
            <p:ph type="ftr" sz="quarter" idx="11"/>
          </p:nvPr>
        </p:nvSpPr>
        <p:spPr>
          <a:xfrm>
            <a:off x="669924" y="6240463"/>
            <a:ext cx="4140201" cy="206381"/>
          </a:xfrm>
        </p:spPr>
        <p:txBody>
          <a:bodyPr/>
          <a:lstStyle/>
          <a:p>
            <a:r>
              <a:rPr lang="zh-CN" altLang="en-US" dirty="0">
                <a:cs typeface="+mn-ea"/>
                <a:sym typeface="+mn-lt"/>
              </a:rPr>
              <a:t>课程管理系统</a:t>
            </a:r>
          </a:p>
        </p:txBody>
      </p:sp>
      <p:sp>
        <p:nvSpPr>
          <p:cNvPr id="8" name="灯片编号占位符 3">
            <a:extLst>
              <a:ext uri="{FF2B5EF4-FFF2-40B4-BE49-F238E27FC236}">
                <a16:creationId xmlns:a16="http://schemas.microsoft.com/office/drawing/2014/main" id="{7E7BBE1A-02DE-6125-9881-25875545A150}"/>
              </a:ext>
            </a:extLst>
          </p:cNvPr>
          <p:cNvSpPr>
            <a:spLocks noGrp="1"/>
          </p:cNvSpPr>
          <p:nvPr>
            <p:ph type="sldNum" sz="quarter" idx="12"/>
          </p:nvPr>
        </p:nvSpPr>
        <p:spPr>
          <a:xfrm>
            <a:off x="8610599" y="6240463"/>
            <a:ext cx="2909888" cy="206381"/>
          </a:xfrm>
        </p:spPr>
        <p:txBody>
          <a:bodyPr/>
          <a:lstStyle/>
          <a:p>
            <a:fld id="{5DD3DB80-B894-403A-B48E-6FDC1A72010E}" type="slidenum">
              <a:rPr lang="zh-CN" altLang="en-US" b="1" smtClean="0">
                <a:solidFill>
                  <a:schemeClr val="tx1"/>
                </a:solidFill>
                <a:cs typeface="+mn-ea"/>
                <a:sym typeface="+mn-lt"/>
              </a:rPr>
              <a:t>80</a:t>
            </a:fld>
            <a:endParaRPr lang="zh-CN" altLang="en-US" b="1" dirty="0">
              <a:solidFill>
                <a:schemeClr val="tx1"/>
              </a:solidFill>
              <a:cs typeface="+mn-ea"/>
              <a:sym typeface="+mn-lt"/>
            </a:endParaRPr>
          </a:p>
        </p:txBody>
      </p:sp>
      <p:sp>
        <p:nvSpPr>
          <p:cNvPr id="9" name="标题 1">
            <a:extLst>
              <a:ext uri="{FF2B5EF4-FFF2-40B4-BE49-F238E27FC236}">
                <a16:creationId xmlns:a16="http://schemas.microsoft.com/office/drawing/2014/main" id="{F67105C6-9769-7954-3273-46BFAAD3EB70}"/>
              </a:ext>
            </a:extLst>
          </p:cNvPr>
          <p:cNvSpPr>
            <a:spLocks noGrp="1"/>
          </p:cNvSpPr>
          <p:nvPr>
            <p:ph type="title"/>
          </p:nvPr>
        </p:nvSpPr>
        <p:spPr>
          <a:xfrm>
            <a:off x="669924" y="1"/>
            <a:ext cx="10850563" cy="1028699"/>
          </a:xfrm>
        </p:spPr>
        <p:txBody>
          <a:bodyPr/>
          <a:lstStyle/>
          <a:p>
            <a:r>
              <a:rPr lang="zh-CN" altLang="en-US" sz="2800" dirty="0"/>
              <a:t>教学班管理界面</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custDataLst>
              <p:tags r:id="rId1"/>
            </p:custDataLst>
          </p:nvPr>
        </p:nvPicPr>
        <p:blipFill>
          <a:blip r:embed="rId3"/>
          <a:stretch>
            <a:fillRect/>
          </a:stretch>
        </p:blipFill>
        <p:spPr>
          <a:xfrm>
            <a:off x="2103357" y="1151385"/>
            <a:ext cx="7962186" cy="4977208"/>
          </a:xfrm>
          <a:prstGeom prst="rect">
            <a:avLst/>
          </a:prstGeom>
          <a:ln>
            <a:noFill/>
          </a:ln>
          <a:effectLst>
            <a:outerShdw blurRad="190500" algn="tl" rotWithShape="0">
              <a:srgbClr val="000000">
                <a:alpha val="70000"/>
              </a:srgbClr>
            </a:outerShdw>
          </a:effectLst>
        </p:spPr>
      </p:pic>
      <p:sp>
        <p:nvSpPr>
          <p:cNvPr id="3" name="页脚占位符 2">
            <a:extLst>
              <a:ext uri="{FF2B5EF4-FFF2-40B4-BE49-F238E27FC236}">
                <a16:creationId xmlns:a16="http://schemas.microsoft.com/office/drawing/2014/main" id="{AB7DB804-51BD-1180-DFCD-13D53F034D7E}"/>
              </a:ext>
            </a:extLst>
          </p:cNvPr>
          <p:cNvSpPr>
            <a:spLocks noGrp="1"/>
          </p:cNvSpPr>
          <p:nvPr>
            <p:ph type="ftr" sz="quarter" idx="11"/>
          </p:nvPr>
        </p:nvSpPr>
        <p:spPr>
          <a:xfrm>
            <a:off x="669924" y="6240463"/>
            <a:ext cx="4140201" cy="206381"/>
          </a:xfrm>
        </p:spPr>
        <p:txBody>
          <a:bodyPr/>
          <a:lstStyle/>
          <a:p>
            <a:r>
              <a:rPr lang="zh-CN" altLang="en-US" dirty="0">
                <a:cs typeface="+mn-ea"/>
                <a:sym typeface="+mn-lt"/>
              </a:rPr>
              <a:t>课程管理系统</a:t>
            </a:r>
          </a:p>
        </p:txBody>
      </p:sp>
      <p:sp>
        <p:nvSpPr>
          <p:cNvPr id="6" name="灯片编号占位符 3">
            <a:extLst>
              <a:ext uri="{FF2B5EF4-FFF2-40B4-BE49-F238E27FC236}">
                <a16:creationId xmlns:a16="http://schemas.microsoft.com/office/drawing/2014/main" id="{944AB936-2CD3-1BDC-CE3C-729A1B9B2CD6}"/>
              </a:ext>
            </a:extLst>
          </p:cNvPr>
          <p:cNvSpPr>
            <a:spLocks noGrp="1"/>
          </p:cNvSpPr>
          <p:nvPr>
            <p:ph type="sldNum" sz="quarter" idx="12"/>
          </p:nvPr>
        </p:nvSpPr>
        <p:spPr>
          <a:xfrm>
            <a:off x="8610599" y="6240463"/>
            <a:ext cx="2909888" cy="206381"/>
          </a:xfrm>
        </p:spPr>
        <p:txBody>
          <a:bodyPr/>
          <a:lstStyle/>
          <a:p>
            <a:fld id="{5DD3DB80-B894-403A-B48E-6FDC1A72010E}" type="slidenum">
              <a:rPr lang="zh-CN" altLang="en-US" b="1" smtClean="0">
                <a:solidFill>
                  <a:schemeClr val="tx1"/>
                </a:solidFill>
                <a:cs typeface="+mn-ea"/>
                <a:sym typeface="+mn-lt"/>
              </a:rPr>
              <a:t>81</a:t>
            </a:fld>
            <a:endParaRPr lang="zh-CN" altLang="en-US" b="1" dirty="0">
              <a:solidFill>
                <a:schemeClr val="tx1"/>
              </a:solidFill>
              <a:cs typeface="+mn-ea"/>
              <a:sym typeface="+mn-lt"/>
            </a:endParaRPr>
          </a:p>
        </p:txBody>
      </p:sp>
      <p:sp>
        <p:nvSpPr>
          <p:cNvPr id="7" name="标题 1">
            <a:extLst>
              <a:ext uri="{FF2B5EF4-FFF2-40B4-BE49-F238E27FC236}">
                <a16:creationId xmlns:a16="http://schemas.microsoft.com/office/drawing/2014/main" id="{D7A5C62D-A9FE-DB16-B16E-EA09BCE4B830}"/>
              </a:ext>
            </a:extLst>
          </p:cNvPr>
          <p:cNvSpPr>
            <a:spLocks noGrp="1"/>
          </p:cNvSpPr>
          <p:nvPr>
            <p:ph type="title"/>
          </p:nvPr>
        </p:nvSpPr>
        <p:spPr>
          <a:xfrm>
            <a:off x="669924" y="1"/>
            <a:ext cx="10850563" cy="1028699"/>
          </a:xfrm>
        </p:spPr>
        <p:txBody>
          <a:bodyPr/>
          <a:lstStyle/>
          <a:p>
            <a:r>
              <a:rPr lang="zh-CN" altLang="en-US" sz="2800" dirty="0"/>
              <a:t>教学班管理界面</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custDataLst>
              <p:tags r:id="rId1"/>
            </p:custDataLst>
          </p:nvPr>
        </p:nvPicPr>
        <p:blipFill>
          <a:blip r:embed="rId3"/>
          <a:stretch>
            <a:fillRect/>
          </a:stretch>
        </p:blipFill>
        <p:spPr>
          <a:xfrm>
            <a:off x="2103358" y="1151384"/>
            <a:ext cx="7962185" cy="4977427"/>
          </a:xfrm>
          <a:prstGeom prst="rect">
            <a:avLst/>
          </a:prstGeom>
          <a:ln>
            <a:noFill/>
          </a:ln>
          <a:effectLst>
            <a:outerShdw blurRad="190500" algn="tl" rotWithShape="0">
              <a:srgbClr val="000000">
                <a:alpha val="70000"/>
              </a:srgbClr>
            </a:outerShdw>
          </a:effectLst>
        </p:spPr>
      </p:pic>
      <p:sp>
        <p:nvSpPr>
          <p:cNvPr id="4" name="页脚占位符 2">
            <a:extLst>
              <a:ext uri="{FF2B5EF4-FFF2-40B4-BE49-F238E27FC236}">
                <a16:creationId xmlns:a16="http://schemas.microsoft.com/office/drawing/2014/main" id="{FE80CCEF-5501-7334-82BF-40FE3B96E749}"/>
              </a:ext>
            </a:extLst>
          </p:cNvPr>
          <p:cNvSpPr>
            <a:spLocks noGrp="1"/>
          </p:cNvSpPr>
          <p:nvPr>
            <p:ph type="ftr" sz="quarter" idx="11"/>
          </p:nvPr>
        </p:nvSpPr>
        <p:spPr>
          <a:xfrm>
            <a:off x="669924" y="6240463"/>
            <a:ext cx="4140201" cy="206381"/>
          </a:xfrm>
        </p:spPr>
        <p:txBody>
          <a:bodyPr/>
          <a:lstStyle/>
          <a:p>
            <a:r>
              <a:rPr lang="zh-CN" altLang="en-US" dirty="0">
                <a:cs typeface="+mn-ea"/>
                <a:sym typeface="+mn-lt"/>
              </a:rPr>
              <a:t>课程管理系统</a:t>
            </a:r>
          </a:p>
        </p:txBody>
      </p:sp>
      <p:sp>
        <p:nvSpPr>
          <p:cNvPr id="6" name="灯片编号占位符 3">
            <a:extLst>
              <a:ext uri="{FF2B5EF4-FFF2-40B4-BE49-F238E27FC236}">
                <a16:creationId xmlns:a16="http://schemas.microsoft.com/office/drawing/2014/main" id="{DD2A0C72-C339-2776-BE1F-640082DFE9A4}"/>
              </a:ext>
            </a:extLst>
          </p:cNvPr>
          <p:cNvSpPr>
            <a:spLocks noGrp="1"/>
          </p:cNvSpPr>
          <p:nvPr>
            <p:ph type="sldNum" sz="quarter" idx="12"/>
          </p:nvPr>
        </p:nvSpPr>
        <p:spPr>
          <a:xfrm>
            <a:off x="8610599" y="6240463"/>
            <a:ext cx="2909888" cy="206381"/>
          </a:xfrm>
        </p:spPr>
        <p:txBody>
          <a:bodyPr/>
          <a:lstStyle/>
          <a:p>
            <a:fld id="{5DD3DB80-B894-403A-B48E-6FDC1A72010E}" type="slidenum">
              <a:rPr lang="zh-CN" altLang="en-US" b="1" smtClean="0">
                <a:solidFill>
                  <a:schemeClr val="tx1"/>
                </a:solidFill>
                <a:cs typeface="+mn-ea"/>
                <a:sym typeface="+mn-lt"/>
              </a:rPr>
              <a:t>82</a:t>
            </a:fld>
            <a:endParaRPr lang="zh-CN" altLang="en-US" b="1" dirty="0">
              <a:solidFill>
                <a:schemeClr val="tx1"/>
              </a:solidFill>
              <a:cs typeface="+mn-ea"/>
              <a:sym typeface="+mn-lt"/>
            </a:endParaRPr>
          </a:p>
        </p:txBody>
      </p:sp>
      <p:sp>
        <p:nvSpPr>
          <p:cNvPr id="7" name="标题 1">
            <a:extLst>
              <a:ext uri="{FF2B5EF4-FFF2-40B4-BE49-F238E27FC236}">
                <a16:creationId xmlns:a16="http://schemas.microsoft.com/office/drawing/2014/main" id="{7DACE54C-0E9B-93A3-B3DE-F35F48CBCF25}"/>
              </a:ext>
            </a:extLst>
          </p:cNvPr>
          <p:cNvSpPr>
            <a:spLocks noGrp="1"/>
          </p:cNvSpPr>
          <p:nvPr>
            <p:ph type="title"/>
          </p:nvPr>
        </p:nvSpPr>
        <p:spPr>
          <a:xfrm>
            <a:off x="669924" y="1"/>
            <a:ext cx="10850563" cy="1028699"/>
          </a:xfrm>
        </p:spPr>
        <p:txBody>
          <a:bodyPr/>
          <a:lstStyle/>
          <a:p>
            <a:r>
              <a:rPr lang="zh-CN" altLang="en-US" sz="2800" dirty="0"/>
              <a:t>学生成绩管理界面</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3"/>
          <a:stretch>
            <a:fillRect/>
          </a:stretch>
        </p:blipFill>
        <p:spPr>
          <a:xfrm>
            <a:off x="2103357" y="1149473"/>
            <a:ext cx="7962185" cy="4976753"/>
          </a:xfrm>
          <a:prstGeom prst="rect">
            <a:avLst/>
          </a:prstGeom>
          <a:ln>
            <a:noFill/>
          </a:ln>
          <a:effectLst>
            <a:outerShdw blurRad="190500" algn="tl" rotWithShape="0">
              <a:srgbClr val="000000">
                <a:alpha val="70000"/>
              </a:srgbClr>
            </a:outerShdw>
          </a:effectLst>
        </p:spPr>
      </p:pic>
      <p:sp>
        <p:nvSpPr>
          <p:cNvPr id="4" name="页脚占位符 2">
            <a:extLst>
              <a:ext uri="{FF2B5EF4-FFF2-40B4-BE49-F238E27FC236}">
                <a16:creationId xmlns:a16="http://schemas.microsoft.com/office/drawing/2014/main" id="{2C2F7291-68ED-BD6D-CA81-BA4898D93B98}"/>
              </a:ext>
            </a:extLst>
          </p:cNvPr>
          <p:cNvSpPr>
            <a:spLocks noGrp="1"/>
          </p:cNvSpPr>
          <p:nvPr>
            <p:ph type="ftr" sz="quarter" idx="11"/>
          </p:nvPr>
        </p:nvSpPr>
        <p:spPr>
          <a:xfrm>
            <a:off x="669924" y="6240463"/>
            <a:ext cx="4140201" cy="206381"/>
          </a:xfrm>
        </p:spPr>
        <p:txBody>
          <a:bodyPr/>
          <a:lstStyle/>
          <a:p>
            <a:r>
              <a:rPr lang="zh-CN" altLang="en-US" dirty="0">
                <a:cs typeface="+mn-ea"/>
                <a:sym typeface="+mn-lt"/>
              </a:rPr>
              <a:t>课程管理系统</a:t>
            </a:r>
          </a:p>
        </p:txBody>
      </p:sp>
      <p:sp>
        <p:nvSpPr>
          <p:cNvPr id="6" name="灯片编号占位符 3">
            <a:extLst>
              <a:ext uri="{FF2B5EF4-FFF2-40B4-BE49-F238E27FC236}">
                <a16:creationId xmlns:a16="http://schemas.microsoft.com/office/drawing/2014/main" id="{E5ACD967-A97B-A850-042D-903AF8F69190}"/>
              </a:ext>
            </a:extLst>
          </p:cNvPr>
          <p:cNvSpPr>
            <a:spLocks noGrp="1"/>
          </p:cNvSpPr>
          <p:nvPr>
            <p:ph type="sldNum" sz="quarter" idx="12"/>
          </p:nvPr>
        </p:nvSpPr>
        <p:spPr>
          <a:xfrm>
            <a:off x="8610599" y="6240463"/>
            <a:ext cx="2909888" cy="206381"/>
          </a:xfrm>
        </p:spPr>
        <p:txBody>
          <a:bodyPr/>
          <a:lstStyle/>
          <a:p>
            <a:fld id="{5DD3DB80-B894-403A-B48E-6FDC1A72010E}" type="slidenum">
              <a:rPr lang="zh-CN" altLang="en-US" b="1" smtClean="0">
                <a:solidFill>
                  <a:schemeClr val="tx1"/>
                </a:solidFill>
                <a:cs typeface="+mn-ea"/>
                <a:sym typeface="+mn-lt"/>
              </a:rPr>
              <a:t>83</a:t>
            </a:fld>
            <a:endParaRPr lang="zh-CN" altLang="en-US" b="1" dirty="0">
              <a:solidFill>
                <a:schemeClr val="tx1"/>
              </a:solidFill>
              <a:cs typeface="+mn-ea"/>
              <a:sym typeface="+mn-lt"/>
            </a:endParaRPr>
          </a:p>
        </p:txBody>
      </p:sp>
      <p:sp>
        <p:nvSpPr>
          <p:cNvPr id="7" name="标题 1">
            <a:extLst>
              <a:ext uri="{FF2B5EF4-FFF2-40B4-BE49-F238E27FC236}">
                <a16:creationId xmlns:a16="http://schemas.microsoft.com/office/drawing/2014/main" id="{4DEE43D3-1130-1C99-6B12-6015AD00F12C}"/>
              </a:ext>
            </a:extLst>
          </p:cNvPr>
          <p:cNvSpPr>
            <a:spLocks noGrp="1"/>
          </p:cNvSpPr>
          <p:nvPr>
            <p:ph type="title"/>
          </p:nvPr>
        </p:nvSpPr>
        <p:spPr>
          <a:xfrm>
            <a:off x="669924" y="1"/>
            <a:ext cx="10850563" cy="1028699"/>
          </a:xfrm>
        </p:spPr>
        <p:txBody>
          <a:bodyPr/>
          <a:lstStyle/>
          <a:p>
            <a:r>
              <a:rPr lang="zh-CN" altLang="en-US" sz="2800" dirty="0"/>
              <a:t>学生成绩管理界面</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custDataLst>
              <p:tags r:id="rId1"/>
            </p:custDataLst>
          </p:nvPr>
        </p:nvPicPr>
        <p:blipFill>
          <a:blip r:embed="rId3"/>
          <a:stretch>
            <a:fillRect/>
          </a:stretch>
        </p:blipFill>
        <p:spPr>
          <a:xfrm>
            <a:off x="2101610" y="1143245"/>
            <a:ext cx="7963932" cy="4976753"/>
          </a:xfrm>
          <a:prstGeom prst="rect">
            <a:avLst/>
          </a:prstGeom>
        </p:spPr>
      </p:pic>
      <p:sp>
        <p:nvSpPr>
          <p:cNvPr id="3" name="页脚占位符 2">
            <a:extLst>
              <a:ext uri="{FF2B5EF4-FFF2-40B4-BE49-F238E27FC236}">
                <a16:creationId xmlns:a16="http://schemas.microsoft.com/office/drawing/2014/main" id="{B9682BF6-4D35-2092-6DB1-3FDD362AD3A0}"/>
              </a:ext>
            </a:extLst>
          </p:cNvPr>
          <p:cNvSpPr>
            <a:spLocks noGrp="1"/>
          </p:cNvSpPr>
          <p:nvPr>
            <p:ph type="ftr" sz="quarter" idx="11"/>
          </p:nvPr>
        </p:nvSpPr>
        <p:spPr>
          <a:xfrm>
            <a:off x="669924" y="6240463"/>
            <a:ext cx="4140201" cy="206381"/>
          </a:xfrm>
        </p:spPr>
        <p:txBody>
          <a:bodyPr/>
          <a:lstStyle/>
          <a:p>
            <a:r>
              <a:rPr lang="zh-CN" altLang="en-US" dirty="0">
                <a:cs typeface="+mn-ea"/>
                <a:sym typeface="+mn-lt"/>
              </a:rPr>
              <a:t>课程管理系统</a:t>
            </a:r>
          </a:p>
        </p:txBody>
      </p:sp>
      <p:sp>
        <p:nvSpPr>
          <p:cNvPr id="6" name="灯片编号占位符 3">
            <a:extLst>
              <a:ext uri="{FF2B5EF4-FFF2-40B4-BE49-F238E27FC236}">
                <a16:creationId xmlns:a16="http://schemas.microsoft.com/office/drawing/2014/main" id="{F2FB567B-6175-5A4C-F0F8-3C56F438BA86}"/>
              </a:ext>
            </a:extLst>
          </p:cNvPr>
          <p:cNvSpPr>
            <a:spLocks noGrp="1"/>
          </p:cNvSpPr>
          <p:nvPr>
            <p:ph type="sldNum" sz="quarter" idx="12"/>
          </p:nvPr>
        </p:nvSpPr>
        <p:spPr>
          <a:xfrm>
            <a:off x="8610599" y="6240463"/>
            <a:ext cx="2909888" cy="206381"/>
          </a:xfrm>
        </p:spPr>
        <p:txBody>
          <a:bodyPr/>
          <a:lstStyle/>
          <a:p>
            <a:fld id="{5DD3DB80-B894-403A-B48E-6FDC1A72010E}" type="slidenum">
              <a:rPr lang="zh-CN" altLang="en-US" b="1" smtClean="0">
                <a:solidFill>
                  <a:schemeClr val="tx1"/>
                </a:solidFill>
                <a:cs typeface="+mn-ea"/>
                <a:sym typeface="+mn-lt"/>
              </a:rPr>
              <a:t>84</a:t>
            </a:fld>
            <a:endParaRPr lang="zh-CN" altLang="en-US" b="1" dirty="0">
              <a:solidFill>
                <a:schemeClr val="tx1"/>
              </a:solidFill>
              <a:cs typeface="+mn-ea"/>
              <a:sym typeface="+mn-lt"/>
            </a:endParaRPr>
          </a:p>
        </p:txBody>
      </p:sp>
      <p:sp>
        <p:nvSpPr>
          <p:cNvPr id="7" name="标题 1">
            <a:extLst>
              <a:ext uri="{FF2B5EF4-FFF2-40B4-BE49-F238E27FC236}">
                <a16:creationId xmlns:a16="http://schemas.microsoft.com/office/drawing/2014/main" id="{DC49878B-4F74-D754-F37A-A90CD48AFD06}"/>
              </a:ext>
            </a:extLst>
          </p:cNvPr>
          <p:cNvSpPr>
            <a:spLocks noGrp="1"/>
          </p:cNvSpPr>
          <p:nvPr>
            <p:ph type="title"/>
          </p:nvPr>
        </p:nvSpPr>
        <p:spPr>
          <a:xfrm>
            <a:off x="669924" y="1"/>
            <a:ext cx="10850563" cy="1028699"/>
          </a:xfrm>
        </p:spPr>
        <p:txBody>
          <a:bodyPr/>
          <a:lstStyle/>
          <a:p>
            <a:r>
              <a:rPr lang="zh-CN" altLang="en-US" sz="2800" dirty="0"/>
              <a:t>学生成绩管理界面</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a:extLst>
              <a:ext uri="{FF2B5EF4-FFF2-40B4-BE49-F238E27FC236}">
                <a16:creationId xmlns:a16="http://schemas.microsoft.com/office/drawing/2014/main" id="{6C2532AA-A647-48FF-8A25-36777AF5B18D}"/>
              </a:ext>
            </a:extLst>
          </p:cNvPr>
          <p:cNvSpPr>
            <a:spLocks noGrp="1"/>
          </p:cNvSpPr>
          <p:nvPr>
            <p:ph type="ctrTitle"/>
          </p:nvPr>
        </p:nvSpPr>
        <p:spPr/>
        <p:txBody>
          <a:bodyPr>
            <a:normAutofit fontScale="90000"/>
          </a:bodyPr>
          <a:lstStyle/>
          <a:p>
            <a:r>
              <a:rPr lang="zh-CN" altLang="en-US" dirty="0">
                <a:latin typeface="Arial" panose="020B0604020202020204" pitchFamily="34" charset="0"/>
                <a:ea typeface="微软雅黑" panose="020B0503020204020204" pitchFamily="34" charset="-122"/>
              </a:rPr>
              <a:t>提问</a:t>
            </a:r>
            <a:r>
              <a:rPr lang="en-GB" altLang="zh-CN" dirty="0">
                <a:latin typeface="Arial" panose="020B0604020202020204" pitchFamily="34" charset="0"/>
                <a:ea typeface="微软雅黑" panose="020B0503020204020204" pitchFamily="34" charset="-122"/>
              </a:rPr>
              <a:t> </a:t>
            </a:r>
            <a:r>
              <a:rPr lang="zh-CN" altLang="en-US" sz="7300" dirty="0">
                <a:solidFill>
                  <a:srgbClr val="0062A4"/>
                </a:solidFill>
                <a:latin typeface="Arial" panose="020B0604020202020204" pitchFamily="34" charset="0"/>
                <a:ea typeface="微软雅黑" panose="020B0503020204020204" pitchFamily="34" charset="-122"/>
              </a:rPr>
              <a:t>环节</a:t>
            </a:r>
            <a:br>
              <a:rPr lang="en-US" altLang="zh-CN" sz="7300" dirty="0">
                <a:solidFill>
                  <a:srgbClr val="0062A4"/>
                </a:solidFill>
                <a:latin typeface="Arial" panose="020B0604020202020204" pitchFamily="34" charset="0"/>
                <a:ea typeface="微软雅黑" panose="020B0503020204020204" pitchFamily="34" charset="-122"/>
              </a:rPr>
            </a:br>
            <a:r>
              <a:rPr lang="en-US" altLang="zh-CN" sz="3600" dirty="0">
                <a:latin typeface="Arial" panose="020B0604020202020204" pitchFamily="34" charset="0"/>
                <a:ea typeface="微软雅黑" panose="020B0503020204020204" pitchFamily="34" charset="-122"/>
              </a:rPr>
              <a:t>Q &amp; </a:t>
            </a:r>
            <a:r>
              <a:rPr lang="en-US" altLang="zh-CN" sz="3600" dirty="0">
                <a:solidFill>
                  <a:srgbClr val="0062A4"/>
                </a:solidFill>
                <a:latin typeface="Arial" panose="020B0604020202020204" pitchFamily="34" charset="0"/>
                <a:ea typeface="微软雅黑" panose="020B0503020204020204" pitchFamily="34" charset="-122"/>
              </a:rPr>
              <a:t>A</a:t>
            </a:r>
            <a:endParaRPr lang="zh-CN" altLang="en-US" sz="3600" dirty="0">
              <a:solidFill>
                <a:srgbClr val="0062A4"/>
              </a:solidFill>
              <a:latin typeface="Arial" panose="020B0604020202020204" pitchFamily="34" charset="0"/>
              <a:ea typeface="微软雅黑" panose="020B0503020204020204" pitchFamily="34" charset="-122"/>
            </a:endParaRPr>
          </a:p>
        </p:txBody>
      </p:sp>
      <p:sp>
        <p:nvSpPr>
          <p:cNvPr id="10" name="副标题 9">
            <a:extLst>
              <a:ext uri="{FF2B5EF4-FFF2-40B4-BE49-F238E27FC236}">
                <a16:creationId xmlns:a16="http://schemas.microsoft.com/office/drawing/2014/main" id="{0102F8CF-8DD3-43E5-B521-501A3CF124F9}"/>
              </a:ext>
            </a:extLst>
          </p:cNvPr>
          <p:cNvSpPr>
            <a:spLocks noGrp="1"/>
          </p:cNvSpPr>
          <p:nvPr>
            <p:ph type="subTitle" idx="1"/>
          </p:nvPr>
        </p:nvSpPr>
        <p:spPr/>
        <p:txBody>
          <a:bodyPr/>
          <a:lstStyle/>
          <a:p>
            <a:r>
              <a:rPr lang="zh-CN" altLang="en-US" dirty="0">
                <a:latin typeface="Arial" panose="020B0604020202020204" pitchFamily="34" charset="0"/>
                <a:ea typeface="微软雅黑" panose="020B0503020204020204" pitchFamily="34" charset="-122"/>
              </a:rPr>
              <a:t>个人陈述</a:t>
            </a:r>
            <a:endParaRPr lang="en-GB" altLang="zh-CN" dirty="0">
              <a:latin typeface="Arial" panose="020B0604020202020204" pitchFamily="34" charset="0"/>
              <a:ea typeface="微软雅黑" panose="020B0503020204020204" pitchFamily="34" charset="-122"/>
            </a:endParaRPr>
          </a:p>
        </p:txBody>
      </p:sp>
      <p:sp>
        <p:nvSpPr>
          <p:cNvPr id="11" name="文本占位符 10">
            <a:extLst>
              <a:ext uri="{FF2B5EF4-FFF2-40B4-BE49-F238E27FC236}">
                <a16:creationId xmlns:a16="http://schemas.microsoft.com/office/drawing/2014/main" id="{7E21516B-4ABB-4E09-987D-1ABA411225D2}"/>
              </a:ext>
            </a:extLst>
          </p:cNvPr>
          <p:cNvSpPr>
            <a:spLocks noGrp="1"/>
          </p:cNvSpPr>
          <p:nvPr>
            <p:ph type="body" sz="quarter" idx="13"/>
          </p:nvPr>
        </p:nvSpPr>
        <p:spPr/>
        <p:txBody>
          <a:bodyPr>
            <a:normAutofit fontScale="92500" lnSpcReduction="10000"/>
          </a:bodyPr>
          <a:lstStyle/>
          <a:p>
            <a:r>
              <a:rPr lang="zh-CN" altLang="en-US" sz="1600" b="1" dirty="0">
                <a:latin typeface="Arial" panose="020B0604020202020204" pitchFamily="34" charset="0"/>
                <a:ea typeface="微软雅黑" panose="020B0503020204020204" pitchFamily="34" charset="-122"/>
              </a:rPr>
              <a:t>李潇怿</a:t>
            </a:r>
            <a:endParaRPr lang="en-GB" altLang="zh-CN" sz="1600" b="1" dirty="0">
              <a:latin typeface="Arial" panose="020B0604020202020204" pitchFamily="34" charset="0"/>
              <a:ea typeface="微软雅黑" panose="020B0503020204020204" pitchFamily="34" charset="-122"/>
            </a:endParaRPr>
          </a:p>
        </p:txBody>
      </p:sp>
      <p:sp>
        <p:nvSpPr>
          <p:cNvPr id="12" name="文本占位符 11">
            <a:extLst>
              <a:ext uri="{FF2B5EF4-FFF2-40B4-BE49-F238E27FC236}">
                <a16:creationId xmlns:a16="http://schemas.microsoft.com/office/drawing/2014/main" id="{BFF7D8B0-524B-4065-95EB-00BAEDA26918}"/>
              </a:ext>
            </a:extLst>
          </p:cNvPr>
          <p:cNvSpPr>
            <a:spLocks noGrp="1"/>
          </p:cNvSpPr>
          <p:nvPr>
            <p:ph type="body" sz="quarter" idx="14"/>
          </p:nvPr>
        </p:nvSpPr>
        <p:spPr/>
        <p:txBody>
          <a:bodyPr/>
          <a:lstStyle/>
          <a:p>
            <a:r>
              <a:rPr lang="zh-CN" altLang="en-US" dirty="0">
                <a:latin typeface="Arial" panose="020B0604020202020204" pitchFamily="34" charset="0"/>
                <a:ea typeface="微软雅黑" panose="020B0503020204020204" pitchFamily="34" charset="-122"/>
              </a:rPr>
              <a:t>课程管理系统</a:t>
            </a:r>
            <a:endParaRPr lang="en-GB" altLang="zh-CN" dirty="0">
              <a:latin typeface="Arial" panose="020B0604020202020204" pitchFamily="34" charset="0"/>
              <a:ea typeface="微软雅黑" panose="020B0503020204020204" pitchFamily="34" charset="-122"/>
            </a:endParaRPr>
          </a:p>
        </p:txBody>
      </p:sp>
      <p:sp>
        <p:nvSpPr>
          <p:cNvPr id="13" name="文本占位符 12">
            <a:extLst>
              <a:ext uri="{FF2B5EF4-FFF2-40B4-BE49-F238E27FC236}">
                <a16:creationId xmlns:a16="http://schemas.microsoft.com/office/drawing/2014/main" id="{F03171C0-8F5E-452D-80D2-8537CBEA6B12}"/>
              </a:ext>
            </a:extLst>
          </p:cNvPr>
          <p:cNvSpPr>
            <a:spLocks noGrp="1"/>
          </p:cNvSpPr>
          <p:nvPr>
            <p:ph type="body" sz="quarter" idx="15"/>
          </p:nvPr>
        </p:nvSpPr>
        <p:spPr/>
        <p:txBody>
          <a:bodyPr/>
          <a:lstStyle/>
          <a:p>
            <a:r>
              <a:rPr lang="en-GB" altLang="zh-CN" dirty="0">
                <a:latin typeface="Arial" panose="020B0604020202020204" pitchFamily="34" charset="0"/>
                <a:ea typeface="微软雅黑" panose="020B0503020204020204" pitchFamily="34" charset="-122"/>
              </a:rPr>
              <a:t>LOGO HERE</a:t>
            </a:r>
          </a:p>
        </p:txBody>
      </p:sp>
    </p:spTree>
    <p:extLst>
      <p:ext uri="{BB962C8B-B14F-4D97-AF65-F5344CB8AC3E}">
        <p14:creationId xmlns:p14="http://schemas.microsoft.com/office/powerpoint/2010/main" val="37530854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69924" y="-97655"/>
            <a:ext cx="10850563" cy="1028699"/>
          </a:xfrm>
        </p:spPr>
        <p:txBody>
          <a:bodyPr/>
          <a:lstStyle/>
          <a:p>
            <a:r>
              <a:rPr lang="zh-CN" altLang="en-US" dirty="0">
                <a:latin typeface="+mn-lt"/>
                <a:ea typeface="+mn-ea"/>
                <a:cs typeface="+mn-ea"/>
                <a:sym typeface="+mn-lt"/>
              </a:rPr>
              <a:t>               线框图                      </a:t>
            </a:r>
            <a:r>
              <a:rPr lang="en-US" altLang="zh-CN" dirty="0">
                <a:latin typeface="+mn-lt"/>
                <a:ea typeface="+mn-ea"/>
                <a:cs typeface="+mn-ea"/>
                <a:sym typeface="Wingdings" panose="05000000000000000000" pitchFamily="2" charset="2"/>
              </a:rPr>
              <a:t>                   	</a:t>
            </a:r>
            <a:r>
              <a:rPr lang="zh-CN" altLang="en-US" dirty="0">
                <a:latin typeface="+mn-lt"/>
                <a:ea typeface="+mn-ea"/>
                <a:cs typeface="+mn-ea"/>
                <a:sym typeface="+mn-lt"/>
              </a:rPr>
              <a:t>高保真原型图</a:t>
            </a:r>
          </a:p>
        </p:txBody>
      </p:sp>
      <p:sp>
        <p:nvSpPr>
          <p:cNvPr id="4" name="灯片编号占位符 3"/>
          <p:cNvSpPr>
            <a:spLocks noGrp="1"/>
          </p:cNvSpPr>
          <p:nvPr>
            <p:ph type="sldNum" sz="quarter" idx="12"/>
          </p:nvPr>
        </p:nvSpPr>
        <p:spPr/>
        <p:txBody>
          <a:bodyPr/>
          <a:lstStyle/>
          <a:p>
            <a:fld id="{5DD3DB80-B894-403A-B48E-6FDC1A72010E}" type="slidenum">
              <a:rPr lang="zh-CN" altLang="en-US" smtClean="0">
                <a:cs typeface="+mn-ea"/>
                <a:sym typeface="+mn-lt"/>
              </a:rPr>
              <a:t>86</a:t>
            </a:fld>
            <a:endParaRPr lang="zh-CN" altLang="en-US">
              <a:cs typeface="+mn-ea"/>
              <a:sym typeface="+mn-lt"/>
            </a:endParaRPr>
          </a:p>
        </p:txBody>
      </p:sp>
      <p:grpSp>
        <p:nvGrpSpPr>
          <p:cNvPr id="25" name="组合 24"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nvGrpSpPr>
        <p:grpSpPr>
          <a:xfrm>
            <a:off x="4700913" y="1421026"/>
            <a:ext cx="1855787" cy="4981428"/>
            <a:chOff x="5286374" y="1123949"/>
            <a:chExt cx="1855787" cy="4981428"/>
          </a:xfrm>
        </p:grpSpPr>
        <p:grpSp>
          <p:nvGrpSpPr>
            <p:cNvPr id="26" name="组合 25"/>
            <p:cNvGrpSpPr/>
            <p:nvPr/>
          </p:nvGrpSpPr>
          <p:grpSpPr>
            <a:xfrm>
              <a:off x="5898831" y="1123949"/>
              <a:ext cx="630869" cy="4981428"/>
              <a:chOff x="5765207" y="1204812"/>
              <a:chExt cx="609979" cy="4816476"/>
            </a:xfrm>
          </p:grpSpPr>
          <p:sp>
            <p:nvSpPr>
              <p:cNvPr id="48" name="矩形 47"/>
              <p:cNvSpPr/>
              <p:nvPr/>
            </p:nvSpPr>
            <p:spPr bwMode="auto">
              <a:xfrm>
                <a:off x="5765207" y="1204812"/>
                <a:ext cx="609979" cy="408649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cs typeface="+mn-ea"/>
                  <a:sym typeface="+mn-lt"/>
                </a:endParaRPr>
              </a:p>
            </p:txBody>
          </p:sp>
          <p:sp>
            <p:nvSpPr>
              <p:cNvPr id="49" name="等腰三角形 48"/>
              <p:cNvSpPr/>
              <p:nvPr/>
            </p:nvSpPr>
            <p:spPr bwMode="auto">
              <a:xfrm flipV="1">
                <a:off x="5816813" y="5291307"/>
                <a:ext cx="558373" cy="729980"/>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cs typeface="+mn-ea"/>
                  <a:sym typeface="+mn-lt"/>
                </a:endParaRPr>
              </a:p>
            </p:txBody>
          </p:sp>
          <p:sp>
            <p:nvSpPr>
              <p:cNvPr id="50" name="等腰三角形 49"/>
              <p:cNvSpPr/>
              <p:nvPr/>
            </p:nvSpPr>
            <p:spPr bwMode="auto">
              <a:xfrm flipV="1">
                <a:off x="5988050" y="5783163"/>
                <a:ext cx="220662" cy="238125"/>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fontScale="25000" lnSpcReduction="20000"/>
              </a:bodyPr>
              <a:lstStyle/>
              <a:p>
                <a:pPr algn="ctr"/>
                <a:endParaRPr>
                  <a:cs typeface="+mn-ea"/>
                  <a:sym typeface="+mn-lt"/>
                </a:endParaRPr>
              </a:p>
            </p:txBody>
          </p:sp>
        </p:grpSp>
        <p:grpSp>
          <p:nvGrpSpPr>
            <p:cNvPr id="42" name="组合 41"/>
            <p:cNvGrpSpPr/>
            <p:nvPr/>
          </p:nvGrpSpPr>
          <p:grpSpPr>
            <a:xfrm>
              <a:off x="5286374" y="2633650"/>
              <a:ext cx="1243328" cy="1193765"/>
              <a:chOff x="5286374" y="1720832"/>
              <a:chExt cx="1243328" cy="1193765"/>
            </a:xfrm>
          </p:grpSpPr>
          <p:sp>
            <p:nvSpPr>
              <p:cNvPr id="46" name="菱形 45"/>
              <p:cNvSpPr/>
              <p:nvPr/>
            </p:nvSpPr>
            <p:spPr bwMode="auto">
              <a:xfrm>
                <a:off x="5286374" y="1720832"/>
                <a:ext cx="1243328" cy="1193765"/>
              </a:xfrm>
              <a:prstGeom prst="diamond">
                <a:avLst/>
              </a:prstGeom>
              <a:solidFill>
                <a:schemeClr val="accent2"/>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dirty="0">
                  <a:cs typeface="+mn-ea"/>
                  <a:sym typeface="+mn-lt"/>
                </a:endParaRPr>
              </a:p>
            </p:txBody>
          </p:sp>
          <p:sp>
            <p:nvSpPr>
              <p:cNvPr id="47" name="任意多边形: 形状 46"/>
              <p:cNvSpPr/>
              <p:nvPr/>
            </p:nvSpPr>
            <p:spPr bwMode="auto">
              <a:xfrm>
                <a:off x="5701289" y="2173160"/>
                <a:ext cx="413499" cy="289109"/>
              </a:xfrm>
              <a:custGeom>
                <a:avLst/>
                <a:gdLst>
                  <a:gd name="connsiteX0" fmla="*/ 427673 w 608989"/>
                  <a:gd name="connsiteY0" fmla="*/ 323983 h 425792"/>
                  <a:gd name="connsiteX1" fmla="*/ 393797 w 608989"/>
                  <a:gd name="connsiteY1" fmla="*/ 357812 h 425792"/>
                  <a:gd name="connsiteX2" fmla="*/ 427673 w 608989"/>
                  <a:gd name="connsiteY2" fmla="*/ 391641 h 425792"/>
                  <a:gd name="connsiteX3" fmla="*/ 461549 w 608989"/>
                  <a:gd name="connsiteY3" fmla="*/ 357812 h 425792"/>
                  <a:gd name="connsiteX4" fmla="*/ 427673 w 608989"/>
                  <a:gd name="connsiteY4" fmla="*/ 323983 h 425792"/>
                  <a:gd name="connsiteX5" fmla="*/ 149568 w 608989"/>
                  <a:gd name="connsiteY5" fmla="*/ 323983 h 425792"/>
                  <a:gd name="connsiteX6" fmla="*/ 115692 w 608989"/>
                  <a:gd name="connsiteY6" fmla="*/ 357812 h 425792"/>
                  <a:gd name="connsiteX7" fmla="*/ 149568 w 608989"/>
                  <a:gd name="connsiteY7" fmla="*/ 391641 h 425792"/>
                  <a:gd name="connsiteX8" fmla="*/ 183444 w 608989"/>
                  <a:gd name="connsiteY8" fmla="*/ 357812 h 425792"/>
                  <a:gd name="connsiteX9" fmla="*/ 149568 w 608989"/>
                  <a:gd name="connsiteY9" fmla="*/ 323983 h 425792"/>
                  <a:gd name="connsiteX10" fmla="*/ 413316 w 608989"/>
                  <a:gd name="connsiteY10" fmla="*/ 145978 h 425792"/>
                  <a:gd name="connsiteX11" fmla="*/ 413316 w 608989"/>
                  <a:gd name="connsiteY11" fmla="*/ 220563 h 425792"/>
                  <a:gd name="connsiteX12" fmla="*/ 477196 w 608989"/>
                  <a:gd name="connsiteY12" fmla="*/ 220563 h 425792"/>
                  <a:gd name="connsiteX13" fmla="*/ 483971 w 608989"/>
                  <a:gd name="connsiteY13" fmla="*/ 207354 h 425792"/>
                  <a:gd name="connsiteX14" fmla="*/ 449611 w 608989"/>
                  <a:gd name="connsiteY14" fmla="*/ 159188 h 425792"/>
                  <a:gd name="connsiteX15" fmla="*/ 424124 w 608989"/>
                  <a:gd name="connsiteY15" fmla="*/ 145978 h 425792"/>
                  <a:gd name="connsiteX16" fmla="*/ 231999 w 608989"/>
                  <a:gd name="connsiteY16" fmla="*/ 145978 h 425792"/>
                  <a:gd name="connsiteX17" fmla="*/ 205705 w 608989"/>
                  <a:gd name="connsiteY17" fmla="*/ 158543 h 425792"/>
                  <a:gd name="connsiteX18" fmla="*/ 165860 w 608989"/>
                  <a:gd name="connsiteY18" fmla="*/ 207998 h 425792"/>
                  <a:gd name="connsiteX19" fmla="*/ 171990 w 608989"/>
                  <a:gd name="connsiteY19" fmla="*/ 220563 h 425792"/>
                  <a:gd name="connsiteX20" fmla="*/ 374439 w 608989"/>
                  <a:gd name="connsiteY20" fmla="*/ 220563 h 425792"/>
                  <a:gd name="connsiteX21" fmla="*/ 374439 w 608989"/>
                  <a:gd name="connsiteY21" fmla="*/ 145978 h 425792"/>
                  <a:gd name="connsiteX22" fmla="*/ 324754 w 608989"/>
                  <a:gd name="connsiteY22" fmla="*/ 64144 h 425792"/>
                  <a:gd name="connsiteX23" fmla="*/ 378472 w 608989"/>
                  <a:gd name="connsiteY23" fmla="*/ 113599 h 425792"/>
                  <a:gd name="connsiteX24" fmla="*/ 442030 w 608989"/>
                  <a:gd name="connsiteY24" fmla="*/ 113599 h 425792"/>
                  <a:gd name="connsiteX25" fmla="*/ 477196 w 608989"/>
                  <a:gd name="connsiteY25" fmla="*/ 131802 h 425792"/>
                  <a:gd name="connsiteX26" fmla="*/ 524783 w 608989"/>
                  <a:gd name="connsiteY26" fmla="*/ 199460 h 425792"/>
                  <a:gd name="connsiteX27" fmla="*/ 544625 w 608989"/>
                  <a:gd name="connsiteY27" fmla="*/ 209126 h 425792"/>
                  <a:gd name="connsiteX28" fmla="*/ 550594 w 608989"/>
                  <a:gd name="connsiteY28" fmla="*/ 208320 h 425792"/>
                  <a:gd name="connsiteX29" fmla="*/ 586728 w 608989"/>
                  <a:gd name="connsiteY29" fmla="*/ 197044 h 425792"/>
                  <a:gd name="connsiteX30" fmla="*/ 605118 w 608989"/>
                  <a:gd name="connsiteY30" fmla="*/ 200910 h 425792"/>
                  <a:gd name="connsiteX31" fmla="*/ 608828 w 608989"/>
                  <a:gd name="connsiteY31" fmla="*/ 215569 h 425792"/>
                  <a:gd name="connsiteX32" fmla="*/ 590438 w 608989"/>
                  <a:gd name="connsiteY32" fmla="*/ 353140 h 425792"/>
                  <a:gd name="connsiteX33" fmla="*/ 563337 w 608989"/>
                  <a:gd name="connsiteY33" fmla="*/ 376821 h 425792"/>
                  <a:gd name="connsiteX34" fmla="*/ 493166 w 608989"/>
                  <a:gd name="connsiteY34" fmla="*/ 376821 h 425792"/>
                  <a:gd name="connsiteX35" fmla="*/ 427673 w 608989"/>
                  <a:gd name="connsiteY35" fmla="*/ 425792 h 425792"/>
                  <a:gd name="connsiteX36" fmla="*/ 362341 w 608989"/>
                  <a:gd name="connsiteY36" fmla="*/ 376821 h 425792"/>
                  <a:gd name="connsiteX37" fmla="*/ 215061 w 608989"/>
                  <a:gd name="connsiteY37" fmla="*/ 376821 h 425792"/>
                  <a:gd name="connsiteX38" fmla="*/ 149568 w 608989"/>
                  <a:gd name="connsiteY38" fmla="*/ 425792 h 425792"/>
                  <a:gd name="connsiteX39" fmla="*/ 84074 w 608989"/>
                  <a:gd name="connsiteY39" fmla="*/ 376821 h 425792"/>
                  <a:gd name="connsiteX40" fmla="*/ 21485 w 608989"/>
                  <a:gd name="connsiteY40" fmla="*/ 376821 h 425792"/>
                  <a:gd name="connsiteX41" fmla="*/ 4869 w 608989"/>
                  <a:gd name="connsiteY41" fmla="*/ 369411 h 425792"/>
                  <a:gd name="connsiteX42" fmla="*/ 352 w 608989"/>
                  <a:gd name="connsiteY42" fmla="*/ 352013 h 425792"/>
                  <a:gd name="connsiteX43" fmla="*/ 15516 w 608989"/>
                  <a:gd name="connsiteY43" fmla="*/ 260513 h 425792"/>
                  <a:gd name="connsiteX44" fmla="*/ 41649 w 608989"/>
                  <a:gd name="connsiteY44" fmla="*/ 232806 h 425792"/>
                  <a:gd name="connsiteX45" fmla="*/ 95850 w 608989"/>
                  <a:gd name="connsiteY45" fmla="*/ 220402 h 425792"/>
                  <a:gd name="connsiteX46" fmla="*/ 125532 w 608989"/>
                  <a:gd name="connsiteY46" fmla="*/ 201877 h 425792"/>
                  <a:gd name="connsiteX47" fmla="*/ 181992 w 608989"/>
                  <a:gd name="connsiteY47" fmla="*/ 130836 h 425792"/>
                  <a:gd name="connsiteX48" fmla="*/ 217965 w 608989"/>
                  <a:gd name="connsiteY48" fmla="*/ 113599 h 425792"/>
                  <a:gd name="connsiteX49" fmla="*/ 271037 w 608989"/>
                  <a:gd name="connsiteY49" fmla="*/ 113599 h 425792"/>
                  <a:gd name="connsiteX50" fmla="*/ 324754 w 608989"/>
                  <a:gd name="connsiteY50" fmla="*/ 64144 h 425792"/>
                  <a:gd name="connsiteX51" fmla="*/ 387520 w 608989"/>
                  <a:gd name="connsiteY51" fmla="*/ 28830 h 425792"/>
                  <a:gd name="connsiteX52" fmla="*/ 399145 w 608989"/>
                  <a:gd name="connsiteY52" fmla="*/ 31087 h 425792"/>
                  <a:gd name="connsiteX53" fmla="*/ 396885 w 608989"/>
                  <a:gd name="connsiteY53" fmla="*/ 42857 h 425792"/>
                  <a:gd name="connsiteX54" fmla="*/ 375734 w 608989"/>
                  <a:gd name="connsiteY54" fmla="*/ 57047 h 425792"/>
                  <a:gd name="connsiteX55" fmla="*/ 371052 w 608989"/>
                  <a:gd name="connsiteY55" fmla="*/ 58498 h 425792"/>
                  <a:gd name="connsiteX56" fmla="*/ 363948 w 608989"/>
                  <a:gd name="connsiteY56" fmla="*/ 54789 h 425792"/>
                  <a:gd name="connsiteX57" fmla="*/ 366370 w 608989"/>
                  <a:gd name="connsiteY57" fmla="*/ 43019 h 425792"/>
                  <a:gd name="connsiteX58" fmla="*/ 261676 w 608989"/>
                  <a:gd name="connsiteY58" fmla="*/ 28830 h 425792"/>
                  <a:gd name="connsiteX59" fmla="*/ 282789 w 608989"/>
                  <a:gd name="connsiteY59" fmla="*/ 43019 h 425792"/>
                  <a:gd name="connsiteX60" fmla="*/ 285045 w 608989"/>
                  <a:gd name="connsiteY60" fmla="*/ 54789 h 425792"/>
                  <a:gd name="connsiteX61" fmla="*/ 277954 w 608989"/>
                  <a:gd name="connsiteY61" fmla="*/ 58498 h 425792"/>
                  <a:gd name="connsiteX62" fmla="*/ 273280 w 608989"/>
                  <a:gd name="connsiteY62" fmla="*/ 57047 h 425792"/>
                  <a:gd name="connsiteX63" fmla="*/ 252166 w 608989"/>
                  <a:gd name="connsiteY63" fmla="*/ 42857 h 425792"/>
                  <a:gd name="connsiteX64" fmla="*/ 249910 w 608989"/>
                  <a:gd name="connsiteY64" fmla="*/ 31087 h 425792"/>
                  <a:gd name="connsiteX65" fmla="*/ 261676 w 608989"/>
                  <a:gd name="connsiteY65" fmla="*/ 28830 h 425792"/>
                  <a:gd name="connsiteX66" fmla="*/ 324611 w 608989"/>
                  <a:gd name="connsiteY66" fmla="*/ 0 h 425792"/>
                  <a:gd name="connsiteX67" fmla="*/ 332998 w 608989"/>
                  <a:gd name="connsiteY67" fmla="*/ 8381 h 425792"/>
                  <a:gd name="connsiteX68" fmla="*/ 332998 w 608989"/>
                  <a:gd name="connsiteY68" fmla="*/ 35298 h 425792"/>
                  <a:gd name="connsiteX69" fmla="*/ 324611 w 608989"/>
                  <a:gd name="connsiteY69" fmla="*/ 43680 h 425792"/>
                  <a:gd name="connsiteX70" fmla="*/ 316062 w 608989"/>
                  <a:gd name="connsiteY70" fmla="*/ 35298 h 425792"/>
                  <a:gd name="connsiteX71" fmla="*/ 316062 w 608989"/>
                  <a:gd name="connsiteY71" fmla="*/ 8381 h 425792"/>
                  <a:gd name="connsiteX72" fmla="*/ 324611 w 608989"/>
                  <a:gd name="connsiteY72" fmla="*/ 0 h 425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08989" h="425792">
                    <a:moveTo>
                      <a:pt x="427673" y="323983"/>
                    </a:moveTo>
                    <a:cubicBezTo>
                      <a:pt x="408960" y="323983"/>
                      <a:pt x="393797" y="339126"/>
                      <a:pt x="393797" y="357812"/>
                    </a:cubicBezTo>
                    <a:cubicBezTo>
                      <a:pt x="393797" y="376499"/>
                      <a:pt x="408960" y="391641"/>
                      <a:pt x="427673" y="391641"/>
                    </a:cubicBezTo>
                    <a:cubicBezTo>
                      <a:pt x="446385" y="391641"/>
                      <a:pt x="461549" y="376499"/>
                      <a:pt x="461549" y="357812"/>
                    </a:cubicBezTo>
                    <a:cubicBezTo>
                      <a:pt x="461549" y="339126"/>
                      <a:pt x="446385" y="323983"/>
                      <a:pt x="427673" y="323983"/>
                    </a:cubicBezTo>
                    <a:close/>
                    <a:moveTo>
                      <a:pt x="149568" y="323983"/>
                    </a:moveTo>
                    <a:cubicBezTo>
                      <a:pt x="130855" y="323983"/>
                      <a:pt x="115692" y="339126"/>
                      <a:pt x="115692" y="357812"/>
                    </a:cubicBezTo>
                    <a:cubicBezTo>
                      <a:pt x="115692" y="376499"/>
                      <a:pt x="130855" y="391641"/>
                      <a:pt x="149568" y="391641"/>
                    </a:cubicBezTo>
                    <a:cubicBezTo>
                      <a:pt x="168280" y="391641"/>
                      <a:pt x="183444" y="376499"/>
                      <a:pt x="183444" y="357812"/>
                    </a:cubicBezTo>
                    <a:cubicBezTo>
                      <a:pt x="183444" y="339126"/>
                      <a:pt x="168280" y="323983"/>
                      <a:pt x="149568" y="323983"/>
                    </a:cubicBezTo>
                    <a:close/>
                    <a:moveTo>
                      <a:pt x="413316" y="145978"/>
                    </a:moveTo>
                    <a:lnTo>
                      <a:pt x="413316" y="220563"/>
                    </a:lnTo>
                    <a:lnTo>
                      <a:pt x="477196" y="220563"/>
                    </a:lnTo>
                    <a:cubicBezTo>
                      <a:pt x="486068" y="220563"/>
                      <a:pt x="489133" y="214603"/>
                      <a:pt x="483971" y="207354"/>
                    </a:cubicBezTo>
                    <a:lnTo>
                      <a:pt x="449611" y="159188"/>
                    </a:lnTo>
                    <a:cubicBezTo>
                      <a:pt x="444449" y="151939"/>
                      <a:pt x="432996" y="145978"/>
                      <a:pt x="424124" y="145978"/>
                    </a:cubicBezTo>
                    <a:close/>
                    <a:moveTo>
                      <a:pt x="231999" y="145978"/>
                    </a:moveTo>
                    <a:cubicBezTo>
                      <a:pt x="223127" y="145978"/>
                      <a:pt x="211351" y="151616"/>
                      <a:pt x="205705" y="158543"/>
                    </a:cubicBezTo>
                    <a:lnTo>
                      <a:pt x="165860" y="207998"/>
                    </a:lnTo>
                    <a:cubicBezTo>
                      <a:pt x="160376" y="214925"/>
                      <a:pt x="163118" y="220563"/>
                      <a:pt x="171990" y="220563"/>
                    </a:cubicBezTo>
                    <a:lnTo>
                      <a:pt x="374439" y="220563"/>
                    </a:lnTo>
                    <a:lnTo>
                      <a:pt x="374439" y="145978"/>
                    </a:lnTo>
                    <a:close/>
                    <a:moveTo>
                      <a:pt x="324754" y="64144"/>
                    </a:moveTo>
                    <a:cubicBezTo>
                      <a:pt x="352984" y="64144"/>
                      <a:pt x="376214" y="85891"/>
                      <a:pt x="378472" y="113599"/>
                    </a:cubicBezTo>
                    <a:lnTo>
                      <a:pt x="442030" y="113599"/>
                    </a:lnTo>
                    <a:cubicBezTo>
                      <a:pt x="454612" y="113599"/>
                      <a:pt x="470098" y="121654"/>
                      <a:pt x="477196" y="131802"/>
                    </a:cubicBezTo>
                    <a:lnTo>
                      <a:pt x="524783" y="199460"/>
                    </a:lnTo>
                    <a:cubicBezTo>
                      <a:pt x="528816" y="205259"/>
                      <a:pt x="536882" y="209126"/>
                      <a:pt x="544625" y="209126"/>
                    </a:cubicBezTo>
                    <a:cubicBezTo>
                      <a:pt x="546883" y="209126"/>
                      <a:pt x="548819" y="208803"/>
                      <a:pt x="550594" y="208320"/>
                    </a:cubicBezTo>
                    <a:lnTo>
                      <a:pt x="586728" y="197044"/>
                    </a:lnTo>
                    <a:cubicBezTo>
                      <a:pt x="593987" y="194627"/>
                      <a:pt x="600924" y="196238"/>
                      <a:pt x="605118" y="200910"/>
                    </a:cubicBezTo>
                    <a:cubicBezTo>
                      <a:pt x="608183" y="204454"/>
                      <a:pt x="609473" y="209770"/>
                      <a:pt x="608828" y="215569"/>
                    </a:cubicBezTo>
                    <a:lnTo>
                      <a:pt x="590438" y="353140"/>
                    </a:lnTo>
                    <a:cubicBezTo>
                      <a:pt x="588664" y="366189"/>
                      <a:pt x="576565" y="376821"/>
                      <a:pt x="563337" y="376821"/>
                    </a:cubicBezTo>
                    <a:lnTo>
                      <a:pt x="493166" y="376821"/>
                    </a:lnTo>
                    <a:cubicBezTo>
                      <a:pt x="484939" y="405012"/>
                      <a:pt x="458806" y="425792"/>
                      <a:pt x="427673" y="425792"/>
                    </a:cubicBezTo>
                    <a:cubicBezTo>
                      <a:pt x="396700" y="425792"/>
                      <a:pt x="370568" y="405012"/>
                      <a:pt x="362341" y="376821"/>
                    </a:cubicBezTo>
                    <a:lnTo>
                      <a:pt x="215061" y="376821"/>
                    </a:lnTo>
                    <a:cubicBezTo>
                      <a:pt x="206834" y="405012"/>
                      <a:pt x="180540" y="425792"/>
                      <a:pt x="149568" y="425792"/>
                    </a:cubicBezTo>
                    <a:cubicBezTo>
                      <a:pt x="118595" y="425792"/>
                      <a:pt x="92301" y="405012"/>
                      <a:pt x="84074" y="376821"/>
                    </a:cubicBezTo>
                    <a:lnTo>
                      <a:pt x="21485" y="376821"/>
                    </a:lnTo>
                    <a:cubicBezTo>
                      <a:pt x="14871" y="376821"/>
                      <a:pt x="8902" y="374082"/>
                      <a:pt x="4869" y="369411"/>
                    </a:cubicBezTo>
                    <a:cubicBezTo>
                      <a:pt x="836" y="364739"/>
                      <a:pt x="-777" y="358456"/>
                      <a:pt x="352" y="352013"/>
                    </a:cubicBezTo>
                    <a:lnTo>
                      <a:pt x="15516" y="260513"/>
                    </a:lnTo>
                    <a:cubicBezTo>
                      <a:pt x="17613" y="247787"/>
                      <a:pt x="29066" y="235544"/>
                      <a:pt x="41649" y="232806"/>
                    </a:cubicBezTo>
                    <a:lnTo>
                      <a:pt x="95850" y="220402"/>
                    </a:lnTo>
                    <a:cubicBezTo>
                      <a:pt x="105690" y="218147"/>
                      <a:pt x="119241" y="209770"/>
                      <a:pt x="125532" y="201877"/>
                    </a:cubicBezTo>
                    <a:lnTo>
                      <a:pt x="181992" y="130836"/>
                    </a:lnTo>
                    <a:cubicBezTo>
                      <a:pt x="189735" y="121170"/>
                      <a:pt x="205544" y="113599"/>
                      <a:pt x="217965" y="113599"/>
                    </a:cubicBezTo>
                    <a:lnTo>
                      <a:pt x="271037" y="113599"/>
                    </a:lnTo>
                    <a:cubicBezTo>
                      <a:pt x="273295" y="85891"/>
                      <a:pt x="296525" y="64144"/>
                      <a:pt x="324754" y="64144"/>
                    </a:cubicBezTo>
                    <a:close/>
                    <a:moveTo>
                      <a:pt x="387520" y="28830"/>
                    </a:moveTo>
                    <a:cubicBezTo>
                      <a:pt x="391395" y="26250"/>
                      <a:pt x="396562" y="27217"/>
                      <a:pt x="399145" y="31087"/>
                    </a:cubicBezTo>
                    <a:cubicBezTo>
                      <a:pt x="401728" y="34957"/>
                      <a:pt x="400760" y="40278"/>
                      <a:pt x="396885" y="42857"/>
                    </a:cubicBezTo>
                    <a:lnTo>
                      <a:pt x="375734" y="57047"/>
                    </a:lnTo>
                    <a:cubicBezTo>
                      <a:pt x="374281" y="58014"/>
                      <a:pt x="372667" y="58498"/>
                      <a:pt x="371052" y="58498"/>
                    </a:cubicBezTo>
                    <a:cubicBezTo>
                      <a:pt x="368308" y="58498"/>
                      <a:pt x="365724" y="57208"/>
                      <a:pt x="363948" y="54789"/>
                    </a:cubicBezTo>
                    <a:cubicBezTo>
                      <a:pt x="361365" y="50919"/>
                      <a:pt x="362495" y="45599"/>
                      <a:pt x="366370" y="43019"/>
                    </a:cubicBezTo>
                    <a:close/>
                    <a:moveTo>
                      <a:pt x="261676" y="28830"/>
                    </a:moveTo>
                    <a:lnTo>
                      <a:pt x="282789" y="43019"/>
                    </a:lnTo>
                    <a:cubicBezTo>
                      <a:pt x="286657" y="45599"/>
                      <a:pt x="287624" y="50919"/>
                      <a:pt x="285045" y="54789"/>
                    </a:cubicBezTo>
                    <a:cubicBezTo>
                      <a:pt x="283434" y="57208"/>
                      <a:pt x="280694" y="58498"/>
                      <a:pt x="277954" y="58498"/>
                    </a:cubicBezTo>
                    <a:cubicBezTo>
                      <a:pt x="276342" y="58498"/>
                      <a:pt x="274730" y="58014"/>
                      <a:pt x="273280" y="57047"/>
                    </a:cubicBezTo>
                    <a:lnTo>
                      <a:pt x="252166" y="42857"/>
                    </a:lnTo>
                    <a:cubicBezTo>
                      <a:pt x="248298" y="40278"/>
                      <a:pt x="247331" y="34957"/>
                      <a:pt x="249910" y="31087"/>
                    </a:cubicBezTo>
                    <a:cubicBezTo>
                      <a:pt x="252489" y="27217"/>
                      <a:pt x="257807" y="26250"/>
                      <a:pt x="261676" y="28830"/>
                    </a:cubicBezTo>
                    <a:close/>
                    <a:moveTo>
                      <a:pt x="324611" y="0"/>
                    </a:moveTo>
                    <a:cubicBezTo>
                      <a:pt x="329288" y="0"/>
                      <a:pt x="332998" y="3707"/>
                      <a:pt x="332998" y="8381"/>
                    </a:cubicBezTo>
                    <a:lnTo>
                      <a:pt x="332998" y="35298"/>
                    </a:lnTo>
                    <a:cubicBezTo>
                      <a:pt x="332998" y="39973"/>
                      <a:pt x="329288" y="43680"/>
                      <a:pt x="324611" y="43680"/>
                    </a:cubicBezTo>
                    <a:cubicBezTo>
                      <a:pt x="319933" y="43680"/>
                      <a:pt x="316062" y="39973"/>
                      <a:pt x="316062" y="35298"/>
                    </a:cubicBezTo>
                    <a:lnTo>
                      <a:pt x="316062" y="8381"/>
                    </a:lnTo>
                    <a:cubicBezTo>
                      <a:pt x="316062" y="3707"/>
                      <a:pt x="319933" y="0"/>
                      <a:pt x="324611" y="0"/>
                    </a:cubicBezTo>
                    <a:close/>
                  </a:path>
                </a:pathLst>
              </a:custGeom>
              <a:solidFill>
                <a:schemeClr val="bg1"/>
              </a:solidFill>
              <a:ln>
                <a:noFill/>
              </a:ln>
              <a:effectLst/>
            </p:spPr>
            <p:txBody>
              <a:bodyPr wrap="square" lIns="91440" tIns="45720" rIns="91440" bIns="45720" anchor="ctr">
                <a:normAutofit fontScale="850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a:cs typeface="+mn-ea"/>
                  <a:sym typeface="+mn-lt"/>
                </a:endParaRPr>
              </a:p>
            </p:txBody>
          </p:sp>
        </p:grpSp>
        <p:grpSp>
          <p:nvGrpSpPr>
            <p:cNvPr id="36" name="组合 35"/>
            <p:cNvGrpSpPr/>
            <p:nvPr/>
          </p:nvGrpSpPr>
          <p:grpSpPr>
            <a:xfrm>
              <a:off x="5898833" y="2036768"/>
              <a:ext cx="1243328" cy="1193765"/>
              <a:chOff x="5898833" y="1123950"/>
              <a:chExt cx="1243328" cy="1193765"/>
            </a:xfrm>
          </p:grpSpPr>
          <p:sp>
            <p:nvSpPr>
              <p:cNvPr id="40" name="菱形 39"/>
              <p:cNvSpPr/>
              <p:nvPr/>
            </p:nvSpPr>
            <p:spPr bwMode="auto">
              <a:xfrm>
                <a:off x="5898833" y="1123950"/>
                <a:ext cx="1243328" cy="1193765"/>
              </a:xfrm>
              <a:prstGeom prst="diamond">
                <a:avLst/>
              </a:prstGeom>
              <a:solidFill>
                <a:schemeClr val="accent1"/>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dirty="0">
                  <a:cs typeface="+mn-ea"/>
                  <a:sym typeface="+mn-lt"/>
                </a:endParaRPr>
              </a:p>
            </p:txBody>
          </p:sp>
          <p:sp>
            <p:nvSpPr>
              <p:cNvPr id="41" name="任意多边形: 形状 40"/>
              <p:cNvSpPr/>
              <p:nvPr/>
            </p:nvSpPr>
            <p:spPr bwMode="auto">
              <a:xfrm>
                <a:off x="6313748" y="1570430"/>
                <a:ext cx="413499" cy="300805"/>
              </a:xfrm>
              <a:custGeom>
                <a:avLst/>
                <a:gdLst>
                  <a:gd name="T0" fmla="*/ 5633 w 5757"/>
                  <a:gd name="T1" fmla="*/ 1244 h 4194"/>
                  <a:gd name="T2" fmla="*/ 5210 w 5757"/>
                  <a:gd name="T3" fmla="*/ 1244 h 4194"/>
                  <a:gd name="T4" fmla="*/ 5124 w 5757"/>
                  <a:gd name="T5" fmla="*/ 1278 h 4194"/>
                  <a:gd name="T6" fmla="*/ 5034 w 5757"/>
                  <a:gd name="T7" fmla="*/ 1365 h 4194"/>
                  <a:gd name="T8" fmla="*/ 4370 w 5757"/>
                  <a:gd name="T9" fmla="*/ 306 h 4194"/>
                  <a:gd name="T10" fmla="*/ 3724 w 5757"/>
                  <a:gd name="T11" fmla="*/ 0 h 4194"/>
                  <a:gd name="T12" fmla="*/ 2033 w 5757"/>
                  <a:gd name="T13" fmla="*/ 0 h 4194"/>
                  <a:gd name="T14" fmla="*/ 1388 w 5757"/>
                  <a:gd name="T15" fmla="*/ 306 h 4194"/>
                  <a:gd name="T16" fmla="*/ 722 w 5757"/>
                  <a:gd name="T17" fmla="*/ 1364 h 4194"/>
                  <a:gd name="T18" fmla="*/ 633 w 5757"/>
                  <a:gd name="T19" fmla="*/ 1278 h 4194"/>
                  <a:gd name="T20" fmla="*/ 547 w 5757"/>
                  <a:gd name="T21" fmla="*/ 1244 h 4194"/>
                  <a:gd name="T22" fmla="*/ 125 w 5757"/>
                  <a:gd name="T23" fmla="*/ 1244 h 4194"/>
                  <a:gd name="T24" fmla="*/ 0 w 5757"/>
                  <a:gd name="T25" fmla="*/ 1368 h 4194"/>
                  <a:gd name="T26" fmla="*/ 0 w 5757"/>
                  <a:gd name="T27" fmla="*/ 1657 h 4194"/>
                  <a:gd name="T28" fmla="*/ 117 w 5757"/>
                  <a:gd name="T29" fmla="*/ 1782 h 4194"/>
                  <a:gd name="T30" fmla="*/ 551 w 5757"/>
                  <a:gd name="T31" fmla="*/ 1809 h 4194"/>
                  <a:gd name="T32" fmla="*/ 434 w 5757"/>
                  <a:gd name="T33" fmla="*/ 2689 h 4194"/>
                  <a:gd name="T34" fmla="*/ 625 w 5757"/>
                  <a:gd name="T35" fmla="*/ 3416 h 4194"/>
                  <a:gd name="T36" fmla="*/ 625 w 5757"/>
                  <a:gd name="T37" fmla="*/ 4089 h 4194"/>
                  <a:gd name="T38" fmla="*/ 730 w 5757"/>
                  <a:gd name="T39" fmla="*/ 4194 h 4194"/>
                  <a:gd name="T40" fmla="*/ 1210 w 5757"/>
                  <a:gd name="T41" fmla="*/ 4194 h 4194"/>
                  <a:gd name="T42" fmla="*/ 1315 w 5757"/>
                  <a:gd name="T43" fmla="*/ 4089 h 4194"/>
                  <a:gd name="T44" fmla="*/ 1315 w 5757"/>
                  <a:gd name="T45" fmla="*/ 3671 h 4194"/>
                  <a:gd name="T46" fmla="*/ 4443 w 5757"/>
                  <a:gd name="T47" fmla="*/ 3671 h 4194"/>
                  <a:gd name="T48" fmla="*/ 4443 w 5757"/>
                  <a:gd name="T49" fmla="*/ 4089 h 4194"/>
                  <a:gd name="T50" fmla="*/ 4547 w 5757"/>
                  <a:gd name="T51" fmla="*/ 4194 h 4194"/>
                  <a:gd name="T52" fmla="*/ 5027 w 5757"/>
                  <a:gd name="T53" fmla="*/ 4194 h 4194"/>
                  <a:gd name="T54" fmla="*/ 5132 w 5757"/>
                  <a:gd name="T55" fmla="*/ 4089 h 4194"/>
                  <a:gd name="T56" fmla="*/ 5132 w 5757"/>
                  <a:gd name="T57" fmla="*/ 3416 h 4194"/>
                  <a:gd name="T58" fmla="*/ 5323 w 5757"/>
                  <a:gd name="T59" fmla="*/ 2689 h 4194"/>
                  <a:gd name="T60" fmla="*/ 5206 w 5757"/>
                  <a:gd name="T61" fmla="*/ 1809 h 4194"/>
                  <a:gd name="T62" fmla="*/ 5640 w 5757"/>
                  <a:gd name="T63" fmla="*/ 1782 h 4194"/>
                  <a:gd name="T64" fmla="*/ 5757 w 5757"/>
                  <a:gd name="T65" fmla="*/ 1657 h 4194"/>
                  <a:gd name="T66" fmla="*/ 5757 w 5757"/>
                  <a:gd name="T67" fmla="*/ 1368 h 4194"/>
                  <a:gd name="T68" fmla="*/ 5633 w 5757"/>
                  <a:gd name="T69" fmla="*/ 1244 h 4194"/>
                  <a:gd name="T70" fmla="*/ 1744 w 5757"/>
                  <a:gd name="T71" fmla="*/ 597 h 4194"/>
                  <a:gd name="T72" fmla="*/ 2033 w 5757"/>
                  <a:gd name="T73" fmla="*/ 460 h 4194"/>
                  <a:gd name="T74" fmla="*/ 3724 w 5757"/>
                  <a:gd name="T75" fmla="*/ 460 h 4194"/>
                  <a:gd name="T76" fmla="*/ 4013 w 5757"/>
                  <a:gd name="T77" fmla="*/ 597 h 4194"/>
                  <a:gd name="T78" fmla="*/ 4507 w 5757"/>
                  <a:gd name="T79" fmla="*/ 1330 h 4194"/>
                  <a:gd name="T80" fmla="*/ 1247 w 5757"/>
                  <a:gd name="T81" fmla="*/ 1331 h 4194"/>
                  <a:gd name="T82" fmla="*/ 1744 w 5757"/>
                  <a:gd name="T83" fmla="*/ 597 h 4194"/>
                  <a:gd name="T84" fmla="*/ 1389 w 5757"/>
                  <a:gd name="T85" fmla="*/ 3161 h 4194"/>
                  <a:gd name="T86" fmla="*/ 956 w 5757"/>
                  <a:gd name="T87" fmla="*/ 2893 h 4194"/>
                  <a:gd name="T88" fmla="*/ 1265 w 5757"/>
                  <a:gd name="T89" fmla="*/ 2550 h 4194"/>
                  <a:gd name="T90" fmla="*/ 1822 w 5757"/>
                  <a:gd name="T91" fmla="*/ 2893 h 4194"/>
                  <a:gd name="T92" fmla="*/ 1389 w 5757"/>
                  <a:gd name="T93" fmla="*/ 3161 h 4194"/>
                  <a:gd name="T94" fmla="*/ 3332 w 5757"/>
                  <a:gd name="T95" fmla="*/ 3121 h 4194"/>
                  <a:gd name="T96" fmla="*/ 2425 w 5757"/>
                  <a:gd name="T97" fmla="*/ 3121 h 4194"/>
                  <a:gd name="T98" fmla="*/ 2177 w 5757"/>
                  <a:gd name="T99" fmla="*/ 2873 h 4194"/>
                  <a:gd name="T100" fmla="*/ 2246 w 5757"/>
                  <a:gd name="T101" fmla="*/ 2803 h 4194"/>
                  <a:gd name="T102" fmla="*/ 3511 w 5757"/>
                  <a:gd name="T103" fmla="*/ 2803 h 4194"/>
                  <a:gd name="T104" fmla="*/ 3581 w 5757"/>
                  <a:gd name="T105" fmla="*/ 2873 h 4194"/>
                  <a:gd name="T106" fmla="*/ 3332 w 5757"/>
                  <a:gd name="T107" fmla="*/ 3121 h 4194"/>
                  <a:gd name="T108" fmla="*/ 4368 w 5757"/>
                  <a:gd name="T109" fmla="*/ 3161 h 4194"/>
                  <a:gd name="T110" fmla="*/ 3936 w 5757"/>
                  <a:gd name="T111" fmla="*/ 2893 h 4194"/>
                  <a:gd name="T112" fmla="*/ 4492 w 5757"/>
                  <a:gd name="T113" fmla="*/ 2550 h 4194"/>
                  <a:gd name="T114" fmla="*/ 4801 w 5757"/>
                  <a:gd name="T115" fmla="*/ 2893 h 4194"/>
                  <a:gd name="T116" fmla="*/ 4368 w 5757"/>
                  <a:gd name="T117" fmla="*/ 3161 h 4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5757" h="4194">
                    <a:moveTo>
                      <a:pt x="5633" y="1244"/>
                    </a:moveTo>
                    <a:lnTo>
                      <a:pt x="5210" y="1244"/>
                    </a:lnTo>
                    <a:cubicBezTo>
                      <a:pt x="5178" y="1244"/>
                      <a:pt x="5147" y="1256"/>
                      <a:pt x="5124" y="1278"/>
                    </a:cubicBezTo>
                    <a:lnTo>
                      <a:pt x="5034" y="1365"/>
                    </a:lnTo>
                    <a:cubicBezTo>
                      <a:pt x="4882" y="1013"/>
                      <a:pt x="4664" y="666"/>
                      <a:pt x="4370" y="306"/>
                    </a:cubicBezTo>
                    <a:cubicBezTo>
                      <a:pt x="4210" y="111"/>
                      <a:pt x="3975" y="0"/>
                      <a:pt x="3724" y="0"/>
                    </a:cubicBezTo>
                    <a:lnTo>
                      <a:pt x="2033" y="0"/>
                    </a:lnTo>
                    <a:cubicBezTo>
                      <a:pt x="1782" y="0"/>
                      <a:pt x="1547" y="111"/>
                      <a:pt x="1388" y="306"/>
                    </a:cubicBezTo>
                    <a:cubicBezTo>
                      <a:pt x="1084" y="677"/>
                      <a:pt x="870" y="1016"/>
                      <a:pt x="722" y="1364"/>
                    </a:cubicBezTo>
                    <a:lnTo>
                      <a:pt x="633" y="1278"/>
                    </a:lnTo>
                    <a:cubicBezTo>
                      <a:pt x="610" y="1256"/>
                      <a:pt x="579" y="1244"/>
                      <a:pt x="547" y="1244"/>
                    </a:cubicBezTo>
                    <a:lnTo>
                      <a:pt x="125" y="1244"/>
                    </a:lnTo>
                    <a:cubicBezTo>
                      <a:pt x="56" y="1244"/>
                      <a:pt x="0" y="1300"/>
                      <a:pt x="0" y="1368"/>
                    </a:cubicBezTo>
                    <a:lnTo>
                      <a:pt x="0" y="1657"/>
                    </a:lnTo>
                    <a:cubicBezTo>
                      <a:pt x="0" y="1723"/>
                      <a:pt x="51" y="1777"/>
                      <a:pt x="117" y="1782"/>
                    </a:cubicBezTo>
                    <a:lnTo>
                      <a:pt x="551" y="1809"/>
                    </a:lnTo>
                    <a:cubicBezTo>
                      <a:pt x="485" y="2001"/>
                      <a:pt x="434" y="2286"/>
                      <a:pt x="434" y="2689"/>
                    </a:cubicBezTo>
                    <a:cubicBezTo>
                      <a:pt x="434" y="3038"/>
                      <a:pt x="504" y="3268"/>
                      <a:pt x="625" y="3416"/>
                    </a:cubicBezTo>
                    <a:lnTo>
                      <a:pt x="625" y="4089"/>
                    </a:lnTo>
                    <a:cubicBezTo>
                      <a:pt x="625" y="4147"/>
                      <a:pt x="672" y="4194"/>
                      <a:pt x="730" y="4194"/>
                    </a:cubicBezTo>
                    <a:lnTo>
                      <a:pt x="1210" y="4194"/>
                    </a:lnTo>
                    <a:cubicBezTo>
                      <a:pt x="1268" y="4194"/>
                      <a:pt x="1315" y="4147"/>
                      <a:pt x="1315" y="4089"/>
                    </a:cubicBezTo>
                    <a:lnTo>
                      <a:pt x="1315" y="3671"/>
                    </a:lnTo>
                    <a:lnTo>
                      <a:pt x="4443" y="3671"/>
                    </a:lnTo>
                    <a:lnTo>
                      <a:pt x="4443" y="4089"/>
                    </a:lnTo>
                    <a:cubicBezTo>
                      <a:pt x="4443" y="4147"/>
                      <a:pt x="4489" y="4194"/>
                      <a:pt x="4547" y="4194"/>
                    </a:cubicBezTo>
                    <a:lnTo>
                      <a:pt x="5027" y="4194"/>
                    </a:lnTo>
                    <a:cubicBezTo>
                      <a:pt x="5085" y="4194"/>
                      <a:pt x="5132" y="4147"/>
                      <a:pt x="5132" y="4089"/>
                    </a:cubicBezTo>
                    <a:lnTo>
                      <a:pt x="5132" y="3416"/>
                    </a:lnTo>
                    <a:cubicBezTo>
                      <a:pt x="5253" y="3268"/>
                      <a:pt x="5323" y="3038"/>
                      <a:pt x="5323" y="2689"/>
                    </a:cubicBezTo>
                    <a:cubicBezTo>
                      <a:pt x="5323" y="2286"/>
                      <a:pt x="5272" y="2001"/>
                      <a:pt x="5206" y="1809"/>
                    </a:cubicBezTo>
                    <a:lnTo>
                      <a:pt x="5640" y="1782"/>
                    </a:lnTo>
                    <a:cubicBezTo>
                      <a:pt x="5706" y="1777"/>
                      <a:pt x="5757" y="1723"/>
                      <a:pt x="5757" y="1657"/>
                    </a:cubicBezTo>
                    <a:lnTo>
                      <a:pt x="5757" y="1368"/>
                    </a:lnTo>
                    <a:cubicBezTo>
                      <a:pt x="5757" y="1300"/>
                      <a:pt x="5701" y="1244"/>
                      <a:pt x="5633" y="1244"/>
                    </a:cubicBezTo>
                    <a:close/>
                    <a:moveTo>
                      <a:pt x="1744" y="597"/>
                    </a:moveTo>
                    <a:cubicBezTo>
                      <a:pt x="1815" y="510"/>
                      <a:pt x="1921" y="460"/>
                      <a:pt x="2033" y="460"/>
                    </a:cubicBezTo>
                    <a:lnTo>
                      <a:pt x="3724" y="460"/>
                    </a:lnTo>
                    <a:cubicBezTo>
                      <a:pt x="3836" y="460"/>
                      <a:pt x="3942" y="510"/>
                      <a:pt x="4013" y="597"/>
                    </a:cubicBezTo>
                    <a:cubicBezTo>
                      <a:pt x="4219" y="849"/>
                      <a:pt x="4382" y="1090"/>
                      <a:pt x="4507" y="1330"/>
                    </a:cubicBezTo>
                    <a:lnTo>
                      <a:pt x="1247" y="1331"/>
                    </a:lnTo>
                    <a:cubicBezTo>
                      <a:pt x="1370" y="1096"/>
                      <a:pt x="1533" y="855"/>
                      <a:pt x="1744" y="597"/>
                    </a:cubicBezTo>
                    <a:close/>
                    <a:moveTo>
                      <a:pt x="1389" y="3161"/>
                    </a:moveTo>
                    <a:cubicBezTo>
                      <a:pt x="1150" y="3161"/>
                      <a:pt x="956" y="3082"/>
                      <a:pt x="956" y="2893"/>
                    </a:cubicBezTo>
                    <a:cubicBezTo>
                      <a:pt x="956" y="2704"/>
                      <a:pt x="1026" y="2550"/>
                      <a:pt x="1265" y="2550"/>
                    </a:cubicBezTo>
                    <a:cubicBezTo>
                      <a:pt x="1504" y="2550"/>
                      <a:pt x="1822" y="2704"/>
                      <a:pt x="1822" y="2893"/>
                    </a:cubicBezTo>
                    <a:cubicBezTo>
                      <a:pt x="1822" y="3082"/>
                      <a:pt x="1628" y="3161"/>
                      <a:pt x="1389" y="3161"/>
                    </a:cubicBezTo>
                    <a:close/>
                    <a:moveTo>
                      <a:pt x="3332" y="3121"/>
                    </a:moveTo>
                    <a:lnTo>
                      <a:pt x="2425" y="3121"/>
                    </a:lnTo>
                    <a:cubicBezTo>
                      <a:pt x="2288" y="3121"/>
                      <a:pt x="2177" y="3010"/>
                      <a:pt x="2177" y="2873"/>
                    </a:cubicBezTo>
                    <a:cubicBezTo>
                      <a:pt x="2177" y="2835"/>
                      <a:pt x="2208" y="2803"/>
                      <a:pt x="2246" y="2803"/>
                    </a:cubicBezTo>
                    <a:lnTo>
                      <a:pt x="3511" y="2803"/>
                    </a:lnTo>
                    <a:cubicBezTo>
                      <a:pt x="3549" y="2803"/>
                      <a:pt x="3581" y="2835"/>
                      <a:pt x="3581" y="2873"/>
                    </a:cubicBezTo>
                    <a:cubicBezTo>
                      <a:pt x="3581" y="3010"/>
                      <a:pt x="3469" y="3121"/>
                      <a:pt x="3332" y="3121"/>
                    </a:cubicBezTo>
                    <a:close/>
                    <a:moveTo>
                      <a:pt x="4368" y="3161"/>
                    </a:moveTo>
                    <a:cubicBezTo>
                      <a:pt x="4129" y="3161"/>
                      <a:pt x="3936" y="3082"/>
                      <a:pt x="3936" y="2893"/>
                    </a:cubicBezTo>
                    <a:cubicBezTo>
                      <a:pt x="3936" y="2704"/>
                      <a:pt x="4253" y="2550"/>
                      <a:pt x="4492" y="2550"/>
                    </a:cubicBezTo>
                    <a:cubicBezTo>
                      <a:pt x="4731" y="2550"/>
                      <a:pt x="4801" y="2704"/>
                      <a:pt x="4801" y="2893"/>
                    </a:cubicBezTo>
                    <a:cubicBezTo>
                      <a:pt x="4801" y="3082"/>
                      <a:pt x="4608" y="3161"/>
                      <a:pt x="4368" y="3161"/>
                    </a:cubicBezTo>
                    <a:close/>
                  </a:path>
                </a:pathLst>
              </a:custGeom>
              <a:solidFill>
                <a:schemeClr val="bg1"/>
              </a:solidFill>
              <a:ln>
                <a:noFill/>
              </a:ln>
              <a:effectLst/>
            </p:spPr>
            <p:txBody>
              <a:bodyPr wrap="square" lIns="91440" tIns="45720" rIns="91440" bIns="45720" anchor="ctr">
                <a:normAutofit fontScale="92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a:cs typeface="+mn-ea"/>
                  <a:sym typeface="+mn-lt"/>
                </a:endParaRPr>
              </a:p>
            </p:txBody>
          </p:sp>
        </p:grpSp>
        <p:grpSp>
          <p:nvGrpSpPr>
            <p:cNvPr id="30" name="组合 29"/>
            <p:cNvGrpSpPr/>
            <p:nvPr/>
          </p:nvGrpSpPr>
          <p:grpSpPr>
            <a:xfrm>
              <a:off x="5898833" y="3243808"/>
              <a:ext cx="1243328" cy="1193765"/>
              <a:chOff x="5898833" y="2330990"/>
              <a:chExt cx="1243328" cy="1193765"/>
            </a:xfrm>
          </p:grpSpPr>
          <p:sp>
            <p:nvSpPr>
              <p:cNvPr id="34" name="菱形 33"/>
              <p:cNvSpPr/>
              <p:nvPr/>
            </p:nvSpPr>
            <p:spPr bwMode="auto">
              <a:xfrm>
                <a:off x="5898833" y="2330990"/>
                <a:ext cx="1243328" cy="1193765"/>
              </a:xfrm>
              <a:prstGeom prst="diamond">
                <a:avLst/>
              </a:prstGeom>
              <a:solidFill>
                <a:schemeClr val="accent3"/>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dirty="0">
                  <a:cs typeface="+mn-ea"/>
                  <a:sym typeface="+mn-lt"/>
                </a:endParaRPr>
              </a:p>
            </p:txBody>
          </p:sp>
          <p:sp>
            <p:nvSpPr>
              <p:cNvPr id="35" name="任意多边形: 形状 34"/>
              <p:cNvSpPr/>
              <p:nvPr/>
            </p:nvSpPr>
            <p:spPr bwMode="auto">
              <a:xfrm>
                <a:off x="6313748" y="2757018"/>
                <a:ext cx="413499" cy="341708"/>
              </a:xfrm>
              <a:custGeom>
                <a:avLst/>
                <a:gdLst>
                  <a:gd name="T0" fmla="*/ 4165 w 4165"/>
                  <a:gd name="T1" fmla="*/ 1138 h 3447"/>
                  <a:gd name="T2" fmla="*/ 3540 w 4165"/>
                  <a:gd name="T3" fmla="*/ 1138 h 3447"/>
                  <a:gd name="T4" fmla="*/ 3509 w 4165"/>
                  <a:gd name="T5" fmla="*/ 1429 h 3447"/>
                  <a:gd name="T6" fmla="*/ 3373 w 4165"/>
                  <a:gd name="T7" fmla="*/ 801 h 3447"/>
                  <a:gd name="T8" fmla="*/ 2821 w 4165"/>
                  <a:gd name="T9" fmla="*/ 250 h 3447"/>
                  <a:gd name="T10" fmla="*/ 2587 w 4165"/>
                  <a:gd name="T11" fmla="*/ 250 h 3447"/>
                  <a:gd name="T12" fmla="*/ 2587 w 4165"/>
                  <a:gd name="T13" fmla="*/ 0 h 3447"/>
                  <a:gd name="T14" fmla="*/ 1561 w 4165"/>
                  <a:gd name="T15" fmla="*/ 0 h 3447"/>
                  <a:gd name="T16" fmla="*/ 1561 w 4165"/>
                  <a:gd name="T17" fmla="*/ 250 h 3447"/>
                  <a:gd name="T18" fmla="*/ 1368 w 4165"/>
                  <a:gd name="T19" fmla="*/ 250 h 3447"/>
                  <a:gd name="T20" fmla="*/ 817 w 4165"/>
                  <a:gd name="T21" fmla="*/ 795 h 3447"/>
                  <a:gd name="T22" fmla="*/ 656 w 4165"/>
                  <a:gd name="T23" fmla="*/ 1431 h 3447"/>
                  <a:gd name="T24" fmla="*/ 625 w 4165"/>
                  <a:gd name="T25" fmla="*/ 1138 h 3447"/>
                  <a:gd name="T26" fmla="*/ 0 w 4165"/>
                  <a:gd name="T27" fmla="*/ 1138 h 3447"/>
                  <a:gd name="T28" fmla="*/ 0 w 4165"/>
                  <a:gd name="T29" fmla="*/ 1483 h 3447"/>
                  <a:gd name="T30" fmla="*/ 545 w 4165"/>
                  <a:gd name="T31" fmla="*/ 1514 h 3447"/>
                  <a:gd name="T32" fmla="*/ 405 w 4165"/>
                  <a:gd name="T33" fmla="*/ 1822 h 3447"/>
                  <a:gd name="T34" fmla="*/ 405 w 4165"/>
                  <a:gd name="T35" fmla="*/ 2420 h 3447"/>
                  <a:gd name="T36" fmla="*/ 627 w 4165"/>
                  <a:gd name="T37" fmla="*/ 2788 h 3447"/>
                  <a:gd name="T38" fmla="*/ 627 w 4165"/>
                  <a:gd name="T39" fmla="*/ 3177 h 3447"/>
                  <a:gd name="T40" fmla="*/ 933 w 4165"/>
                  <a:gd name="T41" fmla="*/ 3447 h 3447"/>
                  <a:gd name="T42" fmla="*/ 1262 w 4165"/>
                  <a:gd name="T43" fmla="*/ 3177 h 3447"/>
                  <a:gd name="T44" fmla="*/ 1262 w 4165"/>
                  <a:gd name="T45" fmla="*/ 2869 h 3447"/>
                  <a:gd name="T46" fmla="*/ 2843 w 4165"/>
                  <a:gd name="T47" fmla="*/ 2869 h 3447"/>
                  <a:gd name="T48" fmla="*/ 2843 w 4165"/>
                  <a:gd name="T49" fmla="*/ 3177 h 3447"/>
                  <a:gd name="T50" fmla="*/ 3172 w 4165"/>
                  <a:gd name="T51" fmla="*/ 3447 h 3447"/>
                  <a:gd name="T52" fmla="*/ 3478 w 4165"/>
                  <a:gd name="T53" fmla="*/ 3177 h 3447"/>
                  <a:gd name="T54" fmla="*/ 3478 w 4165"/>
                  <a:gd name="T55" fmla="*/ 2869 h 3447"/>
                  <a:gd name="T56" fmla="*/ 3478 w 4165"/>
                  <a:gd name="T57" fmla="*/ 2822 h 3447"/>
                  <a:gd name="T58" fmla="*/ 3478 w 4165"/>
                  <a:gd name="T59" fmla="*/ 2819 h 3447"/>
                  <a:gd name="T60" fmla="*/ 3761 w 4165"/>
                  <a:gd name="T61" fmla="*/ 2420 h 3447"/>
                  <a:gd name="T62" fmla="*/ 3761 w 4165"/>
                  <a:gd name="T63" fmla="*/ 1822 h 3447"/>
                  <a:gd name="T64" fmla="*/ 3620 w 4165"/>
                  <a:gd name="T65" fmla="*/ 1514 h 3447"/>
                  <a:gd name="T66" fmla="*/ 4165 w 4165"/>
                  <a:gd name="T67" fmla="*/ 1483 h 3447"/>
                  <a:gd name="T68" fmla="*/ 4165 w 4165"/>
                  <a:gd name="T69" fmla="*/ 1138 h 3447"/>
                  <a:gd name="T70" fmla="*/ 1027 w 4165"/>
                  <a:gd name="T71" fmla="*/ 798 h 3447"/>
                  <a:gd name="T72" fmla="*/ 1367 w 4165"/>
                  <a:gd name="T73" fmla="*/ 461 h 3447"/>
                  <a:gd name="T74" fmla="*/ 2821 w 4165"/>
                  <a:gd name="T75" fmla="*/ 461 h 3447"/>
                  <a:gd name="T76" fmla="*/ 3162 w 4165"/>
                  <a:gd name="T77" fmla="*/ 801 h 3447"/>
                  <a:gd name="T78" fmla="*/ 3309 w 4165"/>
                  <a:gd name="T79" fmla="*/ 1426 h 3447"/>
                  <a:gd name="T80" fmla="*/ 3271 w 4165"/>
                  <a:gd name="T81" fmla="*/ 1424 h 3447"/>
                  <a:gd name="T82" fmla="*/ 3253 w 4165"/>
                  <a:gd name="T83" fmla="*/ 1423 h 3447"/>
                  <a:gd name="T84" fmla="*/ 913 w 4165"/>
                  <a:gd name="T85" fmla="*/ 1423 h 3447"/>
                  <a:gd name="T86" fmla="*/ 894 w 4165"/>
                  <a:gd name="T87" fmla="*/ 1424 h 3447"/>
                  <a:gd name="T88" fmla="*/ 854 w 4165"/>
                  <a:gd name="T89" fmla="*/ 1426 h 3447"/>
                  <a:gd name="T90" fmla="*/ 1027 w 4165"/>
                  <a:gd name="T91" fmla="*/ 798 h 3447"/>
                  <a:gd name="T92" fmla="*/ 1441 w 4165"/>
                  <a:gd name="T93" fmla="*/ 2398 h 3447"/>
                  <a:gd name="T94" fmla="*/ 757 w 4165"/>
                  <a:gd name="T95" fmla="*/ 2398 h 3447"/>
                  <a:gd name="T96" fmla="*/ 757 w 4165"/>
                  <a:gd name="T97" fmla="*/ 1888 h 3447"/>
                  <a:gd name="T98" fmla="*/ 1441 w 4165"/>
                  <a:gd name="T99" fmla="*/ 1888 h 3447"/>
                  <a:gd name="T100" fmla="*/ 1441 w 4165"/>
                  <a:gd name="T101" fmla="*/ 2398 h 3447"/>
                  <a:gd name="T102" fmla="*/ 2675 w 4165"/>
                  <a:gd name="T103" fmla="*/ 2208 h 3447"/>
                  <a:gd name="T104" fmla="*/ 1584 w 4165"/>
                  <a:gd name="T105" fmla="*/ 2208 h 3447"/>
                  <a:gd name="T106" fmla="*/ 1584 w 4165"/>
                  <a:gd name="T107" fmla="*/ 2068 h 3447"/>
                  <a:gd name="T108" fmla="*/ 2675 w 4165"/>
                  <a:gd name="T109" fmla="*/ 2068 h 3447"/>
                  <a:gd name="T110" fmla="*/ 2675 w 4165"/>
                  <a:gd name="T111" fmla="*/ 2208 h 3447"/>
                  <a:gd name="T112" fmla="*/ 2675 w 4165"/>
                  <a:gd name="T113" fmla="*/ 2208 h 3447"/>
                  <a:gd name="T114" fmla="*/ 3497 w 4165"/>
                  <a:gd name="T115" fmla="*/ 2398 h 3447"/>
                  <a:gd name="T116" fmla="*/ 2812 w 4165"/>
                  <a:gd name="T117" fmla="*/ 2398 h 3447"/>
                  <a:gd name="T118" fmla="*/ 2812 w 4165"/>
                  <a:gd name="T119" fmla="*/ 1888 h 3447"/>
                  <a:gd name="T120" fmla="*/ 3497 w 4165"/>
                  <a:gd name="T121" fmla="*/ 1888 h 3447"/>
                  <a:gd name="T122" fmla="*/ 3497 w 4165"/>
                  <a:gd name="T123" fmla="*/ 2398 h 3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165" h="3447">
                    <a:moveTo>
                      <a:pt x="4165" y="1138"/>
                    </a:moveTo>
                    <a:lnTo>
                      <a:pt x="3540" y="1138"/>
                    </a:lnTo>
                    <a:lnTo>
                      <a:pt x="3509" y="1429"/>
                    </a:lnTo>
                    <a:lnTo>
                      <a:pt x="3373" y="801"/>
                    </a:lnTo>
                    <a:cubicBezTo>
                      <a:pt x="3373" y="497"/>
                      <a:pt x="3125" y="250"/>
                      <a:pt x="2821" y="250"/>
                    </a:cubicBezTo>
                    <a:lnTo>
                      <a:pt x="2587" y="250"/>
                    </a:lnTo>
                    <a:lnTo>
                      <a:pt x="2587" y="0"/>
                    </a:lnTo>
                    <a:lnTo>
                      <a:pt x="1561" y="0"/>
                    </a:lnTo>
                    <a:lnTo>
                      <a:pt x="1561" y="250"/>
                    </a:lnTo>
                    <a:lnTo>
                      <a:pt x="1368" y="250"/>
                    </a:lnTo>
                    <a:cubicBezTo>
                      <a:pt x="1063" y="250"/>
                      <a:pt x="816" y="497"/>
                      <a:pt x="817" y="795"/>
                    </a:cubicBezTo>
                    <a:lnTo>
                      <a:pt x="656" y="1431"/>
                    </a:lnTo>
                    <a:lnTo>
                      <a:pt x="625" y="1138"/>
                    </a:lnTo>
                    <a:lnTo>
                      <a:pt x="0" y="1138"/>
                    </a:lnTo>
                    <a:lnTo>
                      <a:pt x="0" y="1483"/>
                    </a:lnTo>
                    <a:lnTo>
                      <a:pt x="545" y="1514"/>
                    </a:lnTo>
                    <a:cubicBezTo>
                      <a:pt x="455" y="1597"/>
                      <a:pt x="405" y="1706"/>
                      <a:pt x="405" y="1822"/>
                    </a:cubicBezTo>
                    <a:lnTo>
                      <a:pt x="405" y="2420"/>
                    </a:lnTo>
                    <a:cubicBezTo>
                      <a:pt x="405" y="2568"/>
                      <a:pt x="488" y="2705"/>
                      <a:pt x="627" y="2788"/>
                    </a:cubicBezTo>
                    <a:lnTo>
                      <a:pt x="627" y="3177"/>
                    </a:lnTo>
                    <a:cubicBezTo>
                      <a:pt x="627" y="3307"/>
                      <a:pt x="707" y="3447"/>
                      <a:pt x="933" y="3447"/>
                    </a:cubicBezTo>
                    <a:cubicBezTo>
                      <a:pt x="1127" y="3447"/>
                      <a:pt x="1262" y="3336"/>
                      <a:pt x="1262" y="3177"/>
                    </a:cubicBezTo>
                    <a:lnTo>
                      <a:pt x="1262" y="2869"/>
                    </a:lnTo>
                    <a:lnTo>
                      <a:pt x="2843" y="2869"/>
                    </a:lnTo>
                    <a:lnTo>
                      <a:pt x="2843" y="3177"/>
                    </a:lnTo>
                    <a:cubicBezTo>
                      <a:pt x="2843" y="3336"/>
                      <a:pt x="2978" y="3447"/>
                      <a:pt x="3172" y="3447"/>
                    </a:cubicBezTo>
                    <a:cubicBezTo>
                      <a:pt x="3398" y="3447"/>
                      <a:pt x="3478" y="3307"/>
                      <a:pt x="3478" y="3177"/>
                    </a:cubicBezTo>
                    <a:lnTo>
                      <a:pt x="3478" y="2869"/>
                    </a:lnTo>
                    <a:lnTo>
                      <a:pt x="3478" y="2822"/>
                    </a:lnTo>
                    <a:lnTo>
                      <a:pt x="3478" y="2819"/>
                    </a:lnTo>
                    <a:cubicBezTo>
                      <a:pt x="3650" y="2745"/>
                      <a:pt x="3761" y="2589"/>
                      <a:pt x="3761" y="2420"/>
                    </a:cubicBezTo>
                    <a:lnTo>
                      <a:pt x="3761" y="1822"/>
                    </a:lnTo>
                    <a:cubicBezTo>
                      <a:pt x="3761" y="1706"/>
                      <a:pt x="3710" y="1597"/>
                      <a:pt x="3620" y="1514"/>
                    </a:cubicBezTo>
                    <a:lnTo>
                      <a:pt x="4165" y="1483"/>
                    </a:lnTo>
                    <a:lnTo>
                      <a:pt x="4165" y="1138"/>
                    </a:lnTo>
                    <a:close/>
                    <a:moveTo>
                      <a:pt x="1027" y="798"/>
                    </a:moveTo>
                    <a:cubicBezTo>
                      <a:pt x="1029" y="612"/>
                      <a:pt x="1181" y="461"/>
                      <a:pt x="1367" y="461"/>
                    </a:cubicBezTo>
                    <a:lnTo>
                      <a:pt x="2821" y="461"/>
                    </a:lnTo>
                    <a:cubicBezTo>
                      <a:pt x="3009" y="461"/>
                      <a:pt x="3162" y="614"/>
                      <a:pt x="3162" y="801"/>
                    </a:cubicBezTo>
                    <a:lnTo>
                      <a:pt x="3309" y="1426"/>
                    </a:lnTo>
                    <a:lnTo>
                      <a:pt x="3271" y="1424"/>
                    </a:lnTo>
                    <a:cubicBezTo>
                      <a:pt x="3265" y="1424"/>
                      <a:pt x="3259" y="1423"/>
                      <a:pt x="3253" y="1423"/>
                    </a:cubicBezTo>
                    <a:lnTo>
                      <a:pt x="913" y="1423"/>
                    </a:lnTo>
                    <a:cubicBezTo>
                      <a:pt x="906" y="1423"/>
                      <a:pt x="900" y="1424"/>
                      <a:pt x="894" y="1424"/>
                    </a:cubicBezTo>
                    <a:lnTo>
                      <a:pt x="854" y="1426"/>
                    </a:lnTo>
                    <a:lnTo>
                      <a:pt x="1027" y="798"/>
                    </a:lnTo>
                    <a:close/>
                    <a:moveTo>
                      <a:pt x="1441" y="2398"/>
                    </a:moveTo>
                    <a:lnTo>
                      <a:pt x="757" y="2398"/>
                    </a:lnTo>
                    <a:lnTo>
                      <a:pt x="757" y="1888"/>
                    </a:lnTo>
                    <a:lnTo>
                      <a:pt x="1441" y="1888"/>
                    </a:lnTo>
                    <a:lnTo>
                      <a:pt x="1441" y="2398"/>
                    </a:lnTo>
                    <a:close/>
                    <a:moveTo>
                      <a:pt x="2675" y="2208"/>
                    </a:moveTo>
                    <a:lnTo>
                      <a:pt x="1584" y="2208"/>
                    </a:lnTo>
                    <a:lnTo>
                      <a:pt x="1584" y="2068"/>
                    </a:lnTo>
                    <a:lnTo>
                      <a:pt x="2675" y="2068"/>
                    </a:lnTo>
                    <a:lnTo>
                      <a:pt x="2675" y="2208"/>
                    </a:lnTo>
                    <a:lnTo>
                      <a:pt x="2675" y="2208"/>
                    </a:lnTo>
                    <a:close/>
                    <a:moveTo>
                      <a:pt x="3497" y="2398"/>
                    </a:moveTo>
                    <a:lnTo>
                      <a:pt x="2812" y="2398"/>
                    </a:lnTo>
                    <a:lnTo>
                      <a:pt x="2812" y="1888"/>
                    </a:lnTo>
                    <a:lnTo>
                      <a:pt x="3497" y="1888"/>
                    </a:lnTo>
                    <a:lnTo>
                      <a:pt x="3497" y="2398"/>
                    </a:lnTo>
                    <a:close/>
                  </a:path>
                </a:pathLst>
              </a:custGeom>
              <a:solidFill>
                <a:schemeClr val="bg1"/>
              </a:solidFill>
              <a:ln>
                <a:noFill/>
              </a:ln>
              <a:effectLst/>
            </p:spPr>
            <p:txBody>
              <a:bodyPr wrap="square" lIns="91440" tIns="45720" rIns="91440" bIns="45720" anchor="ctr">
                <a:normAutofit fontScale="92500"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a:cs typeface="+mn-ea"/>
                  <a:sym typeface="+mn-lt"/>
                </a:endParaRPr>
              </a:p>
            </p:txBody>
          </p:sp>
        </p:grpSp>
      </p:grpSp>
      <p:pic>
        <p:nvPicPr>
          <p:cNvPr id="6" name="图片 5">
            <a:extLst>
              <a:ext uri="{FF2B5EF4-FFF2-40B4-BE49-F238E27FC236}">
                <a16:creationId xmlns:a16="http://schemas.microsoft.com/office/drawing/2014/main" id="{328CF5AD-C356-7D56-6549-20077DD1FB88}"/>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64487" y="1224694"/>
            <a:ext cx="3600000" cy="255135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8" name="图片 7">
            <a:extLst>
              <a:ext uri="{FF2B5EF4-FFF2-40B4-BE49-F238E27FC236}">
                <a16:creationId xmlns:a16="http://schemas.microsoft.com/office/drawing/2014/main" id="{ED0A7488-79FB-623E-6CA2-EB26613B4AD9}"/>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851801" y="3967154"/>
            <a:ext cx="3600000" cy="257638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9" name="图片 8">
            <a:extLst>
              <a:ext uri="{FF2B5EF4-FFF2-40B4-BE49-F238E27FC236}">
                <a16:creationId xmlns:a16="http://schemas.microsoft.com/office/drawing/2014/main" id="{AA2A4C67-890B-7F10-31F3-2D29D999288D}"/>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6835025" y="1189394"/>
            <a:ext cx="4573646" cy="257267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 name="图片 9">
            <a:extLst>
              <a:ext uri="{FF2B5EF4-FFF2-40B4-BE49-F238E27FC236}">
                <a16:creationId xmlns:a16="http://schemas.microsoft.com/office/drawing/2014/main" id="{D1741945-AFF3-64EB-7AB4-EA8C2650F7F4}"/>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a:off x="6835025" y="3970864"/>
            <a:ext cx="4573646" cy="257267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 name="箭头: 右 2">
            <a:extLst>
              <a:ext uri="{FF2B5EF4-FFF2-40B4-BE49-F238E27FC236}">
                <a16:creationId xmlns:a16="http://schemas.microsoft.com/office/drawing/2014/main" id="{7B0AE52E-2C0A-8477-E473-590D1FA58509}"/>
              </a:ext>
            </a:extLst>
          </p:cNvPr>
          <p:cNvSpPr/>
          <p:nvPr/>
        </p:nvSpPr>
        <p:spPr>
          <a:xfrm>
            <a:off x="5249377" y="525901"/>
            <a:ext cx="758854" cy="33147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overrideClrMapping bg1="lt1" tx1="dk1" bg2="lt2" tx2="dk2" accent1="accent1" accent2="accent2" accent3="accent3" accent4="accent4" accent5="accent5" accent6="accent6" hlink="hlink" folHlink="folHlink"/>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a:extLst>
              <a:ext uri="{FF2B5EF4-FFF2-40B4-BE49-F238E27FC236}">
                <a16:creationId xmlns:a16="http://schemas.microsoft.com/office/drawing/2014/main" id="{A4BE34D6-AD25-1540-9EBD-07804B1F1DCC}"/>
              </a:ext>
            </a:extLst>
          </p:cNvPr>
          <p:cNvGrpSpPr/>
          <p:nvPr/>
        </p:nvGrpSpPr>
        <p:grpSpPr>
          <a:xfrm>
            <a:off x="1091681" y="564473"/>
            <a:ext cx="10008637" cy="5419808"/>
            <a:chOff x="864065" y="488273"/>
            <a:chExt cx="10008637" cy="5419808"/>
          </a:xfrm>
        </p:grpSpPr>
        <p:sp>
          <p:nvSpPr>
            <p:cNvPr id="30" name="椭圆 29"/>
            <p:cNvSpPr/>
            <p:nvPr/>
          </p:nvSpPr>
          <p:spPr>
            <a:xfrm>
              <a:off x="864065" y="2213848"/>
              <a:ext cx="1968654" cy="1968656"/>
            </a:xfrm>
            <a:prstGeom prst="ellipse">
              <a:avLst/>
            </a:prstGeom>
            <a:blipFill>
              <a:blip r:embed="rId2"/>
              <a:stretch>
                <a:fillRect l="-25161" r="-24839"/>
              </a:stretch>
            </a:blipFill>
            <a:ln w="38100">
              <a:solidFill>
                <a:schemeClr val="bg1"/>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endParaRPr lang="zh-CN" altLang="en-US" sz="2800" b="1" dirty="0">
                <a:cs typeface="+mn-ea"/>
                <a:sym typeface="+mn-lt"/>
              </a:endParaRPr>
            </a:p>
          </p:txBody>
        </p:sp>
        <p:sp>
          <p:nvSpPr>
            <p:cNvPr id="38" name="椭圆 37"/>
            <p:cNvSpPr/>
            <p:nvPr/>
          </p:nvSpPr>
          <p:spPr>
            <a:xfrm>
              <a:off x="2659739" y="2570874"/>
              <a:ext cx="1254602" cy="1254604"/>
            </a:xfrm>
            <a:prstGeom prst="ellipse">
              <a:avLst/>
            </a:prstGeom>
            <a:solidFill>
              <a:schemeClr val="bg1"/>
            </a:solidFill>
            <a:ln w="38100">
              <a:solidFill>
                <a:schemeClr val="accent2"/>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r>
                <a:rPr lang="zh-CN" altLang="en-US" sz="2200" b="1" dirty="0">
                  <a:ln w="9525">
                    <a:solidFill>
                      <a:schemeClr val="bg1"/>
                    </a:solidFill>
                    <a:prstDash val="solid"/>
                  </a:ln>
                  <a:solidFill>
                    <a:schemeClr val="tx1"/>
                  </a:solidFill>
                  <a:effectLst>
                    <a:outerShdw blurRad="12700" dist="38100" dir="2700000" algn="tl" rotWithShape="0">
                      <a:schemeClr val="bg1">
                        <a:lumMod val="50000"/>
                      </a:schemeClr>
                    </a:outerShdw>
                  </a:effectLst>
                  <a:cs typeface="+mn-ea"/>
                  <a:sym typeface="+mn-lt"/>
                </a:rPr>
                <a:t>后端</a:t>
              </a:r>
              <a:endParaRPr lang="en-US" altLang="zh-CN" sz="2200" b="1" dirty="0">
                <a:ln w="9525">
                  <a:solidFill>
                    <a:schemeClr val="bg1"/>
                  </a:solidFill>
                  <a:prstDash val="solid"/>
                </a:ln>
                <a:solidFill>
                  <a:schemeClr val="tx1"/>
                </a:solidFill>
                <a:effectLst>
                  <a:outerShdw blurRad="12700" dist="38100" dir="2700000" algn="tl" rotWithShape="0">
                    <a:schemeClr val="bg1">
                      <a:lumMod val="50000"/>
                    </a:schemeClr>
                  </a:outerShdw>
                </a:effectLst>
                <a:cs typeface="+mn-ea"/>
                <a:sym typeface="+mn-lt"/>
              </a:endParaRPr>
            </a:p>
            <a:p>
              <a:pPr algn="ctr"/>
              <a:r>
                <a:rPr lang="zh-CN" altLang="en-US" sz="2200" b="1" dirty="0">
                  <a:ln w="9525">
                    <a:solidFill>
                      <a:schemeClr val="bg1"/>
                    </a:solidFill>
                    <a:prstDash val="solid"/>
                  </a:ln>
                  <a:solidFill>
                    <a:schemeClr val="tx1"/>
                  </a:solidFill>
                  <a:effectLst>
                    <a:outerShdw blurRad="12700" dist="38100" dir="2700000" algn="tl" rotWithShape="0">
                      <a:schemeClr val="bg1">
                        <a:lumMod val="50000"/>
                      </a:schemeClr>
                    </a:outerShdw>
                  </a:effectLst>
                  <a:cs typeface="+mn-ea"/>
                  <a:sym typeface="+mn-lt"/>
                </a:rPr>
                <a:t>设计</a:t>
              </a:r>
            </a:p>
          </p:txBody>
        </p:sp>
        <p:sp>
          <p:nvSpPr>
            <p:cNvPr id="29" name="任意多边形: 形状 28"/>
            <p:cNvSpPr/>
            <p:nvPr/>
          </p:nvSpPr>
          <p:spPr bwMode="auto">
            <a:xfrm flipH="1">
              <a:off x="3966683" y="488273"/>
              <a:ext cx="586231" cy="5419808"/>
            </a:xfrm>
            <a:custGeom>
              <a:avLst/>
              <a:gdLst>
                <a:gd name="T0" fmla="*/ 0 w 1412"/>
                <a:gd name="T1" fmla="*/ 82 h 6009"/>
                <a:gd name="T2" fmla="*/ 0 w 1412"/>
                <a:gd name="T3" fmla="*/ 0 h 6009"/>
                <a:gd name="T4" fmla="*/ 283 w 1412"/>
                <a:gd name="T5" fmla="*/ 71 h 6009"/>
                <a:gd name="T6" fmla="*/ 518 w 1412"/>
                <a:gd name="T7" fmla="*/ 182 h 6009"/>
                <a:gd name="T8" fmla="*/ 723 w 1412"/>
                <a:gd name="T9" fmla="*/ 367 h 6009"/>
                <a:gd name="T10" fmla="*/ 863 w 1412"/>
                <a:gd name="T11" fmla="*/ 597 h 6009"/>
                <a:gd name="T12" fmla="*/ 935 w 1412"/>
                <a:gd name="T13" fmla="*/ 848 h 6009"/>
                <a:gd name="T14" fmla="*/ 966 w 1412"/>
                <a:gd name="T15" fmla="*/ 1141 h 6009"/>
                <a:gd name="T16" fmla="*/ 931 w 1412"/>
                <a:gd name="T17" fmla="*/ 1500 h 6009"/>
                <a:gd name="T18" fmla="*/ 856 w 1412"/>
                <a:gd name="T19" fmla="*/ 1831 h 6009"/>
                <a:gd name="T20" fmla="*/ 828 w 1412"/>
                <a:gd name="T21" fmla="*/ 2176 h 6009"/>
                <a:gd name="T22" fmla="*/ 869 w 1412"/>
                <a:gd name="T23" fmla="*/ 2502 h 6009"/>
                <a:gd name="T24" fmla="*/ 961 w 1412"/>
                <a:gd name="T25" fmla="*/ 2687 h 6009"/>
                <a:gd name="T26" fmla="*/ 1110 w 1412"/>
                <a:gd name="T27" fmla="*/ 2815 h 6009"/>
                <a:gd name="T28" fmla="*/ 1244 w 1412"/>
                <a:gd name="T29" fmla="*/ 2889 h 6009"/>
                <a:gd name="T30" fmla="*/ 1412 w 1412"/>
                <a:gd name="T31" fmla="*/ 2920 h 6009"/>
                <a:gd name="T32" fmla="*/ 1412 w 1412"/>
                <a:gd name="T33" fmla="*/ 3079 h 6009"/>
                <a:gd name="T34" fmla="*/ 1156 w 1412"/>
                <a:gd name="T35" fmla="*/ 3164 h 6009"/>
                <a:gd name="T36" fmla="*/ 999 w 1412"/>
                <a:gd name="T37" fmla="*/ 3291 h 6009"/>
                <a:gd name="T38" fmla="*/ 880 w 1412"/>
                <a:gd name="T39" fmla="*/ 3508 h 6009"/>
                <a:gd name="T40" fmla="*/ 826 w 1412"/>
                <a:gd name="T41" fmla="*/ 3804 h 6009"/>
                <a:gd name="T42" fmla="*/ 850 w 1412"/>
                <a:gd name="T43" fmla="*/ 4193 h 6009"/>
                <a:gd name="T44" fmla="*/ 884 w 1412"/>
                <a:gd name="T45" fmla="*/ 4452 h 6009"/>
                <a:gd name="T46" fmla="*/ 935 w 1412"/>
                <a:gd name="T47" fmla="*/ 4752 h 6009"/>
                <a:gd name="T48" fmla="*/ 944 w 1412"/>
                <a:gd name="T49" fmla="*/ 5046 h 6009"/>
                <a:gd name="T50" fmla="*/ 893 w 1412"/>
                <a:gd name="T51" fmla="*/ 5331 h 6009"/>
                <a:gd name="T52" fmla="*/ 792 w 1412"/>
                <a:gd name="T53" fmla="*/ 5553 h 6009"/>
                <a:gd name="T54" fmla="*/ 639 w 1412"/>
                <a:gd name="T55" fmla="*/ 5737 h 6009"/>
                <a:gd name="T56" fmla="*/ 458 w 1412"/>
                <a:gd name="T57" fmla="*/ 5879 h 6009"/>
                <a:gd name="T58" fmla="*/ 310 w 1412"/>
                <a:gd name="T59" fmla="*/ 5967 h 6009"/>
                <a:gd name="T60" fmla="*/ 212 w 1412"/>
                <a:gd name="T61" fmla="*/ 6005 h 6009"/>
                <a:gd name="T62" fmla="*/ 171 w 1412"/>
                <a:gd name="T63" fmla="*/ 5973 h 6009"/>
                <a:gd name="T64" fmla="*/ 208 w 1412"/>
                <a:gd name="T65" fmla="*/ 5905 h 6009"/>
                <a:gd name="T66" fmla="*/ 300 w 1412"/>
                <a:gd name="T67" fmla="*/ 5840 h 6009"/>
                <a:gd name="T68" fmla="*/ 445 w 1412"/>
                <a:gd name="T69" fmla="*/ 5705 h 6009"/>
                <a:gd name="T70" fmla="*/ 564 w 1412"/>
                <a:gd name="T71" fmla="*/ 5512 h 6009"/>
                <a:gd name="T72" fmla="*/ 625 w 1412"/>
                <a:gd name="T73" fmla="*/ 5315 h 6009"/>
                <a:gd name="T74" fmla="*/ 638 w 1412"/>
                <a:gd name="T75" fmla="*/ 5121 h 6009"/>
                <a:gd name="T76" fmla="*/ 618 w 1412"/>
                <a:gd name="T77" fmla="*/ 4825 h 6009"/>
                <a:gd name="T78" fmla="*/ 584 w 1412"/>
                <a:gd name="T79" fmla="*/ 4415 h 6009"/>
                <a:gd name="T80" fmla="*/ 578 w 1412"/>
                <a:gd name="T81" fmla="*/ 4048 h 6009"/>
                <a:gd name="T82" fmla="*/ 632 w 1412"/>
                <a:gd name="T83" fmla="*/ 3704 h 6009"/>
                <a:gd name="T84" fmla="*/ 772 w 1412"/>
                <a:gd name="T85" fmla="*/ 3412 h 6009"/>
                <a:gd name="T86" fmla="*/ 941 w 1412"/>
                <a:gd name="T87" fmla="*/ 3215 h 6009"/>
                <a:gd name="T88" fmla="*/ 1273 w 1412"/>
                <a:gd name="T89" fmla="*/ 3012 h 6009"/>
                <a:gd name="T90" fmla="*/ 1034 w 1412"/>
                <a:gd name="T91" fmla="*/ 2880 h 6009"/>
                <a:gd name="T92" fmla="*/ 884 w 1412"/>
                <a:gd name="T93" fmla="*/ 2767 h 6009"/>
                <a:gd name="T94" fmla="*/ 739 w 1412"/>
                <a:gd name="T95" fmla="*/ 2564 h 6009"/>
                <a:gd name="T96" fmla="*/ 611 w 1412"/>
                <a:gd name="T97" fmla="*/ 2279 h 6009"/>
                <a:gd name="T98" fmla="*/ 558 w 1412"/>
                <a:gd name="T99" fmla="*/ 1973 h 6009"/>
                <a:gd name="T100" fmla="*/ 562 w 1412"/>
                <a:gd name="T101" fmla="*/ 1648 h 6009"/>
                <a:gd name="T102" fmla="*/ 605 w 1412"/>
                <a:gd name="T103" fmla="*/ 1308 h 6009"/>
                <a:gd name="T104" fmla="*/ 646 w 1412"/>
                <a:gd name="T105" fmla="*/ 904 h 6009"/>
                <a:gd name="T106" fmla="*/ 619 w 1412"/>
                <a:gd name="T107" fmla="*/ 644 h 6009"/>
                <a:gd name="T108" fmla="*/ 520 w 1412"/>
                <a:gd name="T109" fmla="*/ 441 h 6009"/>
                <a:gd name="T110" fmla="*/ 341 w 1412"/>
                <a:gd name="T111" fmla="*/ 240 h 6009"/>
                <a:gd name="T112" fmla="*/ 152 w 1412"/>
                <a:gd name="T113" fmla="*/ 132 h 6009"/>
                <a:gd name="T114" fmla="*/ 0 w 1412"/>
                <a:gd name="T115" fmla="*/ 82 h 6009"/>
                <a:gd name="connsiteX0" fmla="*/ 0 w 12987"/>
                <a:gd name="connsiteY0" fmla="*/ 136 h 9994"/>
                <a:gd name="connsiteX1" fmla="*/ 0 w 12987"/>
                <a:gd name="connsiteY1" fmla="*/ 0 h 9994"/>
                <a:gd name="connsiteX2" fmla="*/ 2004 w 12987"/>
                <a:gd name="connsiteY2" fmla="*/ 118 h 9994"/>
                <a:gd name="connsiteX3" fmla="*/ 3669 w 12987"/>
                <a:gd name="connsiteY3" fmla="*/ 303 h 9994"/>
                <a:gd name="connsiteX4" fmla="*/ 5120 w 12987"/>
                <a:gd name="connsiteY4" fmla="*/ 611 h 9994"/>
                <a:gd name="connsiteX5" fmla="*/ 6112 w 12987"/>
                <a:gd name="connsiteY5" fmla="*/ 994 h 9994"/>
                <a:gd name="connsiteX6" fmla="*/ 6622 w 12987"/>
                <a:gd name="connsiteY6" fmla="*/ 1411 h 9994"/>
                <a:gd name="connsiteX7" fmla="*/ 6841 w 12987"/>
                <a:gd name="connsiteY7" fmla="*/ 1899 h 9994"/>
                <a:gd name="connsiteX8" fmla="*/ 6593 w 12987"/>
                <a:gd name="connsiteY8" fmla="*/ 2496 h 9994"/>
                <a:gd name="connsiteX9" fmla="*/ 6062 w 12987"/>
                <a:gd name="connsiteY9" fmla="*/ 3047 h 9994"/>
                <a:gd name="connsiteX10" fmla="*/ 5864 w 12987"/>
                <a:gd name="connsiteY10" fmla="*/ 3621 h 9994"/>
                <a:gd name="connsiteX11" fmla="*/ 6154 w 12987"/>
                <a:gd name="connsiteY11" fmla="*/ 4164 h 9994"/>
                <a:gd name="connsiteX12" fmla="*/ 6806 w 12987"/>
                <a:gd name="connsiteY12" fmla="*/ 4472 h 9994"/>
                <a:gd name="connsiteX13" fmla="*/ 7861 w 12987"/>
                <a:gd name="connsiteY13" fmla="*/ 4685 h 9994"/>
                <a:gd name="connsiteX14" fmla="*/ 8810 w 12987"/>
                <a:gd name="connsiteY14" fmla="*/ 4808 h 9994"/>
                <a:gd name="connsiteX15" fmla="*/ 10000 w 12987"/>
                <a:gd name="connsiteY15" fmla="*/ 4859 h 9994"/>
                <a:gd name="connsiteX16" fmla="*/ 12987 w 12987"/>
                <a:gd name="connsiteY16" fmla="*/ 4983 h 9994"/>
                <a:gd name="connsiteX17" fmla="*/ 10000 w 12987"/>
                <a:gd name="connsiteY17" fmla="*/ 5124 h 9994"/>
                <a:gd name="connsiteX18" fmla="*/ 8187 w 12987"/>
                <a:gd name="connsiteY18" fmla="*/ 5265 h 9994"/>
                <a:gd name="connsiteX19" fmla="*/ 7075 w 12987"/>
                <a:gd name="connsiteY19" fmla="*/ 5477 h 9994"/>
                <a:gd name="connsiteX20" fmla="*/ 6232 w 12987"/>
                <a:gd name="connsiteY20" fmla="*/ 5838 h 9994"/>
                <a:gd name="connsiteX21" fmla="*/ 5850 w 12987"/>
                <a:gd name="connsiteY21" fmla="*/ 6331 h 9994"/>
                <a:gd name="connsiteX22" fmla="*/ 6020 w 12987"/>
                <a:gd name="connsiteY22" fmla="*/ 6978 h 9994"/>
                <a:gd name="connsiteX23" fmla="*/ 6261 w 12987"/>
                <a:gd name="connsiteY23" fmla="*/ 7409 h 9994"/>
                <a:gd name="connsiteX24" fmla="*/ 6622 w 12987"/>
                <a:gd name="connsiteY24" fmla="*/ 7908 h 9994"/>
                <a:gd name="connsiteX25" fmla="*/ 6686 w 12987"/>
                <a:gd name="connsiteY25" fmla="*/ 8397 h 9994"/>
                <a:gd name="connsiteX26" fmla="*/ 6324 w 12987"/>
                <a:gd name="connsiteY26" fmla="*/ 8872 h 9994"/>
                <a:gd name="connsiteX27" fmla="*/ 5609 w 12987"/>
                <a:gd name="connsiteY27" fmla="*/ 9241 h 9994"/>
                <a:gd name="connsiteX28" fmla="*/ 4525 w 12987"/>
                <a:gd name="connsiteY28" fmla="*/ 9547 h 9994"/>
                <a:gd name="connsiteX29" fmla="*/ 3244 w 12987"/>
                <a:gd name="connsiteY29" fmla="*/ 9784 h 9994"/>
                <a:gd name="connsiteX30" fmla="*/ 2195 w 12987"/>
                <a:gd name="connsiteY30" fmla="*/ 9930 h 9994"/>
                <a:gd name="connsiteX31" fmla="*/ 1501 w 12987"/>
                <a:gd name="connsiteY31" fmla="*/ 9993 h 9994"/>
                <a:gd name="connsiteX32" fmla="*/ 1211 w 12987"/>
                <a:gd name="connsiteY32" fmla="*/ 9940 h 9994"/>
                <a:gd name="connsiteX33" fmla="*/ 1473 w 12987"/>
                <a:gd name="connsiteY33" fmla="*/ 9827 h 9994"/>
                <a:gd name="connsiteX34" fmla="*/ 2125 w 12987"/>
                <a:gd name="connsiteY34" fmla="*/ 9719 h 9994"/>
                <a:gd name="connsiteX35" fmla="*/ 3152 w 12987"/>
                <a:gd name="connsiteY35" fmla="*/ 9494 h 9994"/>
                <a:gd name="connsiteX36" fmla="*/ 3994 w 12987"/>
                <a:gd name="connsiteY36" fmla="*/ 9173 h 9994"/>
                <a:gd name="connsiteX37" fmla="*/ 4426 w 12987"/>
                <a:gd name="connsiteY37" fmla="*/ 8845 h 9994"/>
                <a:gd name="connsiteX38" fmla="*/ 4518 w 12987"/>
                <a:gd name="connsiteY38" fmla="*/ 8522 h 9994"/>
                <a:gd name="connsiteX39" fmla="*/ 4377 w 12987"/>
                <a:gd name="connsiteY39" fmla="*/ 8030 h 9994"/>
                <a:gd name="connsiteX40" fmla="*/ 4136 w 12987"/>
                <a:gd name="connsiteY40" fmla="*/ 7347 h 9994"/>
                <a:gd name="connsiteX41" fmla="*/ 4093 w 12987"/>
                <a:gd name="connsiteY41" fmla="*/ 6737 h 9994"/>
                <a:gd name="connsiteX42" fmla="*/ 4476 w 12987"/>
                <a:gd name="connsiteY42" fmla="*/ 6164 h 9994"/>
                <a:gd name="connsiteX43" fmla="*/ 5467 w 12987"/>
                <a:gd name="connsiteY43" fmla="*/ 5678 h 9994"/>
                <a:gd name="connsiteX44" fmla="*/ 6664 w 12987"/>
                <a:gd name="connsiteY44" fmla="*/ 5350 h 9994"/>
                <a:gd name="connsiteX45" fmla="*/ 9016 w 12987"/>
                <a:gd name="connsiteY45" fmla="*/ 5012 h 9994"/>
                <a:gd name="connsiteX46" fmla="*/ 7323 w 12987"/>
                <a:gd name="connsiteY46" fmla="*/ 4793 h 9994"/>
                <a:gd name="connsiteX47" fmla="*/ 6261 w 12987"/>
                <a:gd name="connsiteY47" fmla="*/ 4605 h 9994"/>
                <a:gd name="connsiteX48" fmla="*/ 5234 w 12987"/>
                <a:gd name="connsiteY48" fmla="*/ 4267 h 9994"/>
                <a:gd name="connsiteX49" fmla="*/ 4327 w 12987"/>
                <a:gd name="connsiteY49" fmla="*/ 3793 h 9994"/>
                <a:gd name="connsiteX50" fmla="*/ 3952 w 12987"/>
                <a:gd name="connsiteY50" fmla="*/ 3283 h 9994"/>
                <a:gd name="connsiteX51" fmla="*/ 3980 w 12987"/>
                <a:gd name="connsiteY51" fmla="*/ 2743 h 9994"/>
                <a:gd name="connsiteX52" fmla="*/ 4285 w 12987"/>
                <a:gd name="connsiteY52" fmla="*/ 2177 h 9994"/>
                <a:gd name="connsiteX53" fmla="*/ 4575 w 12987"/>
                <a:gd name="connsiteY53" fmla="*/ 1504 h 9994"/>
                <a:gd name="connsiteX54" fmla="*/ 4384 w 12987"/>
                <a:gd name="connsiteY54" fmla="*/ 1072 h 9994"/>
                <a:gd name="connsiteX55" fmla="*/ 3683 w 12987"/>
                <a:gd name="connsiteY55" fmla="*/ 734 h 9994"/>
                <a:gd name="connsiteX56" fmla="*/ 2415 w 12987"/>
                <a:gd name="connsiteY56" fmla="*/ 399 h 9994"/>
                <a:gd name="connsiteX57" fmla="*/ 1076 w 12987"/>
                <a:gd name="connsiteY57" fmla="*/ 220 h 9994"/>
                <a:gd name="connsiteX58" fmla="*/ 0 w 12987"/>
                <a:gd name="connsiteY58" fmla="*/ 136 h 9994"/>
                <a:gd name="connsiteX0-1" fmla="*/ 0 w 10000"/>
                <a:gd name="connsiteY0-2" fmla="*/ 136 h 10000"/>
                <a:gd name="connsiteX1-3" fmla="*/ 0 w 10000"/>
                <a:gd name="connsiteY1-4" fmla="*/ 0 h 10000"/>
                <a:gd name="connsiteX2-5" fmla="*/ 1543 w 10000"/>
                <a:gd name="connsiteY2-6" fmla="*/ 118 h 10000"/>
                <a:gd name="connsiteX3-7" fmla="*/ 2825 w 10000"/>
                <a:gd name="connsiteY3-8" fmla="*/ 303 h 10000"/>
                <a:gd name="connsiteX4-9" fmla="*/ 3942 w 10000"/>
                <a:gd name="connsiteY4-10" fmla="*/ 611 h 10000"/>
                <a:gd name="connsiteX5-11" fmla="*/ 4706 w 10000"/>
                <a:gd name="connsiteY5-12" fmla="*/ 995 h 10000"/>
                <a:gd name="connsiteX6-13" fmla="*/ 5099 w 10000"/>
                <a:gd name="connsiteY6-14" fmla="*/ 1412 h 10000"/>
                <a:gd name="connsiteX7-15" fmla="*/ 5268 w 10000"/>
                <a:gd name="connsiteY7-16" fmla="*/ 1900 h 10000"/>
                <a:gd name="connsiteX8-17" fmla="*/ 5077 w 10000"/>
                <a:gd name="connsiteY8-18" fmla="*/ 2497 h 10000"/>
                <a:gd name="connsiteX9-19" fmla="*/ 4668 w 10000"/>
                <a:gd name="connsiteY9-20" fmla="*/ 3049 h 10000"/>
                <a:gd name="connsiteX10-21" fmla="*/ 4515 w 10000"/>
                <a:gd name="connsiteY10-22" fmla="*/ 3623 h 10000"/>
                <a:gd name="connsiteX11-23" fmla="*/ 4739 w 10000"/>
                <a:gd name="connsiteY11-24" fmla="*/ 4166 h 10000"/>
                <a:gd name="connsiteX12-25" fmla="*/ 5241 w 10000"/>
                <a:gd name="connsiteY12-26" fmla="*/ 4475 h 10000"/>
                <a:gd name="connsiteX13-27" fmla="*/ 6053 w 10000"/>
                <a:gd name="connsiteY13-28" fmla="*/ 4688 h 10000"/>
                <a:gd name="connsiteX14-29" fmla="*/ 6784 w 10000"/>
                <a:gd name="connsiteY14-30" fmla="*/ 4811 h 10000"/>
                <a:gd name="connsiteX15-31" fmla="*/ 7700 w 10000"/>
                <a:gd name="connsiteY15-32" fmla="*/ 4862 h 10000"/>
                <a:gd name="connsiteX16-33" fmla="*/ 10000 w 10000"/>
                <a:gd name="connsiteY16-34" fmla="*/ 4986 h 10000"/>
                <a:gd name="connsiteX17-35" fmla="*/ 7700 w 10000"/>
                <a:gd name="connsiteY17-36" fmla="*/ 5127 h 10000"/>
                <a:gd name="connsiteX18-37" fmla="*/ 6304 w 10000"/>
                <a:gd name="connsiteY18-38" fmla="*/ 5268 h 10000"/>
                <a:gd name="connsiteX19-39" fmla="*/ 5448 w 10000"/>
                <a:gd name="connsiteY19-40" fmla="*/ 5480 h 10000"/>
                <a:gd name="connsiteX20-41" fmla="*/ 4799 w 10000"/>
                <a:gd name="connsiteY20-42" fmla="*/ 5842 h 10000"/>
                <a:gd name="connsiteX21-43" fmla="*/ 4505 w 10000"/>
                <a:gd name="connsiteY21-44" fmla="*/ 6335 h 10000"/>
                <a:gd name="connsiteX22-45" fmla="*/ 4635 w 10000"/>
                <a:gd name="connsiteY22-46" fmla="*/ 6982 h 10000"/>
                <a:gd name="connsiteX23-47" fmla="*/ 4821 w 10000"/>
                <a:gd name="connsiteY23-48" fmla="*/ 7413 h 10000"/>
                <a:gd name="connsiteX24-49" fmla="*/ 5099 w 10000"/>
                <a:gd name="connsiteY24-50" fmla="*/ 7913 h 10000"/>
                <a:gd name="connsiteX25-51" fmla="*/ 5148 w 10000"/>
                <a:gd name="connsiteY25-52" fmla="*/ 8402 h 10000"/>
                <a:gd name="connsiteX26-53" fmla="*/ 4869 w 10000"/>
                <a:gd name="connsiteY26-54" fmla="*/ 8877 h 10000"/>
                <a:gd name="connsiteX27-55" fmla="*/ 4319 w 10000"/>
                <a:gd name="connsiteY27-56" fmla="*/ 9247 h 10000"/>
                <a:gd name="connsiteX28-57" fmla="*/ 3484 w 10000"/>
                <a:gd name="connsiteY28-58" fmla="*/ 9553 h 10000"/>
                <a:gd name="connsiteX29-59" fmla="*/ 2498 w 10000"/>
                <a:gd name="connsiteY29-60" fmla="*/ 9790 h 10000"/>
                <a:gd name="connsiteX30-61" fmla="*/ 1690 w 10000"/>
                <a:gd name="connsiteY30-62" fmla="*/ 9936 h 10000"/>
                <a:gd name="connsiteX31-63" fmla="*/ 1156 w 10000"/>
                <a:gd name="connsiteY31-64" fmla="*/ 9999 h 10000"/>
                <a:gd name="connsiteX32-65" fmla="*/ 932 w 10000"/>
                <a:gd name="connsiteY32-66" fmla="*/ 9946 h 10000"/>
                <a:gd name="connsiteX33-67" fmla="*/ 1134 w 10000"/>
                <a:gd name="connsiteY33-68" fmla="*/ 9833 h 10000"/>
                <a:gd name="connsiteX34-69" fmla="*/ 1636 w 10000"/>
                <a:gd name="connsiteY34-70" fmla="*/ 9725 h 10000"/>
                <a:gd name="connsiteX35-71" fmla="*/ 2427 w 10000"/>
                <a:gd name="connsiteY35-72" fmla="*/ 9500 h 10000"/>
                <a:gd name="connsiteX36-73" fmla="*/ 3075 w 10000"/>
                <a:gd name="connsiteY36-74" fmla="*/ 9179 h 10000"/>
                <a:gd name="connsiteX37-75" fmla="*/ 3408 w 10000"/>
                <a:gd name="connsiteY37-76" fmla="*/ 8850 h 10000"/>
                <a:gd name="connsiteX38-77" fmla="*/ 3479 w 10000"/>
                <a:gd name="connsiteY38-78" fmla="*/ 8527 h 10000"/>
                <a:gd name="connsiteX39-79" fmla="*/ 3370 w 10000"/>
                <a:gd name="connsiteY39-80" fmla="*/ 8035 h 10000"/>
                <a:gd name="connsiteX40-81" fmla="*/ 3185 w 10000"/>
                <a:gd name="connsiteY40-82" fmla="*/ 7351 h 10000"/>
                <a:gd name="connsiteX41-83" fmla="*/ 3152 w 10000"/>
                <a:gd name="connsiteY41-84" fmla="*/ 6741 h 10000"/>
                <a:gd name="connsiteX42-85" fmla="*/ 3447 w 10000"/>
                <a:gd name="connsiteY42-86" fmla="*/ 6168 h 10000"/>
                <a:gd name="connsiteX43-87" fmla="*/ 4210 w 10000"/>
                <a:gd name="connsiteY43-88" fmla="*/ 5681 h 10000"/>
                <a:gd name="connsiteX44-89" fmla="*/ 5131 w 10000"/>
                <a:gd name="connsiteY44-90" fmla="*/ 5353 h 10000"/>
                <a:gd name="connsiteX45-91" fmla="*/ 6942 w 10000"/>
                <a:gd name="connsiteY45-92" fmla="*/ 5015 h 10000"/>
                <a:gd name="connsiteX46-93" fmla="*/ 5639 w 10000"/>
                <a:gd name="connsiteY46-94" fmla="*/ 4796 h 10000"/>
                <a:gd name="connsiteX47-95" fmla="*/ 4821 w 10000"/>
                <a:gd name="connsiteY47-96" fmla="*/ 4608 h 10000"/>
                <a:gd name="connsiteX48-97" fmla="*/ 4030 w 10000"/>
                <a:gd name="connsiteY48-98" fmla="*/ 4270 h 10000"/>
                <a:gd name="connsiteX49-99" fmla="*/ 3332 w 10000"/>
                <a:gd name="connsiteY49-100" fmla="*/ 3795 h 10000"/>
                <a:gd name="connsiteX50-101" fmla="*/ 3043 w 10000"/>
                <a:gd name="connsiteY50-102" fmla="*/ 3285 h 10000"/>
                <a:gd name="connsiteX51-103" fmla="*/ 3065 w 10000"/>
                <a:gd name="connsiteY51-104" fmla="*/ 2745 h 10000"/>
                <a:gd name="connsiteX52-105" fmla="*/ 3299 w 10000"/>
                <a:gd name="connsiteY52-106" fmla="*/ 2178 h 10000"/>
                <a:gd name="connsiteX53-107" fmla="*/ 3523 w 10000"/>
                <a:gd name="connsiteY53-108" fmla="*/ 1505 h 10000"/>
                <a:gd name="connsiteX54-109" fmla="*/ 3376 w 10000"/>
                <a:gd name="connsiteY54-110" fmla="*/ 1073 h 10000"/>
                <a:gd name="connsiteX55-111" fmla="*/ 2836 w 10000"/>
                <a:gd name="connsiteY55-112" fmla="*/ 734 h 10000"/>
                <a:gd name="connsiteX56-113" fmla="*/ 1860 w 10000"/>
                <a:gd name="connsiteY56-114" fmla="*/ 399 h 10000"/>
                <a:gd name="connsiteX57-115" fmla="*/ 829 w 10000"/>
                <a:gd name="connsiteY57-116" fmla="*/ 220 h 10000"/>
                <a:gd name="connsiteX58-117" fmla="*/ 0 w 10000"/>
                <a:gd name="connsiteY58-118" fmla="*/ 136 h 10000"/>
                <a:gd name="connsiteX0-119" fmla="*/ 0 w 10000"/>
                <a:gd name="connsiteY0-120" fmla="*/ 136 h 10000"/>
                <a:gd name="connsiteX1-121" fmla="*/ 0 w 10000"/>
                <a:gd name="connsiteY1-122" fmla="*/ 0 h 10000"/>
                <a:gd name="connsiteX2-123" fmla="*/ 1543 w 10000"/>
                <a:gd name="connsiteY2-124" fmla="*/ 118 h 10000"/>
                <a:gd name="connsiteX3-125" fmla="*/ 2825 w 10000"/>
                <a:gd name="connsiteY3-126" fmla="*/ 303 h 10000"/>
                <a:gd name="connsiteX4-127" fmla="*/ 3942 w 10000"/>
                <a:gd name="connsiteY4-128" fmla="*/ 611 h 10000"/>
                <a:gd name="connsiteX5-129" fmla="*/ 4706 w 10000"/>
                <a:gd name="connsiteY5-130" fmla="*/ 995 h 10000"/>
                <a:gd name="connsiteX6-131" fmla="*/ 5099 w 10000"/>
                <a:gd name="connsiteY6-132" fmla="*/ 1412 h 10000"/>
                <a:gd name="connsiteX7-133" fmla="*/ 5268 w 10000"/>
                <a:gd name="connsiteY7-134" fmla="*/ 1900 h 10000"/>
                <a:gd name="connsiteX8-135" fmla="*/ 5077 w 10000"/>
                <a:gd name="connsiteY8-136" fmla="*/ 2497 h 10000"/>
                <a:gd name="connsiteX9-137" fmla="*/ 4668 w 10000"/>
                <a:gd name="connsiteY9-138" fmla="*/ 3049 h 10000"/>
                <a:gd name="connsiteX10-139" fmla="*/ 4515 w 10000"/>
                <a:gd name="connsiteY10-140" fmla="*/ 3623 h 10000"/>
                <a:gd name="connsiteX11-141" fmla="*/ 4739 w 10000"/>
                <a:gd name="connsiteY11-142" fmla="*/ 4166 h 10000"/>
                <a:gd name="connsiteX12-143" fmla="*/ 5241 w 10000"/>
                <a:gd name="connsiteY12-144" fmla="*/ 4475 h 10000"/>
                <a:gd name="connsiteX13-145" fmla="*/ 6053 w 10000"/>
                <a:gd name="connsiteY13-146" fmla="*/ 4688 h 10000"/>
                <a:gd name="connsiteX14-147" fmla="*/ 6784 w 10000"/>
                <a:gd name="connsiteY14-148" fmla="*/ 4811 h 10000"/>
                <a:gd name="connsiteX15-149" fmla="*/ 7700 w 10000"/>
                <a:gd name="connsiteY15-150" fmla="*/ 4862 h 10000"/>
                <a:gd name="connsiteX16-151" fmla="*/ 10000 w 10000"/>
                <a:gd name="connsiteY16-152" fmla="*/ 4986 h 10000"/>
                <a:gd name="connsiteX17-153" fmla="*/ 7700 w 10000"/>
                <a:gd name="connsiteY17-154" fmla="*/ 5127 h 10000"/>
                <a:gd name="connsiteX18-155" fmla="*/ 6304 w 10000"/>
                <a:gd name="connsiteY18-156" fmla="*/ 5268 h 10000"/>
                <a:gd name="connsiteX19-157" fmla="*/ 5448 w 10000"/>
                <a:gd name="connsiteY19-158" fmla="*/ 5480 h 10000"/>
                <a:gd name="connsiteX20-159" fmla="*/ 4799 w 10000"/>
                <a:gd name="connsiteY20-160" fmla="*/ 5842 h 10000"/>
                <a:gd name="connsiteX21-161" fmla="*/ 4505 w 10000"/>
                <a:gd name="connsiteY21-162" fmla="*/ 6335 h 10000"/>
                <a:gd name="connsiteX22-163" fmla="*/ 4635 w 10000"/>
                <a:gd name="connsiteY22-164" fmla="*/ 6982 h 10000"/>
                <a:gd name="connsiteX23-165" fmla="*/ 4821 w 10000"/>
                <a:gd name="connsiteY23-166" fmla="*/ 7413 h 10000"/>
                <a:gd name="connsiteX24-167" fmla="*/ 5099 w 10000"/>
                <a:gd name="connsiteY24-168" fmla="*/ 7913 h 10000"/>
                <a:gd name="connsiteX25-169" fmla="*/ 5148 w 10000"/>
                <a:gd name="connsiteY25-170" fmla="*/ 8402 h 10000"/>
                <a:gd name="connsiteX26-171" fmla="*/ 4869 w 10000"/>
                <a:gd name="connsiteY26-172" fmla="*/ 8877 h 10000"/>
                <a:gd name="connsiteX27-173" fmla="*/ 4319 w 10000"/>
                <a:gd name="connsiteY27-174" fmla="*/ 9247 h 10000"/>
                <a:gd name="connsiteX28-175" fmla="*/ 3484 w 10000"/>
                <a:gd name="connsiteY28-176" fmla="*/ 9553 h 10000"/>
                <a:gd name="connsiteX29-177" fmla="*/ 2498 w 10000"/>
                <a:gd name="connsiteY29-178" fmla="*/ 9790 h 10000"/>
                <a:gd name="connsiteX30-179" fmla="*/ 1690 w 10000"/>
                <a:gd name="connsiteY30-180" fmla="*/ 9936 h 10000"/>
                <a:gd name="connsiteX31-181" fmla="*/ 1156 w 10000"/>
                <a:gd name="connsiteY31-182" fmla="*/ 9999 h 10000"/>
                <a:gd name="connsiteX32-183" fmla="*/ 932 w 10000"/>
                <a:gd name="connsiteY32-184" fmla="*/ 9946 h 10000"/>
                <a:gd name="connsiteX33-185" fmla="*/ 1134 w 10000"/>
                <a:gd name="connsiteY33-186" fmla="*/ 9833 h 10000"/>
                <a:gd name="connsiteX34-187" fmla="*/ 1636 w 10000"/>
                <a:gd name="connsiteY34-188" fmla="*/ 9725 h 10000"/>
                <a:gd name="connsiteX35-189" fmla="*/ 2427 w 10000"/>
                <a:gd name="connsiteY35-190" fmla="*/ 9500 h 10000"/>
                <a:gd name="connsiteX36-191" fmla="*/ 3075 w 10000"/>
                <a:gd name="connsiteY36-192" fmla="*/ 9179 h 10000"/>
                <a:gd name="connsiteX37-193" fmla="*/ 3408 w 10000"/>
                <a:gd name="connsiteY37-194" fmla="*/ 8850 h 10000"/>
                <a:gd name="connsiteX38-195" fmla="*/ 3479 w 10000"/>
                <a:gd name="connsiteY38-196" fmla="*/ 8527 h 10000"/>
                <a:gd name="connsiteX39-197" fmla="*/ 3370 w 10000"/>
                <a:gd name="connsiteY39-198" fmla="*/ 8035 h 10000"/>
                <a:gd name="connsiteX40-199" fmla="*/ 3185 w 10000"/>
                <a:gd name="connsiteY40-200" fmla="*/ 7351 h 10000"/>
                <a:gd name="connsiteX41-201" fmla="*/ 3152 w 10000"/>
                <a:gd name="connsiteY41-202" fmla="*/ 6741 h 10000"/>
                <a:gd name="connsiteX42-203" fmla="*/ 3447 w 10000"/>
                <a:gd name="connsiteY42-204" fmla="*/ 6168 h 10000"/>
                <a:gd name="connsiteX43-205" fmla="*/ 4210 w 10000"/>
                <a:gd name="connsiteY43-206" fmla="*/ 5681 h 10000"/>
                <a:gd name="connsiteX44-207" fmla="*/ 5131 w 10000"/>
                <a:gd name="connsiteY44-208" fmla="*/ 5353 h 10000"/>
                <a:gd name="connsiteX45-209" fmla="*/ 6942 w 10000"/>
                <a:gd name="connsiteY45-210" fmla="*/ 5015 h 10000"/>
                <a:gd name="connsiteX46-211" fmla="*/ 5639 w 10000"/>
                <a:gd name="connsiteY46-212" fmla="*/ 4796 h 10000"/>
                <a:gd name="connsiteX47-213" fmla="*/ 4821 w 10000"/>
                <a:gd name="connsiteY47-214" fmla="*/ 4608 h 10000"/>
                <a:gd name="connsiteX48-215" fmla="*/ 4030 w 10000"/>
                <a:gd name="connsiteY48-216" fmla="*/ 4270 h 10000"/>
                <a:gd name="connsiteX49-217" fmla="*/ 3332 w 10000"/>
                <a:gd name="connsiteY49-218" fmla="*/ 3795 h 10000"/>
                <a:gd name="connsiteX50-219" fmla="*/ 3043 w 10000"/>
                <a:gd name="connsiteY50-220" fmla="*/ 3285 h 10000"/>
                <a:gd name="connsiteX51-221" fmla="*/ 3065 w 10000"/>
                <a:gd name="connsiteY51-222" fmla="*/ 2745 h 10000"/>
                <a:gd name="connsiteX52-223" fmla="*/ 3299 w 10000"/>
                <a:gd name="connsiteY52-224" fmla="*/ 2178 h 10000"/>
                <a:gd name="connsiteX53-225" fmla="*/ 3523 w 10000"/>
                <a:gd name="connsiteY53-226" fmla="*/ 1505 h 10000"/>
                <a:gd name="connsiteX54-227" fmla="*/ 3376 w 10000"/>
                <a:gd name="connsiteY54-228" fmla="*/ 1073 h 10000"/>
                <a:gd name="connsiteX55-229" fmla="*/ 2836 w 10000"/>
                <a:gd name="connsiteY55-230" fmla="*/ 734 h 10000"/>
                <a:gd name="connsiteX56-231" fmla="*/ 1860 w 10000"/>
                <a:gd name="connsiteY56-232" fmla="*/ 399 h 10000"/>
                <a:gd name="connsiteX57-233" fmla="*/ 829 w 10000"/>
                <a:gd name="connsiteY57-234" fmla="*/ 220 h 10000"/>
                <a:gd name="connsiteX58-235" fmla="*/ 0 w 10000"/>
                <a:gd name="connsiteY58-236" fmla="*/ 136 h 10000"/>
                <a:gd name="connsiteX0-237" fmla="*/ 0 w 10000"/>
                <a:gd name="connsiteY0-238" fmla="*/ 136 h 10000"/>
                <a:gd name="connsiteX1-239" fmla="*/ 0 w 10000"/>
                <a:gd name="connsiteY1-240" fmla="*/ 0 h 10000"/>
                <a:gd name="connsiteX2-241" fmla="*/ 1543 w 10000"/>
                <a:gd name="connsiteY2-242" fmla="*/ 118 h 10000"/>
                <a:gd name="connsiteX3-243" fmla="*/ 2825 w 10000"/>
                <a:gd name="connsiteY3-244" fmla="*/ 303 h 10000"/>
                <a:gd name="connsiteX4-245" fmla="*/ 3942 w 10000"/>
                <a:gd name="connsiteY4-246" fmla="*/ 611 h 10000"/>
                <a:gd name="connsiteX5-247" fmla="*/ 4706 w 10000"/>
                <a:gd name="connsiteY5-248" fmla="*/ 995 h 10000"/>
                <a:gd name="connsiteX6-249" fmla="*/ 5099 w 10000"/>
                <a:gd name="connsiteY6-250" fmla="*/ 1412 h 10000"/>
                <a:gd name="connsiteX7-251" fmla="*/ 5268 w 10000"/>
                <a:gd name="connsiteY7-252" fmla="*/ 1900 h 10000"/>
                <a:gd name="connsiteX8-253" fmla="*/ 5077 w 10000"/>
                <a:gd name="connsiteY8-254" fmla="*/ 2497 h 10000"/>
                <a:gd name="connsiteX9-255" fmla="*/ 4668 w 10000"/>
                <a:gd name="connsiteY9-256" fmla="*/ 3049 h 10000"/>
                <a:gd name="connsiteX10-257" fmla="*/ 4515 w 10000"/>
                <a:gd name="connsiteY10-258" fmla="*/ 3623 h 10000"/>
                <a:gd name="connsiteX11-259" fmla="*/ 4739 w 10000"/>
                <a:gd name="connsiteY11-260" fmla="*/ 4166 h 10000"/>
                <a:gd name="connsiteX12-261" fmla="*/ 5241 w 10000"/>
                <a:gd name="connsiteY12-262" fmla="*/ 4475 h 10000"/>
                <a:gd name="connsiteX13-263" fmla="*/ 6053 w 10000"/>
                <a:gd name="connsiteY13-264" fmla="*/ 4688 h 10000"/>
                <a:gd name="connsiteX14-265" fmla="*/ 6784 w 10000"/>
                <a:gd name="connsiteY14-266" fmla="*/ 4811 h 10000"/>
                <a:gd name="connsiteX15-267" fmla="*/ 7700 w 10000"/>
                <a:gd name="connsiteY15-268" fmla="*/ 4862 h 10000"/>
                <a:gd name="connsiteX16-269" fmla="*/ 10000 w 10000"/>
                <a:gd name="connsiteY16-270" fmla="*/ 4986 h 10000"/>
                <a:gd name="connsiteX17-271" fmla="*/ 7700 w 10000"/>
                <a:gd name="connsiteY17-272" fmla="*/ 5127 h 10000"/>
                <a:gd name="connsiteX18-273" fmla="*/ 6304 w 10000"/>
                <a:gd name="connsiteY18-274" fmla="*/ 5268 h 10000"/>
                <a:gd name="connsiteX19-275" fmla="*/ 5448 w 10000"/>
                <a:gd name="connsiteY19-276" fmla="*/ 5480 h 10000"/>
                <a:gd name="connsiteX20-277" fmla="*/ 4799 w 10000"/>
                <a:gd name="connsiteY20-278" fmla="*/ 5842 h 10000"/>
                <a:gd name="connsiteX21-279" fmla="*/ 4505 w 10000"/>
                <a:gd name="connsiteY21-280" fmla="*/ 6335 h 10000"/>
                <a:gd name="connsiteX22-281" fmla="*/ 4635 w 10000"/>
                <a:gd name="connsiteY22-282" fmla="*/ 6982 h 10000"/>
                <a:gd name="connsiteX23-283" fmla="*/ 4821 w 10000"/>
                <a:gd name="connsiteY23-284" fmla="*/ 7413 h 10000"/>
                <a:gd name="connsiteX24-285" fmla="*/ 5099 w 10000"/>
                <a:gd name="connsiteY24-286" fmla="*/ 7913 h 10000"/>
                <a:gd name="connsiteX25-287" fmla="*/ 5148 w 10000"/>
                <a:gd name="connsiteY25-288" fmla="*/ 8402 h 10000"/>
                <a:gd name="connsiteX26-289" fmla="*/ 4869 w 10000"/>
                <a:gd name="connsiteY26-290" fmla="*/ 8877 h 10000"/>
                <a:gd name="connsiteX27-291" fmla="*/ 4319 w 10000"/>
                <a:gd name="connsiteY27-292" fmla="*/ 9247 h 10000"/>
                <a:gd name="connsiteX28-293" fmla="*/ 3484 w 10000"/>
                <a:gd name="connsiteY28-294" fmla="*/ 9553 h 10000"/>
                <a:gd name="connsiteX29-295" fmla="*/ 2498 w 10000"/>
                <a:gd name="connsiteY29-296" fmla="*/ 9790 h 10000"/>
                <a:gd name="connsiteX30-297" fmla="*/ 1690 w 10000"/>
                <a:gd name="connsiteY30-298" fmla="*/ 9936 h 10000"/>
                <a:gd name="connsiteX31-299" fmla="*/ 1156 w 10000"/>
                <a:gd name="connsiteY31-300" fmla="*/ 9999 h 10000"/>
                <a:gd name="connsiteX32-301" fmla="*/ 932 w 10000"/>
                <a:gd name="connsiteY32-302" fmla="*/ 9946 h 10000"/>
                <a:gd name="connsiteX33-303" fmla="*/ 1134 w 10000"/>
                <a:gd name="connsiteY33-304" fmla="*/ 9833 h 10000"/>
                <a:gd name="connsiteX34-305" fmla="*/ 1636 w 10000"/>
                <a:gd name="connsiteY34-306" fmla="*/ 9725 h 10000"/>
                <a:gd name="connsiteX35-307" fmla="*/ 2427 w 10000"/>
                <a:gd name="connsiteY35-308" fmla="*/ 9500 h 10000"/>
                <a:gd name="connsiteX36-309" fmla="*/ 3075 w 10000"/>
                <a:gd name="connsiteY36-310" fmla="*/ 9179 h 10000"/>
                <a:gd name="connsiteX37-311" fmla="*/ 3408 w 10000"/>
                <a:gd name="connsiteY37-312" fmla="*/ 8850 h 10000"/>
                <a:gd name="connsiteX38-313" fmla="*/ 3479 w 10000"/>
                <a:gd name="connsiteY38-314" fmla="*/ 8527 h 10000"/>
                <a:gd name="connsiteX39-315" fmla="*/ 3370 w 10000"/>
                <a:gd name="connsiteY39-316" fmla="*/ 8035 h 10000"/>
                <a:gd name="connsiteX40-317" fmla="*/ 3185 w 10000"/>
                <a:gd name="connsiteY40-318" fmla="*/ 7351 h 10000"/>
                <a:gd name="connsiteX41-319" fmla="*/ 3152 w 10000"/>
                <a:gd name="connsiteY41-320" fmla="*/ 6741 h 10000"/>
                <a:gd name="connsiteX42-321" fmla="*/ 3447 w 10000"/>
                <a:gd name="connsiteY42-322" fmla="*/ 6168 h 10000"/>
                <a:gd name="connsiteX43-323" fmla="*/ 4210 w 10000"/>
                <a:gd name="connsiteY43-324" fmla="*/ 5681 h 10000"/>
                <a:gd name="connsiteX44-325" fmla="*/ 5131 w 10000"/>
                <a:gd name="connsiteY44-326" fmla="*/ 5353 h 10000"/>
                <a:gd name="connsiteX45-327" fmla="*/ 6942 w 10000"/>
                <a:gd name="connsiteY45-328" fmla="*/ 5015 h 10000"/>
                <a:gd name="connsiteX46-329" fmla="*/ 5639 w 10000"/>
                <a:gd name="connsiteY46-330" fmla="*/ 4796 h 10000"/>
                <a:gd name="connsiteX47-331" fmla="*/ 4821 w 10000"/>
                <a:gd name="connsiteY47-332" fmla="*/ 4608 h 10000"/>
                <a:gd name="connsiteX48-333" fmla="*/ 4030 w 10000"/>
                <a:gd name="connsiteY48-334" fmla="*/ 4270 h 10000"/>
                <a:gd name="connsiteX49-335" fmla="*/ 3332 w 10000"/>
                <a:gd name="connsiteY49-336" fmla="*/ 3795 h 10000"/>
                <a:gd name="connsiteX50-337" fmla="*/ 3043 w 10000"/>
                <a:gd name="connsiteY50-338" fmla="*/ 3285 h 10000"/>
                <a:gd name="connsiteX51-339" fmla="*/ 3065 w 10000"/>
                <a:gd name="connsiteY51-340" fmla="*/ 2745 h 10000"/>
                <a:gd name="connsiteX52-341" fmla="*/ 3299 w 10000"/>
                <a:gd name="connsiteY52-342" fmla="*/ 2178 h 10000"/>
                <a:gd name="connsiteX53-343" fmla="*/ 3523 w 10000"/>
                <a:gd name="connsiteY53-344" fmla="*/ 1505 h 10000"/>
                <a:gd name="connsiteX54-345" fmla="*/ 3376 w 10000"/>
                <a:gd name="connsiteY54-346" fmla="*/ 1073 h 10000"/>
                <a:gd name="connsiteX55-347" fmla="*/ 2836 w 10000"/>
                <a:gd name="connsiteY55-348" fmla="*/ 734 h 10000"/>
                <a:gd name="connsiteX56-349" fmla="*/ 1860 w 10000"/>
                <a:gd name="connsiteY56-350" fmla="*/ 399 h 10000"/>
                <a:gd name="connsiteX57-351" fmla="*/ 829 w 10000"/>
                <a:gd name="connsiteY57-352" fmla="*/ 220 h 10000"/>
                <a:gd name="connsiteX58-353" fmla="*/ 0 w 10000"/>
                <a:gd name="connsiteY58-354" fmla="*/ 136 h 10000"/>
                <a:gd name="connsiteX0-355" fmla="*/ 0 w 10000"/>
                <a:gd name="connsiteY0-356" fmla="*/ 136 h 10000"/>
                <a:gd name="connsiteX1-357" fmla="*/ 0 w 10000"/>
                <a:gd name="connsiteY1-358" fmla="*/ 0 h 10000"/>
                <a:gd name="connsiteX2-359" fmla="*/ 1543 w 10000"/>
                <a:gd name="connsiteY2-360" fmla="*/ 118 h 10000"/>
                <a:gd name="connsiteX3-361" fmla="*/ 2825 w 10000"/>
                <a:gd name="connsiteY3-362" fmla="*/ 303 h 10000"/>
                <a:gd name="connsiteX4-363" fmla="*/ 3942 w 10000"/>
                <a:gd name="connsiteY4-364" fmla="*/ 611 h 10000"/>
                <a:gd name="connsiteX5-365" fmla="*/ 4706 w 10000"/>
                <a:gd name="connsiteY5-366" fmla="*/ 995 h 10000"/>
                <a:gd name="connsiteX6-367" fmla="*/ 5099 w 10000"/>
                <a:gd name="connsiteY6-368" fmla="*/ 1412 h 10000"/>
                <a:gd name="connsiteX7-369" fmla="*/ 5268 w 10000"/>
                <a:gd name="connsiteY7-370" fmla="*/ 1900 h 10000"/>
                <a:gd name="connsiteX8-371" fmla="*/ 5077 w 10000"/>
                <a:gd name="connsiteY8-372" fmla="*/ 2497 h 10000"/>
                <a:gd name="connsiteX9-373" fmla="*/ 4668 w 10000"/>
                <a:gd name="connsiteY9-374" fmla="*/ 3049 h 10000"/>
                <a:gd name="connsiteX10-375" fmla="*/ 4515 w 10000"/>
                <a:gd name="connsiteY10-376" fmla="*/ 3623 h 10000"/>
                <a:gd name="connsiteX11-377" fmla="*/ 4739 w 10000"/>
                <a:gd name="connsiteY11-378" fmla="*/ 4166 h 10000"/>
                <a:gd name="connsiteX12-379" fmla="*/ 5241 w 10000"/>
                <a:gd name="connsiteY12-380" fmla="*/ 4475 h 10000"/>
                <a:gd name="connsiteX13-381" fmla="*/ 6053 w 10000"/>
                <a:gd name="connsiteY13-382" fmla="*/ 4688 h 10000"/>
                <a:gd name="connsiteX14-383" fmla="*/ 6784 w 10000"/>
                <a:gd name="connsiteY14-384" fmla="*/ 4811 h 10000"/>
                <a:gd name="connsiteX15-385" fmla="*/ 7700 w 10000"/>
                <a:gd name="connsiteY15-386" fmla="*/ 4862 h 10000"/>
                <a:gd name="connsiteX16-387" fmla="*/ 10000 w 10000"/>
                <a:gd name="connsiteY16-388" fmla="*/ 4986 h 10000"/>
                <a:gd name="connsiteX17-389" fmla="*/ 7700 w 10000"/>
                <a:gd name="connsiteY17-390" fmla="*/ 5127 h 10000"/>
                <a:gd name="connsiteX18-391" fmla="*/ 6304 w 10000"/>
                <a:gd name="connsiteY18-392" fmla="*/ 5268 h 10000"/>
                <a:gd name="connsiteX19-393" fmla="*/ 5448 w 10000"/>
                <a:gd name="connsiteY19-394" fmla="*/ 5480 h 10000"/>
                <a:gd name="connsiteX20-395" fmla="*/ 4799 w 10000"/>
                <a:gd name="connsiteY20-396" fmla="*/ 5842 h 10000"/>
                <a:gd name="connsiteX21-397" fmla="*/ 4505 w 10000"/>
                <a:gd name="connsiteY21-398" fmla="*/ 6335 h 10000"/>
                <a:gd name="connsiteX22-399" fmla="*/ 4635 w 10000"/>
                <a:gd name="connsiteY22-400" fmla="*/ 6982 h 10000"/>
                <a:gd name="connsiteX23-401" fmla="*/ 4821 w 10000"/>
                <a:gd name="connsiteY23-402" fmla="*/ 7413 h 10000"/>
                <a:gd name="connsiteX24-403" fmla="*/ 5099 w 10000"/>
                <a:gd name="connsiteY24-404" fmla="*/ 7913 h 10000"/>
                <a:gd name="connsiteX25-405" fmla="*/ 5148 w 10000"/>
                <a:gd name="connsiteY25-406" fmla="*/ 8402 h 10000"/>
                <a:gd name="connsiteX26-407" fmla="*/ 4869 w 10000"/>
                <a:gd name="connsiteY26-408" fmla="*/ 8877 h 10000"/>
                <a:gd name="connsiteX27-409" fmla="*/ 4319 w 10000"/>
                <a:gd name="connsiteY27-410" fmla="*/ 9247 h 10000"/>
                <a:gd name="connsiteX28-411" fmla="*/ 3484 w 10000"/>
                <a:gd name="connsiteY28-412" fmla="*/ 9553 h 10000"/>
                <a:gd name="connsiteX29-413" fmla="*/ 2498 w 10000"/>
                <a:gd name="connsiteY29-414" fmla="*/ 9790 h 10000"/>
                <a:gd name="connsiteX30-415" fmla="*/ 1690 w 10000"/>
                <a:gd name="connsiteY30-416" fmla="*/ 9936 h 10000"/>
                <a:gd name="connsiteX31-417" fmla="*/ 1156 w 10000"/>
                <a:gd name="connsiteY31-418" fmla="*/ 9999 h 10000"/>
                <a:gd name="connsiteX32-419" fmla="*/ 932 w 10000"/>
                <a:gd name="connsiteY32-420" fmla="*/ 9946 h 10000"/>
                <a:gd name="connsiteX33-421" fmla="*/ 1134 w 10000"/>
                <a:gd name="connsiteY33-422" fmla="*/ 9833 h 10000"/>
                <a:gd name="connsiteX34-423" fmla="*/ 1636 w 10000"/>
                <a:gd name="connsiteY34-424" fmla="*/ 9725 h 10000"/>
                <a:gd name="connsiteX35-425" fmla="*/ 2427 w 10000"/>
                <a:gd name="connsiteY35-426" fmla="*/ 9500 h 10000"/>
                <a:gd name="connsiteX36-427" fmla="*/ 3075 w 10000"/>
                <a:gd name="connsiteY36-428" fmla="*/ 9179 h 10000"/>
                <a:gd name="connsiteX37-429" fmla="*/ 3408 w 10000"/>
                <a:gd name="connsiteY37-430" fmla="*/ 8850 h 10000"/>
                <a:gd name="connsiteX38-431" fmla="*/ 3479 w 10000"/>
                <a:gd name="connsiteY38-432" fmla="*/ 8527 h 10000"/>
                <a:gd name="connsiteX39-433" fmla="*/ 3370 w 10000"/>
                <a:gd name="connsiteY39-434" fmla="*/ 8035 h 10000"/>
                <a:gd name="connsiteX40-435" fmla="*/ 3185 w 10000"/>
                <a:gd name="connsiteY40-436" fmla="*/ 7351 h 10000"/>
                <a:gd name="connsiteX41-437" fmla="*/ 3152 w 10000"/>
                <a:gd name="connsiteY41-438" fmla="*/ 6741 h 10000"/>
                <a:gd name="connsiteX42-439" fmla="*/ 3447 w 10000"/>
                <a:gd name="connsiteY42-440" fmla="*/ 6168 h 10000"/>
                <a:gd name="connsiteX43-441" fmla="*/ 4210 w 10000"/>
                <a:gd name="connsiteY43-442" fmla="*/ 5681 h 10000"/>
                <a:gd name="connsiteX44-443" fmla="*/ 5131 w 10000"/>
                <a:gd name="connsiteY44-444" fmla="*/ 5353 h 10000"/>
                <a:gd name="connsiteX45-445" fmla="*/ 6942 w 10000"/>
                <a:gd name="connsiteY45-446" fmla="*/ 5015 h 10000"/>
                <a:gd name="connsiteX46-447" fmla="*/ 5639 w 10000"/>
                <a:gd name="connsiteY46-448" fmla="*/ 4796 h 10000"/>
                <a:gd name="connsiteX47-449" fmla="*/ 4821 w 10000"/>
                <a:gd name="connsiteY47-450" fmla="*/ 4608 h 10000"/>
                <a:gd name="connsiteX48-451" fmla="*/ 4030 w 10000"/>
                <a:gd name="connsiteY48-452" fmla="*/ 4270 h 10000"/>
                <a:gd name="connsiteX49-453" fmla="*/ 3332 w 10000"/>
                <a:gd name="connsiteY49-454" fmla="*/ 3795 h 10000"/>
                <a:gd name="connsiteX50-455" fmla="*/ 3043 w 10000"/>
                <a:gd name="connsiteY50-456" fmla="*/ 3285 h 10000"/>
                <a:gd name="connsiteX51-457" fmla="*/ 3065 w 10000"/>
                <a:gd name="connsiteY51-458" fmla="*/ 2745 h 10000"/>
                <a:gd name="connsiteX52-459" fmla="*/ 3299 w 10000"/>
                <a:gd name="connsiteY52-460" fmla="*/ 2178 h 10000"/>
                <a:gd name="connsiteX53-461" fmla="*/ 3523 w 10000"/>
                <a:gd name="connsiteY53-462" fmla="*/ 1505 h 10000"/>
                <a:gd name="connsiteX54-463" fmla="*/ 3376 w 10000"/>
                <a:gd name="connsiteY54-464" fmla="*/ 1073 h 10000"/>
                <a:gd name="connsiteX55-465" fmla="*/ 2836 w 10000"/>
                <a:gd name="connsiteY55-466" fmla="*/ 734 h 10000"/>
                <a:gd name="connsiteX56-467" fmla="*/ 1860 w 10000"/>
                <a:gd name="connsiteY56-468" fmla="*/ 399 h 10000"/>
                <a:gd name="connsiteX57-469" fmla="*/ 829 w 10000"/>
                <a:gd name="connsiteY57-470" fmla="*/ 220 h 10000"/>
                <a:gd name="connsiteX58-471" fmla="*/ 0 w 10000"/>
                <a:gd name="connsiteY58-472" fmla="*/ 136 h 10000"/>
                <a:gd name="connsiteX0-473" fmla="*/ 0 w 10000"/>
                <a:gd name="connsiteY0-474" fmla="*/ 136 h 10000"/>
                <a:gd name="connsiteX1-475" fmla="*/ 0 w 10000"/>
                <a:gd name="connsiteY1-476" fmla="*/ 0 h 10000"/>
                <a:gd name="connsiteX2-477" fmla="*/ 1543 w 10000"/>
                <a:gd name="connsiteY2-478" fmla="*/ 118 h 10000"/>
                <a:gd name="connsiteX3-479" fmla="*/ 2825 w 10000"/>
                <a:gd name="connsiteY3-480" fmla="*/ 303 h 10000"/>
                <a:gd name="connsiteX4-481" fmla="*/ 3942 w 10000"/>
                <a:gd name="connsiteY4-482" fmla="*/ 611 h 10000"/>
                <a:gd name="connsiteX5-483" fmla="*/ 4706 w 10000"/>
                <a:gd name="connsiteY5-484" fmla="*/ 995 h 10000"/>
                <a:gd name="connsiteX6-485" fmla="*/ 5099 w 10000"/>
                <a:gd name="connsiteY6-486" fmla="*/ 1412 h 10000"/>
                <a:gd name="connsiteX7-487" fmla="*/ 5268 w 10000"/>
                <a:gd name="connsiteY7-488" fmla="*/ 1900 h 10000"/>
                <a:gd name="connsiteX8-489" fmla="*/ 5077 w 10000"/>
                <a:gd name="connsiteY8-490" fmla="*/ 2497 h 10000"/>
                <a:gd name="connsiteX9-491" fmla="*/ 4668 w 10000"/>
                <a:gd name="connsiteY9-492" fmla="*/ 3049 h 10000"/>
                <a:gd name="connsiteX10-493" fmla="*/ 4515 w 10000"/>
                <a:gd name="connsiteY10-494" fmla="*/ 3623 h 10000"/>
                <a:gd name="connsiteX11-495" fmla="*/ 4739 w 10000"/>
                <a:gd name="connsiteY11-496" fmla="*/ 4166 h 10000"/>
                <a:gd name="connsiteX12-497" fmla="*/ 5241 w 10000"/>
                <a:gd name="connsiteY12-498" fmla="*/ 4475 h 10000"/>
                <a:gd name="connsiteX13-499" fmla="*/ 6053 w 10000"/>
                <a:gd name="connsiteY13-500" fmla="*/ 4688 h 10000"/>
                <a:gd name="connsiteX14-501" fmla="*/ 7700 w 10000"/>
                <a:gd name="connsiteY14-502" fmla="*/ 4862 h 10000"/>
                <a:gd name="connsiteX15-503" fmla="*/ 10000 w 10000"/>
                <a:gd name="connsiteY15-504" fmla="*/ 4986 h 10000"/>
                <a:gd name="connsiteX16-505" fmla="*/ 7700 w 10000"/>
                <a:gd name="connsiteY16-506" fmla="*/ 5127 h 10000"/>
                <a:gd name="connsiteX17-507" fmla="*/ 6304 w 10000"/>
                <a:gd name="connsiteY17-508" fmla="*/ 5268 h 10000"/>
                <a:gd name="connsiteX18-509" fmla="*/ 5448 w 10000"/>
                <a:gd name="connsiteY18-510" fmla="*/ 5480 h 10000"/>
                <a:gd name="connsiteX19-511" fmla="*/ 4799 w 10000"/>
                <a:gd name="connsiteY19-512" fmla="*/ 5842 h 10000"/>
                <a:gd name="connsiteX20-513" fmla="*/ 4505 w 10000"/>
                <a:gd name="connsiteY20-514" fmla="*/ 6335 h 10000"/>
                <a:gd name="connsiteX21-515" fmla="*/ 4635 w 10000"/>
                <a:gd name="connsiteY21-516" fmla="*/ 6982 h 10000"/>
                <a:gd name="connsiteX22-517" fmla="*/ 4821 w 10000"/>
                <a:gd name="connsiteY22-518" fmla="*/ 7413 h 10000"/>
                <a:gd name="connsiteX23-519" fmla="*/ 5099 w 10000"/>
                <a:gd name="connsiteY23-520" fmla="*/ 7913 h 10000"/>
                <a:gd name="connsiteX24-521" fmla="*/ 5148 w 10000"/>
                <a:gd name="connsiteY24-522" fmla="*/ 8402 h 10000"/>
                <a:gd name="connsiteX25-523" fmla="*/ 4869 w 10000"/>
                <a:gd name="connsiteY25-524" fmla="*/ 8877 h 10000"/>
                <a:gd name="connsiteX26-525" fmla="*/ 4319 w 10000"/>
                <a:gd name="connsiteY26-526" fmla="*/ 9247 h 10000"/>
                <a:gd name="connsiteX27-527" fmla="*/ 3484 w 10000"/>
                <a:gd name="connsiteY27-528" fmla="*/ 9553 h 10000"/>
                <a:gd name="connsiteX28-529" fmla="*/ 2498 w 10000"/>
                <a:gd name="connsiteY28-530" fmla="*/ 9790 h 10000"/>
                <a:gd name="connsiteX29-531" fmla="*/ 1690 w 10000"/>
                <a:gd name="connsiteY29-532" fmla="*/ 9936 h 10000"/>
                <a:gd name="connsiteX30-533" fmla="*/ 1156 w 10000"/>
                <a:gd name="connsiteY30-534" fmla="*/ 9999 h 10000"/>
                <a:gd name="connsiteX31-535" fmla="*/ 932 w 10000"/>
                <a:gd name="connsiteY31-536" fmla="*/ 9946 h 10000"/>
                <a:gd name="connsiteX32-537" fmla="*/ 1134 w 10000"/>
                <a:gd name="connsiteY32-538" fmla="*/ 9833 h 10000"/>
                <a:gd name="connsiteX33-539" fmla="*/ 1636 w 10000"/>
                <a:gd name="connsiteY33-540" fmla="*/ 9725 h 10000"/>
                <a:gd name="connsiteX34-541" fmla="*/ 2427 w 10000"/>
                <a:gd name="connsiteY34-542" fmla="*/ 9500 h 10000"/>
                <a:gd name="connsiteX35-543" fmla="*/ 3075 w 10000"/>
                <a:gd name="connsiteY35-544" fmla="*/ 9179 h 10000"/>
                <a:gd name="connsiteX36-545" fmla="*/ 3408 w 10000"/>
                <a:gd name="connsiteY36-546" fmla="*/ 8850 h 10000"/>
                <a:gd name="connsiteX37-547" fmla="*/ 3479 w 10000"/>
                <a:gd name="connsiteY37-548" fmla="*/ 8527 h 10000"/>
                <a:gd name="connsiteX38-549" fmla="*/ 3370 w 10000"/>
                <a:gd name="connsiteY38-550" fmla="*/ 8035 h 10000"/>
                <a:gd name="connsiteX39-551" fmla="*/ 3185 w 10000"/>
                <a:gd name="connsiteY39-552" fmla="*/ 7351 h 10000"/>
                <a:gd name="connsiteX40-553" fmla="*/ 3152 w 10000"/>
                <a:gd name="connsiteY40-554" fmla="*/ 6741 h 10000"/>
                <a:gd name="connsiteX41-555" fmla="*/ 3447 w 10000"/>
                <a:gd name="connsiteY41-556" fmla="*/ 6168 h 10000"/>
                <a:gd name="connsiteX42-557" fmla="*/ 4210 w 10000"/>
                <a:gd name="connsiteY42-558" fmla="*/ 5681 h 10000"/>
                <a:gd name="connsiteX43-559" fmla="*/ 5131 w 10000"/>
                <a:gd name="connsiteY43-560" fmla="*/ 5353 h 10000"/>
                <a:gd name="connsiteX44-561" fmla="*/ 6942 w 10000"/>
                <a:gd name="connsiteY44-562" fmla="*/ 5015 h 10000"/>
                <a:gd name="connsiteX45-563" fmla="*/ 5639 w 10000"/>
                <a:gd name="connsiteY45-564" fmla="*/ 4796 h 10000"/>
                <a:gd name="connsiteX46-565" fmla="*/ 4821 w 10000"/>
                <a:gd name="connsiteY46-566" fmla="*/ 4608 h 10000"/>
                <a:gd name="connsiteX47-567" fmla="*/ 4030 w 10000"/>
                <a:gd name="connsiteY47-568" fmla="*/ 4270 h 10000"/>
                <a:gd name="connsiteX48-569" fmla="*/ 3332 w 10000"/>
                <a:gd name="connsiteY48-570" fmla="*/ 3795 h 10000"/>
                <a:gd name="connsiteX49-571" fmla="*/ 3043 w 10000"/>
                <a:gd name="connsiteY49-572" fmla="*/ 3285 h 10000"/>
                <a:gd name="connsiteX50-573" fmla="*/ 3065 w 10000"/>
                <a:gd name="connsiteY50-574" fmla="*/ 2745 h 10000"/>
                <a:gd name="connsiteX51-575" fmla="*/ 3299 w 10000"/>
                <a:gd name="connsiteY51-576" fmla="*/ 2178 h 10000"/>
                <a:gd name="connsiteX52-577" fmla="*/ 3523 w 10000"/>
                <a:gd name="connsiteY52-578" fmla="*/ 1505 h 10000"/>
                <a:gd name="connsiteX53-579" fmla="*/ 3376 w 10000"/>
                <a:gd name="connsiteY53-580" fmla="*/ 1073 h 10000"/>
                <a:gd name="connsiteX54-581" fmla="*/ 2836 w 10000"/>
                <a:gd name="connsiteY54-582" fmla="*/ 734 h 10000"/>
                <a:gd name="connsiteX55-583" fmla="*/ 1860 w 10000"/>
                <a:gd name="connsiteY55-584" fmla="*/ 399 h 10000"/>
                <a:gd name="connsiteX56-585" fmla="*/ 829 w 10000"/>
                <a:gd name="connsiteY56-586" fmla="*/ 220 h 10000"/>
                <a:gd name="connsiteX57-587" fmla="*/ 0 w 10000"/>
                <a:gd name="connsiteY57-588" fmla="*/ 136 h 100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 ang="0">
                  <a:pos x="connsiteX22-45" y="connsiteY22-46"/>
                </a:cxn>
                <a:cxn ang="0">
                  <a:pos x="connsiteX23-47" y="connsiteY23-48"/>
                </a:cxn>
                <a:cxn ang="0">
                  <a:pos x="connsiteX24-49" y="connsiteY24-50"/>
                </a:cxn>
                <a:cxn ang="0">
                  <a:pos x="connsiteX25-51" y="connsiteY25-52"/>
                </a:cxn>
                <a:cxn ang="0">
                  <a:pos x="connsiteX26-53" y="connsiteY26-54"/>
                </a:cxn>
                <a:cxn ang="0">
                  <a:pos x="connsiteX27-55" y="connsiteY27-56"/>
                </a:cxn>
                <a:cxn ang="0">
                  <a:pos x="connsiteX28-57" y="connsiteY28-58"/>
                </a:cxn>
                <a:cxn ang="0">
                  <a:pos x="connsiteX29-59" y="connsiteY29-60"/>
                </a:cxn>
                <a:cxn ang="0">
                  <a:pos x="connsiteX30-61" y="connsiteY30-62"/>
                </a:cxn>
                <a:cxn ang="0">
                  <a:pos x="connsiteX31-63" y="connsiteY31-64"/>
                </a:cxn>
                <a:cxn ang="0">
                  <a:pos x="connsiteX32-65" y="connsiteY32-66"/>
                </a:cxn>
                <a:cxn ang="0">
                  <a:pos x="connsiteX33-67" y="connsiteY33-68"/>
                </a:cxn>
                <a:cxn ang="0">
                  <a:pos x="connsiteX34-69" y="connsiteY34-70"/>
                </a:cxn>
                <a:cxn ang="0">
                  <a:pos x="connsiteX35-71" y="connsiteY35-72"/>
                </a:cxn>
                <a:cxn ang="0">
                  <a:pos x="connsiteX36-73" y="connsiteY36-74"/>
                </a:cxn>
                <a:cxn ang="0">
                  <a:pos x="connsiteX37-75" y="connsiteY37-76"/>
                </a:cxn>
                <a:cxn ang="0">
                  <a:pos x="connsiteX38-77" y="connsiteY38-78"/>
                </a:cxn>
                <a:cxn ang="0">
                  <a:pos x="connsiteX39-79" y="connsiteY39-80"/>
                </a:cxn>
                <a:cxn ang="0">
                  <a:pos x="connsiteX40-81" y="connsiteY40-82"/>
                </a:cxn>
                <a:cxn ang="0">
                  <a:pos x="connsiteX41-83" y="connsiteY41-84"/>
                </a:cxn>
                <a:cxn ang="0">
                  <a:pos x="connsiteX42-85" y="connsiteY42-86"/>
                </a:cxn>
                <a:cxn ang="0">
                  <a:pos x="connsiteX43-87" y="connsiteY43-88"/>
                </a:cxn>
                <a:cxn ang="0">
                  <a:pos x="connsiteX44-89" y="connsiteY44-90"/>
                </a:cxn>
                <a:cxn ang="0">
                  <a:pos x="connsiteX45-91" y="connsiteY45-92"/>
                </a:cxn>
                <a:cxn ang="0">
                  <a:pos x="connsiteX46-93" y="connsiteY46-94"/>
                </a:cxn>
                <a:cxn ang="0">
                  <a:pos x="connsiteX47-95" y="connsiteY47-96"/>
                </a:cxn>
                <a:cxn ang="0">
                  <a:pos x="connsiteX48-97" y="connsiteY48-98"/>
                </a:cxn>
                <a:cxn ang="0">
                  <a:pos x="connsiteX49-99" y="connsiteY49-100"/>
                </a:cxn>
                <a:cxn ang="0">
                  <a:pos x="connsiteX50-101" y="connsiteY50-102"/>
                </a:cxn>
                <a:cxn ang="0">
                  <a:pos x="connsiteX51-103" y="connsiteY51-104"/>
                </a:cxn>
                <a:cxn ang="0">
                  <a:pos x="connsiteX52-105" y="connsiteY52-106"/>
                </a:cxn>
                <a:cxn ang="0">
                  <a:pos x="connsiteX53-107" y="connsiteY53-108"/>
                </a:cxn>
                <a:cxn ang="0">
                  <a:pos x="connsiteX54-109" y="connsiteY54-110"/>
                </a:cxn>
                <a:cxn ang="0">
                  <a:pos x="connsiteX55-111" y="connsiteY55-112"/>
                </a:cxn>
                <a:cxn ang="0">
                  <a:pos x="connsiteX56-113" y="connsiteY56-114"/>
                </a:cxn>
                <a:cxn ang="0">
                  <a:pos x="connsiteX57-115" y="connsiteY57-116"/>
                </a:cxn>
              </a:cxnLst>
              <a:rect l="l" t="t" r="r" b="b"/>
              <a:pathLst>
                <a:path w="10000" h="10000">
                  <a:moveTo>
                    <a:pt x="0" y="136"/>
                  </a:moveTo>
                  <a:lnTo>
                    <a:pt x="0" y="0"/>
                  </a:lnTo>
                  <a:lnTo>
                    <a:pt x="1543" y="118"/>
                  </a:lnTo>
                  <a:cubicBezTo>
                    <a:pt x="1985" y="158"/>
                    <a:pt x="2410" y="220"/>
                    <a:pt x="2825" y="303"/>
                  </a:cubicBezTo>
                  <a:cubicBezTo>
                    <a:pt x="3239" y="384"/>
                    <a:pt x="3610" y="488"/>
                    <a:pt x="3942" y="611"/>
                  </a:cubicBezTo>
                  <a:cubicBezTo>
                    <a:pt x="4275" y="737"/>
                    <a:pt x="4526" y="865"/>
                    <a:pt x="4706" y="995"/>
                  </a:cubicBezTo>
                  <a:cubicBezTo>
                    <a:pt x="4875" y="1124"/>
                    <a:pt x="5000" y="1264"/>
                    <a:pt x="5099" y="1412"/>
                  </a:cubicBezTo>
                  <a:cubicBezTo>
                    <a:pt x="5191" y="1560"/>
                    <a:pt x="5251" y="1725"/>
                    <a:pt x="5268" y="1900"/>
                  </a:cubicBezTo>
                  <a:cubicBezTo>
                    <a:pt x="5290" y="2078"/>
                    <a:pt x="5230" y="2278"/>
                    <a:pt x="5077" y="2497"/>
                  </a:cubicBezTo>
                  <a:lnTo>
                    <a:pt x="4668" y="3049"/>
                  </a:lnTo>
                  <a:cubicBezTo>
                    <a:pt x="4548" y="3232"/>
                    <a:pt x="4505" y="3422"/>
                    <a:pt x="4515" y="3623"/>
                  </a:cubicBezTo>
                  <a:cubicBezTo>
                    <a:pt x="4515" y="3843"/>
                    <a:pt x="4586" y="4024"/>
                    <a:pt x="4739" y="4166"/>
                  </a:cubicBezTo>
                  <a:cubicBezTo>
                    <a:pt x="4886" y="4308"/>
                    <a:pt x="5050" y="4411"/>
                    <a:pt x="5241" y="4475"/>
                  </a:cubicBezTo>
                  <a:cubicBezTo>
                    <a:pt x="5421" y="4536"/>
                    <a:pt x="5643" y="4624"/>
                    <a:pt x="6053" y="4688"/>
                  </a:cubicBezTo>
                  <a:cubicBezTo>
                    <a:pt x="6463" y="4752"/>
                    <a:pt x="7042" y="4812"/>
                    <a:pt x="7700" y="4862"/>
                  </a:cubicBezTo>
                  <a:cubicBezTo>
                    <a:pt x="8401" y="4900"/>
                    <a:pt x="9984" y="4948"/>
                    <a:pt x="10000" y="4986"/>
                  </a:cubicBezTo>
                  <a:cubicBezTo>
                    <a:pt x="9984" y="5037"/>
                    <a:pt x="8646" y="5065"/>
                    <a:pt x="7700" y="5127"/>
                  </a:cubicBezTo>
                  <a:cubicBezTo>
                    <a:pt x="7079" y="5172"/>
                    <a:pt x="6615" y="5219"/>
                    <a:pt x="6304" y="5268"/>
                  </a:cubicBezTo>
                  <a:cubicBezTo>
                    <a:pt x="5993" y="5317"/>
                    <a:pt x="5710" y="5388"/>
                    <a:pt x="5448" y="5480"/>
                  </a:cubicBezTo>
                  <a:cubicBezTo>
                    <a:pt x="5191" y="5573"/>
                    <a:pt x="4973" y="5693"/>
                    <a:pt x="4799" y="5842"/>
                  </a:cubicBezTo>
                  <a:cubicBezTo>
                    <a:pt x="4619" y="5988"/>
                    <a:pt x="4521" y="6153"/>
                    <a:pt x="4505" y="6335"/>
                  </a:cubicBezTo>
                  <a:cubicBezTo>
                    <a:pt x="4488" y="6518"/>
                    <a:pt x="4526" y="6732"/>
                    <a:pt x="4635" y="6982"/>
                  </a:cubicBezTo>
                  <a:cubicBezTo>
                    <a:pt x="4690" y="7153"/>
                    <a:pt x="4756" y="7298"/>
                    <a:pt x="4821" y="7413"/>
                  </a:cubicBezTo>
                  <a:lnTo>
                    <a:pt x="5099" y="7913"/>
                  </a:lnTo>
                  <a:cubicBezTo>
                    <a:pt x="5170" y="8085"/>
                    <a:pt x="5186" y="8248"/>
                    <a:pt x="5148" y="8402"/>
                  </a:cubicBezTo>
                  <a:cubicBezTo>
                    <a:pt x="5104" y="8575"/>
                    <a:pt x="5011" y="8735"/>
                    <a:pt x="4869" y="8877"/>
                  </a:cubicBezTo>
                  <a:cubicBezTo>
                    <a:pt x="4722" y="9018"/>
                    <a:pt x="4537" y="9143"/>
                    <a:pt x="4319" y="9247"/>
                  </a:cubicBezTo>
                  <a:cubicBezTo>
                    <a:pt x="4106" y="9354"/>
                    <a:pt x="3828" y="9455"/>
                    <a:pt x="3484" y="9553"/>
                  </a:cubicBezTo>
                  <a:cubicBezTo>
                    <a:pt x="3152" y="9652"/>
                    <a:pt x="2819" y="9730"/>
                    <a:pt x="2498" y="9790"/>
                  </a:cubicBezTo>
                  <a:lnTo>
                    <a:pt x="1690" y="9936"/>
                  </a:lnTo>
                  <a:cubicBezTo>
                    <a:pt x="1461" y="9986"/>
                    <a:pt x="1281" y="10006"/>
                    <a:pt x="1156" y="9999"/>
                  </a:cubicBezTo>
                  <a:cubicBezTo>
                    <a:pt x="1031" y="9993"/>
                    <a:pt x="954" y="9974"/>
                    <a:pt x="932" y="9946"/>
                  </a:cubicBezTo>
                  <a:cubicBezTo>
                    <a:pt x="906" y="9914"/>
                    <a:pt x="976" y="9878"/>
                    <a:pt x="1134" y="9833"/>
                  </a:cubicBezTo>
                  <a:cubicBezTo>
                    <a:pt x="1194" y="9818"/>
                    <a:pt x="1358" y="9781"/>
                    <a:pt x="1636" y="9725"/>
                  </a:cubicBezTo>
                  <a:cubicBezTo>
                    <a:pt x="1914" y="9665"/>
                    <a:pt x="2176" y="9592"/>
                    <a:pt x="2427" y="9500"/>
                  </a:cubicBezTo>
                  <a:cubicBezTo>
                    <a:pt x="2683" y="9409"/>
                    <a:pt x="2901" y="9304"/>
                    <a:pt x="3075" y="9179"/>
                  </a:cubicBezTo>
                  <a:cubicBezTo>
                    <a:pt x="3250" y="9056"/>
                    <a:pt x="3365" y="8947"/>
                    <a:pt x="3408" y="8850"/>
                  </a:cubicBezTo>
                  <a:cubicBezTo>
                    <a:pt x="3457" y="8755"/>
                    <a:pt x="3479" y="8645"/>
                    <a:pt x="3479" y="8527"/>
                  </a:cubicBezTo>
                  <a:cubicBezTo>
                    <a:pt x="3468" y="8422"/>
                    <a:pt x="3430" y="8259"/>
                    <a:pt x="3370" y="8035"/>
                  </a:cubicBezTo>
                  <a:cubicBezTo>
                    <a:pt x="3305" y="7810"/>
                    <a:pt x="3245" y="7582"/>
                    <a:pt x="3185" y="7351"/>
                  </a:cubicBezTo>
                  <a:cubicBezTo>
                    <a:pt x="3130" y="7122"/>
                    <a:pt x="3119" y="6920"/>
                    <a:pt x="3152" y="6741"/>
                  </a:cubicBezTo>
                  <a:cubicBezTo>
                    <a:pt x="3185" y="6506"/>
                    <a:pt x="3289" y="6315"/>
                    <a:pt x="3447" y="6168"/>
                  </a:cubicBezTo>
                  <a:cubicBezTo>
                    <a:pt x="3604" y="6022"/>
                    <a:pt x="3861" y="5859"/>
                    <a:pt x="4210" y="5681"/>
                  </a:cubicBezTo>
                  <a:cubicBezTo>
                    <a:pt x="4565" y="5503"/>
                    <a:pt x="4869" y="5393"/>
                    <a:pt x="5131" y="5353"/>
                  </a:cubicBezTo>
                  <a:lnTo>
                    <a:pt x="6942" y="5015"/>
                  </a:lnTo>
                  <a:lnTo>
                    <a:pt x="5639" y="4796"/>
                  </a:lnTo>
                  <a:cubicBezTo>
                    <a:pt x="5317" y="4736"/>
                    <a:pt x="5039" y="4673"/>
                    <a:pt x="4821" y="4608"/>
                  </a:cubicBezTo>
                  <a:cubicBezTo>
                    <a:pt x="4602" y="4545"/>
                    <a:pt x="4340" y="4431"/>
                    <a:pt x="4030" y="4270"/>
                  </a:cubicBezTo>
                  <a:cubicBezTo>
                    <a:pt x="3724" y="4108"/>
                    <a:pt x="3484" y="3949"/>
                    <a:pt x="3332" y="3795"/>
                  </a:cubicBezTo>
                  <a:cubicBezTo>
                    <a:pt x="3174" y="3642"/>
                    <a:pt x="3081" y="3472"/>
                    <a:pt x="3043" y="3285"/>
                  </a:cubicBezTo>
                  <a:cubicBezTo>
                    <a:pt x="2999" y="3101"/>
                    <a:pt x="3010" y="2919"/>
                    <a:pt x="3065" y="2745"/>
                  </a:cubicBezTo>
                  <a:cubicBezTo>
                    <a:pt x="3086" y="2651"/>
                    <a:pt x="3163" y="2461"/>
                    <a:pt x="3299" y="2178"/>
                  </a:cubicBezTo>
                  <a:cubicBezTo>
                    <a:pt x="3430" y="1896"/>
                    <a:pt x="3507" y="1672"/>
                    <a:pt x="3523" y="1505"/>
                  </a:cubicBezTo>
                  <a:cubicBezTo>
                    <a:pt x="3539" y="1341"/>
                    <a:pt x="3496" y="1196"/>
                    <a:pt x="3376" y="1073"/>
                  </a:cubicBezTo>
                  <a:cubicBezTo>
                    <a:pt x="3289" y="981"/>
                    <a:pt x="3103" y="870"/>
                    <a:pt x="2836" y="734"/>
                  </a:cubicBezTo>
                  <a:cubicBezTo>
                    <a:pt x="2563" y="599"/>
                    <a:pt x="2241" y="488"/>
                    <a:pt x="1860" y="399"/>
                  </a:cubicBezTo>
                  <a:cubicBezTo>
                    <a:pt x="1483" y="311"/>
                    <a:pt x="1134" y="253"/>
                    <a:pt x="829" y="220"/>
                  </a:cubicBezTo>
                  <a:lnTo>
                    <a:pt x="0" y="136"/>
                  </a:lnTo>
                  <a:close/>
                </a:path>
              </a:pathLst>
            </a:custGeom>
            <a:solidFill>
              <a:schemeClr val="bg1">
                <a:lumMod val="95000"/>
              </a:schemeClr>
            </a:solidFill>
            <a:ln>
              <a:noFill/>
            </a:ln>
          </p:spPr>
          <p:txBody>
            <a:bodyPr vert="horz" wrap="square" lIns="91440" tIns="45720" rIns="91440" bIns="45720" numCol="1" anchor="t" anchorCtr="0" compatLnSpc="1">
              <a:normAutofit/>
            </a:bodyPr>
            <a:lstStyle/>
            <a:p>
              <a:endParaRPr lang="zh-CN" altLang="en-US" dirty="0">
                <a:cs typeface="+mn-ea"/>
                <a:sym typeface="+mn-lt"/>
              </a:endParaRPr>
            </a:p>
          </p:txBody>
        </p:sp>
        <p:cxnSp>
          <p:nvCxnSpPr>
            <p:cNvPr id="31" name="直接连接符 30"/>
            <p:cNvCxnSpPr>
              <a:cxnSpLocks/>
            </p:cNvCxnSpPr>
            <p:nvPr/>
          </p:nvCxnSpPr>
          <p:spPr>
            <a:xfrm>
              <a:off x="5618425" y="2641923"/>
              <a:ext cx="5183255"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32" name="直接连接符 31"/>
            <p:cNvCxnSpPr>
              <a:cxnSpLocks/>
            </p:cNvCxnSpPr>
            <p:nvPr/>
          </p:nvCxnSpPr>
          <p:spPr>
            <a:xfrm>
              <a:off x="5618425" y="3757471"/>
              <a:ext cx="5183255"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33" name="直接连接符 32"/>
            <p:cNvCxnSpPr>
              <a:cxnSpLocks/>
            </p:cNvCxnSpPr>
            <p:nvPr/>
          </p:nvCxnSpPr>
          <p:spPr>
            <a:xfrm>
              <a:off x="5618425" y="4873019"/>
              <a:ext cx="5254277"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45" name="矩形 44"/>
            <p:cNvSpPr/>
            <p:nvPr/>
          </p:nvSpPr>
          <p:spPr bwMode="auto">
            <a:xfrm>
              <a:off x="5618423" y="1825791"/>
              <a:ext cx="4579121" cy="516717"/>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2000" dirty="0">
                  <a:cs typeface="+mn-ea"/>
                  <a:sym typeface="+mn-lt"/>
                </a:rPr>
                <a:t>教师端功能设计：增删查改</a:t>
              </a:r>
              <a:endParaRPr lang="en-US" altLang="zh-CN" sz="2000" dirty="0">
                <a:cs typeface="+mn-ea"/>
                <a:sym typeface="+mn-lt"/>
              </a:endParaRPr>
            </a:p>
          </p:txBody>
        </p:sp>
        <p:sp>
          <p:nvSpPr>
            <p:cNvPr id="46" name="任意多边形: 形状 45"/>
            <p:cNvSpPr/>
            <p:nvPr/>
          </p:nvSpPr>
          <p:spPr>
            <a:xfrm>
              <a:off x="5083807" y="1916391"/>
              <a:ext cx="367553" cy="335518"/>
            </a:xfrm>
            <a:custGeom>
              <a:avLst/>
              <a:gdLst>
                <a:gd name="connsiteX0" fmla="*/ 134413 w 540656"/>
                <a:gd name="connsiteY0" fmla="*/ 235194 h 493535"/>
                <a:gd name="connsiteX1" fmla="*/ 191280 w 540656"/>
                <a:gd name="connsiteY1" fmla="*/ 302363 h 493535"/>
                <a:gd name="connsiteX2" fmla="*/ 199034 w 540656"/>
                <a:gd name="connsiteY2" fmla="*/ 304946 h 493535"/>
                <a:gd name="connsiteX3" fmla="*/ 251015 w 540656"/>
                <a:gd name="connsiteY3" fmla="*/ 245730 h 493535"/>
                <a:gd name="connsiteX4" fmla="*/ 250737 w 540656"/>
                <a:gd name="connsiteY4" fmla="*/ 235359 h 493535"/>
                <a:gd name="connsiteX5" fmla="*/ 250832 w 540656"/>
                <a:gd name="connsiteY5" fmla="*/ 235264 h 493535"/>
                <a:gd name="connsiteX6" fmla="*/ 276581 w 540656"/>
                <a:gd name="connsiteY6" fmla="*/ 253278 h 493535"/>
                <a:gd name="connsiteX7" fmla="*/ 284336 w 540656"/>
                <a:gd name="connsiteY7" fmla="*/ 258445 h 493535"/>
                <a:gd name="connsiteX8" fmla="*/ 320524 w 540656"/>
                <a:gd name="connsiteY8" fmla="*/ 271362 h 493535"/>
                <a:gd name="connsiteX9" fmla="*/ 323109 w 540656"/>
                <a:gd name="connsiteY9" fmla="*/ 271362 h 493535"/>
                <a:gd name="connsiteX10" fmla="*/ 351542 w 540656"/>
                <a:gd name="connsiteY10" fmla="*/ 292029 h 493535"/>
                <a:gd name="connsiteX11" fmla="*/ 367051 w 540656"/>
                <a:gd name="connsiteY11" fmla="*/ 323030 h 493535"/>
                <a:gd name="connsiteX12" fmla="*/ 356712 w 540656"/>
                <a:gd name="connsiteY12" fmla="*/ 333364 h 493535"/>
                <a:gd name="connsiteX13" fmla="*/ 354127 w 540656"/>
                <a:gd name="connsiteY13" fmla="*/ 330780 h 493535"/>
                <a:gd name="connsiteX14" fmla="*/ 323109 w 540656"/>
                <a:gd name="connsiteY14" fmla="*/ 302363 h 493535"/>
                <a:gd name="connsiteX15" fmla="*/ 307599 w 540656"/>
                <a:gd name="connsiteY15" fmla="*/ 292029 h 493535"/>
                <a:gd name="connsiteX16" fmla="*/ 307599 w 540656"/>
                <a:gd name="connsiteY16" fmla="*/ 289446 h 493535"/>
                <a:gd name="connsiteX17" fmla="*/ 289505 w 540656"/>
                <a:gd name="connsiteY17" fmla="*/ 279112 h 493535"/>
                <a:gd name="connsiteX18" fmla="*/ 255902 w 540656"/>
                <a:gd name="connsiteY18" fmla="*/ 258445 h 493535"/>
                <a:gd name="connsiteX19" fmla="*/ 178356 w 540656"/>
                <a:gd name="connsiteY19" fmla="*/ 413450 h 493535"/>
                <a:gd name="connsiteX20" fmla="*/ 219713 w 540656"/>
                <a:gd name="connsiteY20" fmla="*/ 423783 h 493535"/>
                <a:gd name="connsiteX21" fmla="*/ 230053 w 540656"/>
                <a:gd name="connsiteY21" fmla="*/ 426367 h 493535"/>
                <a:gd name="connsiteX22" fmla="*/ 242978 w 540656"/>
                <a:gd name="connsiteY22" fmla="*/ 434117 h 493535"/>
                <a:gd name="connsiteX23" fmla="*/ 268826 w 540656"/>
                <a:gd name="connsiteY23" fmla="*/ 444450 h 493535"/>
                <a:gd name="connsiteX24" fmla="*/ 299845 w 540656"/>
                <a:gd name="connsiteY24" fmla="*/ 470285 h 493535"/>
                <a:gd name="connsiteX25" fmla="*/ 307599 w 540656"/>
                <a:gd name="connsiteY25" fmla="*/ 478035 h 493535"/>
                <a:gd name="connsiteX26" fmla="*/ 201619 w 540656"/>
                <a:gd name="connsiteY26" fmla="*/ 493535 h 493535"/>
                <a:gd name="connsiteX27" fmla="*/ 183525 w 540656"/>
                <a:gd name="connsiteY27" fmla="*/ 493535 h 493535"/>
                <a:gd name="connsiteX28" fmla="*/ 10339 w 540656"/>
                <a:gd name="connsiteY28" fmla="*/ 457368 h 493535"/>
                <a:gd name="connsiteX29" fmla="*/ 0 w 540656"/>
                <a:gd name="connsiteY29" fmla="*/ 431533 h 493535"/>
                <a:gd name="connsiteX30" fmla="*/ 33603 w 540656"/>
                <a:gd name="connsiteY30" fmla="*/ 292029 h 493535"/>
                <a:gd name="connsiteX31" fmla="*/ 62037 w 540656"/>
                <a:gd name="connsiteY31" fmla="*/ 271362 h 493535"/>
                <a:gd name="connsiteX32" fmla="*/ 134413 w 540656"/>
                <a:gd name="connsiteY32" fmla="*/ 235194 h 493535"/>
                <a:gd name="connsiteX33" fmla="*/ 540656 w 540656"/>
                <a:gd name="connsiteY33" fmla="*/ 232714 h 493535"/>
                <a:gd name="connsiteX34" fmla="*/ 488919 w 540656"/>
                <a:gd name="connsiteY34" fmla="*/ 276596 h 493535"/>
                <a:gd name="connsiteX35" fmla="*/ 444942 w 540656"/>
                <a:gd name="connsiteY35" fmla="*/ 328223 h 493535"/>
                <a:gd name="connsiteX36" fmla="*/ 408726 w 540656"/>
                <a:gd name="connsiteY36" fmla="*/ 387593 h 493535"/>
                <a:gd name="connsiteX37" fmla="*/ 377684 w 540656"/>
                <a:gd name="connsiteY37" fmla="*/ 446963 h 493535"/>
                <a:gd name="connsiteX38" fmla="*/ 359576 w 540656"/>
                <a:gd name="connsiteY38" fmla="*/ 485682 h 493535"/>
                <a:gd name="connsiteX39" fmla="*/ 328534 w 540656"/>
                <a:gd name="connsiteY39" fmla="*/ 444381 h 493535"/>
                <a:gd name="connsiteX40" fmla="*/ 284557 w 540656"/>
                <a:gd name="connsiteY40" fmla="*/ 410824 h 493535"/>
                <a:gd name="connsiteX41" fmla="*/ 258689 w 540656"/>
                <a:gd name="connsiteY41" fmla="*/ 397918 h 493535"/>
                <a:gd name="connsiteX42" fmla="*/ 243168 w 540656"/>
                <a:gd name="connsiteY42" fmla="*/ 390174 h 493535"/>
                <a:gd name="connsiteX43" fmla="*/ 230233 w 540656"/>
                <a:gd name="connsiteY43" fmla="*/ 385011 h 493535"/>
                <a:gd name="connsiteX44" fmla="*/ 271623 w 540656"/>
                <a:gd name="connsiteY44" fmla="*/ 302410 h 493535"/>
                <a:gd name="connsiteX45" fmla="*/ 287144 w 540656"/>
                <a:gd name="connsiteY45" fmla="*/ 315316 h 493535"/>
                <a:gd name="connsiteX46" fmla="*/ 302665 w 540656"/>
                <a:gd name="connsiteY46" fmla="*/ 325641 h 493535"/>
                <a:gd name="connsiteX47" fmla="*/ 331121 w 540656"/>
                <a:gd name="connsiteY47" fmla="*/ 351454 h 493535"/>
                <a:gd name="connsiteX48" fmla="*/ 356989 w 540656"/>
                <a:gd name="connsiteY48" fmla="*/ 382430 h 493535"/>
                <a:gd name="connsiteX49" fmla="*/ 375097 w 540656"/>
                <a:gd name="connsiteY49" fmla="*/ 361780 h 493535"/>
                <a:gd name="connsiteX50" fmla="*/ 424248 w 540656"/>
                <a:gd name="connsiteY50" fmla="*/ 310153 h 493535"/>
                <a:gd name="connsiteX51" fmla="*/ 478572 w 540656"/>
                <a:gd name="connsiteY51" fmla="*/ 266271 h 493535"/>
                <a:gd name="connsiteX52" fmla="*/ 540656 w 540656"/>
                <a:gd name="connsiteY52" fmla="*/ 232714 h 493535"/>
                <a:gd name="connsiteX53" fmla="*/ 250901 w 540656"/>
                <a:gd name="connsiteY53" fmla="*/ 232714 h 493535"/>
                <a:gd name="connsiteX54" fmla="*/ 250901 w 540656"/>
                <a:gd name="connsiteY54" fmla="*/ 235194 h 493535"/>
                <a:gd name="connsiteX55" fmla="*/ 250832 w 540656"/>
                <a:gd name="connsiteY55" fmla="*/ 235264 h 493535"/>
                <a:gd name="connsiteX56" fmla="*/ 250732 w 540656"/>
                <a:gd name="connsiteY56" fmla="*/ 235194 h 493535"/>
                <a:gd name="connsiteX57" fmla="*/ 250737 w 540656"/>
                <a:gd name="connsiteY57" fmla="*/ 235359 h 493535"/>
                <a:gd name="connsiteX58" fmla="*/ 248421 w 540656"/>
                <a:gd name="connsiteY58" fmla="*/ 237674 h 493535"/>
                <a:gd name="connsiteX59" fmla="*/ 250901 w 540656"/>
                <a:gd name="connsiteY59" fmla="*/ 232714 h 493535"/>
                <a:gd name="connsiteX60" fmla="*/ 183628 w 540656"/>
                <a:gd name="connsiteY60" fmla="*/ 0 h 493535"/>
                <a:gd name="connsiteX61" fmla="*/ 217213 w 540656"/>
                <a:gd name="connsiteY61" fmla="*/ 10333 h 493535"/>
                <a:gd name="connsiteX62" fmla="*/ 230130 w 540656"/>
                <a:gd name="connsiteY62" fmla="*/ 12917 h 493535"/>
                <a:gd name="connsiteX63" fmla="*/ 274048 w 540656"/>
                <a:gd name="connsiteY63" fmla="*/ 38751 h 493535"/>
                <a:gd name="connsiteX64" fmla="*/ 284382 w 540656"/>
                <a:gd name="connsiteY64" fmla="*/ 121420 h 493535"/>
                <a:gd name="connsiteX65" fmla="*/ 284382 w 540656"/>
                <a:gd name="connsiteY65" fmla="*/ 152421 h 493535"/>
                <a:gd name="connsiteX66" fmla="*/ 276631 w 540656"/>
                <a:gd name="connsiteY66" fmla="*/ 167921 h 493535"/>
                <a:gd name="connsiteX67" fmla="*/ 191378 w 540656"/>
                <a:gd name="connsiteY67" fmla="*/ 258341 h 493535"/>
                <a:gd name="connsiteX68" fmla="*/ 111293 w 540656"/>
                <a:gd name="connsiteY68" fmla="*/ 167921 h 493535"/>
                <a:gd name="connsiteX69" fmla="*/ 103543 w 540656"/>
                <a:gd name="connsiteY69" fmla="*/ 152421 h 493535"/>
                <a:gd name="connsiteX70" fmla="*/ 103543 w 540656"/>
                <a:gd name="connsiteY70" fmla="*/ 121420 h 493535"/>
                <a:gd name="connsiteX71" fmla="*/ 106126 w 540656"/>
                <a:gd name="connsiteY71" fmla="*/ 118837 h 493535"/>
                <a:gd name="connsiteX72" fmla="*/ 106126 w 540656"/>
                <a:gd name="connsiteY72" fmla="*/ 59418 h 493535"/>
                <a:gd name="connsiteX73" fmla="*/ 160378 w 540656"/>
                <a:gd name="connsiteY73" fmla="*/ 5167 h 493535"/>
                <a:gd name="connsiteX74" fmla="*/ 175878 w 540656"/>
                <a:gd name="connsiteY74" fmla="*/ 2583 h 493535"/>
                <a:gd name="connsiteX75" fmla="*/ 181045 w 540656"/>
                <a:gd name="connsiteY75" fmla="*/ 2583 h 493535"/>
                <a:gd name="connsiteX76" fmla="*/ 183628 w 540656"/>
                <a:gd name="connsiteY76" fmla="*/ 0 h 493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540656" h="493535">
                  <a:moveTo>
                    <a:pt x="134413" y="235194"/>
                  </a:moveTo>
                  <a:cubicBezTo>
                    <a:pt x="134413" y="235194"/>
                    <a:pt x="136998" y="299779"/>
                    <a:pt x="191280" y="302363"/>
                  </a:cubicBezTo>
                  <a:lnTo>
                    <a:pt x="199034" y="304946"/>
                  </a:lnTo>
                  <a:cubicBezTo>
                    <a:pt x="243624" y="303009"/>
                    <a:pt x="250409" y="264742"/>
                    <a:pt x="251015" y="245730"/>
                  </a:cubicBezTo>
                  <a:lnTo>
                    <a:pt x="250737" y="235359"/>
                  </a:lnTo>
                  <a:lnTo>
                    <a:pt x="250832" y="235264"/>
                  </a:lnTo>
                  <a:lnTo>
                    <a:pt x="276581" y="253278"/>
                  </a:lnTo>
                  <a:cubicBezTo>
                    <a:pt x="279166" y="255862"/>
                    <a:pt x="281751" y="255862"/>
                    <a:pt x="284336" y="258445"/>
                  </a:cubicBezTo>
                  <a:cubicBezTo>
                    <a:pt x="284336" y="258445"/>
                    <a:pt x="302430" y="263612"/>
                    <a:pt x="320524" y="271362"/>
                  </a:cubicBezTo>
                  <a:cubicBezTo>
                    <a:pt x="323109" y="271362"/>
                    <a:pt x="323109" y="271362"/>
                    <a:pt x="323109" y="271362"/>
                  </a:cubicBezTo>
                  <a:cubicBezTo>
                    <a:pt x="343787" y="279112"/>
                    <a:pt x="351542" y="292029"/>
                    <a:pt x="351542" y="292029"/>
                  </a:cubicBezTo>
                  <a:cubicBezTo>
                    <a:pt x="359297" y="299779"/>
                    <a:pt x="361882" y="312697"/>
                    <a:pt x="367051" y="323030"/>
                  </a:cubicBezTo>
                  <a:cubicBezTo>
                    <a:pt x="364466" y="325614"/>
                    <a:pt x="361882" y="330780"/>
                    <a:pt x="356712" y="333364"/>
                  </a:cubicBezTo>
                  <a:cubicBezTo>
                    <a:pt x="356712" y="333364"/>
                    <a:pt x="356712" y="333364"/>
                    <a:pt x="354127" y="330780"/>
                  </a:cubicBezTo>
                  <a:cubicBezTo>
                    <a:pt x="346372" y="323030"/>
                    <a:pt x="336033" y="312697"/>
                    <a:pt x="323109" y="302363"/>
                  </a:cubicBezTo>
                  <a:cubicBezTo>
                    <a:pt x="317939" y="299779"/>
                    <a:pt x="312769" y="294613"/>
                    <a:pt x="307599" y="292029"/>
                  </a:cubicBezTo>
                  <a:lnTo>
                    <a:pt x="307599" y="289446"/>
                  </a:lnTo>
                  <a:cubicBezTo>
                    <a:pt x="299845" y="286862"/>
                    <a:pt x="294675" y="281696"/>
                    <a:pt x="289505" y="279112"/>
                  </a:cubicBezTo>
                  <a:lnTo>
                    <a:pt x="255902" y="258445"/>
                  </a:lnTo>
                  <a:lnTo>
                    <a:pt x="178356" y="413450"/>
                  </a:lnTo>
                  <a:lnTo>
                    <a:pt x="219713" y="423783"/>
                  </a:lnTo>
                  <a:cubicBezTo>
                    <a:pt x="222298" y="423783"/>
                    <a:pt x="227468" y="426367"/>
                    <a:pt x="230053" y="426367"/>
                  </a:cubicBezTo>
                  <a:cubicBezTo>
                    <a:pt x="235223" y="428950"/>
                    <a:pt x="240393" y="431533"/>
                    <a:pt x="242978" y="434117"/>
                  </a:cubicBezTo>
                  <a:cubicBezTo>
                    <a:pt x="253317" y="436700"/>
                    <a:pt x="261072" y="441867"/>
                    <a:pt x="268826" y="444450"/>
                  </a:cubicBezTo>
                  <a:cubicBezTo>
                    <a:pt x="284336" y="452201"/>
                    <a:pt x="294675" y="462534"/>
                    <a:pt x="299845" y="470285"/>
                  </a:cubicBezTo>
                  <a:lnTo>
                    <a:pt x="307599" y="478035"/>
                  </a:lnTo>
                  <a:cubicBezTo>
                    <a:pt x="253317" y="490952"/>
                    <a:pt x="201619" y="493535"/>
                    <a:pt x="201619" y="493535"/>
                  </a:cubicBezTo>
                  <a:cubicBezTo>
                    <a:pt x="196450" y="493535"/>
                    <a:pt x="191280" y="493535"/>
                    <a:pt x="183525" y="493535"/>
                  </a:cubicBezTo>
                  <a:cubicBezTo>
                    <a:pt x="183525" y="493535"/>
                    <a:pt x="77546" y="488368"/>
                    <a:pt x="10339" y="457368"/>
                  </a:cubicBezTo>
                  <a:cubicBezTo>
                    <a:pt x="10339" y="457368"/>
                    <a:pt x="0" y="454784"/>
                    <a:pt x="0" y="431533"/>
                  </a:cubicBezTo>
                  <a:cubicBezTo>
                    <a:pt x="0" y="431533"/>
                    <a:pt x="2585" y="335947"/>
                    <a:pt x="33603" y="292029"/>
                  </a:cubicBezTo>
                  <a:cubicBezTo>
                    <a:pt x="33603" y="292029"/>
                    <a:pt x="41358" y="279112"/>
                    <a:pt x="62037" y="271362"/>
                  </a:cubicBezTo>
                  <a:cubicBezTo>
                    <a:pt x="62037" y="271362"/>
                    <a:pt x="129243" y="253278"/>
                    <a:pt x="134413" y="235194"/>
                  </a:cubicBezTo>
                  <a:close/>
                  <a:moveTo>
                    <a:pt x="540656" y="232714"/>
                  </a:moveTo>
                  <a:cubicBezTo>
                    <a:pt x="519961" y="245621"/>
                    <a:pt x="504440" y="261109"/>
                    <a:pt x="488919" y="276596"/>
                  </a:cubicBezTo>
                  <a:cubicBezTo>
                    <a:pt x="473398" y="292084"/>
                    <a:pt x="457877" y="310153"/>
                    <a:pt x="444942" y="328223"/>
                  </a:cubicBezTo>
                  <a:cubicBezTo>
                    <a:pt x="432008" y="348873"/>
                    <a:pt x="421661" y="366942"/>
                    <a:pt x="408726" y="387593"/>
                  </a:cubicBezTo>
                  <a:cubicBezTo>
                    <a:pt x="398379" y="405662"/>
                    <a:pt x="388032" y="426312"/>
                    <a:pt x="377684" y="446963"/>
                  </a:cubicBezTo>
                  <a:lnTo>
                    <a:pt x="359576" y="485682"/>
                  </a:lnTo>
                  <a:lnTo>
                    <a:pt x="328534" y="444381"/>
                  </a:lnTo>
                  <a:cubicBezTo>
                    <a:pt x="318186" y="431475"/>
                    <a:pt x="302665" y="421150"/>
                    <a:pt x="284557" y="410824"/>
                  </a:cubicBezTo>
                  <a:cubicBezTo>
                    <a:pt x="276797" y="405662"/>
                    <a:pt x="266449" y="400499"/>
                    <a:pt x="258689" y="397918"/>
                  </a:cubicBezTo>
                  <a:cubicBezTo>
                    <a:pt x="253515" y="395337"/>
                    <a:pt x="248341" y="392755"/>
                    <a:pt x="243168" y="390174"/>
                  </a:cubicBezTo>
                  <a:cubicBezTo>
                    <a:pt x="237994" y="390174"/>
                    <a:pt x="232820" y="387593"/>
                    <a:pt x="230233" y="385011"/>
                  </a:cubicBezTo>
                  <a:lnTo>
                    <a:pt x="271623" y="302410"/>
                  </a:lnTo>
                  <a:cubicBezTo>
                    <a:pt x="276797" y="307572"/>
                    <a:pt x="281970" y="310153"/>
                    <a:pt x="287144" y="315316"/>
                  </a:cubicBezTo>
                  <a:cubicBezTo>
                    <a:pt x="292318" y="317897"/>
                    <a:pt x="297492" y="323060"/>
                    <a:pt x="302665" y="325641"/>
                  </a:cubicBezTo>
                  <a:cubicBezTo>
                    <a:pt x="313013" y="333385"/>
                    <a:pt x="320773" y="343710"/>
                    <a:pt x="331121" y="351454"/>
                  </a:cubicBezTo>
                  <a:cubicBezTo>
                    <a:pt x="341468" y="361780"/>
                    <a:pt x="349229" y="372105"/>
                    <a:pt x="356989" y="382430"/>
                  </a:cubicBezTo>
                  <a:cubicBezTo>
                    <a:pt x="364750" y="374686"/>
                    <a:pt x="369924" y="369523"/>
                    <a:pt x="375097" y="361780"/>
                  </a:cubicBezTo>
                  <a:cubicBezTo>
                    <a:pt x="390618" y="343710"/>
                    <a:pt x="406140" y="328223"/>
                    <a:pt x="424248" y="310153"/>
                  </a:cubicBezTo>
                  <a:cubicBezTo>
                    <a:pt x="442356" y="294666"/>
                    <a:pt x="460464" y="279178"/>
                    <a:pt x="478572" y="266271"/>
                  </a:cubicBezTo>
                  <a:cubicBezTo>
                    <a:pt x="499267" y="253365"/>
                    <a:pt x="519961" y="240458"/>
                    <a:pt x="540656" y="232714"/>
                  </a:cubicBezTo>
                  <a:close/>
                  <a:moveTo>
                    <a:pt x="250901" y="232714"/>
                  </a:moveTo>
                  <a:cubicBezTo>
                    <a:pt x="250901" y="232714"/>
                    <a:pt x="250901" y="235194"/>
                    <a:pt x="250901" y="235194"/>
                  </a:cubicBezTo>
                  <a:lnTo>
                    <a:pt x="250832" y="235264"/>
                  </a:lnTo>
                  <a:lnTo>
                    <a:pt x="250732" y="235194"/>
                  </a:lnTo>
                  <a:lnTo>
                    <a:pt x="250737" y="235359"/>
                  </a:lnTo>
                  <a:lnTo>
                    <a:pt x="248421" y="237674"/>
                  </a:lnTo>
                  <a:cubicBezTo>
                    <a:pt x="250901" y="235194"/>
                    <a:pt x="250901" y="235194"/>
                    <a:pt x="250901" y="232714"/>
                  </a:cubicBezTo>
                  <a:close/>
                  <a:moveTo>
                    <a:pt x="183628" y="0"/>
                  </a:moveTo>
                  <a:cubicBezTo>
                    <a:pt x="183628" y="0"/>
                    <a:pt x="196545" y="2583"/>
                    <a:pt x="217213" y="10333"/>
                  </a:cubicBezTo>
                  <a:lnTo>
                    <a:pt x="230130" y="12917"/>
                  </a:lnTo>
                  <a:cubicBezTo>
                    <a:pt x="258548" y="20667"/>
                    <a:pt x="271465" y="36167"/>
                    <a:pt x="274048" y="38751"/>
                  </a:cubicBezTo>
                  <a:cubicBezTo>
                    <a:pt x="294715" y="64585"/>
                    <a:pt x="289548" y="103336"/>
                    <a:pt x="284382" y="121420"/>
                  </a:cubicBezTo>
                  <a:cubicBezTo>
                    <a:pt x="289548" y="129170"/>
                    <a:pt x="286965" y="144671"/>
                    <a:pt x="284382" y="152421"/>
                  </a:cubicBezTo>
                  <a:cubicBezTo>
                    <a:pt x="284382" y="160171"/>
                    <a:pt x="281798" y="165338"/>
                    <a:pt x="276631" y="167921"/>
                  </a:cubicBezTo>
                  <a:cubicBezTo>
                    <a:pt x="271465" y="211839"/>
                    <a:pt x="232713" y="258341"/>
                    <a:pt x="191378" y="258341"/>
                  </a:cubicBezTo>
                  <a:cubicBezTo>
                    <a:pt x="155211" y="258341"/>
                    <a:pt x="116460" y="214423"/>
                    <a:pt x="111293" y="167921"/>
                  </a:cubicBezTo>
                  <a:cubicBezTo>
                    <a:pt x="108709" y="165338"/>
                    <a:pt x="103543" y="160171"/>
                    <a:pt x="103543" y="152421"/>
                  </a:cubicBezTo>
                  <a:cubicBezTo>
                    <a:pt x="100959" y="144671"/>
                    <a:pt x="98376" y="129170"/>
                    <a:pt x="103543" y="121420"/>
                  </a:cubicBezTo>
                  <a:cubicBezTo>
                    <a:pt x="103543" y="121420"/>
                    <a:pt x="106126" y="121420"/>
                    <a:pt x="106126" y="118837"/>
                  </a:cubicBezTo>
                  <a:cubicBezTo>
                    <a:pt x="98376" y="80085"/>
                    <a:pt x="103543" y="62002"/>
                    <a:pt x="106126" y="59418"/>
                  </a:cubicBezTo>
                  <a:cubicBezTo>
                    <a:pt x="119043" y="20667"/>
                    <a:pt x="160378" y="5167"/>
                    <a:pt x="160378" y="5167"/>
                  </a:cubicBezTo>
                  <a:cubicBezTo>
                    <a:pt x="162961" y="2583"/>
                    <a:pt x="170711" y="0"/>
                    <a:pt x="175878" y="2583"/>
                  </a:cubicBezTo>
                  <a:cubicBezTo>
                    <a:pt x="175878" y="2583"/>
                    <a:pt x="178461" y="2583"/>
                    <a:pt x="181045" y="2583"/>
                  </a:cubicBezTo>
                  <a:cubicBezTo>
                    <a:pt x="181045" y="0"/>
                    <a:pt x="181045" y="0"/>
                    <a:pt x="183628" y="0"/>
                  </a:cubicBezTo>
                  <a:close/>
                </a:path>
              </a:pathLst>
            </a:custGeom>
            <a:solidFill>
              <a:schemeClr val="accent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cs typeface="+mn-ea"/>
                <a:sym typeface="+mn-lt"/>
              </a:endParaRPr>
            </a:p>
          </p:txBody>
        </p:sp>
        <p:sp>
          <p:nvSpPr>
            <p:cNvPr id="2" name="矩形 1">
              <a:extLst>
                <a:ext uri="{FF2B5EF4-FFF2-40B4-BE49-F238E27FC236}">
                  <a16:creationId xmlns:a16="http://schemas.microsoft.com/office/drawing/2014/main" id="{E60D0B84-B711-33C4-FBD3-9426ED61D965}"/>
                </a:ext>
              </a:extLst>
            </p:cNvPr>
            <p:cNvSpPr/>
            <p:nvPr/>
          </p:nvSpPr>
          <p:spPr bwMode="auto">
            <a:xfrm>
              <a:off x="5618424" y="2935590"/>
              <a:ext cx="4579121" cy="516717"/>
            </a:xfrm>
            <a:prstGeom prst="rect">
              <a:avLst/>
            </a:prstGeom>
            <a:noFill/>
            <a:ln>
              <a:noFill/>
            </a:ln>
          </p:spPr>
          <p:txBody>
            <a:bodyPr wrap="square" lIns="91440" tIns="45720" rIns="91440" bIns="45720" anchor="t" anchorCtr="0">
              <a:normAutofit fontScale="925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2000" dirty="0">
                  <a:cs typeface="+mn-ea"/>
                  <a:sym typeface="+mn-lt"/>
                </a:rPr>
                <a:t>根据前端对数据的需求，修改教师端接口</a:t>
              </a:r>
              <a:endParaRPr lang="en-US" altLang="zh-CN" sz="2000" dirty="0">
                <a:cs typeface="+mn-ea"/>
                <a:sym typeface="+mn-lt"/>
              </a:endParaRPr>
            </a:p>
          </p:txBody>
        </p:sp>
        <p:sp>
          <p:nvSpPr>
            <p:cNvPr id="5" name="矩形 4">
              <a:extLst>
                <a:ext uri="{FF2B5EF4-FFF2-40B4-BE49-F238E27FC236}">
                  <a16:creationId xmlns:a16="http://schemas.microsoft.com/office/drawing/2014/main" id="{3EEE1971-3092-4B75-D087-D71B5E555047}"/>
                </a:ext>
              </a:extLst>
            </p:cNvPr>
            <p:cNvSpPr/>
            <p:nvPr/>
          </p:nvSpPr>
          <p:spPr bwMode="auto">
            <a:xfrm>
              <a:off x="5618425" y="4056887"/>
              <a:ext cx="4579121" cy="516717"/>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2000" dirty="0">
                  <a:cs typeface="+mn-ea"/>
                  <a:sym typeface="+mn-lt"/>
                </a:rPr>
                <a:t>学生端“已选课程”功能设计</a:t>
              </a:r>
              <a:endParaRPr lang="en-US" altLang="zh-CN" sz="2000" dirty="0">
                <a:cs typeface="+mn-ea"/>
                <a:sym typeface="+mn-lt"/>
              </a:endParaRPr>
            </a:p>
          </p:txBody>
        </p:sp>
        <p:sp>
          <p:nvSpPr>
            <p:cNvPr id="6" name="矩形 5">
              <a:extLst>
                <a:ext uri="{FF2B5EF4-FFF2-40B4-BE49-F238E27FC236}">
                  <a16:creationId xmlns:a16="http://schemas.microsoft.com/office/drawing/2014/main" id="{8AE78C54-F9F7-F1C6-F4EA-441348417381}"/>
                </a:ext>
              </a:extLst>
            </p:cNvPr>
            <p:cNvSpPr/>
            <p:nvPr/>
          </p:nvSpPr>
          <p:spPr bwMode="auto">
            <a:xfrm>
              <a:off x="5618423" y="5178184"/>
              <a:ext cx="4579121" cy="516717"/>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2000" dirty="0">
                  <a:cs typeface="+mn-ea"/>
                  <a:sym typeface="+mn-lt"/>
                </a:rPr>
                <a:t>接口协议：前端</a:t>
              </a:r>
              <a:r>
                <a:rPr lang="en-US" altLang="zh-CN" sz="2000" dirty="0">
                  <a:cs typeface="+mn-ea"/>
                  <a:sym typeface="Wingdings" panose="05000000000000000000" pitchFamily="2" charset="2"/>
                </a:rPr>
                <a:t></a:t>
              </a:r>
              <a:r>
                <a:rPr lang="zh-CN" altLang="en-US" sz="2000" dirty="0">
                  <a:cs typeface="+mn-ea"/>
                  <a:sym typeface="Wingdings" panose="05000000000000000000" pitchFamily="2" charset="2"/>
                </a:rPr>
                <a:t>后端</a:t>
              </a:r>
              <a:r>
                <a:rPr lang="en-US" altLang="zh-CN" sz="2000" dirty="0">
                  <a:cs typeface="+mn-ea"/>
                  <a:sym typeface="Wingdings" panose="05000000000000000000" pitchFamily="2" charset="2"/>
                </a:rPr>
                <a:t></a:t>
              </a:r>
              <a:r>
                <a:rPr lang="zh-CN" altLang="en-US" sz="2000" dirty="0">
                  <a:cs typeface="+mn-ea"/>
                  <a:sym typeface="Wingdings" panose="05000000000000000000" pitchFamily="2" charset="2"/>
                </a:rPr>
                <a:t>数据库</a:t>
              </a:r>
              <a:endParaRPr lang="en-US" altLang="zh-CN" sz="2000" dirty="0">
                <a:cs typeface="+mn-ea"/>
                <a:sym typeface="+mn-lt"/>
              </a:endParaRPr>
            </a:p>
          </p:txBody>
        </p:sp>
        <p:sp>
          <p:nvSpPr>
            <p:cNvPr id="44" name="任意多边形: 形状 43"/>
            <p:cNvSpPr/>
            <p:nvPr/>
          </p:nvSpPr>
          <p:spPr>
            <a:xfrm>
              <a:off x="5083807" y="3031939"/>
              <a:ext cx="367553" cy="335518"/>
            </a:xfrm>
            <a:custGeom>
              <a:avLst/>
              <a:gdLst>
                <a:gd name="connsiteX0" fmla="*/ 134413 w 540656"/>
                <a:gd name="connsiteY0" fmla="*/ 235194 h 493535"/>
                <a:gd name="connsiteX1" fmla="*/ 191280 w 540656"/>
                <a:gd name="connsiteY1" fmla="*/ 302363 h 493535"/>
                <a:gd name="connsiteX2" fmla="*/ 199034 w 540656"/>
                <a:gd name="connsiteY2" fmla="*/ 304946 h 493535"/>
                <a:gd name="connsiteX3" fmla="*/ 251015 w 540656"/>
                <a:gd name="connsiteY3" fmla="*/ 245730 h 493535"/>
                <a:gd name="connsiteX4" fmla="*/ 250737 w 540656"/>
                <a:gd name="connsiteY4" fmla="*/ 235359 h 493535"/>
                <a:gd name="connsiteX5" fmla="*/ 250832 w 540656"/>
                <a:gd name="connsiteY5" fmla="*/ 235264 h 493535"/>
                <a:gd name="connsiteX6" fmla="*/ 276581 w 540656"/>
                <a:gd name="connsiteY6" fmla="*/ 253278 h 493535"/>
                <a:gd name="connsiteX7" fmla="*/ 284336 w 540656"/>
                <a:gd name="connsiteY7" fmla="*/ 258445 h 493535"/>
                <a:gd name="connsiteX8" fmla="*/ 320524 w 540656"/>
                <a:gd name="connsiteY8" fmla="*/ 271362 h 493535"/>
                <a:gd name="connsiteX9" fmla="*/ 323109 w 540656"/>
                <a:gd name="connsiteY9" fmla="*/ 271362 h 493535"/>
                <a:gd name="connsiteX10" fmla="*/ 351542 w 540656"/>
                <a:gd name="connsiteY10" fmla="*/ 292029 h 493535"/>
                <a:gd name="connsiteX11" fmla="*/ 367051 w 540656"/>
                <a:gd name="connsiteY11" fmla="*/ 323030 h 493535"/>
                <a:gd name="connsiteX12" fmla="*/ 356712 w 540656"/>
                <a:gd name="connsiteY12" fmla="*/ 333364 h 493535"/>
                <a:gd name="connsiteX13" fmla="*/ 354127 w 540656"/>
                <a:gd name="connsiteY13" fmla="*/ 330780 h 493535"/>
                <a:gd name="connsiteX14" fmla="*/ 323109 w 540656"/>
                <a:gd name="connsiteY14" fmla="*/ 302363 h 493535"/>
                <a:gd name="connsiteX15" fmla="*/ 307599 w 540656"/>
                <a:gd name="connsiteY15" fmla="*/ 292029 h 493535"/>
                <a:gd name="connsiteX16" fmla="*/ 307599 w 540656"/>
                <a:gd name="connsiteY16" fmla="*/ 289446 h 493535"/>
                <a:gd name="connsiteX17" fmla="*/ 289505 w 540656"/>
                <a:gd name="connsiteY17" fmla="*/ 279112 h 493535"/>
                <a:gd name="connsiteX18" fmla="*/ 255902 w 540656"/>
                <a:gd name="connsiteY18" fmla="*/ 258445 h 493535"/>
                <a:gd name="connsiteX19" fmla="*/ 178356 w 540656"/>
                <a:gd name="connsiteY19" fmla="*/ 413450 h 493535"/>
                <a:gd name="connsiteX20" fmla="*/ 219713 w 540656"/>
                <a:gd name="connsiteY20" fmla="*/ 423783 h 493535"/>
                <a:gd name="connsiteX21" fmla="*/ 230053 w 540656"/>
                <a:gd name="connsiteY21" fmla="*/ 426367 h 493535"/>
                <a:gd name="connsiteX22" fmla="*/ 242978 w 540656"/>
                <a:gd name="connsiteY22" fmla="*/ 434117 h 493535"/>
                <a:gd name="connsiteX23" fmla="*/ 268826 w 540656"/>
                <a:gd name="connsiteY23" fmla="*/ 444450 h 493535"/>
                <a:gd name="connsiteX24" fmla="*/ 299845 w 540656"/>
                <a:gd name="connsiteY24" fmla="*/ 470285 h 493535"/>
                <a:gd name="connsiteX25" fmla="*/ 307599 w 540656"/>
                <a:gd name="connsiteY25" fmla="*/ 478035 h 493535"/>
                <a:gd name="connsiteX26" fmla="*/ 201619 w 540656"/>
                <a:gd name="connsiteY26" fmla="*/ 493535 h 493535"/>
                <a:gd name="connsiteX27" fmla="*/ 183525 w 540656"/>
                <a:gd name="connsiteY27" fmla="*/ 493535 h 493535"/>
                <a:gd name="connsiteX28" fmla="*/ 10339 w 540656"/>
                <a:gd name="connsiteY28" fmla="*/ 457368 h 493535"/>
                <a:gd name="connsiteX29" fmla="*/ 0 w 540656"/>
                <a:gd name="connsiteY29" fmla="*/ 431533 h 493535"/>
                <a:gd name="connsiteX30" fmla="*/ 33603 w 540656"/>
                <a:gd name="connsiteY30" fmla="*/ 292029 h 493535"/>
                <a:gd name="connsiteX31" fmla="*/ 62037 w 540656"/>
                <a:gd name="connsiteY31" fmla="*/ 271362 h 493535"/>
                <a:gd name="connsiteX32" fmla="*/ 134413 w 540656"/>
                <a:gd name="connsiteY32" fmla="*/ 235194 h 493535"/>
                <a:gd name="connsiteX33" fmla="*/ 540656 w 540656"/>
                <a:gd name="connsiteY33" fmla="*/ 232714 h 493535"/>
                <a:gd name="connsiteX34" fmla="*/ 488919 w 540656"/>
                <a:gd name="connsiteY34" fmla="*/ 276596 h 493535"/>
                <a:gd name="connsiteX35" fmla="*/ 444942 w 540656"/>
                <a:gd name="connsiteY35" fmla="*/ 328223 h 493535"/>
                <a:gd name="connsiteX36" fmla="*/ 408726 w 540656"/>
                <a:gd name="connsiteY36" fmla="*/ 387593 h 493535"/>
                <a:gd name="connsiteX37" fmla="*/ 377684 w 540656"/>
                <a:gd name="connsiteY37" fmla="*/ 446963 h 493535"/>
                <a:gd name="connsiteX38" fmla="*/ 359576 w 540656"/>
                <a:gd name="connsiteY38" fmla="*/ 485682 h 493535"/>
                <a:gd name="connsiteX39" fmla="*/ 328534 w 540656"/>
                <a:gd name="connsiteY39" fmla="*/ 444381 h 493535"/>
                <a:gd name="connsiteX40" fmla="*/ 284557 w 540656"/>
                <a:gd name="connsiteY40" fmla="*/ 410824 h 493535"/>
                <a:gd name="connsiteX41" fmla="*/ 258689 w 540656"/>
                <a:gd name="connsiteY41" fmla="*/ 397918 h 493535"/>
                <a:gd name="connsiteX42" fmla="*/ 243168 w 540656"/>
                <a:gd name="connsiteY42" fmla="*/ 390174 h 493535"/>
                <a:gd name="connsiteX43" fmla="*/ 230233 w 540656"/>
                <a:gd name="connsiteY43" fmla="*/ 385011 h 493535"/>
                <a:gd name="connsiteX44" fmla="*/ 271623 w 540656"/>
                <a:gd name="connsiteY44" fmla="*/ 302410 h 493535"/>
                <a:gd name="connsiteX45" fmla="*/ 287144 w 540656"/>
                <a:gd name="connsiteY45" fmla="*/ 315316 h 493535"/>
                <a:gd name="connsiteX46" fmla="*/ 302665 w 540656"/>
                <a:gd name="connsiteY46" fmla="*/ 325641 h 493535"/>
                <a:gd name="connsiteX47" fmla="*/ 331121 w 540656"/>
                <a:gd name="connsiteY47" fmla="*/ 351454 h 493535"/>
                <a:gd name="connsiteX48" fmla="*/ 356989 w 540656"/>
                <a:gd name="connsiteY48" fmla="*/ 382430 h 493535"/>
                <a:gd name="connsiteX49" fmla="*/ 375097 w 540656"/>
                <a:gd name="connsiteY49" fmla="*/ 361780 h 493535"/>
                <a:gd name="connsiteX50" fmla="*/ 424248 w 540656"/>
                <a:gd name="connsiteY50" fmla="*/ 310153 h 493535"/>
                <a:gd name="connsiteX51" fmla="*/ 478572 w 540656"/>
                <a:gd name="connsiteY51" fmla="*/ 266271 h 493535"/>
                <a:gd name="connsiteX52" fmla="*/ 540656 w 540656"/>
                <a:gd name="connsiteY52" fmla="*/ 232714 h 493535"/>
                <a:gd name="connsiteX53" fmla="*/ 250901 w 540656"/>
                <a:gd name="connsiteY53" fmla="*/ 232714 h 493535"/>
                <a:gd name="connsiteX54" fmla="*/ 250901 w 540656"/>
                <a:gd name="connsiteY54" fmla="*/ 235194 h 493535"/>
                <a:gd name="connsiteX55" fmla="*/ 250832 w 540656"/>
                <a:gd name="connsiteY55" fmla="*/ 235264 h 493535"/>
                <a:gd name="connsiteX56" fmla="*/ 250732 w 540656"/>
                <a:gd name="connsiteY56" fmla="*/ 235194 h 493535"/>
                <a:gd name="connsiteX57" fmla="*/ 250737 w 540656"/>
                <a:gd name="connsiteY57" fmla="*/ 235359 h 493535"/>
                <a:gd name="connsiteX58" fmla="*/ 248421 w 540656"/>
                <a:gd name="connsiteY58" fmla="*/ 237674 h 493535"/>
                <a:gd name="connsiteX59" fmla="*/ 250901 w 540656"/>
                <a:gd name="connsiteY59" fmla="*/ 232714 h 493535"/>
                <a:gd name="connsiteX60" fmla="*/ 183628 w 540656"/>
                <a:gd name="connsiteY60" fmla="*/ 0 h 493535"/>
                <a:gd name="connsiteX61" fmla="*/ 217213 w 540656"/>
                <a:gd name="connsiteY61" fmla="*/ 10333 h 493535"/>
                <a:gd name="connsiteX62" fmla="*/ 230130 w 540656"/>
                <a:gd name="connsiteY62" fmla="*/ 12917 h 493535"/>
                <a:gd name="connsiteX63" fmla="*/ 274048 w 540656"/>
                <a:gd name="connsiteY63" fmla="*/ 38751 h 493535"/>
                <a:gd name="connsiteX64" fmla="*/ 284382 w 540656"/>
                <a:gd name="connsiteY64" fmla="*/ 121420 h 493535"/>
                <a:gd name="connsiteX65" fmla="*/ 284382 w 540656"/>
                <a:gd name="connsiteY65" fmla="*/ 152421 h 493535"/>
                <a:gd name="connsiteX66" fmla="*/ 276631 w 540656"/>
                <a:gd name="connsiteY66" fmla="*/ 167921 h 493535"/>
                <a:gd name="connsiteX67" fmla="*/ 191378 w 540656"/>
                <a:gd name="connsiteY67" fmla="*/ 258341 h 493535"/>
                <a:gd name="connsiteX68" fmla="*/ 111293 w 540656"/>
                <a:gd name="connsiteY68" fmla="*/ 167921 h 493535"/>
                <a:gd name="connsiteX69" fmla="*/ 103543 w 540656"/>
                <a:gd name="connsiteY69" fmla="*/ 152421 h 493535"/>
                <a:gd name="connsiteX70" fmla="*/ 103543 w 540656"/>
                <a:gd name="connsiteY70" fmla="*/ 121420 h 493535"/>
                <a:gd name="connsiteX71" fmla="*/ 106126 w 540656"/>
                <a:gd name="connsiteY71" fmla="*/ 118837 h 493535"/>
                <a:gd name="connsiteX72" fmla="*/ 106126 w 540656"/>
                <a:gd name="connsiteY72" fmla="*/ 59418 h 493535"/>
                <a:gd name="connsiteX73" fmla="*/ 160378 w 540656"/>
                <a:gd name="connsiteY73" fmla="*/ 5167 h 493535"/>
                <a:gd name="connsiteX74" fmla="*/ 175878 w 540656"/>
                <a:gd name="connsiteY74" fmla="*/ 2583 h 493535"/>
                <a:gd name="connsiteX75" fmla="*/ 181045 w 540656"/>
                <a:gd name="connsiteY75" fmla="*/ 2583 h 493535"/>
                <a:gd name="connsiteX76" fmla="*/ 183628 w 540656"/>
                <a:gd name="connsiteY76" fmla="*/ 0 h 493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540656" h="493535">
                  <a:moveTo>
                    <a:pt x="134413" y="235194"/>
                  </a:moveTo>
                  <a:cubicBezTo>
                    <a:pt x="134413" y="235194"/>
                    <a:pt x="136998" y="299779"/>
                    <a:pt x="191280" y="302363"/>
                  </a:cubicBezTo>
                  <a:lnTo>
                    <a:pt x="199034" y="304946"/>
                  </a:lnTo>
                  <a:cubicBezTo>
                    <a:pt x="243624" y="303009"/>
                    <a:pt x="250409" y="264742"/>
                    <a:pt x="251015" y="245730"/>
                  </a:cubicBezTo>
                  <a:lnTo>
                    <a:pt x="250737" y="235359"/>
                  </a:lnTo>
                  <a:lnTo>
                    <a:pt x="250832" y="235264"/>
                  </a:lnTo>
                  <a:lnTo>
                    <a:pt x="276581" y="253278"/>
                  </a:lnTo>
                  <a:cubicBezTo>
                    <a:pt x="279166" y="255862"/>
                    <a:pt x="281751" y="255862"/>
                    <a:pt x="284336" y="258445"/>
                  </a:cubicBezTo>
                  <a:cubicBezTo>
                    <a:pt x="284336" y="258445"/>
                    <a:pt x="302430" y="263612"/>
                    <a:pt x="320524" y="271362"/>
                  </a:cubicBezTo>
                  <a:cubicBezTo>
                    <a:pt x="323109" y="271362"/>
                    <a:pt x="323109" y="271362"/>
                    <a:pt x="323109" y="271362"/>
                  </a:cubicBezTo>
                  <a:cubicBezTo>
                    <a:pt x="343787" y="279112"/>
                    <a:pt x="351542" y="292029"/>
                    <a:pt x="351542" y="292029"/>
                  </a:cubicBezTo>
                  <a:cubicBezTo>
                    <a:pt x="359297" y="299779"/>
                    <a:pt x="361882" y="312697"/>
                    <a:pt x="367051" y="323030"/>
                  </a:cubicBezTo>
                  <a:cubicBezTo>
                    <a:pt x="364466" y="325614"/>
                    <a:pt x="361882" y="330780"/>
                    <a:pt x="356712" y="333364"/>
                  </a:cubicBezTo>
                  <a:cubicBezTo>
                    <a:pt x="356712" y="333364"/>
                    <a:pt x="356712" y="333364"/>
                    <a:pt x="354127" y="330780"/>
                  </a:cubicBezTo>
                  <a:cubicBezTo>
                    <a:pt x="346372" y="323030"/>
                    <a:pt x="336033" y="312697"/>
                    <a:pt x="323109" y="302363"/>
                  </a:cubicBezTo>
                  <a:cubicBezTo>
                    <a:pt x="317939" y="299779"/>
                    <a:pt x="312769" y="294613"/>
                    <a:pt x="307599" y="292029"/>
                  </a:cubicBezTo>
                  <a:lnTo>
                    <a:pt x="307599" y="289446"/>
                  </a:lnTo>
                  <a:cubicBezTo>
                    <a:pt x="299845" y="286862"/>
                    <a:pt x="294675" y="281696"/>
                    <a:pt x="289505" y="279112"/>
                  </a:cubicBezTo>
                  <a:lnTo>
                    <a:pt x="255902" y="258445"/>
                  </a:lnTo>
                  <a:lnTo>
                    <a:pt x="178356" y="413450"/>
                  </a:lnTo>
                  <a:lnTo>
                    <a:pt x="219713" y="423783"/>
                  </a:lnTo>
                  <a:cubicBezTo>
                    <a:pt x="222298" y="423783"/>
                    <a:pt x="227468" y="426367"/>
                    <a:pt x="230053" y="426367"/>
                  </a:cubicBezTo>
                  <a:cubicBezTo>
                    <a:pt x="235223" y="428950"/>
                    <a:pt x="240393" y="431533"/>
                    <a:pt x="242978" y="434117"/>
                  </a:cubicBezTo>
                  <a:cubicBezTo>
                    <a:pt x="253317" y="436700"/>
                    <a:pt x="261072" y="441867"/>
                    <a:pt x="268826" y="444450"/>
                  </a:cubicBezTo>
                  <a:cubicBezTo>
                    <a:pt x="284336" y="452201"/>
                    <a:pt x="294675" y="462534"/>
                    <a:pt x="299845" y="470285"/>
                  </a:cubicBezTo>
                  <a:lnTo>
                    <a:pt x="307599" y="478035"/>
                  </a:lnTo>
                  <a:cubicBezTo>
                    <a:pt x="253317" y="490952"/>
                    <a:pt x="201619" y="493535"/>
                    <a:pt x="201619" y="493535"/>
                  </a:cubicBezTo>
                  <a:cubicBezTo>
                    <a:pt x="196450" y="493535"/>
                    <a:pt x="191280" y="493535"/>
                    <a:pt x="183525" y="493535"/>
                  </a:cubicBezTo>
                  <a:cubicBezTo>
                    <a:pt x="183525" y="493535"/>
                    <a:pt x="77546" y="488368"/>
                    <a:pt x="10339" y="457368"/>
                  </a:cubicBezTo>
                  <a:cubicBezTo>
                    <a:pt x="10339" y="457368"/>
                    <a:pt x="0" y="454784"/>
                    <a:pt x="0" y="431533"/>
                  </a:cubicBezTo>
                  <a:cubicBezTo>
                    <a:pt x="0" y="431533"/>
                    <a:pt x="2585" y="335947"/>
                    <a:pt x="33603" y="292029"/>
                  </a:cubicBezTo>
                  <a:cubicBezTo>
                    <a:pt x="33603" y="292029"/>
                    <a:pt x="41358" y="279112"/>
                    <a:pt x="62037" y="271362"/>
                  </a:cubicBezTo>
                  <a:cubicBezTo>
                    <a:pt x="62037" y="271362"/>
                    <a:pt x="129243" y="253278"/>
                    <a:pt x="134413" y="235194"/>
                  </a:cubicBezTo>
                  <a:close/>
                  <a:moveTo>
                    <a:pt x="540656" y="232714"/>
                  </a:moveTo>
                  <a:cubicBezTo>
                    <a:pt x="519961" y="245621"/>
                    <a:pt x="504440" y="261109"/>
                    <a:pt x="488919" y="276596"/>
                  </a:cubicBezTo>
                  <a:cubicBezTo>
                    <a:pt x="473398" y="292084"/>
                    <a:pt x="457877" y="310153"/>
                    <a:pt x="444942" y="328223"/>
                  </a:cubicBezTo>
                  <a:cubicBezTo>
                    <a:pt x="432008" y="348873"/>
                    <a:pt x="421661" y="366942"/>
                    <a:pt x="408726" y="387593"/>
                  </a:cubicBezTo>
                  <a:cubicBezTo>
                    <a:pt x="398379" y="405662"/>
                    <a:pt x="388032" y="426312"/>
                    <a:pt x="377684" y="446963"/>
                  </a:cubicBezTo>
                  <a:lnTo>
                    <a:pt x="359576" y="485682"/>
                  </a:lnTo>
                  <a:lnTo>
                    <a:pt x="328534" y="444381"/>
                  </a:lnTo>
                  <a:cubicBezTo>
                    <a:pt x="318186" y="431475"/>
                    <a:pt x="302665" y="421150"/>
                    <a:pt x="284557" y="410824"/>
                  </a:cubicBezTo>
                  <a:cubicBezTo>
                    <a:pt x="276797" y="405662"/>
                    <a:pt x="266449" y="400499"/>
                    <a:pt x="258689" y="397918"/>
                  </a:cubicBezTo>
                  <a:cubicBezTo>
                    <a:pt x="253515" y="395337"/>
                    <a:pt x="248341" y="392755"/>
                    <a:pt x="243168" y="390174"/>
                  </a:cubicBezTo>
                  <a:cubicBezTo>
                    <a:pt x="237994" y="390174"/>
                    <a:pt x="232820" y="387593"/>
                    <a:pt x="230233" y="385011"/>
                  </a:cubicBezTo>
                  <a:lnTo>
                    <a:pt x="271623" y="302410"/>
                  </a:lnTo>
                  <a:cubicBezTo>
                    <a:pt x="276797" y="307572"/>
                    <a:pt x="281970" y="310153"/>
                    <a:pt x="287144" y="315316"/>
                  </a:cubicBezTo>
                  <a:cubicBezTo>
                    <a:pt x="292318" y="317897"/>
                    <a:pt x="297492" y="323060"/>
                    <a:pt x="302665" y="325641"/>
                  </a:cubicBezTo>
                  <a:cubicBezTo>
                    <a:pt x="313013" y="333385"/>
                    <a:pt x="320773" y="343710"/>
                    <a:pt x="331121" y="351454"/>
                  </a:cubicBezTo>
                  <a:cubicBezTo>
                    <a:pt x="341468" y="361780"/>
                    <a:pt x="349229" y="372105"/>
                    <a:pt x="356989" y="382430"/>
                  </a:cubicBezTo>
                  <a:cubicBezTo>
                    <a:pt x="364750" y="374686"/>
                    <a:pt x="369924" y="369523"/>
                    <a:pt x="375097" y="361780"/>
                  </a:cubicBezTo>
                  <a:cubicBezTo>
                    <a:pt x="390618" y="343710"/>
                    <a:pt x="406140" y="328223"/>
                    <a:pt x="424248" y="310153"/>
                  </a:cubicBezTo>
                  <a:cubicBezTo>
                    <a:pt x="442356" y="294666"/>
                    <a:pt x="460464" y="279178"/>
                    <a:pt x="478572" y="266271"/>
                  </a:cubicBezTo>
                  <a:cubicBezTo>
                    <a:pt x="499267" y="253365"/>
                    <a:pt x="519961" y="240458"/>
                    <a:pt x="540656" y="232714"/>
                  </a:cubicBezTo>
                  <a:close/>
                  <a:moveTo>
                    <a:pt x="250901" y="232714"/>
                  </a:moveTo>
                  <a:cubicBezTo>
                    <a:pt x="250901" y="232714"/>
                    <a:pt x="250901" y="235194"/>
                    <a:pt x="250901" y="235194"/>
                  </a:cubicBezTo>
                  <a:lnTo>
                    <a:pt x="250832" y="235264"/>
                  </a:lnTo>
                  <a:lnTo>
                    <a:pt x="250732" y="235194"/>
                  </a:lnTo>
                  <a:lnTo>
                    <a:pt x="250737" y="235359"/>
                  </a:lnTo>
                  <a:lnTo>
                    <a:pt x="248421" y="237674"/>
                  </a:lnTo>
                  <a:cubicBezTo>
                    <a:pt x="250901" y="235194"/>
                    <a:pt x="250901" y="235194"/>
                    <a:pt x="250901" y="232714"/>
                  </a:cubicBezTo>
                  <a:close/>
                  <a:moveTo>
                    <a:pt x="183628" y="0"/>
                  </a:moveTo>
                  <a:cubicBezTo>
                    <a:pt x="183628" y="0"/>
                    <a:pt x="196545" y="2583"/>
                    <a:pt x="217213" y="10333"/>
                  </a:cubicBezTo>
                  <a:lnTo>
                    <a:pt x="230130" y="12917"/>
                  </a:lnTo>
                  <a:cubicBezTo>
                    <a:pt x="258548" y="20667"/>
                    <a:pt x="271465" y="36167"/>
                    <a:pt x="274048" y="38751"/>
                  </a:cubicBezTo>
                  <a:cubicBezTo>
                    <a:pt x="294715" y="64585"/>
                    <a:pt x="289548" y="103336"/>
                    <a:pt x="284382" y="121420"/>
                  </a:cubicBezTo>
                  <a:cubicBezTo>
                    <a:pt x="289548" y="129170"/>
                    <a:pt x="286965" y="144671"/>
                    <a:pt x="284382" y="152421"/>
                  </a:cubicBezTo>
                  <a:cubicBezTo>
                    <a:pt x="284382" y="160171"/>
                    <a:pt x="281798" y="165338"/>
                    <a:pt x="276631" y="167921"/>
                  </a:cubicBezTo>
                  <a:cubicBezTo>
                    <a:pt x="271465" y="211839"/>
                    <a:pt x="232713" y="258341"/>
                    <a:pt x="191378" y="258341"/>
                  </a:cubicBezTo>
                  <a:cubicBezTo>
                    <a:pt x="155211" y="258341"/>
                    <a:pt x="116460" y="214423"/>
                    <a:pt x="111293" y="167921"/>
                  </a:cubicBezTo>
                  <a:cubicBezTo>
                    <a:pt x="108709" y="165338"/>
                    <a:pt x="103543" y="160171"/>
                    <a:pt x="103543" y="152421"/>
                  </a:cubicBezTo>
                  <a:cubicBezTo>
                    <a:pt x="100959" y="144671"/>
                    <a:pt x="98376" y="129170"/>
                    <a:pt x="103543" y="121420"/>
                  </a:cubicBezTo>
                  <a:cubicBezTo>
                    <a:pt x="103543" y="121420"/>
                    <a:pt x="106126" y="121420"/>
                    <a:pt x="106126" y="118837"/>
                  </a:cubicBezTo>
                  <a:cubicBezTo>
                    <a:pt x="98376" y="80085"/>
                    <a:pt x="103543" y="62002"/>
                    <a:pt x="106126" y="59418"/>
                  </a:cubicBezTo>
                  <a:cubicBezTo>
                    <a:pt x="119043" y="20667"/>
                    <a:pt x="160378" y="5167"/>
                    <a:pt x="160378" y="5167"/>
                  </a:cubicBezTo>
                  <a:cubicBezTo>
                    <a:pt x="162961" y="2583"/>
                    <a:pt x="170711" y="0"/>
                    <a:pt x="175878" y="2583"/>
                  </a:cubicBezTo>
                  <a:cubicBezTo>
                    <a:pt x="175878" y="2583"/>
                    <a:pt x="178461" y="2583"/>
                    <a:pt x="181045" y="2583"/>
                  </a:cubicBezTo>
                  <a:cubicBezTo>
                    <a:pt x="181045" y="0"/>
                    <a:pt x="181045" y="0"/>
                    <a:pt x="183628" y="0"/>
                  </a:cubicBezTo>
                  <a:close/>
                </a:path>
              </a:pathLst>
            </a:custGeom>
            <a:solidFill>
              <a:schemeClr val="accent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cs typeface="+mn-ea"/>
                <a:sym typeface="+mn-lt"/>
              </a:endParaRPr>
            </a:p>
          </p:txBody>
        </p:sp>
        <p:sp>
          <p:nvSpPr>
            <p:cNvPr id="42" name="任意多边形: 形状 41"/>
            <p:cNvSpPr/>
            <p:nvPr/>
          </p:nvSpPr>
          <p:spPr>
            <a:xfrm>
              <a:off x="5083807" y="4147487"/>
              <a:ext cx="367553" cy="335518"/>
            </a:xfrm>
            <a:custGeom>
              <a:avLst/>
              <a:gdLst>
                <a:gd name="connsiteX0" fmla="*/ 134413 w 540656"/>
                <a:gd name="connsiteY0" fmla="*/ 235194 h 493535"/>
                <a:gd name="connsiteX1" fmla="*/ 191280 w 540656"/>
                <a:gd name="connsiteY1" fmla="*/ 302363 h 493535"/>
                <a:gd name="connsiteX2" fmla="*/ 199034 w 540656"/>
                <a:gd name="connsiteY2" fmla="*/ 304946 h 493535"/>
                <a:gd name="connsiteX3" fmla="*/ 251015 w 540656"/>
                <a:gd name="connsiteY3" fmla="*/ 245730 h 493535"/>
                <a:gd name="connsiteX4" fmla="*/ 250737 w 540656"/>
                <a:gd name="connsiteY4" fmla="*/ 235359 h 493535"/>
                <a:gd name="connsiteX5" fmla="*/ 250832 w 540656"/>
                <a:gd name="connsiteY5" fmla="*/ 235264 h 493535"/>
                <a:gd name="connsiteX6" fmla="*/ 276581 w 540656"/>
                <a:gd name="connsiteY6" fmla="*/ 253278 h 493535"/>
                <a:gd name="connsiteX7" fmla="*/ 284336 w 540656"/>
                <a:gd name="connsiteY7" fmla="*/ 258445 h 493535"/>
                <a:gd name="connsiteX8" fmla="*/ 320524 w 540656"/>
                <a:gd name="connsiteY8" fmla="*/ 271362 h 493535"/>
                <a:gd name="connsiteX9" fmla="*/ 323109 w 540656"/>
                <a:gd name="connsiteY9" fmla="*/ 271362 h 493535"/>
                <a:gd name="connsiteX10" fmla="*/ 351542 w 540656"/>
                <a:gd name="connsiteY10" fmla="*/ 292029 h 493535"/>
                <a:gd name="connsiteX11" fmla="*/ 367051 w 540656"/>
                <a:gd name="connsiteY11" fmla="*/ 323030 h 493535"/>
                <a:gd name="connsiteX12" fmla="*/ 356712 w 540656"/>
                <a:gd name="connsiteY12" fmla="*/ 333364 h 493535"/>
                <a:gd name="connsiteX13" fmla="*/ 354127 w 540656"/>
                <a:gd name="connsiteY13" fmla="*/ 330780 h 493535"/>
                <a:gd name="connsiteX14" fmla="*/ 323109 w 540656"/>
                <a:gd name="connsiteY14" fmla="*/ 302363 h 493535"/>
                <a:gd name="connsiteX15" fmla="*/ 307599 w 540656"/>
                <a:gd name="connsiteY15" fmla="*/ 292029 h 493535"/>
                <a:gd name="connsiteX16" fmla="*/ 307599 w 540656"/>
                <a:gd name="connsiteY16" fmla="*/ 289446 h 493535"/>
                <a:gd name="connsiteX17" fmla="*/ 289505 w 540656"/>
                <a:gd name="connsiteY17" fmla="*/ 279112 h 493535"/>
                <a:gd name="connsiteX18" fmla="*/ 255902 w 540656"/>
                <a:gd name="connsiteY18" fmla="*/ 258445 h 493535"/>
                <a:gd name="connsiteX19" fmla="*/ 178356 w 540656"/>
                <a:gd name="connsiteY19" fmla="*/ 413450 h 493535"/>
                <a:gd name="connsiteX20" fmla="*/ 219713 w 540656"/>
                <a:gd name="connsiteY20" fmla="*/ 423783 h 493535"/>
                <a:gd name="connsiteX21" fmla="*/ 230053 w 540656"/>
                <a:gd name="connsiteY21" fmla="*/ 426367 h 493535"/>
                <a:gd name="connsiteX22" fmla="*/ 242978 w 540656"/>
                <a:gd name="connsiteY22" fmla="*/ 434117 h 493535"/>
                <a:gd name="connsiteX23" fmla="*/ 268826 w 540656"/>
                <a:gd name="connsiteY23" fmla="*/ 444450 h 493535"/>
                <a:gd name="connsiteX24" fmla="*/ 299845 w 540656"/>
                <a:gd name="connsiteY24" fmla="*/ 470285 h 493535"/>
                <a:gd name="connsiteX25" fmla="*/ 307599 w 540656"/>
                <a:gd name="connsiteY25" fmla="*/ 478035 h 493535"/>
                <a:gd name="connsiteX26" fmla="*/ 201619 w 540656"/>
                <a:gd name="connsiteY26" fmla="*/ 493535 h 493535"/>
                <a:gd name="connsiteX27" fmla="*/ 183525 w 540656"/>
                <a:gd name="connsiteY27" fmla="*/ 493535 h 493535"/>
                <a:gd name="connsiteX28" fmla="*/ 10339 w 540656"/>
                <a:gd name="connsiteY28" fmla="*/ 457368 h 493535"/>
                <a:gd name="connsiteX29" fmla="*/ 0 w 540656"/>
                <a:gd name="connsiteY29" fmla="*/ 431533 h 493535"/>
                <a:gd name="connsiteX30" fmla="*/ 33603 w 540656"/>
                <a:gd name="connsiteY30" fmla="*/ 292029 h 493535"/>
                <a:gd name="connsiteX31" fmla="*/ 62037 w 540656"/>
                <a:gd name="connsiteY31" fmla="*/ 271362 h 493535"/>
                <a:gd name="connsiteX32" fmla="*/ 134413 w 540656"/>
                <a:gd name="connsiteY32" fmla="*/ 235194 h 493535"/>
                <a:gd name="connsiteX33" fmla="*/ 540656 w 540656"/>
                <a:gd name="connsiteY33" fmla="*/ 232714 h 493535"/>
                <a:gd name="connsiteX34" fmla="*/ 488919 w 540656"/>
                <a:gd name="connsiteY34" fmla="*/ 276596 h 493535"/>
                <a:gd name="connsiteX35" fmla="*/ 444942 w 540656"/>
                <a:gd name="connsiteY35" fmla="*/ 328223 h 493535"/>
                <a:gd name="connsiteX36" fmla="*/ 408726 w 540656"/>
                <a:gd name="connsiteY36" fmla="*/ 387593 h 493535"/>
                <a:gd name="connsiteX37" fmla="*/ 377684 w 540656"/>
                <a:gd name="connsiteY37" fmla="*/ 446963 h 493535"/>
                <a:gd name="connsiteX38" fmla="*/ 359576 w 540656"/>
                <a:gd name="connsiteY38" fmla="*/ 485682 h 493535"/>
                <a:gd name="connsiteX39" fmla="*/ 328534 w 540656"/>
                <a:gd name="connsiteY39" fmla="*/ 444381 h 493535"/>
                <a:gd name="connsiteX40" fmla="*/ 284557 w 540656"/>
                <a:gd name="connsiteY40" fmla="*/ 410824 h 493535"/>
                <a:gd name="connsiteX41" fmla="*/ 258689 w 540656"/>
                <a:gd name="connsiteY41" fmla="*/ 397918 h 493535"/>
                <a:gd name="connsiteX42" fmla="*/ 243168 w 540656"/>
                <a:gd name="connsiteY42" fmla="*/ 390174 h 493535"/>
                <a:gd name="connsiteX43" fmla="*/ 230233 w 540656"/>
                <a:gd name="connsiteY43" fmla="*/ 385011 h 493535"/>
                <a:gd name="connsiteX44" fmla="*/ 271623 w 540656"/>
                <a:gd name="connsiteY44" fmla="*/ 302410 h 493535"/>
                <a:gd name="connsiteX45" fmla="*/ 287144 w 540656"/>
                <a:gd name="connsiteY45" fmla="*/ 315316 h 493535"/>
                <a:gd name="connsiteX46" fmla="*/ 302665 w 540656"/>
                <a:gd name="connsiteY46" fmla="*/ 325641 h 493535"/>
                <a:gd name="connsiteX47" fmla="*/ 331121 w 540656"/>
                <a:gd name="connsiteY47" fmla="*/ 351454 h 493535"/>
                <a:gd name="connsiteX48" fmla="*/ 356989 w 540656"/>
                <a:gd name="connsiteY48" fmla="*/ 382430 h 493535"/>
                <a:gd name="connsiteX49" fmla="*/ 375097 w 540656"/>
                <a:gd name="connsiteY49" fmla="*/ 361780 h 493535"/>
                <a:gd name="connsiteX50" fmla="*/ 424248 w 540656"/>
                <a:gd name="connsiteY50" fmla="*/ 310153 h 493535"/>
                <a:gd name="connsiteX51" fmla="*/ 478572 w 540656"/>
                <a:gd name="connsiteY51" fmla="*/ 266271 h 493535"/>
                <a:gd name="connsiteX52" fmla="*/ 540656 w 540656"/>
                <a:gd name="connsiteY52" fmla="*/ 232714 h 493535"/>
                <a:gd name="connsiteX53" fmla="*/ 250901 w 540656"/>
                <a:gd name="connsiteY53" fmla="*/ 232714 h 493535"/>
                <a:gd name="connsiteX54" fmla="*/ 250901 w 540656"/>
                <a:gd name="connsiteY54" fmla="*/ 235194 h 493535"/>
                <a:gd name="connsiteX55" fmla="*/ 250832 w 540656"/>
                <a:gd name="connsiteY55" fmla="*/ 235264 h 493535"/>
                <a:gd name="connsiteX56" fmla="*/ 250732 w 540656"/>
                <a:gd name="connsiteY56" fmla="*/ 235194 h 493535"/>
                <a:gd name="connsiteX57" fmla="*/ 250737 w 540656"/>
                <a:gd name="connsiteY57" fmla="*/ 235359 h 493535"/>
                <a:gd name="connsiteX58" fmla="*/ 248421 w 540656"/>
                <a:gd name="connsiteY58" fmla="*/ 237674 h 493535"/>
                <a:gd name="connsiteX59" fmla="*/ 250901 w 540656"/>
                <a:gd name="connsiteY59" fmla="*/ 232714 h 493535"/>
                <a:gd name="connsiteX60" fmla="*/ 183628 w 540656"/>
                <a:gd name="connsiteY60" fmla="*/ 0 h 493535"/>
                <a:gd name="connsiteX61" fmla="*/ 217213 w 540656"/>
                <a:gd name="connsiteY61" fmla="*/ 10333 h 493535"/>
                <a:gd name="connsiteX62" fmla="*/ 230130 w 540656"/>
                <a:gd name="connsiteY62" fmla="*/ 12917 h 493535"/>
                <a:gd name="connsiteX63" fmla="*/ 274048 w 540656"/>
                <a:gd name="connsiteY63" fmla="*/ 38751 h 493535"/>
                <a:gd name="connsiteX64" fmla="*/ 284382 w 540656"/>
                <a:gd name="connsiteY64" fmla="*/ 121420 h 493535"/>
                <a:gd name="connsiteX65" fmla="*/ 284382 w 540656"/>
                <a:gd name="connsiteY65" fmla="*/ 152421 h 493535"/>
                <a:gd name="connsiteX66" fmla="*/ 276631 w 540656"/>
                <a:gd name="connsiteY66" fmla="*/ 167921 h 493535"/>
                <a:gd name="connsiteX67" fmla="*/ 191378 w 540656"/>
                <a:gd name="connsiteY67" fmla="*/ 258341 h 493535"/>
                <a:gd name="connsiteX68" fmla="*/ 111293 w 540656"/>
                <a:gd name="connsiteY68" fmla="*/ 167921 h 493535"/>
                <a:gd name="connsiteX69" fmla="*/ 103543 w 540656"/>
                <a:gd name="connsiteY69" fmla="*/ 152421 h 493535"/>
                <a:gd name="connsiteX70" fmla="*/ 103543 w 540656"/>
                <a:gd name="connsiteY70" fmla="*/ 121420 h 493535"/>
                <a:gd name="connsiteX71" fmla="*/ 106126 w 540656"/>
                <a:gd name="connsiteY71" fmla="*/ 118837 h 493535"/>
                <a:gd name="connsiteX72" fmla="*/ 106126 w 540656"/>
                <a:gd name="connsiteY72" fmla="*/ 59418 h 493535"/>
                <a:gd name="connsiteX73" fmla="*/ 160378 w 540656"/>
                <a:gd name="connsiteY73" fmla="*/ 5167 h 493535"/>
                <a:gd name="connsiteX74" fmla="*/ 175878 w 540656"/>
                <a:gd name="connsiteY74" fmla="*/ 2583 h 493535"/>
                <a:gd name="connsiteX75" fmla="*/ 181045 w 540656"/>
                <a:gd name="connsiteY75" fmla="*/ 2583 h 493535"/>
                <a:gd name="connsiteX76" fmla="*/ 183628 w 540656"/>
                <a:gd name="connsiteY76" fmla="*/ 0 h 493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540656" h="493535">
                  <a:moveTo>
                    <a:pt x="134413" y="235194"/>
                  </a:moveTo>
                  <a:cubicBezTo>
                    <a:pt x="134413" y="235194"/>
                    <a:pt x="136998" y="299779"/>
                    <a:pt x="191280" y="302363"/>
                  </a:cubicBezTo>
                  <a:lnTo>
                    <a:pt x="199034" y="304946"/>
                  </a:lnTo>
                  <a:cubicBezTo>
                    <a:pt x="243624" y="303009"/>
                    <a:pt x="250409" y="264742"/>
                    <a:pt x="251015" y="245730"/>
                  </a:cubicBezTo>
                  <a:lnTo>
                    <a:pt x="250737" y="235359"/>
                  </a:lnTo>
                  <a:lnTo>
                    <a:pt x="250832" y="235264"/>
                  </a:lnTo>
                  <a:lnTo>
                    <a:pt x="276581" y="253278"/>
                  </a:lnTo>
                  <a:cubicBezTo>
                    <a:pt x="279166" y="255862"/>
                    <a:pt x="281751" y="255862"/>
                    <a:pt x="284336" y="258445"/>
                  </a:cubicBezTo>
                  <a:cubicBezTo>
                    <a:pt x="284336" y="258445"/>
                    <a:pt x="302430" y="263612"/>
                    <a:pt x="320524" y="271362"/>
                  </a:cubicBezTo>
                  <a:cubicBezTo>
                    <a:pt x="323109" y="271362"/>
                    <a:pt x="323109" y="271362"/>
                    <a:pt x="323109" y="271362"/>
                  </a:cubicBezTo>
                  <a:cubicBezTo>
                    <a:pt x="343787" y="279112"/>
                    <a:pt x="351542" y="292029"/>
                    <a:pt x="351542" y="292029"/>
                  </a:cubicBezTo>
                  <a:cubicBezTo>
                    <a:pt x="359297" y="299779"/>
                    <a:pt x="361882" y="312697"/>
                    <a:pt x="367051" y="323030"/>
                  </a:cubicBezTo>
                  <a:cubicBezTo>
                    <a:pt x="364466" y="325614"/>
                    <a:pt x="361882" y="330780"/>
                    <a:pt x="356712" y="333364"/>
                  </a:cubicBezTo>
                  <a:cubicBezTo>
                    <a:pt x="356712" y="333364"/>
                    <a:pt x="356712" y="333364"/>
                    <a:pt x="354127" y="330780"/>
                  </a:cubicBezTo>
                  <a:cubicBezTo>
                    <a:pt x="346372" y="323030"/>
                    <a:pt x="336033" y="312697"/>
                    <a:pt x="323109" y="302363"/>
                  </a:cubicBezTo>
                  <a:cubicBezTo>
                    <a:pt x="317939" y="299779"/>
                    <a:pt x="312769" y="294613"/>
                    <a:pt x="307599" y="292029"/>
                  </a:cubicBezTo>
                  <a:lnTo>
                    <a:pt x="307599" y="289446"/>
                  </a:lnTo>
                  <a:cubicBezTo>
                    <a:pt x="299845" y="286862"/>
                    <a:pt x="294675" y="281696"/>
                    <a:pt x="289505" y="279112"/>
                  </a:cubicBezTo>
                  <a:lnTo>
                    <a:pt x="255902" y="258445"/>
                  </a:lnTo>
                  <a:lnTo>
                    <a:pt x="178356" y="413450"/>
                  </a:lnTo>
                  <a:lnTo>
                    <a:pt x="219713" y="423783"/>
                  </a:lnTo>
                  <a:cubicBezTo>
                    <a:pt x="222298" y="423783"/>
                    <a:pt x="227468" y="426367"/>
                    <a:pt x="230053" y="426367"/>
                  </a:cubicBezTo>
                  <a:cubicBezTo>
                    <a:pt x="235223" y="428950"/>
                    <a:pt x="240393" y="431533"/>
                    <a:pt x="242978" y="434117"/>
                  </a:cubicBezTo>
                  <a:cubicBezTo>
                    <a:pt x="253317" y="436700"/>
                    <a:pt x="261072" y="441867"/>
                    <a:pt x="268826" y="444450"/>
                  </a:cubicBezTo>
                  <a:cubicBezTo>
                    <a:pt x="284336" y="452201"/>
                    <a:pt x="294675" y="462534"/>
                    <a:pt x="299845" y="470285"/>
                  </a:cubicBezTo>
                  <a:lnTo>
                    <a:pt x="307599" y="478035"/>
                  </a:lnTo>
                  <a:cubicBezTo>
                    <a:pt x="253317" y="490952"/>
                    <a:pt x="201619" y="493535"/>
                    <a:pt x="201619" y="493535"/>
                  </a:cubicBezTo>
                  <a:cubicBezTo>
                    <a:pt x="196450" y="493535"/>
                    <a:pt x="191280" y="493535"/>
                    <a:pt x="183525" y="493535"/>
                  </a:cubicBezTo>
                  <a:cubicBezTo>
                    <a:pt x="183525" y="493535"/>
                    <a:pt x="77546" y="488368"/>
                    <a:pt x="10339" y="457368"/>
                  </a:cubicBezTo>
                  <a:cubicBezTo>
                    <a:pt x="10339" y="457368"/>
                    <a:pt x="0" y="454784"/>
                    <a:pt x="0" y="431533"/>
                  </a:cubicBezTo>
                  <a:cubicBezTo>
                    <a:pt x="0" y="431533"/>
                    <a:pt x="2585" y="335947"/>
                    <a:pt x="33603" y="292029"/>
                  </a:cubicBezTo>
                  <a:cubicBezTo>
                    <a:pt x="33603" y="292029"/>
                    <a:pt x="41358" y="279112"/>
                    <a:pt x="62037" y="271362"/>
                  </a:cubicBezTo>
                  <a:cubicBezTo>
                    <a:pt x="62037" y="271362"/>
                    <a:pt x="129243" y="253278"/>
                    <a:pt x="134413" y="235194"/>
                  </a:cubicBezTo>
                  <a:close/>
                  <a:moveTo>
                    <a:pt x="540656" y="232714"/>
                  </a:moveTo>
                  <a:cubicBezTo>
                    <a:pt x="519961" y="245621"/>
                    <a:pt x="504440" y="261109"/>
                    <a:pt x="488919" y="276596"/>
                  </a:cubicBezTo>
                  <a:cubicBezTo>
                    <a:pt x="473398" y="292084"/>
                    <a:pt x="457877" y="310153"/>
                    <a:pt x="444942" y="328223"/>
                  </a:cubicBezTo>
                  <a:cubicBezTo>
                    <a:pt x="432008" y="348873"/>
                    <a:pt x="421661" y="366942"/>
                    <a:pt x="408726" y="387593"/>
                  </a:cubicBezTo>
                  <a:cubicBezTo>
                    <a:pt x="398379" y="405662"/>
                    <a:pt x="388032" y="426312"/>
                    <a:pt x="377684" y="446963"/>
                  </a:cubicBezTo>
                  <a:lnTo>
                    <a:pt x="359576" y="485682"/>
                  </a:lnTo>
                  <a:lnTo>
                    <a:pt x="328534" y="444381"/>
                  </a:lnTo>
                  <a:cubicBezTo>
                    <a:pt x="318186" y="431475"/>
                    <a:pt x="302665" y="421150"/>
                    <a:pt x="284557" y="410824"/>
                  </a:cubicBezTo>
                  <a:cubicBezTo>
                    <a:pt x="276797" y="405662"/>
                    <a:pt x="266449" y="400499"/>
                    <a:pt x="258689" y="397918"/>
                  </a:cubicBezTo>
                  <a:cubicBezTo>
                    <a:pt x="253515" y="395337"/>
                    <a:pt x="248341" y="392755"/>
                    <a:pt x="243168" y="390174"/>
                  </a:cubicBezTo>
                  <a:cubicBezTo>
                    <a:pt x="237994" y="390174"/>
                    <a:pt x="232820" y="387593"/>
                    <a:pt x="230233" y="385011"/>
                  </a:cubicBezTo>
                  <a:lnTo>
                    <a:pt x="271623" y="302410"/>
                  </a:lnTo>
                  <a:cubicBezTo>
                    <a:pt x="276797" y="307572"/>
                    <a:pt x="281970" y="310153"/>
                    <a:pt x="287144" y="315316"/>
                  </a:cubicBezTo>
                  <a:cubicBezTo>
                    <a:pt x="292318" y="317897"/>
                    <a:pt x="297492" y="323060"/>
                    <a:pt x="302665" y="325641"/>
                  </a:cubicBezTo>
                  <a:cubicBezTo>
                    <a:pt x="313013" y="333385"/>
                    <a:pt x="320773" y="343710"/>
                    <a:pt x="331121" y="351454"/>
                  </a:cubicBezTo>
                  <a:cubicBezTo>
                    <a:pt x="341468" y="361780"/>
                    <a:pt x="349229" y="372105"/>
                    <a:pt x="356989" y="382430"/>
                  </a:cubicBezTo>
                  <a:cubicBezTo>
                    <a:pt x="364750" y="374686"/>
                    <a:pt x="369924" y="369523"/>
                    <a:pt x="375097" y="361780"/>
                  </a:cubicBezTo>
                  <a:cubicBezTo>
                    <a:pt x="390618" y="343710"/>
                    <a:pt x="406140" y="328223"/>
                    <a:pt x="424248" y="310153"/>
                  </a:cubicBezTo>
                  <a:cubicBezTo>
                    <a:pt x="442356" y="294666"/>
                    <a:pt x="460464" y="279178"/>
                    <a:pt x="478572" y="266271"/>
                  </a:cubicBezTo>
                  <a:cubicBezTo>
                    <a:pt x="499267" y="253365"/>
                    <a:pt x="519961" y="240458"/>
                    <a:pt x="540656" y="232714"/>
                  </a:cubicBezTo>
                  <a:close/>
                  <a:moveTo>
                    <a:pt x="250901" y="232714"/>
                  </a:moveTo>
                  <a:cubicBezTo>
                    <a:pt x="250901" y="232714"/>
                    <a:pt x="250901" y="235194"/>
                    <a:pt x="250901" y="235194"/>
                  </a:cubicBezTo>
                  <a:lnTo>
                    <a:pt x="250832" y="235264"/>
                  </a:lnTo>
                  <a:lnTo>
                    <a:pt x="250732" y="235194"/>
                  </a:lnTo>
                  <a:lnTo>
                    <a:pt x="250737" y="235359"/>
                  </a:lnTo>
                  <a:lnTo>
                    <a:pt x="248421" y="237674"/>
                  </a:lnTo>
                  <a:cubicBezTo>
                    <a:pt x="250901" y="235194"/>
                    <a:pt x="250901" y="235194"/>
                    <a:pt x="250901" y="232714"/>
                  </a:cubicBezTo>
                  <a:close/>
                  <a:moveTo>
                    <a:pt x="183628" y="0"/>
                  </a:moveTo>
                  <a:cubicBezTo>
                    <a:pt x="183628" y="0"/>
                    <a:pt x="196545" y="2583"/>
                    <a:pt x="217213" y="10333"/>
                  </a:cubicBezTo>
                  <a:lnTo>
                    <a:pt x="230130" y="12917"/>
                  </a:lnTo>
                  <a:cubicBezTo>
                    <a:pt x="258548" y="20667"/>
                    <a:pt x="271465" y="36167"/>
                    <a:pt x="274048" y="38751"/>
                  </a:cubicBezTo>
                  <a:cubicBezTo>
                    <a:pt x="294715" y="64585"/>
                    <a:pt x="289548" y="103336"/>
                    <a:pt x="284382" y="121420"/>
                  </a:cubicBezTo>
                  <a:cubicBezTo>
                    <a:pt x="289548" y="129170"/>
                    <a:pt x="286965" y="144671"/>
                    <a:pt x="284382" y="152421"/>
                  </a:cubicBezTo>
                  <a:cubicBezTo>
                    <a:pt x="284382" y="160171"/>
                    <a:pt x="281798" y="165338"/>
                    <a:pt x="276631" y="167921"/>
                  </a:cubicBezTo>
                  <a:cubicBezTo>
                    <a:pt x="271465" y="211839"/>
                    <a:pt x="232713" y="258341"/>
                    <a:pt x="191378" y="258341"/>
                  </a:cubicBezTo>
                  <a:cubicBezTo>
                    <a:pt x="155211" y="258341"/>
                    <a:pt x="116460" y="214423"/>
                    <a:pt x="111293" y="167921"/>
                  </a:cubicBezTo>
                  <a:cubicBezTo>
                    <a:pt x="108709" y="165338"/>
                    <a:pt x="103543" y="160171"/>
                    <a:pt x="103543" y="152421"/>
                  </a:cubicBezTo>
                  <a:cubicBezTo>
                    <a:pt x="100959" y="144671"/>
                    <a:pt x="98376" y="129170"/>
                    <a:pt x="103543" y="121420"/>
                  </a:cubicBezTo>
                  <a:cubicBezTo>
                    <a:pt x="103543" y="121420"/>
                    <a:pt x="106126" y="121420"/>
                    <a:pt x="106126" y="118837"/>
                  </a:cubicBezTo>
                  <a:cubicBezTo>
                    <a:pt x="98376" y="80085"/>
                    <a:pt x="103543" y="62002"/>
                    <a:pt x="106126" y="59418"/>
                  </a:cubicBezTo>
                  <a:cubicBezTo>
                    <a:pt x="119043" y="20667"/>
                    <a:pt x="160378" y="5167"/>
                    <a:pt x="160378" y="5167"/>
                  </a:cubicBezTo>
                  <a:cubicBezTo>
                    <a:pt x="162961" y="2583"/>
                    <a:pt x="170711" y="0"/>
                    <a:pt x="175878" y="2583"/>
                  </a:cubicBezTo>
                  <a:cubicBezTo>
                    <a:pt x="175878" y="2583"/>
                    <a:pt x="178461" y="2583"/>
                    <a:pt x="181045" y="2583"/>
                  </a:cubicBezTo>
                  <a:cubicBezTo>
                    <a:pt x="181045" y="0"/>
                    <a:pt x="181045" y="0"/>
                    <a:pt x="183628" y="0"/>
                  </a:cubicBezTo>
                  <a:close/>
                </a:path>
              </a:pathLst>
            </a:custGeom>
            <a:solidFill>
              <a:schemeClr val="accent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cs typeface="+mn-ea"/>
                <a:sym typeface="+mn-lt"/>
              </a:endParaRPr>
            </a:p>
          </p:txBody>
        </p:sp>
        <p:sp>
          <p:nvSpPr>
            <p:cNvPr id="40" name="任意多边形: 形状 39"/>
            <p:cNvSpPr/>
            <p:nvPr/>
          </p:nvSpPr>
          <p:spPr>
            <a:xfrm>
              <a:off x="5083807" y="5263033"/>
              <a:ext cx="367553" cy="335518"/>
            </a:xfrm>
            <a:custGeom>
              <a:avLst/>
              <a:gdLst>
                <a:gd name="connsiteX0" fmla="*/ 134413 w 540656"/>
                <a:gd name="connsiteY0" fmla="*/ 235194 h 493535"/>
                <a:gd name="connsiteX1" fmla="*/ 191280 w 540656"/>
                <a:gd name="connsiteY1" fmla="*/ 302363 h 493535"/>
                <a:gd name="connsiteX2" fmla="*/ 199034 w 540656"/>
                <a:gd name="connsiteY2" fmla="*/ 304946 h 493535"/>
                <a:gd name="connsiteX3" fmla="*/ 251015 w 540656"/>
                <a:gd name="connsiteY3" fmla="*/ 245730 h 493535"/>
                <a:gd name="connsiteX4" fmla="*/ 250737 w 540656"/>
                <a:gd name="connsiteY4" fmla="*/ 235359 h 493535"/>
                <a:gd name="connsiteX5" fmla="*/ 250832 w 540656"/>
                <a:gd name="connsiteY5" fmla="*/ 235264 h 493535"/>
                <a:gd name="connsiteX6" fmla="*/ 276581 w 540656"/>
                <a:gd name="connsiteY6" fmla="*/ 253278 h 493535"/>
                <a:gd name="connsiteX7" fmla="*/ 284336 w 540656"/>
                <a:gd name="connsiteY7" fmla="*/ 258445 h 493535"/>
                <a:gd name="connsiteX8" fmla="*/ 320524 w 540656"/>
                <a:gd name="connsiteY8" fmla="*/ 271362 h 493535"/>
                <a:gd name="connsiteX9" fmla="*/ 323109 w 540656"/>
                <a:gd name="connsiteY9" fmla="*/ 271362 h 493535"/>
                <a:gd name="connsiteX10" fmla="*/ 351542 w 540656"/>
                <a:gd name="connsiteY10" fmla="*/ 292029 h 493535"/>
                <a:gd name="connsiteX11" fmla="*/ 367051 w 540656"/>
                <a:gd name="connsiteY11" fmla="*/ 323030 h 493535"/>
                <a:gd name="connsiteX12" fmla="*/ 356712 w 540656"/>
                <a:gd name="connsiteY12" fmla="*/ 333364 h 493535"/>
                <a:gd name="connsiteX13" fmla="*/ 354127 w 540656"/>
                <a:gd name="connsiteY13" fmla="*/ 330780 h 493535"/>
                <a:gd name="connsiteX14" fmla="*/ 323109 w 540656"/>
                <a:gd name="connsiteY14" fmla="*/ 302363 h 493535"/>
                <a:gd name="connsiteX15" fmla="*/ 307599 w 540656"/>
                <a:gd name="connsiteY15" fmla="*/ 292029 h 493535"/>
                <a:gd name="connsiteX16" fmla="*/ 307599 w 540656"/>
                <a:gd name="connsiteY16" fmla="*/ 289446 h 493535"/>
                <a:gd name="connsiteX17" fmla="*/ 289505 w 540656"/>
                <a:gd name="connsiteY17" fmla="*/ 279112 h 493535"/>
                <a:gd name="connsiteX18" fmla="*/ 255902 w 540656"/>
                <a:gd name="connsiteY18" fmla="*/ 258445 h 493535"/>
                <a:gd name="connsiteX19" fmla="*/ 178356 w 540656"/>
                <a:gd name="connsiteY19" fmla="*/ 413450 h 493535"/>
                <a:gd name="connsiteX20" fmla="*/ 219713 w 540656"/>
                <a:gd name="connsiteY20" fmla="*/ 423783 h 493535"/>
                <a:gd name="connsiteX21" fmla="*/ 230053 w 540656"/>
                <a:gd name="connsiteY21" fmla="*/ 426367 h 493535"/>
                <a:gd name="connsiteX22" fmla="*/ 242978 w 540656"/>
                <a:gd name="connsiteY22" fmla="*/ 434117 h 493535"/>
                <a:gd name="connsiteX23" fmla="*/ 268826 w 540656"/>
                <a:gd name="connsiteY23" fmla="*/ 444450 h 493535"/>
                <a:gd name="connsiteX24" fmla="*/ 299845 w 540656"/>
                <a:gd name="connsiteY24" fmla="*/ 470285 h 493535"/>
                <a:gd name="connsiteX25" fmla="*/ 307599 w 540656"/>
                <a:gd name="connsiteY25" fmla="*/ 478035 h 493535"/>
                <a:gd name="connsiteX26" fmla="*/ 201619 w 540656"/>
                <a:gd name="connsiteY26" fmla="*/ 493535 h 493535"/>
                <a:gd name="connsiteX27" fmla="*/ 183525 w 540656"/>
                <a:gd name="connsiteY27" fmla="*/ 493535 h 493535"/>
                <a:gd name="connsiteX28" fmla="*/ 10339 w 540656"/>
                <a:gd name="connsiteY28" fmla="*/ 457368 h 493535"/>
                <a:gd name="connsiteX29" fmla="*/ 0 w 540656"/>
                <a:gd name="connsiteY29" fmla="*/ 431533 h 493535"/>
                <a:gd name="connsiteX30" fmla="*/ 33603 w 540656"/>
                <a:gd name="connsiteY30" fmla="*/ 292029 h 493535"/>
                <a:gd name="connsiteX31" fmla="*/ 62037 w 540656"/>
                <a:gd name="connsiteY31" fmla="*/ 271362 h 493535"/>
                <a:gd name="connsiteX32" fmla="*/ 134413 w 540656"/>
                <a:gd name="connsiteY32" fmla="*/ 235194 h 493535"/>
                <a:gd name="connsiteX33" fmla="*/ 540656 w 540656"/>
                <a:gd name="connsiteY33" fmla="*/ 232714 h 493535"/>
                <a:gd name="connsiteX34" fmla="*/ 488919 w 540656"/>
                <a:gd name="connsiteY34" fmla="*/ 276596 h 493535"/>
                <a:gd name="connsiteX35" fmla="*/ 444942 w 540656"/>
                <a:gd name="connsiteY35" fmla="*/ 328223 h 493535"/>
                <a:gd name="connsiteX36" fmla="*/ 408726 w 540656"/>
                <a:gd name="connsiteY36" fmla="*/ 387593 h 493535"/>
                <a:gd name="connsiteX37" fmla="*/ 377684 w 540656"/>
                <a:gd name="connsiteY37" fmla="*/ 446963 h 493535"/>
                <a:gd name="connsiteX38" fmla="*/ 359576 w 540656"/>
                <a:gd name="connsiteY38" fmla="*/ 485682 h 493535"/>
                <a:gd name="connsiteX39" fmla="*/ 328534 w 540656"/>
                <a:gd name="connsiteY39" fmla="*/ 444381 h 493535"/>
                <a:gd name="connsiteX40" fmla="*/ 284557 w 540656"/>
                <a:gd name="connsiteY40" fmla="*/ 410824 h 493535"/>
                <a:gd name="connsiteX41" fmla="*/ 258689 w 540656"/>
                <a:gd name="connsiteY41" fmla="*/ 397918 h 493535"/>
                <a:gd name="connsiteX42" fmla="*/ 243168 w 540656"/>
                <a:gd name="connsiteY42" fmla="*/ 390174 h 493535"/>
                <a:gd name="connsiteX43" fmla="*/ 230233 w 540656"/>
                <a:gd name="connsiteY43" fmla="*/ 385011 h 493535"/>
                <a:gd name="connsiteX44" fmla="*/ 271623 w 540656"/>
                <a:gd name="connsiteY44" fmla="*/ 302410 h 493535"/>
                <a:gd name="connsiteX45" fmla="*/ 287144 w 540656"/>
                <a:gd name="connsiteY45" fmla="*/ 315316 h 493535"/>
                <a:gd name="connsiteX46" fmla="*/ 302665 w 540656"/>
                <a:gd name="connsiteY46" fmla="*/ 325641 h 493535"/>
                <a:gd name="connsiteX47" fmla="*/ 331121 w 540656"/>
                <a:gd name="connsiteY47" fmla="*/ 351454 h 493535"/>
                <a:gd name="connsiteX48" fmla="*/ 356989 w 540656"/>
                <a:gd name="connsiteY48" fmla="*/ 382430 h 493535"/>
                <a:gd name="connsiteX49" fmla="*/ 375097 w 540656"/>
                <a:gd name="connsiteY49" fmla="*/ 361780 h 493535"/>
                <a:gd name="connsiteX50" fmla="*/ 424248 w 540656"/>
                <a:gd name="connsiteY50" fmla="*/ 310153 h 493535"/>
                <a:gd name="connsiteX51" fmla="*/ 478572 w 540656"/>
                <a:gd name="connsiteY51" fmla="*/ 266271 h 493535"/>
                <a:gd name="connsiteX52" fmla="*/ 540656 w 540656"/>
                <a:gd name="connsiteY52" fmla="*/ 232714 h 493535"/>
                <a:gd name="connsiteX53" fmla="*/ 250901 w 540656"/>
                <a:gd name="connsiteY53" fmla="*/ 232714 h 493535"/>
                <a:gd name="connsiteX54" fmla="*/ 250901 w 540656"/>
                <a:gd name="connsiteY54" fmla="*/ 235194 h 493535"/>
                <a:gd name="connsiteX55" fmla="*/ 250832 w 540656"/>
                <a:gd name="connsiteY55" fmla="*/ 235264 h 493535"/>
                <a:gd name="connsiteX56" fmla="*/ 250732 w 540656"/>
                <a:gd name="connsiteY56" fmla="*/ 235194 h 493535"/>
                <a:gd name="connsiteX57" fmla="*/ 250737 w 540656"/>
                <a:gd name="connsiteY57" fmla="*/ 235359 h 493535"/>
                <a:gd name="connsiteX58" fmla="*/ 248421 w 540656"/>
                <a:gd name="connsiteY58" fmla="*/ 237674 h 493535"/>
                <a:gd name="connsiteX59" fmla="*/ 250901 w 540656"/>
                <a:gd name="connsiteY59" fmla="*/ 232714 h 493535"/>
                <a:gd name="connsiteX60" fmla="*/ 183628 w 540656"/>
                <a:gd name="connsiteY60" fmla="*/ 0 h 493535"/>
                <a:gd name="connsiteX61" fmla="*/ 217213 w 540656"/>
                <a:gd name="connsiteY61" fmla="*/ 10333 h 493535"/>
                <a:gd name="connsiteX62" fmla="*/ 230130 w 540656"/>
                <a:gd name="connsiteY62" fmla="*/ 12917 h 493535"/>
                <a:gd name="connsiteX63" fmla="*/ 274048 w 540656"/>
                <a:gd name="connsiteY63" fmla="*/ 38751 h 493535"/>
                <a:gd name="connsiteX64" fmla="*/ 284382 w 540656"/>
                <a:gd name="connsiteY64" fmla="*/ 121420 h 493535"/>
                <a:gd name="connsiteX65" fmla="*/ 284382 w 540656"/>
                <a:gd name="connsiteY65" fmla="*/ 152421 h 493535"/>
                <a:gd name="connsiteX66" fmla="*/ 276631 w 540656"/>
                <a:gd name="connsiteY66" fmla="*/ 167921 h 493535"/>
                <a:gd name="connsiteX67" fmla="*/ 191378 w 540656"/>
                <a:gd name="connsiteY67" fmla="*/ 258341 h 493535"/>
                <a:gd name="connsiteX68" fmla="*/ 111293 w 540656"/>
                <a:gd name="connsiteY68" fmla="*/ 167921 h 493535"/>
                <a:gd name="connsiteX69" fmla="*/ 103543 w 540656"/>
                <a:gd name="connsiteY69" fmla="*/ 152421 h 493535"/>
                <a:gd name="connsiteX70" fmla="*/ 103543 w 540656"/>
                <a:gd name="connsiteY70" fmla="*/ 121420 h 493535"/>
                <a:gd name="connsiteX71" fmla="*/ 106126 w 540656"/>
                <a:gd name="connsiteY71" fmla="*/ 118837 h 493535"/>
                <a:gd name="connsiteX72" fmla="*/ 106126 w 540656"/>
                <a:gd name="connsiteY72" fmla="*/ 59418 h 493535"/>
                <a:gd name="connsiteX73" fmla="*/ 160378 w 540656"/>
                <a:gd name="connsiteY73" fmla="*/ 5167 h 493535"/>
                <a:gd name="connsiteX74" fmla="*/ 175878 w 540656"/>
                <a:gd name="connsiteY74" fmla="*/ 2583 h 493535"/>
                <a:gd name="connsiteX75" fmla="*/ 181045 w 540656"/>
                <a:gd name="connsiteY75" fmla="*/ 2583 h 493535"/>
                <a:gd name="connsiteX76" fmla="*/ 183628 w 540656"/>
                <a:gd name="connsiteY76" fmla="*/ 0 h 493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540656" h="493535">
                  <a:moveTo>
                    <a:pt x="134413" y="235194"/>
                  </a:moveTo>
                  <a:cubicBezTo>
                    <a:pt x="134413" y="235194"/>
                    <a:pt x="136998" y="299779"/>
                    <a:pt x="191280" y="302363"/>
                  </a:cubicBezTo>
                  <a:lnTo>
                    <a:pt x="199034" y="304946"/>
                  </a:lnTo>
                  <a:cubicBezTo>
                    <a:pt x="243624" y="303009"/>
                    <a:pt x="250409" y="264742"/>
                    <a:pt x="251015" y="245730"/>
                  </a:cubicBezTo>
                  <a:lnTo>
                    <a:pt x="250737" y="235359"/>
                  </a:lnTo>
                  <a:lnTo>
                    <a:pt x="250832" y="235264"/>
                  </a:lnTo>
                  <a:lnTo>
                    <a:pt x="276581" y="253278"/>
                  </a:lnTo>
                  <a:cubicBezTo>
                    <a:pt x="279166" y="255862"/>
                    <a:pt x="281751" y="255862"/>
                    <a:pt x="284336" y="258445"/>
                  </a:cubicBezTo>
                  <a:cubicBezTo>
                    <a:pt x="284336" y="258445"/>
                    <a:pt x="302430" y="263612"/>
                    <a:pt x="320524" y="271362"/>
                  </a:cubicBezTo>
                  <a:cubicBezTo>
                    <a:pt x="323109" y="271362"/>
                    <a:pt x="323109" y="271362"/>
                    <a:pt x="323109" y="271362"/>
                  </a:cubicBezTo>
                  <a:cubicBezTo>
                    <a:pt x="343787" y="279112"/>
                    <a:pt x="351542" y="292029"/>
                    <a:pt x="351542" y="292029"/>
                  </a:cubicBezTo>
                  <a:cubicBezTo>
                    <a:pt x="359297" y="299779"/>
                    <a:pt x="361882" y="312697"/>
                    <a:pt x="367051" y="323030"/>
                  </a:cubicBezTo>
                  <a:cubicBezTo>
                    <a:pt x="364466" y="325614"/>
                    <a:pt x="361882" y="330780"/>
                    <a:pt x="356712" y="333364"/>
                  </a:cubicBezTo>
                  <a:cubicBezTo>
                    <a:pt x="356712" y="333364"/>
                    <a:pt x="356712" y="333364"/>
                    <a:pt x="354127" y="330780"/>
                  </a:cubicBezTo>
                  <a:cubicBezTo>
                    <a:pt x="346372" y="323030"/>
                    <a:pt x="336033" y="312697"/>
                    <a:pt x="323109" y="302363"/>
                  </a:cubicBezTo>
                  <a:cubicBezTo>
                    <a:pt x="317939" y="299779"/>
                    <a:pt x="312769" y="294613"/>
                    <a:pt x="307599" y="292029"/>
                  </a:cubicBezTo>
                  <a:lnTo>
                    <a:pt x="307599" y="289446"/>
                  </a:lnTo>
                  <a:cubicBezTo>
                    <a:pt x="299845" y="286862"/>
                    <a:pt x="294675" y="281696"/>
                    <a:pt x="289505" y="279112"/>
                  </a:cubicBezTo>
                  <a:lnTo>
                    <a:pt x="255902" y="258445"/>
                  </a:lnTo>
                  <a:lnTo>
                    <a:pt x="178356" y="413450"/>
                  </a:lnTo>
                  <a:lnTo>
                    <a:pt x="219713" y="423783"/>
                  </a:lnTo>
                  <a:cubicBezTo>
                    <a:pt x="222298" y="423783"/>
                    <a:pt x="227468" y="426367"/>
                    <a:pt x="230053" y="426367"/>
                  </a:cubicBezTo>
                  <a:cubicBezTo>
                    <a:pt x="235223" y="428950"/>
                    <a:pt x="240393" y="431533"/>
                    <a:pt x="242978" y="434117"/>
                  </a:cubicBezTo>
                  <a:cubicBezTo>
                    <a:pt x="253317" y="436700"/>
                    <a:pt x="261072" y="441867"/>
                    <a:pt x="268826" y="444450"/>
                  </a:cubicBezTo>
                  <a:cubicBezTo>
                    <a:pt x="284336" y="452201"/>
                    <a:pt x="294675" y="462534"/>
                    <a:pt x="299845" y="470285"/>
                  </a:cubicBezTo>
                  <a:lnTo>
                    <a:pt x="307599" y="478035"/>
                  </a:lnTo>
                  <a:cubicBezTo>
                    <a:pt x="253317" y="490952"/>
                    <a:pt x="201619" y="493535"/>
                    <a:pt x="201619" y="493535"/>
                  </a:cubicBezTo>
                  <a:cubicBezTo>
                    <a:pt x="196450" y="493535"/>
                    <a:pt x="191280" y="493535"/>
                    <a:pt x="183525" y="493535"/>
                  </a:cubicBezTo>
                  <a:cubicBezTo>
                    <a:pt x="183525" y="493535"/>
                    <a:pt x="77546" y="488368"/>
                    <a:pt x="10339" y="457368"/>
                  </a:cubicBezTo>
                  <a:cubicBezTo>
                    <a:pt x="10339" y="457368"/>
                    <a:pt x="0" y="454784"/>
                    <a:pt x="0" y="431533"/>
                  </a:cubicBezTo>
                  <a:cubicBezTo>
                    <a:pt x="0" y="431533"/>
                    <a:pt x="2585" y="335947"/>
                    <a:pt x="33603" y="292029"/>
                  </a:cubicBezTo>
                  <a:cubicBezTo>
                    <a:pt x="33603" y="292029"/>
                    <a:pt x="41358" y="279112"/>
                    <a:pt x="62037" y="271362"/>
                  </a:cubicBezTo>
                  <a:cubicBezTo>
                    <a:pt x="62037" y="271362"/>
                    <a:pt x="129243" y="253278"/>
                    <a:pt x="134413" y="235194"/>
                  </a:cubicBezTo>
                  <a:close/>
                  <a:moveTo>
                    <a:pt x="540656" y="232714"/>
                  </a:moveTo>
                  <a:cubicBezTo>
                    <a:pt x="519961" y="245621"/>
                    <a:pt x="504440" y="261109"/>
                    <a:pt x="488919" y="276596"/>
                  </a:cubicBezTo>
                  <a:cubicBezTo>
                    <a:pt x="473398" y="292084"/>
                    <a:pt x="457877" y="310153"/>
                    <a:pt x="444942" y="328223"/>
                  </a:cubicBezTo>
                  <a:cubicBezTo>
                    <a:pt x="432008" y="348873"/>
                    <a:pt x="421661" y="366942"/>
                    <a:pt x="408726" y="387593"/>
                  </a:cubicBezTo>
                  <a:cubicBezTo>
                    <a:pt x="398379" y="405662"/>
                    <a:pt x="388032" y="426312"/>
                    <a:pt x="377684" y="446963"/>
                  </a:cubicBezTo>
                  <a:lnTo>
                    <a:pt x="359576" y="485682"/>
                  </a:lnTo>
                  <a:lnTo>
                    <a:pt x="328534" y="444381"/>
                  </a:lnTo>
                  <a:cubicBezTo>
                    <a:pt x="318186" y="431475"/>
                    <a:pt x="302665" y="421150"/>
                    <a:pt x="284557" y="410824"/>
                  </a:cubicBezTo>
                  <a:cubicBezTo>
                    <a:pt x="276797" y="405662"/>
                    <a:pt x="266449" y="400499"/>
                    <a:pt x="258689" y="397918"/>
                  </a:cubicBezTo>
                  <a:cubicBezTo>
                    <a:pt x="253515" y="395337"/>
                    <a:pt x="248341" y="392755"/>
                    <a:pt x="243168" y="390174"/>
                  </a:cubicBezTo>
                  <a:cubicBezTo>
                    <a:pt x="237994" y="390174"/>
                    <a:pt x="232820" y="387593"/>
                    <a:pt x="230233" y="385011"/>
                  </a:cubicBezTo>
                  <a:lnTo>
                    <a:pt x="271623" y="302410"/>
                  </a:lnTo>
                  <a:cubicBezTo>
                    <a:pt x="276797" y="307572"/>
                    <a:pt x="281970" y="310153"/>
                    <a:pt x="287144" y="315316"/>
                  </a:cubicBezTo>
                  <a:cubicBezTo>
                    <a:pt x="292318" y="317897"/>
                    <a:pt x="297492" y="323060"/>
                    <a:pt x="302665" y="325641"/>
                  </a:cubicBezTo>
                  <a:cubicBezTo>
                    <a:pt x="313013" y="333385"/>
                    <a:pt x="320773" y="343710"/>
                    <a:pt x="331121" y="351454"/>
                  </a:cubicBezTo>
                  <a:cubicBezTo>
                    <a:pt x="341468" y="361780"/>
                    <a:pt x="349229" y="372105"/>
                    <a:pt x="356989" y="382430"/>
                  </a:cubicBezTo>
                  <a:cubicBezTo>
                    <a:pt x="364750" y="374686"/>
                    <a:pt x="369924" y="369523"/>
                    <a:pt x="375097" y="361780"/>
                  </a:cubicBezTo>
                  <a:cubicBezTo>
                    <a:pt x="390618" y="343710"/>
                    <a:pt x="406140" y="328223"/>
                    <a:pt x="424248" y="310153"/>
                  </a:cubicBezTo>
                  <a:cubicBezTo>
                    <a:pt x="442356" y="294666"/>
                    <a:pt x="460464" y="279178"/>
                    <a:pt x="478572" y="266271"/>
                  </a:cubicBezTo>
                  <a:cubicBezTo>
                    <a:pt x="499267" y="253365"/>
                    <a:pt x="519961" y="240458"/>
                    <a:pt x="540656" y="232714"/>
                  </a:cubicBezTo>
                  <a:close/>
                  <a:moveTo>
                    <a:pt x="250901" y="232714"/>
                  </a:moveTo>
                  <a:cubicBezTo>
                    <a:pt x="250901" y="232714"/>
                    <a:pt x="250901" y="235194"/>
                    <a:pt x="250901" y="235194"/>
                  </a:cubicBezTo>
                  <a:lnTo>
                    <a:pt x="250832" y="235264"/>
                  </a:lnTo>
                  <a:lnTo>
                    <a:pt x="250732" y="235194"/>
                  </a:lnTo>
                  <a:lnTo>
                    <a:pt x="250737" y="235359"/>
                  </a:lnTo>
                  <a:lnTo>
                    <a:pt x="248421" y="237674"/>
                  </a:lnTo>
                  <a:cubicBezTo>
                    <a:pt x="250901" y="235194"/>
                    <a:pt x="250901" y="235194"/>
                    <a:pt x="250901" y="232714"/>
                  </a:cubicBezTo>
                  <a:close/>
                  <a:moveTo>
                    <a:pt x="183628" y="0"/>
                  </a:moveTo>
                  <a:cubicBezTo>
                    <a:pt x="183628" y="0"/>
                    <a:pt x="196545" y="2583"/>
                    <a:pt x="217213" y="10333"/>
                  </a:cubicBezTo>
                  <a:lnTo>
                    <a:pt x="230130" y="12917"/>
                  </a:lnTo>
                  <a:cubicBezTo>
                    <a:pt x="258548" y="20667"/>
                    <a:pt x="271465" y="36167"/>
                    <a:pt x="274048" y="38751"/>
                  </a:cubicBezTo>
                  <a:cubicBezTo>
                    <a:pt x="294715" y="64585"/>
                    <a:pt x="289548" y="103336"/>
                    <a:pt x="284382" y="121420"/>
                  </a:cubicBezTo>
                  <a:cubicBezTo>
                    <a:pt x="289548" y="129170"/>
                    <a:pt x="286965" y="144671"/>
                    <a:pt x="284382" y="152421"/>
                  </a:cubicBezTo>
                  <a:cubicBezTo>
                    <a:pt x="284382" y="160171"/>
                    <a:pt x="281798" y="165338"/>
                    <a:pt x="276631" y="167921"/>
                  </a:cubicBezTo>
                  <a:cubicBezTo>
                    <a:pt x="271465" y="211839"/>
                    <a:pt x="232713" y="258341"/>
                    <a:pt x="191378" y="258341"/>
                  </a:cubicBezTo>
                  <a:cubicBezTo>
                    <a:pt x="155211" y="258341"/>
                    <a:pt x="116460" y="214423"/>
                    <a:pt x="111293" y="167921"/>
                  </a:cubicBezTo>
                  <a:cubicBezTo>
                    <a:pt x="108709" y="165338"/>
                    <a:pt x="103543" y="160171"/>
                    <a:pt x="103543" y="152421"/>
                  </a:cubicBezTo>
                  <a:cubicBezTo>
                    <a:pt x="100959" y="144671"/>
                    <a:pt x="98376" y="129170"/>
                    <a:pt x="103543" y="121420"/>
                  </a:cubicBezTo>
                  <a:cubicBezTo>
                    <a:pt x="103543" y="121420"/>
                    <a:pt x="106126" y="121420"/>
                    <a:pt x="106126" y="118837"/>
                  </a:cubicBezTo>
                  <a:cubicBezTo>
                    <a:pt x="98376" y="80085"/>
                    <a:pt x="103543" y="62002"/>
                    <a:pt x="106126" y="59418"/>
                  </a:cubicBezTo>
                  <a:cubicBezTo>
                    <a:pt x="119043" y="20667"/>
                    <a:pt x="160378" y="5167"/>
                    <a:pt x="160378" y="5167"/>
                  </a:cubicBezTo>
                  <a:cubicBezTo>
                    <a:pt x="162961" y="2583"/>
                    <a:pt x="170711" y="0"/>
                    <a:pt x="175878" y="2583"/>
                  </a:cubicBezTo>
                  <a:cubicBezTo>
                    <a:pt x="175878" y="2583"/>
                    <a:pt x="178461" y="2583"/>
                    <a:pt x="181045" y="2583"/>
                  </a:cubicBezTo>
                  <a:cubicBezTo>
                    <a:pt x="181045" y="0"/>
                    <a:pt x="181045" y="0"/>
                    <a:pt x="183628" y="0"/>
                  </a:cubicBezTo>
                  <a:close/>
                </a:path>
              </a:pathLst>
            </a:custGeom>
            <a:solidFill>
              <a:schemeClr val="accent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cs typeface="+mn-ea"/>
                <a:sym typeface="+mn-lt"/>
              </a:endParaRPr>
            </a:p>
          </p:txBody>
        </p:sp>
        <p:cxnSp>
          <p:nvCxnSpPr>
            <p:cNvPr id="11" name="直接连接符 10">
              <a:extLst>
                <a:ext uri="{FF2B5EF4-FFF2-40B4-BE49-F238E27FC236}">
                  <a16:creationId xmlns:a16="http://schemas.microsoft.com/office/drawing/2014/main" id="{7C34CDC0-19A7-0084-0579-D40298019DF0}"/>
                </a:ext>
              </a:extLst>
            </p:cNvPr>
            <p:cNvCxnSpPr>
              <a:cxnSpLocks/>
            </p:cNvCxnSpPr>
            <p:nvPr/>
          </p:nvCxnSpPr>
          <p:spPr>
            <a:xfrm>
              <a:off x="5618425" y="1537704"/>
              <a:ext cx="5183255"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12" name="矩形 11">
              <a:extLst>
                <a:ext uri="{FF2B5EF4-FFF2-40B4-BE49-F238E27FC236}">
                  <a16:creationId xmlns:a16="http://schemas.microsoft.com/office/drawing/2014/main" id="{8DD5AE59-13AB-D36D-536D-4C9A8933792C}"/>
                </a:ext>
              </a:extLst>
            </p:cNvPr>
            <p:cNvSpPr/>
            <p:nvPr/>
          </p:nvSpPr>
          <p:spPr bwMode="auto">
            <a:xfrm>
              <a:off x="5618423" y="721572"/>
              <a:ext cx="4579121" cy="516717"/>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pPr>
              <a:r>
                <a:rPr lang="zh-CN" altLang="en-US" sz="2000" dirty="0">
                  <a:cs typeface="+mn-ea"/>
                  <a:sym typeface="+mn-lt"/>
                </a:rPr>
                <a:t>合作完成数据库设计</a:t>
              </a:r>
              <a:endParaRPr lang="en-US" altLang="zh-CN" sz="2000" dirty="0">
                <a:cs typeface="+mn-ea"/>
                <a:sym typeface="+mn-lt"/>
              </a:endParaRPr>
            </a:p>
          </p:txBody>
        </p:sp>
        <p:sp>
          <p:nvSpPr>
            <p:cNvPr id="13" name="任意多边形: 形状 12">
              <a:extLst>
                <a:ext uri="{FF2B5EF4-FFF2-40B4-BE49-F238E27FC236}">
                  <a16:creationId xmlns:a16="http://schemas.microsoft.com/office/drawing/2014/main" id="{2D8B6BAF-5C1C-9161-2CFA-B26F562ABF41}"/>
                </a:ext>
              </a:extLst>
            </p:cNvPr>
            <p:cNvSpPr/>
            <p:nvPr/>
          </p:nvSpPr>
          <p:spPr>
            <a:xfrm>
              <a:off x="5083807" y="812172"/>
              <a:ext cx="367553" cy="335518"/>
            </a:xfrm>
            <a:custGeom>
              <a:avLst/>
              <a:gdLst>
                <a:gd name="connsiteX0" fmla="*/ 134413 w 540656"/>
                <a:gd name="connsiteY0" fmla="*/ 235194 h 493535"/>
                <a:gd name="connsiteX1" fmla="*/ 191280 w 540656"/>
                <a:gd name="connsiteY1" fmla="*/ 302363 h 493535"/>
                <a:gd name="connsiteX2" fmla="*/ 199034 w 540656"/>
                <a:gd name="connsiteY2" fmla="*/ 304946 h 493535"/>
                <a:gd name="connsiteX3" fmla="*/ 251015 w 540656"/>
                <a:gd name="connsiteY3" fmla="*/ 245730 h 493535"/>
                <a:gd name="connsiteX4" fmla="*/ 250737 w 540656"/>
                <a:gd name="connsiteY4" fmla="*/ 235359 h 493535"/>
                <a:gd name="connsiteX5" fmla="*/ 250832 w 540656"/>
                <a:gd name="connsiteY5" fmla="*/ 235264 h 493535"/>
                <a:gd name="connsiteX6" fmla="*/ 276581 w 540656"/>
                <a:gd name="connsiteY6" fmla="*/ 253278 h 493535"/>
                <a:gd name="connsiteX7" fmla="*/ 284336 w 540656"/>
                <a:gd name="connsiteY7" fmla="*/ 258445 h 493535"/>
                <a:gd name="connsiteX8" fmla="*/ 320524 w 540656"/>
                <a:gd name="connsiteY8" fmla="*/ 271362 h 493535"/>
                <a:gd name="connsiteX9" fmla="*/ 323109 w 540656"/>
                <a:gd name="connsiteY9" fmla="*/ 271362 h 493535"/>
                <a:gd name="connsiteX10" fmla="*/ 351542 w 540656"/>
                <a:gd name="connsiteY10" fmla="*/ 292029 h 493535"/>
                <a:gd name="connsiteX11" fmla="*/ 367051 w 540656"/>
                <a:gd name="connsiteY11" fmla="*/ 323030 h 493535"/>
                <a:gd name="connsiteX12" fmla="*/ 356712 w 540656"/>
                <a:gd name="connsiteY12" fmla="*/ 333364 h 493535"/>
                <a:gd name="connsiteX13" fmla="*/ 354127 w 540656"/>
                <a:gd name="connsiteY13" fmla="*/ 330780 h 493535"/>
                <a:gd name="connsiteX14" fmla="*/ 323109 w 540656"/>
                <a:gd name="connsiteY14" fmla="*/ 302363 h 493535"/>
                <a:gd name="connsiteX15" fmla="*/ 307599 w 540656"/>
                <a:gd name="connsiteY15" fmla="*/ 292029 h 493535"/>
                <a:gd name="connsiteX16" fmla="*/ 307599 w 540656"/>
                <a:gd name="connsiteY16" fmla="*/ 289446 h 493535"/>
                <a:gd name="connsiteX17" fmla="*/ 289505 w 540656"/>
                <a:gd name="connsiteY17" fmla="*/ 279112 h 493535"/>
                <a:gd name="connsiteX18" fmla="*/ 255902 w 540656"/>
                <a:gd name="connsiteY18" fmla="*/ 258445 h 493535"/>
                <a:gd name="connsiteX19" fmla="*/ 178356 w 540656"/>
                <a:gd name="connsiteY19" fmla="*/ 413450 h 493535"/>
                <a:gd name="connsiteX20" fmla="*/ 219713 w 540656"/>
                <a:gd name="connsiteY20" fmla="*/ 423783 h 493535"/>
                <a:gd name="connsiteX21" fmla="*/ 230053 w 540656"/>
                <a:gd name="connsiteY21" fmla="*/ 426367 h 493535"/>
                <a:gd name="connsiteX22" fmla="*/ 242978 w 540656"/>
                <a:gd name="connsiteY22" fmla="*/ 434117 h 493535"/>
                <a:gd name="connsiteX23" fmla="*/ 268826 w 540656"/>
                <a:gd name="connsiteY23" fmla="*/ 444450 h 493535"/>
                <a:gd name="connsiteX24" fmla="*/ 299845 w 540656"/>
                <a:gd name="connsiteY24" fmla="*/ 470285 h 493535"/>
                <a:gd name="connsiteX25" fmla="*/ 307599 w 540656"/>
                <a:gd name="connsiteY25" fmla="*/ 478035 h 493535"/>
                <a:gd name="connsiteX26" fmla="*/ 201619 w 540656"/>
                <a:gd name="connsiteY26" fmla="*/ 493535 h 493535"/>
                <a:gd name="connsiteX27" fmla="*/ 183525 w 540656"/>
                <a:gd name="connsiteY27" fmla="*/ 493535 h 493535"/>
                <a:gd name="connsiteX28" fmla="*/ 10339 w 540656"/>
                <a:gd name="connsiteY28" fmla="*/ 457368 h 493535"/>
                <a:gd name="connsiteX29" fmla="*/ 0 w 540656"/>
                <a:gd name="connsiteY29" fmla="*/ 431533 h 493535"/>
                <a:gd name="connsiteX30" fmla="*/ 33603 w 540656"/>
                <a:gd name="connsiteY30" fmla="*/ 292029 h 493535"/>
                <a:gd name="connsiteX31" fmla="*/ 62037 w 540656"/>
                <a:gd name="connsiteY31" fmla="*/ 271362 h 493535"/>
                <a:gd name="connsiteX32" fmla="*/ 134413 w 540656"/>
                <a:gd name="connsiteY32" fmla="*/ 235194 h 493535"/>
                <a:gd name="connsiteX33" fmla="*/ 540656 w 540656"/>
                <a:gd name="connsiteY33" fmla="*/ 232714 h 493535"/>
                <a:gd name="connsiteX34" fmla="*/ 488919 w 540656"/>
                <a:gd name="connsiteY34" fmla="*/ 276596 h 493535"/>
                <a:gd name="connsiteX35" fmla="*/ 444942 w 540656"/>
                <a:gd name="connsiteY35" fmla="*/ 328223 h 493535"/>
                <a:gd name="connsiteX36" fmla="*/ 408726 w 540656"/>
                <a:gd name="connsiteY36" fmla="*/ 387593 h 493535"/>
                <a:gd name="connsiteX37" fmla="*/ 377684 w 540656"/>
                <a:gd name="connsiteY37" fmla="*/ 446963 h 493535"/>
                <a:gd name="connsiteX38" fmla="*/ 359576 w 540656"/>
                <a:gd name="connsiteY38" fmla="*/ 485682 h 493535"/>
                <a:gd name="connsiteX39" fmla="*/ 328534 w 540656"/>
                <a:gd name="connsiteY39" fmla="*/ 444381 h 493535"/>
                <a:gd name="connsiteX40" fmla="*/ 284557 w 540656"/>
                <a:gd name="connsiteY40" fmla="*/ 410824 h 493535"/>
                <a:gd name="connsiteX41" fmla="*/ 258689 w 540656"/>
                <a:gd name="connsiteY41" fmla="*/ 397918 h 493535"/>
                <a:gd name="connsiteX42" fmla="*/ 243168 w 540656"/>
                <a:gd name="connsiteY42" fmla="*/ 390174 h 493535"/>
                <a:gd name="connsiteX43" fmla="*/ 230233 w 540656"/>
                <a:gd name="connsiteY43" fmla="*/ 385011 h 493535"/>
                <a:gd name="connsiteX44" fmla="*/ 271623 w 540656"/>
                <a:gd name="connsiteY44" fmla="*/ 302410 h 493535"/>
                <a:gd name="connsiteX45" fmla="*/ 287144 w 540656"/>
                <a:gd name="connsiteY45" fmla="*/ 315316 h 493535"/>
                <a:gd name="connsiteX46" fmla="*/ 302665 w 540656"/>
                <a:gd name="connsiteY46" fmla="*/ 325641 h 493535"/>
                <a:gd name="connsiteX47" fmla="*/ 331121 w 540656"/>
                <a:gd name="connsiteY47" fmla="*/ 351454 h 493535"/>
                <a:gd name="connsiteX48" fmla="*/ 356989 w 540656"/>
                <a:gd name="connsiteY48" fmla="*/ 382430 h 493535"/>
                <a:gd name="connsiteX49" fmla="*/ 375097 w 540656"/>
                <a:gd name="connsiteY49" fmla="*/ 361780 h 493535"/>
                <a:gd name="connsiteX50" fmla="*/ 424248 w 540656"/>
                <a:gd name="connsiteY50" fmla="*/ 310153 h 493535"/>
                <a:gd name="connsiteX51" fmla="*/ 478572 w 540656"/>
                <a:gd name="connsiteY51" fmla="*/ 266271 h 493535"/>
                <a:gd name="connsiteX52" fmla="*/ 540656 w 540656"/>
                <a:gd name="connsiteY52" fmla="*/ 232714 h 493535"/>
                <a:gd name="connsiteX53" fmla="*/ 250901 w 540656"/>
                <a:gd name="connsiteY53" fmla="*/ 232714 h 493535"/>
                <a:gd name="connsiteX54" fmla="*/ 250901 w 540656"/>
                <a:gd name="connsiteY54" fmla="*/ 235194 h 493535"/>
                <a:gd name="connsiteX55" fmla="*/ 250832 w 540656"/>
                <a:gd name="connsiteY55" fmla="*/ 235264 h 493535"/>
                <a:gd name="connsiteX56" fmla="*/ 250732 w 540656"/>
                <a:gd name="connsiteY56" fmla="*/ 235194 h 493535"/>
                <a:gd name="connsiteX57" fmla="*/ 250737 w 540656"/>
                <a:gd name="connsiteY57" fmla="*/ 235359 h 493535"/>
                <a:gd name="connsiteX58" fmla="*/ 248421 w 540656"/>
                <a:gd name="connsiteY58" fmla="*/ 237674 h 493535"/>
                <a:gd name="connsiteX59" fmla="*/ 250901 w 540656"/>
                <a:gd name="connsiteY59" fmla="*/ 232714 h 493535"/>
                <a:gd name="connsiteX60" fmla="*/ 183628 w 540656"/>
                <a:gd name="connsiteY60" fmla="*/ 0 h 493535"/>
                <a:gd name="connsiteX61" fmla="*/ 217213 w 540656"/>
                <a:gd name="connsiteY61" fmla="*/ 10333 h 493535"/>
                <a:gd name="connsiteX62" fmla="*/ 230130 w 540656"/>
                <a:gd name="connsiteY62" fmla="*/ 12917 h 493535"/>
                <a:gd name="connsiteX63" fmla="*/ 274048 w 540656"/>
                <a:gd name="connsiteY63" fmla="*/ 38751 h 493535"/>
                <a:gd name="connsiteX64" fmla="*/ 284382 w 540656"/>
                <a:gd name="connsiteY64" fmla="*/ 121420 h 493535"/>
                <a:gd name="connsiteX65" fmla="*/ 284382 w 540656"/>
                <a:gd name="connsiteY65" fmla="*/ 152421 h 493535"/>
                <a:gd name="connsiteX66" fmla="*/ 276631 w 540656"/>
                <a:gd name="connsiteY66" fmla="*/ 167921 h 493535"/>
                <a:gd name="connsiteX67" fmla="*/ 191378 w 540656"/>
                <a:gd name="connsiteY67" fmla="*/ 258341 h 493535"/>
                <a:gd name="connsiteX68" fmla="*/ 111293 w 540656"/>
                <a:gd name="connsiteY68" fmla="*/ 167921 h 493535"/>
                <a:gd name="connsiteX69" fmla="*/ 103543 w 540656"/>
                <a:gd name="connsiteY69" fmla="*/ 152421 h 493535"/>
                <a:gd name="connsiteX70" fmla="*/ 103543 w 540656"/>
                <a:gd name="connsiteY70" fmla="*/ 121420 h 493535"/>
                <a:gd name="connsiteX71" fmla="*/ 106126 w 540656"/>
                <a:gd name="connsiteY71" fmla="*/ 118837 h 493535"/>
                <a:gd name="connsiteX72" fmla="*/ 106126 w 540656"/>
                <a:gd name="connsiteY72" fmla="*/ 59418 h 493535"/>
                <a:gd name="connsiteX73" fmla="*/ 160378 w 540656"/>
                <a:gd name="connsiteY73" fmla="*/ 5167 h 493535"/>
                <a:gd name="connsiteX74" fmla="*/ 175878 w 540656"/>
                <a:gd name="connsiteY74" fmla="*/ 2583 h 493535"/>
                <a:gd name="connsiteX75" fmla="*/ 181045 w 540656"/>
                <a:gd name="connsiteY75" fmla="*/ 2583 h 493535"/>
                <a:gd name="connsiteX76" fmla="*/ 183628 w 540656"/>
                <a:gd name="connsiteY76" fmla="*/ 0 h 493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540656" h="493535">
                  <a:moveTo>
                    <a:pt x="134413" y="235194"/>
                  </a:moveTo>
                  <a:cubicBezTo>
                    <a:pt x="134413" y="235194"/>
                    <a:pt x="136998" y="299779"/>
                    <a:pt x="191280" y="302363"/>
                  </a:cubicBezTo>
                  <a:lnTo>
                    <a:pt x="199034" y="304946"/>
                  </a:lnTo>
                  <a:cubicBezTo>
                    <a:pt x="243624" y="303009"/>
                    <a:pt x="250409" y="264742"/>
                    <a:pt x="251015" y="245730"/>
                  </a:cubicBezTo>
                  <a:lnTo>
                    <a:pt x="250737" y="235359"/>
                  </a:lnTo>
                  <a:lnTo>
                    <a:pt x="250832" y="235264"/>
                  </a:lnTo>
                  <a:lnTo>
                    <a:pt x="276581" y="253278"/>
                  </a:lnTo>
                  <a:cubicBezTo>
                    <a:pt x="279166" y="255862"/>
                    <a:pt x="281751" y="255862"/>
                    <a:pt x="284336" y="258445"/>
                  </a:cubicBezTo>
                  <a:cubicBezTo>
                    <a:pt x="284336" y="258445"/>
                    <a:pt x="302430" y="263612"/>
                    <a:pt x="320524" y="271362"/>
                  </a:cubicBezTo>
                  <a:cubicBezTo>
                    <a:pt x="323109" y="271362"/>
                    <a:pt x="323109" y="271362"/>
                    <a:pt x="323109" y="271362"/>
                  </a:cubicBezTo>
                  <a:cubicBezTo>
                    <a:pt x="343787" y="279112"/>
                    <a:pt x="351542" y="292029"/>
                    <a:pt x="351542" y="292029"/>
                  </a:cubicBezTo>
                  <a:cubicBezTo>
                    <a:pt x="359297" y="299779"/>
                    <a:pt x="361882" y="312697"/>
                    <a:pt x="367051" y="323030"/>
                  </a:cubicBezTo>
                  <a:cubicBezTo>
                    <a:pt x="364466" y="325614"/>
                    <a:pt x="361882" y="330780"/>
                    <a:pt x="356712" y="333364"/>
                  </a:cubicBezTo>
                  <a:cubicBezTo>
                    <a:pt x="356712" y="333364"/>
                    <a:pt x="356712" y="333364"/>
                    <a:pt x="354127" y="330780"/>
                  </a:cubicBezTo>
                  <a:cubicBezTo>
                    <a:pt x="346372" y="323030"/>
                    <a:pt x="336033" y="312697"/>
                    <a:pt x="323109" y="302363"/>
                  </a:cubicBezTo>
                  <a:cubicBezTo>
                    <a:pt x="317939" y="299779"/>
                    <a:pt x="312769" y="294613"/>
                    <a:pt x="307599" y="292029"/>
                  </a:cubicBezTo>
                  <a:lnTo>
                    <a:pt x="307599" y="289446"/>
                  </a:lnTo>
                  <a:cubicBezTo>
                    <a:pt x="299845" y="286862"/>
                    <a:pt x="294675" y="281696"/>
                    <a:pt x="289505" y="279112"/>
                  </a:cubicBezTo>
                  <a:lnTo>
                    <a:pt x="255902" y="258445"/>
                  </a:lnTo>
                  <a:lnTo>
                    <a:pt x="178356" y="413450"/>
                  </a:lnTo>
                  <a:lnTo>
                    <a:pt x="219713" y="423783"/>
                  </a:lnTo>
                  <a:cubicBezTo>
                    <a:pt x="222298" y="423783"/>
                    <a:pt x="227468" y="426367"/>
                    <a:pt x="230053" y="426367"/>
                  </a:cubicBezTo>
                  <a:cubicBezTo>
                    <a:pt x="235223" y="428950"/>
                    <a:pt x="240393" y="431533"/>
                    <a:pt x="242978" y="434117"/>
                  </a:cubicBezTo>
                  <a:cubicBezTo>
                    <a:pt x="253317" y="436700"/>
                    <a:pt x="261072" y="441867"/>
                    <a:pt x="268826" y="444450"/>
                  </a:cubicBezTo>
                  <a:cubicBezTo>
                    <a:pt x="284336" y="452201"/>
                    <a:pt x="294675" y="462534"/>
                    <a:pt x="299845" y="470285"/>
                  </a:cubicBezTo>
                  <a:lnTo>
                    <a:pt x="307599" y="478035"/>
                  </a:lnTo>
                  <a:cubicBezTo>
                    <a:pt x="253317" y="490952"/>
                    <a:pt x="201619" y="493535"/>
                    <a:pt x="201619" y="493535"/>
                  </a:cubicBezTo>
                  <a:cubicBezTo>
                    <a:pt x="196450" y="493535"/>
                    <a:pt x="191280" y="493535"/>
                    <a:pt x="183525" y="493535"/>
                  </a:cubicBezTo>
                  <a:cubicBezTo>
                    <a:pt x="183525" y="493535"/>
                    <a:pt x="77546" y="488368"/>
                    <a:pt x="10339" y="457368"/>
                  </a:cubicBezTo>
                  <a:cubicBezTo>
                    <a:pt x="10339" y="457368"/>
                    <a:pt x="0" y="454784"/>
                    <a:pt x="0" y="431533"/>
                  </a:cubicBezTo>
                  <a:cubicBezTo>
                    <a:pt x="0" y="431533"/>
                    <a:pt x="2585" y="335947"/>
                    <a:pt x="33603" y="292029"/>
                  </a:cubicBezTo>
                  <a:cubicBezTo>
                    <a:pt x="33603" y="292029"/>
                    <a:pt x="41358" y="279112"/>
                    <a:pt x="62037" y="271362"/>
                  </a:cubicBezTo>
                  <a:cubicBezTo>
                    <a:pt x="62037" y="271362"/>
                    <a:pt x="129243" y="253278"/>
                    <a:pt x="134413" y="235194"/>
                  </a:cubicBezTo>
                  <a:close/>
                  <a:moveTo>
                    <a:pt x="540656" y="232714"/>
                  </a:moveTo>
                  <a:cubicBezTo>
                    <a:pt x="519961" y="245621"/>
                    <a:pt x="504440" y="261109"/>
                    <a:pt x="488919" y="276596"/>
                  </a:cubicBezTo>
                  <a:cubicBezTo>
                    <a:pt x="473398" y="292084"/>
                    <a:pt x="457877" y="310153"/>
                    <a:pt x="444942" y="328223"/>
                  </a:cubicBezTo>
                  <a:cubicBezTo>
                    <a:pt x="432008" y="348873"/>
                    <a:pt x="421661" y="366942"/>
                    <a:pt x="408726" y="387593"/>
                  </a:cubicBezTo>
                  <a:cubicBezTo>
                    <a:pt x="398379" y="405662"/>
                    <a:pt x="388032" y="426312"/>
                    <a:pt x="377684" y="446963"/>
                  </a:cubicBezTo>
                  <a:lnTo>
                    <a:pt x="359576" y="485682"/>
                  </a:lnTo>
                  <a:lnTo>
                    <a:pt x="328534" y="444381"/>
                  </a:lnTo>
                  <a:cubicBezTo>
                    <a:pt x="318186" y="431475"/>
                    <a:pt x="302665" y="421150"/>
                    <a:pt x="284557" y="410824"/>
                  </a:cubicBezTo>
                  <a:cubicBezTo>
                    <a:pt x="276797" y="405662"/>
                    <a:pt x="266449" y="400499"/>
                    <a:pt x="258689" y="397918"/>
                  </a:cubicBezTo>
                  <a:cubicBezTo>
                    <a:pt x="253515" y="395337"/>
                    <a:pt x="248341" y="392755"/>
                    <a:pt x="243168" y="390174"/>
                  </a:cubicBezTo>
                  <a:cubicBezTo>
                    <a:pt x="237994" y="390174"/>
                    <a:pt x="232820" y="387593"/>
                    <a:pt x="230233" y="385011"/>
                  </a:cubicBezTo>
                  <a:lnTo>
                    <a:pt x="271623" y="302410"/>
                  </a:lnTo>
                  <a:cubicBezTo>
                    <a:pt x="276797" y="307572"/>
                    <a:pt x="281970" y="310153"/>
                    <a:pt x="287144" y="315316"/>
                  </a:cubicBezTo>
                  <a:cubicBezTo>
                    <a:pt x="292318" y="317897"/>
                    <a:pt x="297492" y="323060"/>
                    <a:pt x="302665" y="325641"/>
                  </a:cubicBezTo>
                  <a:cubicBezTo>
                    <a:pt x="313013" y="333385"/>
                    <a:pt x="320773" y="343710"/>
                    <a:pt x="331121" y="351454"/>
                  </a:cubicBezTo>
                  <a:cubicBezTo>
                    <a:pt x="341468" y="361780"/>
                    <a:pt x="349229" y="372105"/>
                    <a:pt x="356989" y="382430"/>
                  </a:cubicBezTo>
                  <a:cubicBezTo>
                    <a:pt x="364750" y="374686"/>
                    <a:pt x="369924" y="369523"/>
                    <a:pt x="375097" y="361780"/>
                  </a:cubicBezTo>
                  <a:cubicBezTo>
                    <a:pt x="390618" y="343710"/>
                    <a:pt x="406140" y="328223"/>
                    <a:pt x="424248" y="310153"/>
                  </a:cubicBezTo>
                  <a:cubicBezTo>
                    <a:pt x="442356" y="294666"/>
                    <a:pt x="460464" y="279178"/>
                    <a:pt x="478572" y="266271"/>
                  </a:cubicBezTo>
                  <a:cubicBezTo>
                    <a:pt x="499267" y="253365"/>
                    <a:pt x="519961" y="240458"/>
                    <a:pt x="540656" y="232714"/>
                  </a:cubicBezTo>
                  <a:close/>
                  <a:moveTo>
                    <a:pt x="250901" y="232714"/>
                  </a:moveTo>
                  <a:cubicBezTo>
                    <a:pt x="250901" y="232714"/>
                    <a:pt x="250901" y="235194"/>
                    <a:pt x="250901" y="235194"/>
                  </a:cubicBezTo>
                  <a:lnTo>
                    <a:pt x="250832" y="235264"/>
                  </a:lnTo>
                  <a:lnTo>
                    <a:pt x="250732" y="235194"/>
                  </a:lnTo>
                  <a:lnTo>
                    <a:pt x="250737" y="235359"/>
                  </a:lnTo>
                  <a:lnTo>
                    <a:pt x="248421" y="237674"/>
                  </a:lnTo>
                  <a:cubicBezTo>
                    <a:pt x="250901" y="235194"/>
                    <a:pt x="250901" y="235194"/>
                    <a:pt x="250901" y="232714"/>
                  </a:cubicBezTo>
                  <a:close/>
                  <a:moveTo>
                    <a:pt x="183628" y="0"/>
                  </a:moveTo>
                  <a:cubicBezTo>
                    <a:pt x="183628" y="0"/>
                    <a:pt x="196545" y="2583"/>
                    <a:pt x="217213" y="10333"/>
                  </a:cubicBezTo>
                  <a:lnTo>
                    <a:pt x="230130" y="12917"/>
                  </a:lnTo>
                  <a:cubicBezTo>
                    <a:pt x="258548" y="20667"/>
                    <a:pt x="271465" y="36167"/>
                    <a:pt x="274048" y="38751"/>
                  </a:cubicBezTo>
                  <a:cubicBezTo>
                    <a:pt x="294715" y="64585"/>
                    <a:pt x="289548" y="103336"/>
                    <a:pt x="284382" y="121420"/>
                  </a:cubicBezTo>
                  <a:cubicBezTo>
                    <a:pt x="289548" y="129170"/>
                    <a:pt x="286965" y="144671"/>
                    <a:pt x="284382" y="152421"/>
                  </a:cubicBezTo>
                  <a:cubicBezTo>
                    <a:pt x="284382" y="160171"/>
                    <a:pt x="281798" y="165338"/>
                    <a:pt x="276631" y="167921"/>
                  </a:cubicBezTo>
                  <a:cubicBezTo>
                    <a:pt x="271465" y="211839"/>
                    <a:pt x="232713" y="258341"/>
                    <a:pt x="191378" y="258341"/>
                  </a:cubicBezTo>
                  <a:cubicBezTo>
                    <a:pt x="155211" y="258341"/>
                    <a:pt x="116460" y="214423"/>
                    <a:pt x="111293" y="167921"/>
                  </a:cubicBezTo>
                  <a:cubicBezTo>
                    <a:pt x="108709" y="165338"/>
                    <a:pt x="103543" y="160171"/>
                    <a:pt x="103543" y="152421"/>
                  </a:cubicBezTo>
                  <a:cubicBezTo>
                    <a:pt x="100959" y="144671"/>
                    <a:pt x="98376" y="129170"/>
                    <a:pt x="103543" y="121420"/>
                  </a:cubicBezTo>
                  <a:cubicBezTo>
                    <a:pt x="103543" y="121420"/>
                    <a:pt x="106126" y="121420"/>
                    <a:pt x="106126" y="118837"/>
                  </a:cubicBezTo>
                  <a:cubicBezTo>
                    <a:pt x="98376" y="80085"/>
                    <a:pt x="103543" y="62002"/>
                    <a:pt x="106126" y="59418"/>
                  </a:cubicBezTo>
                  <a:cubicBezTo>
                    <a:pt x="119043" y="20667"/>
                    <a:pt x="160378" y="5167"/>
                    <a:pt x="160378" y="5167"/>
                  </a:cubicBezTo>
                  <a:cubicBezTo>
                    <a:pt x="162961" y="2583"/>
                    <a:pt x="170711" y="0"/>
                    <a:pt x="175878" y="2583"/>
                  </a:cubicBezTo>
                  <a:cubicBezTo>
                    <a:pt x="175878" y="2583"/>
                    <a:pt x="178461" y="2583"/>
                    <a:pt x="181045" y="2583"/>
                  </a:cubicBezTo>
                  <a:cubicBezTo>
                    <a:pt x="181045" y="0"/>
                    <a:pt x="181045" y="0"/>
                    <a:pt x="183628" y="0"/>
                  </a:cubicBezTo>
                  <a:close/>
                </a:path>
              </a:pathLst>
            </a:custGeom>
            <a:solidFill>
              <a:schemeClr val="accent1"/>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925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400"/>
              <a:endParaRPr lang="zh-CN" altLang="en-US" sz="2000" b="1" dirty="0">
                <a:solidFill>
                  <a:schemeClr val="bg1"/>
                </a:solidFill>
                <a:cs typeface="+mn-ea"/>
                <a:sym typeface="+mn-lt"/>
              </a:endParaRPr>
            </a:p>
          </p:txBody>
        </p:sp>
      </p:grpSp>
      <p:sp>
        <p:nvSpPr>
          <p:cNvPr id="7" name="页脚占位符 2">
            <a:extLst>
              <a:ext uri="{FF2B5EF4-FFF2-40B4-BE49-F238E27FC236}">
                <a16:creationId xmlns:a16="http://schemas.microsoft.com/office/drawing/2014/main" id="{E44CAE07-9D50-B905-AFFF-62115770A202}"/>
              </a:ext>
            </a:extLst>
          </p:cNvPr>
          <p:cNvSpPr txBox="1">
            <a:spLocks/>
          </p:cNvSpPr>
          <p:nvPr/>
        </p:nvSpPr>
        <p:spPr>
          <a:xfrm>
            <a:off x="669924" y="6240463"/>
            <a:ext cx="4140201" cy="206381"/>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000" dirty="0">
                <a:solidFill>
                  <a:schemeClr val="bg1">
                    <a:lumMod val="65000"/>
                  </a:schemeClr>
                </a:solidFill>
                <a:cs typeface="+mn-ea"/>
                <a:sym typeface="+mn-lt"/>
              </a:rPr>
              <a:t>课程管理系统</a:t>
            </a:r>
          </a:p>
        </p:txBody>
      </p:sp>
      <p:sp>
        <p:nvSpPr>
          <p:cNvPr id="9" name="灯片编号占位符 3">
            <a:extLst>
              <a:ext uri="{FF2B5EF4-FFF2-40B4-BE49-F238E27FC236}">
                <a16:creationId xmlns:a16="http://schemas.microsoft.com/office/drawing/2014/main" id="{93DEBF35-0139-9063-AC98-2D09A468D363}"/>
              </a:ext>
            </a:extLst>
          </p:cNvPr>
          <p:cNvSpPr txBox="1">
            <a:spLocks/>
          </p:cNvSpPr>
          <p:nvPr/>
        </p:nvSpPr>
        <p:spPr>
          <a:xfrm>
            <a:off x="10439399" y="6240463"/>
            <a:ext cx="2909888" cy="206381"/>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DD3DB80-B894-403A-B48E-6FDC1A72010E}" type="slidenum">
              <a:rPr lang="zh-CN" altLang="en-US" sz="1000" b="1" smtClean="0">
                <a:cs typeface="+mn-ea"/>
                <a:sym typeface="+mn-lt"/>
              </a:rPr>
              <a:pPr/>
              <a:t>87</a:t>
            </a:fld>
            <a:endParaRPr lang="zh-CN" altLang="en-US" sz="1000" b="1" dirty="0">
              <a:cs typeface="+mn-ea"/>
              <a:sym typeface="+mn-lt"/>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a:extLst>
              <a:ext uri="{FF2B5EF4-FFF2-40B4-BE49-F238E27FC236}">
                <a16:creationId xmlns:a16="http://schemas.microsoft.com/office/drawing/2014/main" id="{6C2532AA-A647-48FF-8A25-36777AF5B18D}"/>
              </a:ext>
            </a:extLst>
          </p:cNvPr>
          <p:cNvSpPr>
            <a:spLocks noGrp="1"/>
          </p:cNvSpPr>
          <p:nvPr>
            <p:ph type="ctrTitle"/>
          </p:nvPr>
        </p:nvSpPr>
        <p:spPr/>
        <p:txBody>
          <a:bodyPr>
            <a:normAutofit fontScale="90000"/>
          </a:bodyPr>
          <a:lstStyle/>
          <a:p>
            <a:r>
              <a:rPr lang="zh-CN" altLang="en-US" dirty="0">
                <a:latin typeface="Arial" panose="020B0604020202020204" pitchFamily="34" charset="0"/>
                <a:ea typeface="微软雅黑" panose="020B0503020204020204" pitchFamily="34" charset="-122"/>
              </a:rPr>
              <a:t>提问</a:t>
            </a:r>
            <a:r>
              <a:rPr lang="en-GB" altLang="zh-CN" dirty="0">
                <a:latin typeface="Arial" panose="020B0604020202020204" pitchFamily="34" charset="0"/>
                <a:ea typeface="微软雅黑" panose="020B0503020204020204" pitchFamily="34" charset="-122"/>
              </a:rPr>
              <a:t> </a:t>
            </a:r>
            <a:r>
              <a:rPr lang="zh-CN" altLang="en-US" sz="7300" dirty="0">
                <a:solidFill>
                  <a:srgbClr val="0062A4"/>
                </a:solidFill>
                <a:latin typeface="Arial" panose="020B0604020202020204" pitchFamily="34" charset="0"/>
                <a:ea typeface="微软雅黑" panose="020B0503020204020204" pitchFamily="34" charset="-122"/>
              </a:rPr>
              <a:t>环节</a:t>
            </a:r>
            <a:br>
              <a:rPr lang="en-US" altLang="zh-CN" sz="7300" dirty="0">
                <a:solidFill>
                  <a:srgbClr val="0062A4"/>
                </a:solidFill>
                <a:latin typeface="Arial" panose="020B0604020202020204" pitchFamily="34" charset="0"/>
                <a:ea typeface="微软雅黑" panose="020B0503020204020204" pitchFamily="34" charset="-122"/>
              </a:rPr>
            </a:br>
            <a:r>
              <a:rPr lang="en-US" altLang="zh-CN" sz="3600" dirty="0">
                <a:latin typeface="Arial" panose="020B0604020202020204" pitchFamily="34" charset="0"/>
                <a:ea typeface="微软雅黑" panose="020B0503020204020204" pitchFamily="34" charset="-122"/>
              </a:rPr>
              <a:t>Q &amp; </a:t>
            </a:r>
            <a:r>
              <a:rPr lang="en-US" altLang="zh-CN" sz="3600" dirty="0">
                <a:solidFill>
                  <a:srgbClr val="0062A4"/>
                </a:solidFill>
                <a:latin typeface="Arial" panose="020B0604020202020204" pitchFamily="34" charset="0"/>
                <a:ea typeface="微软雅黑" panose="020B0503020204020204" pitchFamily="34" charset="-122"/>
              </a:rPr>
              <a:t>A</a:t>
            </a:r>
            <a:endParaRPr lang="zh-CN" altLang="en-US" sz="3600" dirty="0">
              <a:solidFill>
                <a:srgbClr val="0062A4"/>
              </a:solidFill>
              <a:latin typeface="Arial" panose="020B0604020202020204" pitchFamily="34" charset="0"/>
              <a:ea typeface="微软雅黑" panose="020B0503020204020204" pitchFamily="34" charset="-122"/>
            </a:endParaRPr>
          </a:p>
        </p:txBody>
      </p:sp>
      <p:sp>
        <p:nvSpPr>
          <p:cNvPr id="10" name="副标题 9">
            <a:extLst>
              <a:ext uri="{FF2B5EF4-FFF2-40B4-BE49-F238E27FC236}">
                <a16:creationId xmlns:a16="http://schemas.microsoft.com/office/drawing/2014/main" id="{0102F8CF-8DD3-43E5-B521-501A3CF124F9}"/>
              </a:ext>
            </a:extLst>
          </p:cNvPr>
          <p:cNvSpPr>
            <a:spLocks noGrp="1"/>
          </p:cNvSpPr>
          <p:nvPr>
            <p:ph type="subTitle" idx="1"/>
          </p:nvPr>
        </p:nvSpPr>
        <p:spPr/>
        <p:txBody>
          <a:bodyPr/>
          <a:lstStyle/>
          <a:p>
            <a:r>
              <a:rPr lang="zh-CN" altLang="en-US" dirty="0">
                <a:latin typeface="Arial" panose="020B0604020202020204" pitchFamily="34" charset="0"/>
                <a:ea typeface="微软雅黑" panose="020B0503020204020204" pitchFamily="34" charset="-122"/>
              </a:rPr>
              <a:t>个人陈述</a:t>
            </a:r>
            <a:endParaRPr lang="en-GB" altLang="zh-CN" dirty="0">
              <a:latin typeface="Arial" panose="020B0604020202020204" pitchFamily="34" charset="0"/>
              <a:ea typeface="微软雅黑" panose="020B0503020204020204" pitchFamily="34" charset="-122"/>
            </a:endParaRPr>
          </a:p>
        </p:txBody>
      </p:sp>
      <p:sp>
        <p:nvSpPr>
          <p:cNvPr id="11" name="文本占位符 10">
            <a:extLst>
              <a:ext uri="{FF2B5EF4-FFF2-40B4-BE49-F238E27FC236}">
                <a16:creationId xmlns:a16="http://schemas.microsoft.com/office/drawing/2014/main" id="{7E21516B-4ABB-4E09-987D-1ABA411225D2}"/>
              </a:ext>
            </a:extLst>
          </p:cNvPr>
          <p:cNvSpPr>
            <a:spLocks noGrp="1"/>
          </p:cNvSpPr>
          <p:nvPr>
            <p:ph type="body" sz="quarter" idx="13"/>
          </p:nvPr>
        </p:nvSpPr>
        <p:spPr/>
        <p:txBody>
          <a:bodyPr>
            <a:normAutofit fontScale="92500" lnSpcReduction="10000"/>
          </a:bodyPr>
          <a:lstStyle/>
          <a:p>
            <a:r>
              <a:rPr lang="zh-CN" altLang="en-US" sz="1600" b="1" dirty="0">
                <a:latin typeface="Arial" panose="020B0604020202020204" pitchFamily="34" charset="0"/>
                <a:ea typeface="微软雅黑" panose="020B0503020204020204" pitchFamily="34" charset="-122"/>
              </a:rPr>
              <a:t>焦杨凡</a:t>
            </a:r>
            <a:endParaRPr lang="en-GB" altLang="zh-CN" sz="1600" b="1" dirty="0">
              <a:latin typeface="Arial" panose="020B0604020202020204" pitchFamily="34" charset="0"/>
              <a:ea typeface="微软雅黑" panose="020B0503020204020204" pitchFamily="34" charset="-122"/>
            </a:endParaRPr>
          </a:p>
        </p:txBody>
      </p:sp>
      <p:sp>
        <p:nvSpPr>
          <p:cNvPr id="12" name="文本占位符 11">
            <a:extLst>
              <a:ext uri="{FF2B5EF4-FFF2-40B4-BE49-F238E27FC236}">
                <a16:creationId xmlns:a16="http://schemas.microsoft.com/office/drawing/2014/main" id="{BFF7D8B0-524B-4065-95EB-00BAEDA26918}"/>
              </a:ext>
            </a:extLst>
          </p:cNvPr>
          <p:cNvSpPr>
            <a:spLocks noGrp="1"/>
          </p:cNvSpPr>
          <p:nvPr>
            <p:ph type="body" sz="quarter" idx="14"/>
          </p:nvPr>
        </p:nvSpPr>
        <p:spPr/>
        <p:txBody>
          <a:bodyPr/>
          <a:lstStyle/>
          <a:p>
            <a:r>
              <a:rPr lang="zh-CN" altLang="en-US" dirty="0">
                <a:latin typeface="Arial" panose="020B0604020202020204" pitchFamily="34" charset="0"/>
                <a:ea typeface="微软雅黑" panose="020B0503020204020204" pitchFamily="34" charset="-122"/>
              </a:rPr>
              <a:t>课程管理系统</a:t>
            </a:r>
            <a:endParaRPr lang="en-GB" altLang="zh-CN" dirty="0">
              <a:latin typeface="Arial" panose="020B0604020202020204" pitchFamily="34" charset="0"/>
              <a:ea typeface="微软雅黑" panose="020B0503020204020204" pitchFamily="34" charset="-122"/>
            </a:endParaRPr>
          </a:p>
        </p:txBody>
      </p:sp>
      <p:sp>
        <p:nvSpPr>
          <p:cNvPr id="13" name="文本占位符 12">
            <a:extLst>
              <a:ext uri="{FF2B5EF4-FFF2-40B4-BE49-F238E27FC236}">
                <a16:creationId xmlns:a16="http://schemas.microsoft.com/office/drawing/2014/main" id="{F03171C0-8F5E-452D-80D2-8537CBEA6B12}"/>
              </a:ext>
            </a:extLst>
          </p:cNvPr>
          <p:cNvSpPr>
            <a:spLocks noGrp="1"/>
          </p:cNvSpPr>
          <p:nvPr>
            <p:ph type="body" sz="quarter" idx="15"/>
          </p:nvPr>
        </p:nvSpPr>
        <p:spPr/>
        <p:txBody>
          <a:bodyPr/>
          <a:lstStyle/>
          <a:p>
            <a:r>
              <a:rPr lang="en-GB" altLang="zh-CN" dirty="0">
                <a:latin typeface="Arial" panose="020B0604020202020204" pitchFamily="34" charset="0"/>
                <a:ea typeface="微软雅黑" panose="020B0503020204020204" pitchFamily="34" charset="-122"/>
              </a:rPr>
              <a:t>LOGO HERE</a:t>
            </a:r>
          </a:p>
        </p:txBody>
      </p:sp>
    </p:spTree>
    <p:extLst>
      <p:ext uri="{BB962C8B-B14F-4D97-AF65-F5344CB8AC3E}">
        <p14:creationId xmlns:p14="http://schemas.microsoft.com/office/powerpoint/2010/main" val="103576182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buSzPct val="25000"/>
            </a:pPr>
            <a:r>
              <a:rPr lang="zh-CN" altLang="en-US" sz="2800" b="1" dirty="0">
                <a:latin typeface="Arial" panose="020B0604020202020204" pitchFamily="34" charset="0"/>
                <a:ea typeface="微软雅黑" panose="020B0503020204020204" pitchFamily="34" charset="-122"/>
              </a:rPr>
              <a:t>负责内容</a:t>
            </a:r>
            <a:endParaRPr lang="en-US" altLang="zh-CN" sz="2800" b="1" dirty="0">
              <a:latin typeface="Arial" panose="020B0604020202020204" pitchFamily="34" charset="0"/>
              <a:ea typeface="微软雅黑" panose="020B0503020204020204" pitchFamily="34" charset="-122"/>
            </a:endParaRPr>
          </a:p>
        </p:txBody>
      </p:sp>
      <p:sp>
        <p:nvSpPr>
          <p:cNvPr id="3" name="页脚占位符 2"/>
          <p:cNvSpPr>
            <a:spLocks noGrp="1"/>
          </p:cNvSpPr>
          <p:nvPr>
            <p:ph type="ftr" sz="quarter" idx="11"/>
          </p:nvPr>
        </p:nvSpPr>
        <p:spPr/>
        <p:txBody>
          <a:bodyPr/>
          <a:lstStyle/>
          <a:p>
            <a:r>
              <a:rPr lang="zh-CN" altLang="en-US" dirty="0">
                <a:cs typeface="+mn-ea"/>
                <a:sym typeface="+mn-lt"/>
              </a:rPr>
              <a:t>课程管理系统</a:t>
            </a:r>
          </a:p>
        </p:txBody>
      </p:sp>
      <p:sp>
        <p:nvSpPr>
          <p:cNvPr id="4" name="灯片编号占位符 3"/>
          <p:cNvSpPr>
            <a:spLocks noGrp="1"/>
          </p:cNvSpPr>
          <p:nvPr>
            <p:ph type="sldNum" sz="quarter" idx="12"/>
          </p:nvPr>
        </p:nvSpPr>
        <p:spPr/>
        <p:txBody>
          <a:bodyPr/>
          <a:lstStyle/>
          <a:p>
            <a:fld id="{5DD3DB80-B894-403A-B48E-6FDC1A72010E}" type="slidenum">
              <a:rPr lang="zh-CN" altLang="en-US" b="1" smtClean="0">
                <a:solidFill>
                  <a:schemeClr val="tx1"/>
                </a:solidFill>
                <a:cs typeface="+mn-ea"/>
                <a:sym typeface="+mn-lt"/>
              </a:rPr>
              <a:t>89</a:t>
            </a:fld>
            <a:endParaRPr lang="zh-CN" altLang="en-US" b="1" dirty="0">
              <a:solidFill>
                <a:schemeClr val="tx1"/>
              </a:solidFill>
              <a:cs typeface="+mn-ea"/>
              <a:sym typeface="+mn-lt"/>
            </a:endParaRPr>
          </a:p>
        </p:txBody>
      </p:sp>
      <p:grpSp>
        <p:nvGrpSpPr>
          <p:cNvPr id="5" name="组合 4">
            <a:extLst>
              <a:ext uri="{FF2B5EF4-FFF2-40B4-BE49-F238E27FC236}">
                <a16:creationId xmlns:a16="http://schemas.microsoft.com/office/drawing/2014/main" id="{C67FE6F0-F881-A502-F248-B40977418BFF}"/>
              </a:ext>
            </a:extLst>
          </p:cNvPr>
          <p:cNvGrpSpPr/>
          <p:nvPr/>
        </p:nvGrpSpPr>
        <p:grpSpPr>
          <a:xfrm>
            <a:off x="981075" y="1370440"/>
            <a:ext cx="10537825" cy="4656870"/>
            <a:chOff x="497926" y="1272287"/>
            <a:chExt cx="10537825" cy="4656870"/>
          </a:xfrm>
        </p:grpSpPr>
        <p:grpSp>
          <p:nvGrpSpPr>
            <p:cNvPr id="6" name="组合 5">
              <a:extLst>
                <a:ext uri="{FF2B5EF4-FFF2-40B4-BE49-F238E27FC236}">
                  <a16:creationId xmlns:a16="http://schemas.microsoft.com/office/drawing/2014/main" id="{A3B11E05-0228-7CA5-2769-F7C9A113515C}"/>
                </a:ext>
              </a:extLst>
            </p:cNvPr>
            <p:cNvGrpSpPr/>
            <p:nvPr/>
          </p:nvGrpSpPr>
          <p:grpSpPr>
            <a:xfrm>
              <a:off x="4813453" y="1272287"/>
              <a:ext cx="6222298" cy="644119"/>
              <a:chOff x="4813453" y="1272287"/>
              <a:chExt cx="6222298" cy="644119"/>
            </a:xfrm>
          </p:grpSpPr>
          <p:sp>
            <p:nvSpPr>
              <p:cNvPr id="20" name="矩形: 圆角 19">
                <a:extLst>
                  <a:ext uri="{FF2B5EF4-FFF2-40B4-BE49-F238E27FC236}">
                    <a16:creationId xmlns:a16="http://schemas.microsoft.com/office/drawing/2014/main" id="{7060F8FF-F65A-04C9-2DEA-A194A19CF098}"/>
                  </a:ext>
                </a:extLst>
              </p:cNvPr>
              <p:cNvSpPr/>
              <p:nvPr/>
            </p:nvSpPr>
            <p:spPr bwMode="auto">
              <a:xfrm>
                <a:off x="4813453" y="1272287"/>
                <a:ext cx="1893945" cy="644119"/>
              </a:xfrm>
              <a:prstGeom prst="roundRect">
                <a:avLst/>
              </a:prstGeom>
              <a:gradFill>
                <a:gsLst>
                  <a:gs pos="0">
                    <a:schemeClr val="accent1">
                      <a:lumMod val="60000"/>
                      <a:lumOff val="40000"/>
                    </a:schemeClr>
                  </a:gs>
                  <a:gs pos="60000">
                    <a:schemeClr val="accent1"/>
                  </a:gs>
                </a:gsLst>
                <a:lin ang="2700000" scaled="0"/>
              </a:gradFill>
              <a:ln w="57150" cap="rnd">
                <a:noFill/>
                <a:prstDash val="solid"/>
                <a:round/>
              </a:ln>
              <a:effectLst>
                <a:outerShdw blurRad="508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r>
                  <a:rPr lang="zh-CN" altLang="en-US" b="1" dirty="0">
                    <a:solidFill>
                      <a:schemeClr val="bg1"/>
                    </a:solidFill>
                    <a:latin typeface="Arial" panose="020B0604020202020204" pitchFamily="34" charset="0"/>
                    <a:ea typeface="微软雅黑" panose="020B0503020204020204" pitchFamily="34" charset="-122"/>
                  </a:rPr>
                  <a:t>项目经理</a:t>
                </a:r>
              </a:p>
            </p:txBody>
          </p:sp>
          <p:sp>
            <p:nvSpPr>
              <p:cNvPr id="21" name="文本框 20">
                <a:extLst>
                  <a:ext uri="{FF2B5EF4-FFF2-40B4-BE49-F238E27FC236}">
                    <a16:creationId xmlns:a16="http://schemas.microsoft.com/office/drawing/2014/main" id="{5BD37962-8FAB-05BD-D907-89EB42DD0F9C}"/>
                  </a:ext>
                </a:extLst>
              </p:cNvPr>
              <p:cNvSpPr txBox="1"/>
              <p:nvPr/>
            </p:nvSpPr>
            <p:spPr>
              <a:xfrm flipH="1">
                <a:off x="6912881" y="1375101"/>
                <a:ext cx="4122870" cy="344710"/>
              </a:xfrm>
              <a:prstGeom prst="rect">
                <a:avLst/>
              </a:prstGeom>
              <a:noFill/>
            </p:spPr>
            <p:txBody>
              <a:bodyPr wrap="square" lIns="91440" tIns="45720" rIns="91440" bIns="45720" anchor="t" anchorCtr="0">
                <a:sp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1400" b="1" dirty="0"/>
                  <a:t>整体把握、文档撰写、进度监督与团队协调</a:t>
                </a:r>
                <a:endParaRPr kumimoji="1" lang="en-US" altLang="zh-CN" sz="2000" b="1" dirty="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7" name="组合 6">
              <a:extLst>
                <a:ext uri="{FF2B5EF4-FFF2-40B4-BE49-F238E27FC236}">
                  <a16:creationId xmlns:a16="http://schemas.microsoft.com/office/drawing/2014/main" id="{2E950AB9-C6B8-CCFD-7E63-97C4C6D66EA2}"/>
                </a:ext>
              </a:extLst>
            </p:cNvPr>
            <p:cNvGrpSpPr/>
            <p:nvPr/>
          </p:nvGrpSpPr>
          <p:grpSpPr>
            <a:xfrm>
              <a:off x="4813453" y="3278662"/>
              <a:ext cx="6222298" cy="644119"/>
              <a:chOff x="4813453" y="3278662"/>
              <a:chExt cx="6222298" cy="644119"/>
            </a:xfrm>
          </p:grpSpPr>
          <p:sp>
            <p:nvSpPr>
              <p:cNvPr id="18" name="矩形: 圆角 17">
                <a:extLst>
                  <a:ext uri="{FF2B5EF4-FFF2-40B4-BE49-F238E27FC236}">
                    <a16:creationId xmlns:a16="http://schemas.microsoft.com/office/drawing/2014/main" id="{560214B4-5419-A4A1-2FBB-9937049B7AF4}"/>
                  </a:ext>
                </a:extLst>
              </p:cNvPr>
              <p:cNvSpPr/>
              <p:nvPr/>
            </p:nvSpPr>
            <p:spPr bwMode="auto">
              <a:xfrm>
                <a:off x="4813453" y="3278662"/>
                <a:ext cx="1893945" cy="644119"/>
              </a:xfrm>
              <a:prstGeom prst="roundRect">
                <a:avLst/>
              </a:prstGeom>
              <a:gradFill>
                <a:gsLst>
                  <a:gs pos="0">
                    <a:schemeClr val="accent2">
                      <a:lumMod val="60000"/>
                      <a:lumOff val="40000"/>
                    </a:schemeClr>
                  </a:gs>
                  <a:gs pos="60000">
                    <a:schemeClr val="accent2"/>
                  </a:gs>
                </a:gsLst>
                <a:lin ang="2700000" scaled="0"/>
              </a:gradFill>
              <a:ln w="57150" cap="rnd">
                <a:noFill/>
                <a:prstDash val="solid"/>
                <a:round/>
              </a:ln>
              <a:effectLst>
                <a:outerShdw blurRad="50800" dist="50800" dir="5400000" algn="ctr"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r>
                  <a:rPr lang="zh-CN" altLang="en-US" b="1" dirty="0">
                    <a:solidFill>
                      <a:schemeClr val="bg1"/>
                    </a:solidFill>
                    <a:latin typeface="Arial" panose="020B0604020202020204" pitchFamily="34" charset="0"/>
                    <a:ea typeface="微软雅黑" panose="020B0503020204020204" pitchFamily="34" charset="-122"/>
                  </a:rPr>
                  <a:t>数据库设计</a:t>
                </a:r>
              </a:p>
            </p:txBody>
          </p:sp>
          <p:sp>
            <p:nvSpPr>
              <p:cNvPr id="19" name="文本框 18">
                <a:extLst>
                  <a:ext uri="{FF2B5EF4-FFF2-40B4-BE49-F238E27FC236}">
                    <a16:creationId xmlns:a16="http://schemas.microsoft.com/office/drawing/2014/main" id="{7208892E-A1A6-38EE-6A6F-EBA0D74F9558}"/>
                  </a:ext>
                </a:extLst>
              </p:cNvPr>
              <p:cNvSpPr txBox="1"/>
              <p:nvPr/>
            </p:nvSpPr>
            <p:spPr>
              <a:xfrm flipH="1">
                <a:off x="6912881" y="3426053"/>
                <a:ext cx="4122870" cy="344710"/>
              </a:xfrm>
              <a:prstGeom prst="rect">
                <a:avLst/>
              </a:prstGeom>
              <a:noFill/>
            </p:spPr>
            <p:txBody>
              <a:bodyPr wrap="square" lIns="91440" tIns="45720" rIns="91440" bIns="45720" anchor="t" anchorCtr="0">
                <a:sp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1400" b="1" dirty="0"/>
                  <a:t>负责设计数据库，管理数据库相关内容</a:t>
                </a:r>
                <a:endParaRPr kumimoji="1" lang="en-US" altLang="zh-CN" sz="2000" b="1" dirty="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8" name="组合 7">
              <a:extLst>
                <a:ext uri="{FF2B5EF4-FFF2-40B4-BE49-F238E27FC236}">
                  <a16:creationId xmlns:a16="http://schemas.microsoft.com/office/drawing/2014/main" id="{018450D8-12C2-3212-744D-2DBE0EC0F48A}"/>
                </a:ext>
              </a:extLst>
            </p:cNvPr>
            <p:cNvGrpSpPr/>
            <p:nvPr/>
          </p:nvGrpSpPr>
          <p:grpSpPr>
            <a:xfrm>
              <a:off x="4813453" y="5285038"/>
              <a:ext cx="6222298" cy="644119"/>
              <a:chOff x="4813453" y="5285038"/>
              <a:chExt cx="6222298" cy="644119"/>
            </a:xfrm>
          </p:grpSpPr>
          <p:sp>
            <p:nvSpPr>
              <p:cNvPr id="16" name="矩形: 圆角 15">
                <a:extLst>
                  <a:ext uri="{FF2B5EF4-FFF2-40B4-BE49-F238E27FC236}">
                    <a16:creationId xmlns:a16="http://schemas.microsoft.com/office/drawing/2014/main" id="{9168580D-FF6F-59A2-34E2-462711791B9F}"/>
                  </a:ext>
                </a:extLst>
              </p:cNvPr>
              <p:cNvSpPr/>
              <p:nvPr/>
            </p:nvSpPr>
            <p:spPr bwMode="auto">
              <a:xfrm>
                <a:off x="4813453" y="5285038"/>
                <a:ext cx="1893945" cy="644119"/>
              </a:xfrm>
              <a:prstGeom prst="roundRect">
                <a:avLst/>
              </a:prstGeom>
              <a:gradFill>
                <a:gsLst>
                  <a:gs pos="0">
                    <a:schemeClr val="accent3">
                      <a:lumMod val="60000"/>
                      <a:lumOff val="40000"/>
                    </a:schemeClr>
                  </a:gs>
                  <a:gs pos="60000">
                    <a:schemeClr val="accent3"/>
                  </a:gs>
                </a:gsLst>
                <a:lin ang="2700000" scaled="0"/>
              </a:gradFill>
              <a:ln w="57150" cap="rnd">
                <a:noFill/>
                <a:prstDash val="solid"/>
                <a:round/>
              </a:ln>
              <a:effectLst>
                <a:outerShdw blurRad="76200" dist="50800" dir="5400000" algn="ctr" rotWithShape="0">
                  <a:schemeClr val="accent3">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defTabSz="913765"/>
                <a:r>
                  <a:rPr lang="zh-CN" altLang="en-US" b="1" dirty="0">
                    <a:solidFill>
                      <a:schemeClr val="bg1"/>
                    </a:solidFill>
                    <a:latin typeface="Arial" panose="020B0604020202020204" pitchFamily="34" charset="0"/>
                    <a:ea typeface="微软雅黑" panose="020B0503020204020204" pitchFamily="34" charset="-122"/>
                  </a:rPr>
                  <a:t>学生端开发</a:t>
                </a:r>
              </a:p>
            </p:txBody>
          </p:sp>
          <p:sp>
            <p:nvSpPr>
              <p:cNvPr id="17" name="文本框 16">
                <a:extLst>
                  <a:ext uri="{FF2B5EF4-FFF2-40B4-BE49-F238E27FC236}">
                    <a16:creationId xmlns:a16="http://schemas.microsoft.com/office/drawing/2014/main" id="{85498F52-36C5-272A-D7F0-DE161A73DE21}"/>
                  </a:ext>
                </a:extLst>
              </p:cNvPr>
              <p:cNvSpPr txBox="1"/>
              <p:nvPr/>
            </p:nvSpPr>
            <p:spPr>
              <a:xfrm flipH="1">
                <a:off x="6912881" y="5413357"/>
                <a:ext cx="4122870" cy="344710"/>
              </a:xfrm>
              <a:prstGeom prst="rect">
                <a:avLst/>
              </a:prstGeom>
              <a:noFill/>
            </p:spPr>
            <p:txBody>
              <a:bodyPr wrap="square" lIns="91440" tIns="45720" rIns="91440" bIns="45720" anchor="t" anchorCtr="0">
                <a:sp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pPr>
                <a:r>
                  <a:rPr lang="zh-CN" altLang="en-US" sz="1400" b="1" dirty="0"/>
                  <a:t>后端部分中学生端业务逻辑与功能开发</a:t>
                </a:r>
                <a:endParaRPr kumimoji="1" lang="en-US" altLang="zh-CN" sz="2000" b="1"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9" name="矩形: 圆角 8">
              <a:extLst>
                <a:ext uri="{FF2B5EF4-FFF2-40B4-BE49-F238E27FC236}">
                  <a16:creationId xmlns:a16="http://schemas.microsoft.com/office/drawing/2014/main" id="{C7F56A5D-D289-1921-051F-DDE0B6D04D81}"/>
                </a:ext>
              </a:extLst>
            </p:cNvPr>
            <p:cNvSpPr/>
            <p:nvPr/>
          </p:nvSpPr>
          <p:spPr bwMode="auto">
            <a:xfrm>
              <a:off x="497926" y="2514601"/>
              <a:ext cx="3162220" cy="2145384"/>
            </a:xfrm>
            <a:prstGeom prst="roundRect">
              <a:avLst/>
            </a:prstGeom>
            <a:blipFill dpi="0" rotWithShape="1">
              <a:blip r:embed="rId3" cstate="print">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dirty="0">
                <a:solidFill>
                  <a:schemeClr val="lt1"/>
                </a:solidFill>
                <a:sym typeface="Arial" panose="020B0604020202020204" pitchFamily="34" charset="0"/>
              </a:endParaRPr>
            </a:p>
          </p:txBody>
        </p:sp>
        <p:grpSp>
          <p:nvGrpSpPr>
            <p:cNvPr id="10" name="组合 9">
              <a:extLst>
                <a:ext uri="{FF2B5EF4-FFF2-40B4-BE49-F238E27FC236}">
                  <a16:creationId xmlns:a16="http://schemas.microsoft.com/office/drawing/2014/main" id="{4A43CF7E-591F-57D8-F4BB-E7634704D98C}"/>
                </a:ext>
              </a:extLst>
            </p:cNvPr>
            <p:cNvGrpSpPr/>
            <p:nvPr/>
          </p:nvGrpSpPr>
          <p:grpSpPr>
            <a:xfrm>
              <a:off x="3660146" y="1600199"/>
              <a:ext cx="1153307" cy="3985513"/>
              <a:chOff x="3660146" y="1600199"/>
              <a:chExt cx="1153307" cy="3985513"/>
            </a:xfrm>
          </p:grpSpPr>
          <p:cxnSp>
            <p:nvCxnSpPr>
              <p:cNvPr id="11" name="直接箭头连接符 10">
                <a:extLst>
                  <a:ext uri="{FF2B5EF4-FFF2-40B4-BE49-F238E27FC236}">
                    <a16:creationId xmlns:a16="http://schemas.microsoft.com/office/drawing/2014/main" id="{B42796BF-7541-2F6B-991E-48F49C0C1EA4}"/>
                  </a:ext>
                </a:extLst>
              </p:cNvPr>
              <p:cNvCxnSpPr>
                <a:cxnSpLocks/>
              </p:cNvCxnSpPr>
              <p:nvPr/>
            </p:nvCxnSpPr>
            <p:spPr>
              <a:xfrm flipH="1">
                <a:off x="3660146" y="3592956"/>
                <a:ext cx="571068" cy="0"/>
              </a:xfrm>
              <a:prstGeom prst="straightConnector1">
                <a:avLst/>
              </a:prstGeom>
              <a:ln w="12700">
                <a:solidFill>
                  <a:schemeClr val="tx2">
                    <a:alpha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A7DA9142-2D8F-6A59-4DB0-C18809FEEA4F}"/>
                  </a:ext>
                </a:extLst>
              </p:cNvPr>
              <p:cNvCxnSpPr>
                <a:cxnSpLocks/>
              </p:cNvCxnSpPr>
              <p:nvPr/>
            </p:nvCxnSpPr>
            <p:spPr>
              <a:xfrm>
                <a:off x="4234585" y="1600199"/>
                <a:ext cx="0" cy="3985513"/>
              </a:xfrm>
              <a:prstGeom prst="straightConnector1">
                <a:avLst/>
              </a:prstGeom>
              <a:ln w="12700">
                <a:solidFill>
                  <a:schemeClr val="tx2">
                    <a:alpha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56FCBB0B-DB47-A8F7-F086-F04D2ED9DE1E}"/>
                  </a:ext>
                </a:extLst>
              </p:cNvPr>
              <p:cNvCxnSpPr>
                <a:cxnSpLocks/>
              </p:cNvCxnSpPr>
              <p:nvPr/>
            </p:nvCxnSpPr>
            <p:spPr>
              <a:xfrm flipH="1">
                <a:off x="4231214" y="1600199"/>
                <a:ext cx="582239" cy="0"/>
              </a:xfrm>
              <a:prstGeom prst="straightConnector1">
                <a:avLst/>
              </a:prstGeom>
              <a:ln w="12700">
                <a:solidFill>
                  <a:schemeClr val="tx2">
                    <a:alpha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3C23D197-75E3-239D-32AC-47D099E8E8BD}"/>
                  </a:ext>
                </a:extLst>
              </p:cNvPr>
              <p:cNvCxnSpPr>
                <a:cxnSpLocks/>
              </p:cNvCxnSpPr>
              <p:nvPr/>
            </p:nvCxnSpPr>
            <p:spPr>
              <a:xfrm flipH="1">
                <a:off x="4231214" y="5585712"/>
                <a:ext cx="582239" cy="0"/>
              </a:xfrm>
              <a:prstGeom prst="straightConnector1">
                <a:avLst/>
              </a:prstGeom>
              <a:ln w="12700">
                <a:solidFill>
                  <a:schemeClr val="tx2">
                    <a:alpha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BDF3F720-E15A-44E2-9A8E-6D2BBB20441A}"/>
                  </a:ext>
                </a:extLst>
              </p:cNvPr>
              <p:cNvCxnSpPr>
                <a:stCxn id="18" idx="1"/>
              </p:cNvCxnSpPr>
              <p:nvPr/>
            </p:nvCxnSpPr>
            <p:spPr>
              <a:xfrm flipH="1" flipV="1">
                <a:off x="4231214" y="3598408"/>
                <a:ext cx="582239" cy="2314"/>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329200672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buSzPct val="25000"/>
            </a:pPr>
            <a:r>
              <a:rPr lang="zh-CN" altLang="en-US" sz="2800" b="1" dirty="0">
                <a:latin typeface="Arial" panose="020B0604020202020204" pitchFamily="34" charset="0"/>
                <a:ea typeface="微软雅黑" panose="020B0503020204020204" pitchFamily="34" charset="-122"/>
              </a:rPr>
              <a:t>数据库设计</a:t>
            </a:r>
            <a:endParaRPr lang="en-US" altLang="zh-CN" sz="2800" b="1" dirty="0">
              <a:latin typeface="Arial" panose="020B0604020202020204" pitchFamily="34" charset="0"/>
              <a:ea typeface="微软雅黑" panose="020B0503020204020204" pitchFamily="34" charset="-122"/>
            </a:endParaRPr>
          </a:p>
        </p:txBody>
      </p:sp>
      <p:sp>
        <p:nvSpPr>
          <p:cNvPr id="3" name="页脚占位符 2"/>
          <p:cNvSpPr>
            <a:spLocks noGrp="1"/>
          </p:cNvSpPr>
          <p:nvPr>
            <p:ph type="ftr" sz="quarter" idx="11"/>
          </p:nvPr>
        </p:nvSpPr>
        <p:spPr/>
        <p:txBody>
          <a:bodyPr/>
          <a:lstStyle/>
          <a:p>
            <a:r>
              <a:rPr lang="zh-CN" altLang="en-US" dirty="0">
                <a:cs typeface="+mn-ea"/>
                <a:sym typeface="+mn-lt"/>
              </a:rPr>
              <a:t>课程管理系统</a:t>
            </a:r>
          </a:p>
        </p:txBody>
      </p:sp>
      <p:sp>
        <p:nvSpPr>
          <p:cNvPr id="4" name="灯片编号占位符 3"/>
          <p:cNvSpPr>
            <a:spLocks noGrp="1"/>
          </p:cNvSpPr>
          <p:nvPr>
            <p:ph type="sldNum" sz="quarter" idx="12"/>
          </p:nvPr>
        </p:nvSpPr>
        <p:spPr/>
        <p:txBody>
          <a:bodyPr/>
          <a:lstStyle/>
          <a:p>
            <a:fld id="{5DD3DB80-B894-403A-B48E-6FDC1A72010E}" type="slidenum">
              <a:rPr lang="zh-CN" altLang="en-US" b="1" smtClean="0">
                <a:solidFill>
                  <a:schemeClr val="tx1"/>
                </a:solidFill>
                <a:cs typeface="+mn-ea"/>
                <a:sym typeface="+mn-lt"/>
              </a:rPr>
              <a:t>90</a:t>
            </a:fld>
            <a:endParaRPr lang="zh-CN" altLang="en-US" b="1" dirty="0">
              <a:solidFill>
                <a:schemeClr val="tx1"/>
              </a:solidFill>
              <a:cs typeface="+mn-ea"/>
              <a:sym typeface="+mn-lt"/>
            </a:endParaRPr>
          </a:p>
        </p:txBody>
      </p:sp>
      <p:pic>
        <p:nvPicPr>
          <p:cNvPr id="25" name="图片 24">
            <a:extLst>
              <a:ext uri="{FF2B5EF4-FFF2-40B4-BE49-F238E27FC236}">
                <a16:creationId xmlns:a16="http://schemas.microsoft.com/office/drawing/2014/main" id="{EB18FB0A-4F36-A20E-9A3E-412ED876A431}"/>
              </a:ext>
            </a:extLst>
          </p:cNvPr>
          <p:cNvPicPr>
            <a:picLocks noChangeAspect="1"/>
          </p:cNvPicPr>
          <p:nvPr/>
        </p:nvPicPr>
        <p:blipFill>
          <a:blip r:embed="rId3"/>
          <a:stretch>
            <a:fillRect/>
          </a:stretch>
        </p:blipFill>
        <p:spPr>
          <a:xfrm>
            <a:off x="2326269" y="1337748"/>
            <a:ext cx="7537871" cy="4593667"/>
          </a:xfrm>
          <a:prstGeom prst="rect">
            <a:avLst/>
          </a:prstGeom>
        </p:spPr>
      </p:pic>
    </p:spTree>
    <p:extLst>
      <p:ext uri="{BB962C8B-B14F-4D97-AF65-F5344CB8AC3E}">
        <p14:creationId xmlns:p14="http://schemas.microsoft.com/office/powerpoint/2010/main" val="336873219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n-lt"/>
                <a:ea typeface="+mn-ea"/>
                <a:cs typeface="+mn-ea"/>
                <a:sym typeface="+mn-lt"/>
              </a:rPr>
              <a:t>数据库设计原则</a:t>
            </a:r>
          </a:p>
        </p:txBody>
      </p:sp>
      <p:sp>
        <p:nvSpPr>
          <p:cNvPr id="3" name="页脚占位符 2"/>
          <p:cNvSpPr>
            <a:spLocks noGrp="1"/>
          </p:cNvSpPr>
          <p:nvPr>
            <p:ph type="ftr" sz="quarter" idx="11"/>
          </p:nvPr>
        </p:nvSpPr>
        <p:spPr/>
        <p:txBody>
          <a:bodyPr/>
          <a:lstStyle/>
          <a:p>
            <a:r>
              <a:rPr lang="zh-CN" altLang="en-US" dirty="0">
                <a:cs typeface="+mn-ea"/>
                <a:sym typeface="+mn-lt"/>
              </a:rPr>
              <a:t>课程管理系统</a:t>
            </a:r>
          </a:p>
        </p:txBody>
      </p:sp>
      <p:sp>
        <p:nvSpPr>
          <p:cNvPr id="4" name="灯片编号占位符 3"/>
          <p:cNvSpPr>
            <a:spLocks noGrp="1"/>
          </p:cNvSpPr>
          <p:nvPr>
            <p:ph type="sldNum" sz="quarter" idx="12"/>
          </p:nvPr>
        </p:nvSpPr>
        <p:spPr/>
        <p:txBody>
          <a:bodyPr/>
          <a:lstStyle/>
          <a:p>
            <a:fld id="{5DD3DB80-B894-403A-B48E-6FDC1A72010E}" type="slidenum">
              <a:rPr lang="zh-CN" altLang="en-US" b="1" smtClean="0">
                <a:solidFill>
                  <a:schemeClr val="tx1"/>
                </a:solidFill>
                <a:cs typeface="+mn-ea"/>
                <a:sym typeface="+mn-lt"/>
              </a:rPr>
              <a:t>91</a:t>
            </a:fld>
            <a:endParaRPr lang="zh-CN" altLang="en-US" b="1" dirty="0">
              <a:solidFill>
                <a:schemeClr val="tx1"/>
              </a:solidFill>
              <a:cs typeface="+mn-ea"/>
              <a:sym typeface="+mn-lt"/>
            </a:endParaRPr>
          </a:p>
        </p:txBody>
      </p:sp>
      <p:grpSp>
        <p:nvGrpSpPr>
          <p:cNvPr id="25" name="组合 24"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nvGrpSpPr>
        <p:grpSpPr>
          <a:xfrm>
            <a:off x="669925" y="1123949"/>
            <a:ext cx="10850562" cy="4981428"/>
            <a:chOff x="669925" y="1123949"/>
            <a:chExt cx="10850562" cy="4981428"/>
          </a:xfrm>
        </p:grpSpPr>
        <p:grpSp>
          <p:nvGrpSpPr>
            <p:cNvPr id="26" name="组合 25"/>
            <p:cNvGrpSpPr/>
            <p:nvPr/>
          </p:nvGrpSpPr>
          <p:grpSpPr>
            <a:xfrm>
              <a:off x="5898831" y="1123949"/>
              <a:ext cx="630869" cy="4981428"/>
              <a:chOff x="5765207" y="1204812"/>
              <a:chExt cx="609979" cy="4816476"/>
            </a:xfrm>
          </p:grpSpPr>
          <p:sp>
            <p:nvSpPr>
              <p:cNvPr id="48" name="矩形 47"/>
              <p:cNvSpPr/>
              <p:nvPr/>
            </p:nvSpPr>
            <p:spPr bwMode="auto">
              <a:xfrm>
                <a:off x="5765207" y="1204812"/>
                <a:ext cx="609979" cy="408649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cs typeface="+mn-ea"/>
                  <a:sym typeface="+mn-lt"/>
                </a:endParaRPr>
              </a:p>
            </p:txBody>
          </p:sp>
          <p:sp>
            <p:nvSpPr>
              <p:cNvPr id="49" name="等腰三角形 48"/>
              <p:cNvSpPr/>
              <p:nvPr/>
            </p:nvSpPr>
            <p:spPr bwMode="auto">
              <a:xfrm flipV="1">
                <a:off x="5816813" y="5291307"/>
                <a:ext cx="558373" cy="729980"/>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cs typeface="+mn-ea"/>
                  <a:sym typeface="+mn-lt"/>
                </a:endParaRPr>
              </a:p>
            </p:txBody>
          </p:sp>
          <p:sp>
            <p:nvSpPr>
              <p:cNvPr id="50" name="等腰三角形 49"/>
              <p:cNvSpPr/>
              <p:nvPr/>
            </p:nvSpPr>
            <p:spPr bwMode="auto">
              <a:xfrm flipV="1">
                <a:off x="5988050" y="5783163"/>
                <a:ext cx="220662" cy="238125"/>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fontScale="25000" lnSpcReduction="20000"/>
              </a:bodyPr>
              <a:lstStyle/>
              <a:p>
                <a:pPr algn="ctr"/>
                <a:endParaRPr>
                  <a:cs typeface="+mn-ea"/>
                  <a:sym typeface="+mn-lt"/>
                </a:endParaRPr>
              </a:p>
            </p:txBody>
          </p:sp>
        </p:grpSp>
        <p:grpSp>
          <p:nvGrpSpPr>
            <p:cNvPr id="27" name="组合 26"/>
            <p:cNvGrpSpPr/>
            <p:nvPr/>
          </p:nvGrpSpPr>
          <p:grpSpPr>
            <a:xfrm>
              <a:off x="669925" y="2633650"/>
              <a:ext cx="5859777" cy="1193765"/>
              <a:chOff x="669925" y="1720832"/>
              <a:chExt cx="5859777" cy="1193765"/>
            </a:xfrm>
          </p:grpSpPr>
          <p:grpSp>
            <p:nvGrpSpPr>
              <p:cNvPr id="42" name="组合 41"/>
              <p:cNvGrpSpPr/>
              <p:nvPr/>
            </p:nvGrpSpPr>
            <p:grpSpPr>
              <a:xfrm>
                <a:off x="5286374" y="1720832"/>
                <a:ext cx="1243328" cy="1193765"/>
                <a:chOff x="5286374" y="1720832"/>
                <a:chExt cx="1243328" cy="1193765"/>
              </a:xfrm>
            </p:grpSpPr>
            <p:sp>
              <p:nvSpPr>
                <p:cNvPr id="46" name="菱形 45"/>
                <p:cNvSpPr/>
                <p:nvPr/>
              </p:nvSpPr>
              <p:spPr bwMode="auto">
                <a:xfrm>
                  <a:off x="5286374" y="1720832"/>
                  <a:ext cx="1243328" cy="1193765"/>
                </a:xfrm>
                <a:prstGeom prst="diamond">
                  <a:avLst/>
                </a:prstGeom>
                <a:solidFill>
                  <a:schemeClr val="accent2"/>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dirty="0">
                    <a:cs typeface="+mn-ea"/>
                    <a:sym typeface="+mn-lt"/>
                  </a:endParaRPr>
                </a:p>
              </p:txBody>
            </p:sp>
            <p:sp>
              <p:nvSpPr>
                <p:cNvPr id="47" name="任意多边形: 形状 46"/>
                <p:cNvSpPr/>
                <p:nvPr/>
              </p:nvSpPr>
              <p:spPr bwMode="auto">
                <a:xfrm>
                  <a:off x="5701289" y="2173160"/>
                  <a:ext cx="413499" cy="289109"/>
                </a:xfrm>
                <a:custGeom>
                  <a:avLst/>
                  <a:gdLst>
                    <a:gd name="connsiteX0" fmla="*/ 427673 w 608989"/>
                    <a:gd name="connsiteY0" fmla="*/ 323983 h 425792"/>
                    <a:gd name="connsiteX1" fmla="*/ 393797 w 608989"/>
                    <a:gd name="connsiteY1" fmla="*/ 357812 h 425792"/>
                    <a:gd name="connsiteX2" fmla="*/ 427673 w 608989"/>
                    <a:gd name="connsiteY2" fmla="*/ 391641 h 425792"/>
                    <a:gd name="connsiteX3" fmla="*/ 461549 w 608989"/>
                    <a:gd name="connsiteY3" fmla="*/ 357812 h 425792"/>
                    <a:gd name="connsiteX4" fmla="*/ 427673 w 608989"/>
                    <a:gd name="connsiteY4" fmla="*/ 323983 h 425792"/>
                    <a:gd name="connsiteX5" fmla="*/ 149568 w 608989"/>
                    <a:gd name="connsiteY5" fmla="*/ 323983 h 425792"/>
                    <a:gd name="connsiteX6" fmla="*/ 115692 w 608989"/>
                    <a:gd name="connsiteY6" fmla="*/ 357812 h 425792"/>
                    <a:gd name="connsiteX7" fmla="*/ 149568 w 608989"/>
                    <a:gd name="connsiteY7" fmla="*/ 391641 h 425792"/>
                    <a:gd name="connsiteX8" fmla="*/ 183444 w 608989"/>
                    <a:gd name="connsiteY8" fmla="*/ 357812 h 425792"/>
                    <a:gd name="connsiteX9" fmla="*/ 149568 w 608989"/>
                    <a:gd name="connsiteY9" fmla="*/ 323983 h 425792"/>
                    <a:gd name="connsiteX10" fmla="*/ 413316 w 608989"/>
                    <a:gd name="connsiteY10" fmla="*/ 145978 h 425792"/>
                    <a:gd name="connsiteX11" fmla="*/ 413316 w 608989"/>
                    <a:gd name="connsiteY11" fmla="*/ 220563 h 425792"/>
                    <a:gd name="connsiteX12" fmla="*/ 477196 w 608989"/>
                    <a:gd name="connsiteY12" fmla="*/ 220563 h 425792"/>
                    <a:gd name="connsiteX13" fmla="*/ 483971 w 608989"/>
                    <a:gd name="connsiteY13" fmla="*/ 207354 h 425792"/>
                    <a:gd name="connsiteX14" fmla="*/ 449611 w 608989"/>
                    <a:gd name="connsiteY14" fmla="*/ 159188 h 425792"/>
                    <a:gd name="connsiteX15" fmla="*/ 424124 w 608989"/>
                    <a:gd name="connsiteY15" fmla="*/ 145978 h 425792"/>
                    <a:gd name="connsiteX16" fmla="*/ 231999 w 608989"/>
                    <a:gd name="connsiteY16" fmla="*/ 145978 h 425792"/>
                    <a:gd name="connsiteX17" fmla="*/ 205705 w 608989"/>
                    <a:gd name="connsiteY17" fmla="*/ 158543 h 425792"/>
                    <a:gd name="connsiteX18" fmla="*/ 165860 w 608989"/>
                    <a:gd name="connsiteY18" fmla="*/ 207998 h 425792"/>
                    <a:gd name="connsiteX19" fmla="*/ 171990 w 608989"/>
                    <a:gd name="connsiteY19" fmla="*/ 220563 h 425792"/>
                    <a:gd name="connsiteX20" fmla="*/ 374439 w 608989"/>
                    <a:gd name="connsiteY20" fmla="*/ 220563 h 425792"/>
                    <a:gd name="connsiteX21" fmla="*/ 374439 w 608989"/>
                    <a:gd name="connsiteY21" fmla="*/ 145978 h 425792"/>
                    <a:gd name="connsiteX22" fmla="*/ 324754 w 608989"/>
                    <a:gd name="connsiteY22" fmla="*/ 64144 h 425792"/>
                    <a:gd name="connsiteX23" fmla="*/ 378472 w 608989"/>
                    <a:gd name="connsiteY23" fmla="*/ 113599 h 425792"/>
                    <a:gd name="connsiteX24" fmla="*/ 442030 w 608989"/>
                    <a:gd name="connsiteY24" fmla="*/ 113599 h 425792"/>
                    <a:gd name="connsiteX25" fmla="*/ 477196 w 608989"/>
                    <a:gd name="connsiteY25" fmla="*/ 131802 h 425792"/>
                    <a:gd name="connsiteX26" fmla="*/ 524783 w 608989"/>
                    <a:gd name="connsiteY26" fmla="*/ 199460 h 425792"/>
                    <a:gd name="connsiteX27" fmla="*/ 544625 w 608989"/>
                    <a:gd name="connsiteY27" fmla="*/ 209126 h 425792"/>
                    <a:gd name="connsiteX28" fmla="*/ 550594 w 608989"/>
                    <a:gd name="connsiteY28" fmla="*/ 208320 h 425792"/>
                    <a:gd name="connsiteX29" fmla="*/ 586728 w 608989"/>
                    <a:gd name="connsiteY29" fmla="*/ 197044 h 425792"/>
                    <a:gd name="connsiteX30" fmla="*/ 605118 w 608989"/>
                    <a:gd name="connsiteY30" fmla="*/ 200910 h 425792"/>
                    <a:gd name="connsiteX31" fmla="*/ 608828 w 608989"/>
                    <a:gd name="connsiteY31" fmla="*/ 215569 h 425792"/>
                    <a:gd name="connsiteX32" fmla="*/ 590438 w 608989"/>
                    <a:gd name="connsiteY32" fmla="*/ 353140 h 425792"/>
                    <a:gd name="connsiteX33" fmla="*/ 563337 w 608989"/>
                    <a:gd name="connsiteY33" fmla="*/ 376821 h 425792"/>
                    <a:gd name="connsiteX34" fmla="*/ 493166 w 608989"/>
                    <a:gd name="connsiteY34" fmla="*/ 376821 h 425792"/>
                    <a:gd name="connsiteX35" fmla="*/ 427673 w 608989"/>
                    <a:gd name="connsiteY35" fmla="*/ 425792 h 425792"/>
                    <a:gd name="connsiteX36" fmla="*/ 362341 w 608989"/>
                    <a:gd name="connsiteY36" fmla="*/ 376821 h 425792"/>
                    <a:gd name="connsiteX37" fmla="*/ 215061 w 608989"/>
                    <a:gd name="connsiteY37" fmla="*/ 376821 h 425792"/>
                    <a:gd name="connsiteX38" fmla="*/ 149568 w 608989"/>
                    <a:gd name="connsiteY38" fmla="*/ 425792 h 425792"/>
                    <a:gd name="connsiteX39" fmla="*/ 84074 w 608989"/>
                    <a:gd name="connsiteY39" fmla="*/ 376821 h 425792"/>
                    <a:gd name="connsiteX40" fmla="*/ 21485 w 608989"/>
                    <a:gd name="connsiteY40" fmla="*/ 376821 h 425792"/>
                    <a:gd name="connsiteX41" fmla="*/ 4869 w 608989"/>
                    <a:gd name="connsiteY41" fmla="*/ 369411 h 425792"/>
                    <a:gd name="connsiteX42" fmla="*/ 352 w 608989"/>
                    <a:gd name="connsiteY42" fmla="*/ 352013 h 425792"/>
                    <a:gd name="connsiteX43" fmla="*/ 15516 w 608989"/>
                    <a:gd name="connsiteY43" fmla="*/ 260513 h 425792"/>
                    <a:gd name="connsiteX44" fmla="*/ 41649 w 608989"/>
                    <a:gd name="connsiteY44" fmla="*/ 232806 h 425792"/>
                    <a:gd name="connsiteX45" fmla="*/ 95850 w 608989"/>
                    <a:gd name="connsiteY45" fmla="*/ 220402 h 425792"/>
                    <a:gd name="connsiteX46" fmla="*/ 125532 w 608989"/>
                    <a:gd name="connsiteY46" fmla="*/ 201877 h 425792"/>
                    <a:gd name="connsiteX47" fmla="*/ 181992 w 608989"/>
                    <a:gd name="connsiteY47" fmla="*/ 130836 h 425792"/>
                    <a:gd name="connsiteX48" fmla="*/ 217965 w 608989"/>
                    <a:gd name="connsiteY48" fmla="*/ 113599 h 425792"/>
                    <a:gd name="connsiteX49" fmla="*/ 271037 w 608989"/>
                    <a:gd name="connsiteY49" fmla="*/ 113599 h 425792"/>
                    <a:gd name="connsiteX50" fmla="*/ 324754 w 608989"/>
                    <a:gd name="connsiteY50" fmla="*/ 64144 h 425792"/>
                    <a:gd name="connsiteX51" fmla="*/ 387520 w 608989"/>
                    <a:gd name="connsiteY51" fmla="*/ 28830 h 425792"/>
                    <a:gd name="connsiteX52" fmla="*/ 399145 w 608989"/>
                    <a:gd name="connsiteY52" fmla="*/ 31087 h 425792"/>
                    <a:gd name="connsiteX53" fmla="*/ 396885 w 608989"/>
                    <a:gd name="connsiteY53" fmla="*/ 42857 h 425792"/>
                    <a:gd name="connsiteX54" fmla="*/ 375734 w 608989"/>
                    <a:gd name="connsiteY54" fmla="*/ 57047 h 425792"/>
                    <a:gd name="connsiteX55" fmla="*/ 371052 w 608989"/>
                    <a:gd name="connsiteY55" fmla="*/ 58498 h 425792"/>
                    <a:gd name="connsiteX56" fmla="*/ 363948 w 608989"/>
                    <a:gd name="connsiteY56" fmla="*/ 54789 h 425792"/>
                    <a:gd name="connsiteX57" fmla="*/ 366370 w 608989"/>
                    <a:gd name="connsiteY57" fmla="*/ 43019 h 425792"/>
                    <a:gd name="connsiteX58" fmla="*/ 261676 w 608989"/>
                    <a:gd name="connsiteY58" fmla="*/ 28830 h 425792"/>
                    <a:gd name="connsiteX59" fmla="*/ 282789 w 608989"/>
                    <a:gd name="connsiteY59" fmla="*/ 43019 h 425792"/>
                    <a:gd name="connsiteX60" fmla="*/ 285045 w 608989"/>
                    <a:gd name="connsiteY60" fmla="*/ 54789 h 425792"/>
                    <a:gd name="connsiteX61" fmla="*/ 277954 w 608989"/>
                    <a:gd name="connsiteY61" fmla="*/ 58498 h 425792"/>
                    <a:gd name="connsiteX62" fmla="*/ 273280 w 608989"/>
                    <a:gd name="connsiteY62" fmla="*/ 57047 h 425792"/>
                    <a:gd name="connsiteX63" fmla="*/ 252166 w 608989"/>
                    <a:gd name="connsiteY63" fmla="*/ 42857 h 425792"/>
                    <a:gd name="connsiteX64" fmla="*/ 249910 w 608989"/>
                    <a:gd name="connsiteY64" fmla="*/ 31087 h 425792"/>
                    <a:gd name="connsiteX65" fmla="*/ 261676 w 608989"/>
                    <a:gd name="connsiteY65" fmla="*/ 28830 h 425792"/>
                    <a:gd name="connsiteX66" fmla="*/ 324611 w 608989"/>
                    <a:gd name="connsiteY66" fmla="*/ 0 h 425792"/>
                    <a:gd name="connsiteX67" fmla="*/ 332998 w 608989"/>
                    <a:gd name="connsiteY67" fmla="*/ 8381 h 425792"/>
                    <a:gd name="connsiteX68" fmla="*/ 332998 w 608989"/>
                    <a:gd name="connsiteY68" fmla="*/ 35298 h 425792"/>
                    <a:gd name="connsiteX69" fmla="*/ 324611 w 608989"/>
                    <a:gd name="connsiteY69" fmla="*/ 43680 h 425792"/>
                    <a:gd name="connsiteX70" fmla="*/ 316062 w 608989"/>
                    <a:gd name="connsiteY70" fmla="*/ 35298 h 425792"/>
                    <a:gd name="connsiteX71" fmla="*/ 316062 w 608989"/>
                    <a:gd name="connsiteY71" fmla="*/ 8381 h 425792"/>
                    <a:gd name="connsiteX72" fmla="*/ 324611 w 608989"/>
                    <a:gd name="connsiteY72" fmla="*/ 0 h 425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08989" h="425792">
                      <a:moveTo>
                        <a:pt x="427673" y="323983"/>
                      </a:moveTo>
                      <a:cubicBezTo>
                        <a:pt x="408960" y="323983"/>
                        <a:pt x="393797" y="339126"/>
                        <a:pt x="393797" y="357812"/>
                      </a:cubicBezTo>
                      <a:cubicBezTo>
                        <a:pt x="393797" y="376499"/>
                        <a:pt x="408960" y="391641"/>
                        <a:pt x="427673" y="391641"/>
                      </a:cubicBezTo>
                      <a:cubicBezTo>
                        <a:pt x="446385" y="391641"/>
                        <a:pt x="461549" y="376499"/>
                        <a:pt x="461549" y="357812"/>
                      </a:cubicBezTo>
                      <a:cubicBezTo>
                        <a:pt x="461549" y="339126"/>
                        <a:pt x="446385" y="323983"/>
                        <a:pt x="427673" y="323983"/>
                      </a:cubicBezTo>
                      <a:close/>
                      <a:moveTo>
                        <a:pt x="149568" y="323983"/>
                      </a:moveTo>
                      <a:cubicBezTo>
                        <a:pt x="130855" y="323983"/>
                        <a:pt x="115692" y="339126"/>
                        <a:pt x="115692" y="357812"/>
                      </a:cubicBezTo>
                      <a:cubicBezTo>
                        <a:pt x="115692" y="376499"/>
                        <a:pt x="130855" y="391641"/>
                        <a:pt x="149568" y="391641"/>
                      </a:cubicBezTo>
                      <a:cubicBezTo>
                        <a:pt x="168280" y="391641"/>
                        <a:pt x="183444" y="376499"/>
                        <a:pt x="183444" y="357812"/>
                      </a:cubicBezTo>
                      <a:cubicBezTo>
                        <a:pt x="183444" y="339126"/>
                        <a:pt x="168280" y="323983"/>
                        <a:pt x="149568" y="323983"/>
                      </a:cubicBezTo>
                      <a:close/>
                      <a:moveTo>
                        <a:pt x="413316" y="145978"/>
                      </a:moveTo>
                      <a:lnTo>
                        <a:pt x="413316" y="220563"/>
                      </a:lnTo>
                      <a:lnTo>
                        <a:pt x="477196" y="220563"/>
                      </a:lnTo>
                      <a:cubicBezTo>
                        <a:pt x="486068" y="220563"/>
                        <a:pt x="489133" y="214603"/>
                        <a:pt x="483971" y="207354"/>
                      </a:cubicBezTo>
                      <a:lnTo>
                        <a:pt x="449611" y="159188"/>
                      </a:lnTo>
                      <a:cubicBezTo>
                        <a:pt x="444449" y="151939"/>
                        <a:pt x="432996" y="145978"/>
                        <a:pt x="424124" y="145978"/>
                      </a:cubicBezTo>
                      <a:close/>
                      <a:moveTo>
                        <a:pt x="231999" y="145978"/>
                      </a:moveTo>
                      <a:cubicBezTo>
                        <a:pt x="223127" y="145978"/>
                        <a:pt x="211351" y="151616"/>
                        <a:pt x="205705" y="158543"/>
                      </a:cubicBezTo>
                      <a:lnTo>
                        <a:pt x="165860" y="207998"/>
                      </a:lnTo>
                      <a:cubicBezTo>
                        <a:pt x="160376" y="214925"/>
                        <a:pt x="163118" y="220563"/>
                        <a:pt x="171990" y="220563"/>
                      </a:cubicBezTo>
                      <a:lnTo>
                        <a:pt x="374439" y="220563"/>
                      </a:lnTo>
                      <a:lnTo>
                        <a:pt x="374439" y="145978"/>
                      </a:lnTo>
                      <a:close/>
                      <a:moveTo>
                        <a:pt x="324754" y="64144"/>
                      </a:moveTo>
                      <a:cubicBezTo>
                        <a:pt x="352984" y="64144"/>
                        <a:pt x="376214" y="85891"/>
                        <a:pt x="378472" y="113599"/>
                      </a:cubicBezTo>
                      <a:lnTo>
                        <a:pt x="442030" y="113599"/>
                      </a:lnTo>
                      <a:cubicBezTo>
                        <a:pt x="454612" y="113599"/>
                        <a:pt x="470098" y="121654"/>
                        <a:pt x="477196" y="131802"/>
                      </a:cubicBezTo>
                      <a:lnTo>
                        <a:pt x="524783" y="199460"/>
                      </a:lnTo>
                      <a:cubicBezTo>
                        <a:pt x="528816" y="205259"/>
                        <a:pt x="536882" y="209126"/>
                        <a:pt x="544625" y="209126"/>
                      </a:cubicBezTo>
                      <a:cubicBezTo>
                        <a:pt x="546883" y="209126"/>
                        <a:pt x="548819" y="208803"/>
                        <a:pt x="550594" y="208320"/>
                      </a:cubicBezTo>
                      <a:lnTo>
                        <a:pt x="586728" y="197044"/>
                      </a:lnTo>
                      <a:cubicBezTo>
                        <a:pt x="593987" y="194627"/>
                        <a:pt x="600924" y="196238"/>
                        <a:pt x="605118" y="200910"/>
                      </a:cubicBezTo>
                      <a:cubicBezTo>
                        <a:pt x="608183" y="204454"/>
                        <a:pt x="609473" y="209770"/>
                        <a:pt x="608828" y="215569"/>
                      </a:cubicBezTo>
                      <a:lnTo>
                        <a:pt x="590438" y="353140"/>
                      </a:lnTo>
                      <a:cubicBezTo>
                        <a:pt x="588664" y="366189"/>
                        <a:pt x="576565" y="376821"/>
                        <a:pt x="563337" y="376821"/>
                      </a:cubicBezTo>
                      <a:lnTo>
                        <a:pt x="493166" y="376821"/>
                      </a:lnTo>
                      <a:cubicBezTo>
                        <a:pt x="484939" y="405012"/>
                        <a:pt x="458806" y="425792"/>
                        <a:pt x="427673" y="425792"/>
                      </a:cubicBezTo>
                      <a:cubicBezTo>
                        <a:pt x="396700" y="425792"/>
                        <a:pt x="370568" y="405012"/>
                        <a:pt x="362341" y="376821"/>
                      </a:cubicBezTo>
                      <a:lnTo>
                        <a:pt x="215061" y="376821"/>
                      </a:lnTo>
                      <a:cubicBezTo>
                        <a:pt x="206834" y="405012"/>
                        <a:pt x="180540" y="425792"/>
                        <a:pt x="149568" y="425792"/>
                      </a:cubicBezTo>
                      <a:cubicBezTo>
                        <a:pt x="118595" y="425792"/>
                        <a:pt x="92301" y="405012"/>
                        <a:pt x="84074" y="376821"/>
                      </a:cubicBezTo>
                      <a:lnTo>
                        <a:pt x="21485" y="376821"/>
                      </a:lnTo>
                      <a:cubicBezTo>
                        <a:pt x="14871" y="376821"/>
                        <a:pt x="8902" y="374082"/>
                        <a:pt x="4869" y="369411"/>
                      </a:cubicBezTo>
                      <a:cubicBezTo>
                        <a:pt x="836" y="364739"/>
                        <a:pt x="-777" y="358456"/>
                        <a:pt x="352" y="352013"/>
                      </a:cubicBezTo>
                      <a:lnTo>
                        <a:pt x="15516" y="260513"/>
                      </a:lnTo>
                      <a:cubicBezTo>
                        <a:pt x="17613" y="247787"/>
                        <a:pt x="29066" y="235544"/>
                        <a:pt x="41649" y="232806"/>
                      </a:cubicBezTo>
                      <a:lnTo>
                        <a:pt x="95850" y="220402"/>
                      </a:lnTo>
                      <a:cubicBezTo>
                        <a:pt x="105690" y="218147"/>
                        <a:pt x="119241" y="209770"/>
                        <a:pt x="125532" y="201877"/>
                      </a:cubicBezTo>
                      <a:lnTo>
                        <a:pt x="181992" y="130836"/>
                      </a:lnTo>
                      <a:cubicBezTo>
                        <a:pt x="189735" y="121170"/>
                        <a:pt x="205544" y="113599"/>
                        <a:pt x="217965" y="113599"/>
                      </a:cubicBezTo>
                      <a:lnTo>
                        <a:pt x="271037" y="113599"/>
                      </a:lnTo>
                      <a:cubicBezTo>
                        <a:pt x="273295" y="85891"/>
                        <a:pt x="296525" y="64144"/>
                        <a:pt x="324754" y="64144"/>
                      </a:cubicBezTo>
                      <a:close/>
                      <a:moveTo>
                        <a:pt x="387520" y="28830"/>
                      </a:moveTo>
                      <a:cubicBezTo>
                        <a:pt x="391395" y="26250"/>
                        <a:pt x="396562" y="27217"/>
                        <a:pt x="399145" y="31087"/>
                      </a:cubicBezTo>
                      <a:cubicBezTo>
                        <a:pt x="401728" y="34957"/>
                        <a:pt x="400760" y="40278"/>
                        <a:pt x="396885" y="42857"/>
                      </a:cubicBezTo>
                      <a:lnTo>
                        <a:pt x="375734" y="57047"/>
                      </a:lnTo>
                      <a:cubicBezTo>
                        <a:pt x="374281" y="58014"/>
                        <a:pt x="372667" y="58498"/>
                        <a:pt x="371052" y="58498"/>
                      </a:cubicBezTo>
                      <a:cubicBezTo>
                        <a:pt x="368308" y="58498"/>
                        <a:pt x="365724" y="57208"/>
                        <a:pt x="363948" y="54789"/>
                      </a:cubicBezTo>
                      <a:cubicBezTo>
                        <a:pt x="361365" y="50919"/>
                        <a:pt x="362495" y="45599"/>
                        <a:pt x="366370" y="43019"/>
                      </a:cubicBezTo>
                      <a:close/>
                      <a:moveTo>
                        <a:pt x="261676" y="28830"/>
                      </a:moveTo>
                      <a:lnTo>
                        <a:pt x="282789" y="43019"/>
                      </a:lnTo>
                      <a:cubicBezTo>
                        <a:pt x="286657" y="45599"/>
                        <a:pt x="287624" y="50919"/>
                        <a:pt x="285045" y="54789"/>
                      </a:cubicBezTo>
                      <a:cubicBezTo>
                        <a:pt x="283434" y="57208"/>
                        <a:pt x="280694" y="58498"/>
                        <a:pt x="277954" y="58498"/>
                      </a:cubicBezTo>
                      <a:cubicBezTo>
                        <a:pt x="276342" y="58498"/>
                        <a:pt x="274730" y="58014"/>
                        <a:pt x="273280" y="57047"/>
                      </a:cubicBezTo>
                      <a:lnTo>
                        <a:pt x="252166" y="42857"/>
                      </a:lnTo>
                      <a:cubicBezTo>
                        <a:pt x="248298" y="40278"/>
                        <a:pt x="247331" y="34957"/>
                        <a:pt x="249910" y="31087"/>
                      </a:cubicBezTo>
                      <a:cubicBezTo>
                        <a:pt x="252489" y="27217"/>
                        <a:pt x="257807" y="26250"/>
                        <a:pt x="261676" y="28830"/>
                      </a:cubicBezTo>
                      <a:close/>
                      <a:moveTo>
                        <a:pt x="324611" y="0"/>
                      </a:moveTo>
                      <a:cubicBezTo>
                        <a:pt x="329288" y="0"/>
                        <a:pt x="332998" y="3707"/>
                        <a:pt x="332998" y="8381"/>
                      </a:cubicBezTo>
                      <a:lnTo>
                        <a:pt x="332998" y="35298"/>
                      </a:lnTo>
                      <a:cubicBezTo>
                        <a:pt x="332998" y="39973"/>
                        <a:pt x="329288" y="43680"/>
                        <a:pt x="324611" y="43680"/>
                      </a:cubicBezTo>
                      <a:cubicBezTo>
                        <a:pt x="319933" y="43680"/>
                        <a:pt x="316062" y="39973"/>
                        <a:pt x="316062" y="35298"/>
                      </a:cubicBezTo>
                      <a:lnTo>
                        <a:pt x="316062" y="8381"/>
                      </a:lnTo>
                      <a:cubicBezTo>
                        <a:pt x="316062" y="3707"/>
                        <a:pt x="319933" y="0"/>
                        <a:pt x="324611" y="0"/>
                      </a:cubicBezTo>
                      <a:close/>
                    </a:path>
                  </a:pathLst>
                </a:custGeom>
                <a:solidFill>
                  <a:schemeClr val="bg1"/>
                </a:solidFill>
                <a:ln>
                  <a:noFill/>
                </a:ln>
                <a:effectLst/>
              </p:spPr>
              <p:txBody>
                <a:bodyPr wrap="square" lIns="91440" tIns="45720" rIns="91440" bIns="45720" anchor="ctr">
                  <a:normAutofit fontScale="850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a:cs typeface="+mn-ea"/>
                    <a:sym typeface="+mn-lt"/>
                  </a:endParaRPr>
                </a:p>
              </p:txBody>
            </p:sp>
          </p:grpSp>
          <p:grpSp>
            <p:nvGrpSpPr>
              <p:cNvPr id="43" name="组合 42"/>
              <p:cNvGrpSpPr/>
              <p:nvPr/>
            </p:nvGrpSpPr>
            <p:grpSpPr>
              <a:xfrm>
                <a:off x="669925" y="1853534"/>
                <a:ext cx="4605122" cy="906236"/>
                <a:chOff x="1316991" y="1986688"/>
                <a:chExt cx="3507423" cy="906236"/>
              </a:xfrm>
            </p:grpSpPr>
            <p:sp>
              <p:nvSpPr>
                <p:cNvPr id="44" name="文本框 43"/>
                <p:cNvSpPr txBox="1"/>
                <p:nvPr/>
              </p:nvSpPr>
              <p:spPr bwMode="auto">
                <a:xfrm>
                  <a:off x="1316991" y="1986688"/>
                  <a:ext cx="3507423" cy="427605"/>
                </a:xfrm>
                <a:prstGeom prst="rect">
                  <a:avLst/>
                </a:prstGeom>
                <a:noFill/>
              </p:spPr>
              <p:txBody>
                <a:bodyPr wrap="square" lIns="91440" tIns="45720" rIns="91440" bIns="45720" anchor="b" anchorCtr="0">
                  <a:normAutofit/>
                </a:bodyPr>
                <a:lstStyle/>
                <a:p>
                  <a:pPr algn="r">
                    <a:spcBef>
                      <a:spcPct val="0"/>
                    </a:spcBef>
                  </a:pPr>
                  <a:r>
                    <a:rPr lang="zh-CN" altLang="en-US" b="1" dirty="0">
                      <a:cs typeface="+mn-ea"/>
                      <a:sym typeface="+mn-lt"/>
                    </a:rPr>
                    <a:t>命名规范、数据类型规范</a:t>
                  </a:r>
                  <a:endParaRPr lang="en-US" altLang="zh-CN" b="1" dirty="0">
                    <a:cs typeface="+mn-ea"/>
                    <a:sym typeface="+mn-lt"/>
                  </a:endParaRPr>
                </a:p>
              </p:txBody>
            </p:sp>
            <p:sp>
              <p:nvSpPr>
                <p:cNvPr id="45" name="文本框 44"/>
                <p:cNvSpPr txBox="1"/>
                <p:nvPr/>
              </p:nvSpPr>
              <p:spPr bwMode="auto">
                <a:xfrm>
                  <a:off x="1316991" y="2414294"/>
                  <a:ext cx="3507423" cy="478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p>
                  <a:pPr algn="r">
                    <a:lnSpc>
                      <a:spcPct val="120000"/>
                    </a:lnSpc>
                  </a:pPr>
                  <a:r>
                    <a:rPr lang="zh-CN" altLang="en-US" sz="1200" dirty="0">
                      <a:cs typeface="+mn-ea"/>
                      <a:sym typeface="+mn-lt"/>
                    </a:rPr>
                    <a:t>提升数据库的易用性，确保数据的可靠性，避免产生不必要的错误</a:t>
                  </a:r>
                  <a:endParaRPr lang="en-US" altLang="zh-CN" sz="1200" dirty="0">
                    <a:cs typeface="+mn-ea"/>
                    <a:sym typeface="+mn-lt"/>
                  </a:endParaRPr>
                </a:p>
              </p:txBody>
            </p:sp>
          </p:grpSp>
        </p:grpSp>
        <p:grpSp>
          <p:nvGrpSpPr>
            <p:cNvPr id="28" name="组合 27"/>
            <p:cNvGrpSpPr/>
            <p:nvPr/>
          </p:nvGrpSpPr>
          <p:grpSpPr>
            <a:xfrm>
              <a:off x="5898833" y="2036768"/>
              <a:ext cx="5621654" cy="1193765"/>
              <a:chOff x="5898833" y="1123950"/>
              <a:chExt cx="5621654" cy="1193765"/>
            </a:xfrm>
          </p:grpSpPr>
          <p:grpSp>
            <p:nvGrpSpPr>
              <p:cNvPr id="36" name="组合 35"/>
              <p:cNvGrpSpPr/>
              <p:nvPr/>
            </p:nvGrpSpPr>
            <p:grpSpPr>
              <a:xfrm>
                <a:off x="5898833" y="1123950"/>
                <a:ext cx="1243328" cy="1193765"/>
                <a:chOff x="5898833" y="1123950"/>
                <a:chExt cx="1243328" cy="1193765"/>
              </a:xfrm>
            </p:grpSpPr>
            <p:sp>
              <p:nvSpPr>
                <p:cNvPr id="40" name="菱形 39"/>
                <p:cNvSpPr/>
                <p:nvPr/>
              </p:nvSpPr>
              <p:spPr bwMode="auto">
                <a:xfrm>
                  <a:off x="5898833" y="1123950"/>
                  <a:ext cx="1243328" cy="1193765"/>
                </a:xfrm>
                <a:prstGeom prst="diamond">
                  <a:avLst/>
                </a:prstGeom>
                <a:solidFill>
                  <a:schemeClr val="accent1"/>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dirty="0">
                    <a:cs typeface="+mn-ea"/>
                    <a:sym typeface="+mn-lt"/>
                  </a:endParaRPr>
                </a:p>
              </p:txBody>
            </p:sp>
            <p:sp>
              <p:nvSpPr>
                <p:cNvPr id="41" name="任意多边形: 形状 40"/>
                <p:cNvSpPr/>
                <p:nvPr/>
              </p:nvSpPr>
              <p:spPr bwMode="auto">
                <a:xfrm>
                  <a:off x="6313748" y="1570430"/>
                  <a:ext cx="413499" cy="300805"/>
                </a:xfrm>
                <a:custGeom>
                  <a:avLst/>
                  <a:gdLst>
                    <a:gd name="T0" fmla="*/ 5633 w 5757"/>
                    <a:gd name="T1" fmla="*/ 1244 h 4194"/>
                    <a:gd name="T2" fmla="*/ 5210 w 5757"/>
                    <a:gd name="T3" fmla="*/ 1244 h 4194"/>
                    <a:gd name="T4" fmla="*/ 5124 w 5757"/>
                    <a:gd name="T5" fmla="*/ 1278 h 4194"/>
                    <a:gd name="T6" fmla="*/ 5034 w 5757"/>
                    <a:gd name="T7" fmla="*/ 1365 h 4194"/>
                    <a:gd name="T8" fmla="*/ 4370 w 5757"/>
                    <a:gd name="T9" fmla="*/ 306 h 4194"/>
                    <a:gd name="T10" fmla="*/ 3724 w 5757"/>
                    <a:gd name="T11" fmla="*/ 0 h 4194"/>
                    <a:gd name="T12" fmla="*/ 2033 w 5757"/>
                    <a:gd name="T13" fmla="*/ 0 h 4194"/>
                    <a:gd name="T14" fmla="*/ 1388 w 5757"/>
                    <a:gd name="T15" fmla="*/ 306 h 4194"/>
                    <a:gd name="T16" fmla="*/ 722 w 5757"/>
                    <a:gd name="T17" fmla="*/ 1364 h 4194"/>
                    <a:gd name="T18" fmla="*/ 633 w 5757"/>
                    <a:gd name="T19" fmla="*/ 1278 h 4194"/>
                    <a:gd name="T20" fmla="*/ 547 w 5757"/>
                    <a:gd name="T21" fmla="*/ 1244 h 4194"/>
                    <a:gd name="T22" fmla="*/ 125 w 5757"/>
                    <a:gd name="T23" fmla="*/ 1244 h 4194"/>
                    <a:gd name="T24" fmla="*/ 0 w 5757"/>
                    <a:gd name="T25" fmla="*/ 1368 h 4194"/>
                    <a:gd name="T26" fmla="*/ 0 w 5757"/>
                    <a:gd name="T27" fmla="*/ 1657 h 4194"/>
                    <a:gd name="T28" fmla="*/ 117 w 5757"/>
                    <a:gd name="T29" fmla="*/ 1782 h 4194"/>
                    <a:gd name="T30" fmla="*/ 551 w 5757"/>
                    <a:gd name="T31" fmla="*/ 1809 h 4194"/>
                    <a:gd name="T32" fmla="*/ 434 w 5757"/>
                    <a:gd name="T33" fmla="*/ 2689 h 4194"/>
                    <a:gd name="T34" fmla="*/ 625 w 5757"/>
                    <a:gd name="T35" fmla="*/ 3416 h 4194"/>
                    <a:gd name="T36" fmla="*/ 625 w 5757"/>
                    <a:gd name="T37" fmla="*/ 4089 h 4194"/>
                    <a:gd name="T38" fmla="*/ 730 w 5757"/>
                    <a:gd name="T39" fmla="*/ 4194 h 4194"/>
                    <a:gd name="T40" fmla="*/ 1210 w 5757"/>
                    <a:gd name="T41" fmla="*/ 4194 h 4194"/>
                    <a:gd name="T42" fmla="*/ 1315 w 5757"/>
                    <a:gd name="T43" fmla="*/ 4089 h 4194"/>
                    <a:gd name="T44" fmla="*/ 1315 w 5757"/>
                    <a:gd name="T45" fmla="*/ 3671 h 4194"/>
                    <a:gd name="T46" fmla="*/ 4443 w 5757"/>
                    <a:gd name="T47" fmla="*/ 3671 h 4194"/>
                    <a:gd name="T48" fmla="*/ 4443 w 5757"/>
                    <a:gd name="T49" fmla="*/ 4089 h 4194"/>
                    <a:gd name="T50" fmla="*/ 4547 w 5757"/>
                    <a:gd name="T51" fmla="*/ 4194 h 4194"/>
                    <a:gd name="T52" fmla="*/ 5027 w 5757"/>
                    <a:gd name="T53" fmla="*/ 4194 h 4194"/>
                    <a:gd name="T54" fmla="*/ 5132 w 5757"/>
                    <a:gd name="T55" fmla="*/ 4089 h 4194"/>
                    <a:gd name="T56" fmla="*/ 5132 w 5757"/>
                    <a:gd name="T57" fmla="*/ 3416 h 4194"/>
                    <a:gd name="T58" fmla="*/ 5323 w 5757"/>
                    <a:gd name="T59" fmla="*/ 2689 h 4194"/>
                    <a:gd name="T60" fmla="*/ 5206 w 5757"/>
                    <a:gd name="T61" fmla="*/ 1809 h 4194"/>
                    <a:gd name="T62" fmla="*/ 5640 w 5757"/>
                    <a:gd name="T63" fmla="*/ 1782 h 4194"/>
                    <a:gd name="T64" fmla="*/ 5757 w 5757"/>
                    <a:gd name="T65" fmla="*/ 1657 h 4194"/>
                    <a:gd name="T66" fmla="*/ 5757 w 5757"/>
                    <a:gd name="T67" fmla="*/ 1368 h 4194"/>
                    <a:gd name="T68" fmla="*/ 5633 w 5757"/>
                    <a:gd name="T69" fmla="*/ 1244 h 4194"/>
                    <a:gd name="T70" fmla="*/ 1744 w 5757"/>
                    <a:gd name="T71" fmla="*/ 597 h 4194"/>
                    <a:gd name="T72" fmla="*/ 2033 w 5757"/>
                    <a:gd name="T73" fmla="*/ 460 h 4194"/>
                    <a:gd name="T74" fmla="*/ 3724 w 5757"/>
                    <a:gd name="T75" fmla="*/ 460 h 4194"/>
                    <a:gd name="T76" fmla="*/ 4013 w 5757"/>
                    <a:gd name="T77" fmla="*/ 597 h 4194"/>
                    <a:gd name="T78" fmla="*/ 4507 w 5757"/>
                    <a:gd name="T79" fmla="*/ 1330 h 4194"/>
                    <a:gd name="T80" fmla="*/ 1247 w 5757"/>
                    <a:gd name="T81" fmla="*/ 1331 h 4194"/>
                    <a:gd name="T82" fmla="*/ 1744 w 5757"/>
                    <a:gd name="T83" fmla="*/ 597 h 4194"/>
                    <a:gd name="T84" fmla="*/ 1389 w 5757"/>
                    <a:gd name="T85" fmla="*/ 3161 h 4194"/>
                    <a:gd name="T86" fmla="*/ 956 w 5757"/>
                    <a:gd name="T87" fmla="*/ 2893 h 4194"/>
                    <a:gd name="T88" fmla="*/ 1265 w 5757"/>
                    <a:gd name="T89" fmla="*/ 2550 h 4194"/>
                    <a:gd name="T90" fmla="*/ 1822 w 5757"/>
                    <a:gd name="T91" fmla="*/ 2893 h 4194"/>
                    <a:gd name="T92" fmla="*/ 1389 w 5757"/>
                    <a:gd name="T93" fmla="*/ 3161 h 4194"/>
                    <a:gd name="T94" fmla="*/ 3332 w 5757"/>
                    <a:gd name="T95" fmla="*/ 3121 h 4194"/>
                    <a:gd name="T96" fmla="*/ 2425 w 5757"/>
                    <a:gd name="T97" fmla="*/ 3121 h 4194"/>
                    <a:gd name="T98" fmla="*/ 2177 w 5757"/>
                    <a:gd name="T99" fmla="*/ 2873 h 4194"/>
                    <a:gd name="T100" fmla="*/ 2246 w 5757"/>
                    <a:gd name="T101" fmla="*/ 2803 h 4194"/>
                    <a:gd name="T102" fmla="*/ 3511 w 5757"/>
                    <a:gd name="T103" fmla="*/ 2803 h 4194"/>
                    <a:gd name="T104" fmla="*/ 3581 w 5757"/>
                    <a:gd name="T105" fmla="*/ 2873 h 4194"/>
                    <a:gd name="T106" fmla="*/ 3332 w 5757"/>
                    <a:gd name="T107" fmla="*/ 3121 h 4194"/>
                    <a:gd name="T108" fmla="*/ 4368 w 5757"/>
                    <a:gd name="T109" fmla="*/ 3161 h 4194"/>
                    <a:gd name="T110" fmla="*/ 3936 w 5757"/>
                    <a:gd name="T111" fmla="*/ 2893 h 4194"/>
                    <a:gd name="T112" fmla="*/ 4492 w 5757"/>
                    <a:gd name="T113" fmla="*/ 2550 h 4194"/>
                    <a:gd name="T114" fmla="*/ 4801 w 5757"/>
                    <a:gd name="T115" fmla="*/ 2893 h 4194"/>
                    <a:gd name="T116" fmla="*/ 4368 w 5757"/>
                    <a:gd name="T117" fmla="*/ 3161 h 4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5757" h="4194">
                      <a:moveTo>
                        <a:pt x="5633" y="1244"/>
                      </a:moveTo>
                      <a:lnTo>
                        <a:pt x="5210" y="1244"/>
                      </a:lnTo>
                      <a:cubicBezTo>
                        <a:pt x="5178" y="1244"/>
                        <a:pt x="5147" y="1256"/>
                        <a:pt x="5124" y="1278"/>
                      </a:cubicBezTo>
                      <a:lnTo>
                        <a:pt x="5034" y="1365"/>
                      </a:lnTo>
                      <a:cubicBezTo>
                        <a:pt x="4882" y="1013"/>
                        <a:pt x="4664" y="666"/>
                        <a:pt x="4370" y="306"/>
                      </a:cubicBezTo>
                      <a:cubicBezTo>
                        <a:pt x="4210" y="111"/>
                        <a:pt x="3975" y="0"/>
                        <a:pt x="3724" y="0"/>
                      </a:cubicBezTo>
                      <a:lnTo>
                        <a:pt x="2033" y="0"/>
                      </a:lnTo>
                      <a:cubicBezTo>
                        <a:pt x="1782" y="0"/>
                        <a:pt x="1547" y="111"/>
                        <a:pt x="1388" y="306"/>
                      </a:cubicBezTo>
                      <a:cubicBezTo>
                        <a:pt x="1084" y="677"/>
                        <a:pt x="870" y="1016"/>
                        <a:pt x="722" y="1364"/>
                      </a:cubicBezTo>
                      <a:lnTo>
                        <a:pt x="633" y="1278"/>
                      </a:lnTo>
                      <a:cubicBezTo>
                        <a:pt x="610" y="1256"/>
                        <a:pt x="579" y="1244"/>
                        <a:pt x="547" y="1244"/>
                      </a:cubicBezTo>
                      <a:lnTo>
                        <a:pt x="125" y="1244"/>
                      </a:lnTo>
                      <a:cubicBezTo>
                        <a:pt x="56" y="1244"/>
                        <a:pt x="0" y="1300"/>
                        <a:pt x="0" y="1368"/>
                      </a:cubicBezTo>
                      <a:lnTo>
                        <a:pt x="0" y="1657"/>
                      </a:lnTo>
                      <a:cubicBezTo>
                        <a:pt x="0" y="1723"/>
                        <a:pt x="51" y="1777"/>
                        <a:pt x="117" y="1782"/>
                      </a:cubicBezTo>
                      <a:lnTo>
                        <a:pt x="551" y="1809"/>
                      </a:lnTo>
                      <a:cubicBezTo>
                        <a:pt x="485" y="2001"/>
                        <a:pt x="434" y="2286"/>
                        <a:pt x="434" y="2689"/>
                      </a:cubicBezTo>
                      <a:cubicBezTo>
                        <a:pt x="434" y="3038"/>
                        <a:pt x="504" y="3268"/>
                        <a:pt x="625" y="3416"/>
                      </a:cubicBezTo>
                      <a:lnTo>
                        <a:pt x="625" y="4089"/>
                      </a:lnTo>
                      <a:cubicBezTo>
                        <a:pt x="625" y="4147"/>
                        <a:pt x="672" y="4194"/>
                        <a:pt x="730" y="4194"/>
                      </a:cubicBezTo>
                      <a:lnTo>
                        <a:pt x="1210" y="4194"/>
                      </a:lnTo>
                      <a:cubicBezTo>
                        <a:pt x="1268" y="4194"/>
                        <a:pt x="1315" y="4147"/>
                        <a:pt x="1315" y="4089"/>
                      </a:cubicBezTo>
                      <a:lnTo>
                        <a:pt x="1315" y="3671"/>
                      </a:lnTo>
                      <a:lnTo>
                        <a:pt x="4443" y="3671"/>
                      </a:lnTo>
                      <a:lnTo>
                        <a:pt x="4443" y="4089"/>
                      </a:lnTo>
                      <a:cubicBezTo>
                        <a:pt x="4443" y="4147"/>
                        <a:pt x="4489" y="4194"/>
                        <a:pt x="4547" y="4194"/>
                      </a:cubicBezTo>
                      <a:lnTo>
                        <a:pt x="5027" y="4194"/>
                      </a:lnTo>
                      <a:cubicBezTo>
                        <a:pt x="5085" y="4194"/>
                        <a:pt x="5132" y="4147"/>
                        <a:pt x="5132" y="4089"/>
                      </a:cubicBezTo>
                      <a:lnTo>
                        <a:pt x="5132" y="3416"/>
                      </a:lnTo>
                      <a:cubicBezTo>
                        <a:pt x="5253" y="3268"/>
                        <a:pt x="5323" y="3038"/>
                        <a:pt x="5323" y="2689"/>
                      </a:cubicBezTo>
                      <a:cubicBezTo>
                        <a:pt x="5323" y="2286"/>
                        <a:pt x="5272" y="2001"/>
                        <a:pt x="5206" y="1809"/>
                      </a:cubicBezTo>
                      <a:lnTo>
                        <a:pt x="5640" y="1782"/>
                      </a:lnTo>
                      <a:cubicBezTo>
                        <a:pt x="5706" y="1777"/>
                        <a:pt x="5757" y="1723"/>
                        <a:pt x="5757" y="1657"/>
                      </a:cubicBezTo>
                      <a:lnTo>
                        <a:pt x="5757" y="1368"/>
                      </a:lnTo>
                      <a:cubicBezTo>
                        <a:pt x="5757" y="1300"/>
                        <a:pt x="5701" y="1244"/>
                        <a:pt x="5633" y="1244"/>
                      </a:cubicBezTo>
                      <a:close/>
                      <a:moveTo>
                        <a:pt x="1744" y="597"/>
                      </a:moveTo>
                      <a:cubicBezTo>
                        <a:pt x="1815" y="510"/>
                        <a:pt x="1921" y="460"/>
                        <a:pt x="2033" y="460"/>
                      </a:cubicBezTo>
                      <a:lnTo>
                        <a:pt x="3724" y="460"/>
                      </a:lnTo>
                      <a:cubicBezTo>
                        <a:pt x="3836" y="460"/>
                        <a:pt x="3942" y="510"/>
                        <a:pt x="4013" y="597"/>
                      </a:cubicBezTo>
                      <a:cubicBezTo>
                        <a:pt x="4219" y="849"/>
                        <a:pt x="4382" y="1090"/>
                        <a:pt x="4507" y="1330"/>
                      </a:cubicBezTo>
                      <a:lnTo>
                        <a:pt x="1247" y="1331"/>
                      </a:lnTo>
                      <a:cubicBezTo>
                        <a:pt x="1370" y="1096"/>
                        <a:pt x="1533" y="855"/>
                        <a:pt x="1744" y="597"/>
                      </a:cubicBezTo>
                      <a:close/>
                      <a:moveTo>
                        <a:pt x="1389" y="3161"/>
                      </a:moveTo>
                      <a:cubicBezTo>
                        <a:pt x="1150" y="3161"/>
                        <a:pt x="956" y="3082"/>
                        <a:pt x="956" y="2893"/>
                      </a:cubicBezTo>
                      <a:cubicBezTo>
                        <a:pt x="956" y="2704"/>
                        <a:pt x="1026" y="2550"/>
                        <a:pt x="1265" y="2550"/>
                      </a:cubicBezTo>
                      <a:cubicBezTo>
                        <a:pt x="1504" y="2550"/>
                        <a:pt x="1822" y="2704"/>
                        <a:pt x="1822" y="2893"/>
                      </a:cubicBezTo>
                      <a:cubicBezTo>
                        <a:pt x="1822" y="3082"/>
                        <a:pt x="1628" y="3161"/>
                        <a:pt x="1389" y="3161"/>
                      </a:cubicBezTo>
                      <a:close/>
                      <a:moveTo>
                        <a:pt x="3332" y="3121"/>
                      </a:moveTo>
                      <a:lnTo>
                        <a:pt x="2425" y="3121"/>
                      </a:lnTo>
                      <a:cubicBezTo>
                        <a:pt x="2288" y="3121"/>
                        <a:pt x="2177" y="3010"/>
                        <a:pt x="2177" y="2873"/>
                      </a:cubicBezTo>
                      <a:cubicBezTo>
                        <a:pt x="2177" y="2835"/>
                        <a:pt x="2208" y="2803"/>
                        <a:pt x="2246" y="2803"/>
                      </a:cubicBezTo>
                      <a:lnTo>
                        <a:pt x="3511" y="2803"/>
                      </a:lnTo>
                      <a:cubicBezTo>
                        <a:pt x="3549" y="2803"/>
                        <a:pt x="3581" y="2835"/>
                        <a:pt x="3581" y="2873"/>
                      </a:cubicBezTo>
                      <a:cubicBezTo>
                        <a:pt x="3581" y="3010"/>
                        <a:pt x="3469" y="3121"/>
                        <a:pt x="3332" y="3121"/>
                      </a:cubicBezTo>
                      <a:close/>
                      <a:moveTo>
                        <a:pt x="4368" y="3161"/>
                      </a:moveTo>
                      <a:cubicBezTo>
                        <a:pt x="4129" y="3161"/>
                        <a:pt x="3936" y="3082"/>
                        <a:pt x="3936" y="2893"/>
                      </a:cubicBezTo>
                      <a:cubicBezTo>
                        <a:pt x="3936" y="2704"/>
                        <a:pt x="4253" y="2550"/>
                        <a:pt x="4492" y="2550"/>
                      </a:cubicBezTo>
                      <a:cubicBezTo>
                        <a:pt x="4731" y="2550"/>
                        <a:pt x="4801" y="2704"/>
                        <a:pt x="4801" y="2893"/>
                      </a:cubicBezTo>
                      <a:cubicBezTo>
                        <a:pt x="4801" y="3082"/>
                        <a:pt x="4608" y="3161"/>
                        <a:pt x="4368" y="3161"/>
                      </a:cubicBezTo>
                      <a:close/>
                    </a:path>
                  </a:pathLst>
                </a:custGeom>
                <a:solidFill>
                  <a:schemeClr val="bg1"/>
                </a:solidFill>
                <a:ln>
                  <a:noFill/>
                </a:ln>
                <a:effectLst/>
              </p:spPr>
              <p:txBody>
                <a:bodyPr wrap="square" lIns="91440" tIns="45720" rIns="91440" bIns="45720" anchor="ctr">
                  <a:normAutofit fontScale="92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a:cs typeface="+mn-ea"/>
                    <a:sym typeface="+mn-lt"/>
                  </a:endParaRPr>
                </a:p>
              </p:txBody>
            </p:sp>
          </p:grpSp>
          <p:grpSp>
            <p:nvGrpSpPr>
              <p:cNvPr id="37" name="组合 36"/>
              <p:cNvGrpSpPr/>
              <p:nvPr/>
            </p:nvGrpSpPr>
            <p:grpSpPr>
              <a:xfrm>
                <a:off x="7142156" y="1301767"/>
                <a:ext cx="4378331" cy="906236"/>
                <a:chOff x="1316991" y="1986688"/>
                <a:chExt cx="3507423" cy="906236"/>
              </a:xfrm>
            </p:grpSpPr>
            <p:sp>
              <p:nvSpPr>
                <p:cNvPr id="38" name="文本框 37"/>
                <p:cNvSpPr txBox="1"/>
                <p:nvPr/>
              </p:nvSpPr>
              <p:spPr bwMode="auto">
                <a:xfrm>
                  <a:off x="1316991" y="1986688"/>
                  <a:ext cx="3507423" cy="427605"/>
                </a:xfrm>
                <a:prstGeom prst="rect">
                  <a:avLst/>
                </a:prstGeom>
                <a:noFill/>
              </p:spPr>
              <p:txBody>
                <a:bodyPr wrap="square" lIns="91440" tIns="45720" rIns="91440" bIns="45720" anchor="b" anchorCtr="0">
                  <a:normAutofit/>
                </a:bodyPr>
                <a:lstStyle/>
                <a:p>
                  <a:pPr>
                    <a:spcBef>
                      <a:spcPct val="0"/>
                    </a:spcBef>
                  </a:pPr>
                  <a:r>
                    <a:rPr lang="zh-CN" altLang="en-US" b="1" dirty="0">
                      <a:cs typeface="+mn-ea"/>
                      <a:sym typeface="+mn-lt"/>
                    </a:rPr>
                    <a:t>范式规范、数据完整性规范</a:t>
                  </a:r>
                  <a:endParaRPr lang="en-US" altLang="zh-CN" b="1" dirty="0">
                    <a:cs typeface="+mn-ea"/>
                    <a:sym typeface="+mn-lt"/>
                  </a:endParaRPr>
                </a:p>
              </p:txBody>
            </p:sp>
            <p:sp>
              <p:nvSpPr>
                <p:cNvPr id="39" name="文本框 38"/>
                <p:cNvSpPr txBox="1"/>
                <p:nvPr/>
              </p:nvSpPr>
              <p:spPr bwMode="auto">
                <a:xfrm>
                  <a:off x="1316991" y="2414294"/>
                  <a:ext cx="3507423" cy="478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p>
                  <a:pPr>
                    <a:lnSpc>
                      <a:spcPct val="120000"/>
                    </a:lnSpc>
                  </a:pPr>
                  <a:r>
                    <a:rPr lang="zh-CN" altLang="en-US" sz="1200" dirty="0">
                      <a:cs typeface="+mn-ea"/>
                      <a:sym typeface="+mn-lt"/>
                    </a:rPr>
                    <a:t>防止数据库冗余，保障数据的一致性</a:t>
                  </a:r>
                  <a:endParaRPr lang="en-US" altLang="zh-CN" sz="1200" dirty="0">
                    <a:cs typeface="+mn-ea"/>
                    <a:sym typeface="+mn-lt"/>
                  </a:endParaRPr>
                </a:p>
              </p:txBody>
            </p:sp>
          </p:grpSp>
        </p:grpSp>
        <p:grpSp>
          <p:nvGrpSpPr>
            <p:cNvPr id="29" name="组合 28"/>
            <p:cNvGrpSpPr/>
            <p:nvPr/>
          </p:nvGrpSpPr>
          <p:grpSpPr>
            <a:xfrm>
              <a:off x="5898833" y="3243808"/>
              <a:ext cx="5621654" cy="1193765"/>
              <a:chOff x="5898833" y="2330990"/>
              <a:chExt cx="5621654" cy="1193765"/>
            </a:xfrm>
          </p:grpSpPr>
          <p:grpSp>
            <p:nvGrpSpPr>
              <p:cNvPr id="30" name="组合 29"/>
              <p:cNvGrpSpPr/>
              <p:nvPr/>
            </p:nvGrpSpPr>
            <p:grpSpPr>
              <a:xfrm>
                <a:off x="5898833" y="2330990"/>
                <a:ext cx="1243328" cy="1193765"/>
                <a:chOff x="5898833" y="2330990"/>
                <a:chExt cx="1243328" cy="1193765"/>
              </a:xfrm>
            </p:grpSpPr>
            <p:sp>
              <p:nvSpPr>
                <p:cNvPr id="34" name="菱形 33"/>
                <p:cNvSpPr/>
                <p:nvPr/>
              </p:nvSpPr>
              <p:spPr bwMode="auto">
                <a:xfrm>
                  <a:off x="5898833" y="2330990"/>
                  <a:ext cx="1243328" cy="1193765"/>
                </a:xfrm>
                <a:prstGeom prst="diamond">
                  <a:avLst/>
                </a:prstGeom>
                <a:solidFill>
                  <a:schemeClr val="accent3"/>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dirty="0">
                    <a:cs typeface="+mn-ea"/>
                    <a:sym typeface="+mn-lt"/>
                  </a:endParaRPr>
                </a:p>
              </p:txBody>
            </p:sp>
            <p:sp>
              <p:nvSpPr>
                <p:cNvPr id="35" name="任意多边形: 形状 34"/>
                <p:cNvSpPr/>
                <p:nvPr/>
              </p:nvSpPr>
              <p:spPr bwMode="auto">
                <a:xfrm>
                  <a:off x="6313748" y="2757018"/>
                  <a:ext cx="413499" cy="341708"/>
                </a:xfrm>
                <a:custGeom>
                  <a:avLst/>
                  <a:gdLst>
                    <a:gd name="T0" fmla="*/ 4165 w 4165"/>
                    <a:gd name="T1" fmla="*/ 1138 h 3447"/>
                    <a:gd name="T2" fmla="*/ 3540 w 4165"/>
                    <a:gd name="T3" fmla="*/ 1138 h 3447"/>
                    <a:gd name="T4" fmla="*/ 3509 w 4165"/>
                    <a:gd name="T5" fmla="*/ 1429 h 3447"/>
                    <a:gd name="T6" fmla="*/ 3373 w 4165"/>
                    <a:gd name="T7" fmla="*/ 801 h 3447"/>
                    <a:gd name="T8" fmla="*/ 2821 w 4165"/>
                    <a:gd name="T9" fmla="*/ 250 h 3447"/>
                    <a:gd name="T10" fmla="*/ 2587 w 4165"/>
                    <a:gd name="T11" fmla="*/ 250 h 3447"/>
                    <a:gd name="T12" fmla="*/ 2587 w 4165"/>
                    <a:gd name="T13" fmla="*/ 0 h 3447"/>
                    <a:gd name="T14" fmla="*/ 1561 w 4165"/>
                    <a:gd name="T15" fmla="*/ 0 h 3447"/>
                    <a:gd name="T16" fmla="*/ 1561 w 4165"/>
                    <a:gd name="T17" fmla="*/ 250 h 3447"/>
                    <a:gd name="T18" fmla="*/ 1368 w 4165"/>
                    <a:gd name="T19" fmla="*/ 250 h 3447"/>
                    <a:gd name="T20" fmla="*/ 817 w 4165"/>
                    <a:gd name="T21" fmla="*/ 795 h 3447"/>
                    <a:gd name="T22" fmla="*/ 656 w 4165"/>
                    <a:gd name="T23" fmla="*/ 1431 h 3447"/>
                    <a:gd name="T24" fmla="*/ 625 w 4165"/>
                    <a:gd name="T25" fmla="*/ 1138 h 3447"/>
                    <a:gd name="T26" fmla="*/ 0 w 4165"/>
                    <a:gd name="T27" fmla="*/ 1138 h 3447"/>
                    <a:gd name="T28" fmla="*/ 0 w 4165"/>
                    <a:gd name="T29" fmla="*/ 1483 h 3447"/>
                    <a:gd name="T30" fmla="*/ 545 w 4165"/>
                    <a:gd name="T31" fmla="*/ 1514 h 3447"/>
                    <a:gd name="T32" fmla="*/ 405 w 4165"/>
                    <a:gd name="T33" fmla="*/ 1822 h 3447"/>
                    <a:gd name="T34" fmla="*/ 405 w 4165"/>
                    <a:gd name="T35" fmla="*/ 2420 h 3447"/>
                    <a:gd name="T36" fmla="*/ 627 w 4165"/>
                    <a:gd name="T37" fmla="*/ 2788 h 3447"/>
                    <a:gd name="T38" fmla="*/ 627 w 4165"/>
                    <a:gd name="T39" fmla="*/ 3177 h 3447"/>
                    <a:gd name="T40" fmla="*/ 933 w 4165"/>
                    <a:gd name="T41" fmla="*/ 3447 h 3447"/>
                    <a:gd name="T42" fmla="*/ 1262 w 4165"/>
                    <a:gd name="T43" fmla="*/ 3177 h 3447"/>
                    <a:gd name="T44" fmla="*/ 1262 w 4165"/>
                    <a:gd name="T45" fmla="*/ 2869 h 3447"/>
                    <a:gd name="T46" fmla="*/ 2843 w 4165"/>
                    <a:gd name="T47" fmla="*/ 2869 h 3447"/>
                    <a:gd name="T48" fmla="*/ 2843 w 4165"/>
                    <a:gd name="T49" fmla="*/ 3177 h 3447"/>
                    <a:gd name="T50" fmla="*/ 3172 w 4165"/>
                    <a:gd name="T51" fmla="*/ 3447 h 3447"/>
                    <a:gd name="T52" fmla="*/ 3478 w 4165"/>
                    <a:gd name="T53" fmla="*/ 3177 h 3447"/>
                    <a:gd name="T54" fmla="*/ 3478 w 4165"/>
                    <a:gd name="T55" fmla="*/ 2869 h 3447"/>
                    <a:gd name="T56" fmla="*/ 3478 w 4165"/>
                    <a:gd name="T57" fmla="*/ 2822 h 3447"/>
                    <a:gd name="T58" fmla="*/ 3478 w 4165"/>
                    <a:gd name="T59" fmla="*/ 2819 h 3447"/>
                    <a:gd name="T60" fmla="*/ 3761 w 4165"/>
                    <a:gd name="T61" fmla="*/ 2420 h 3447"/>
                    <a:gd name="T62" fmla="*/ 3761 w 4165"/>
                    <a:gd name="T63" fmla="*/ 1822 h 3447"/>
                    <a:gd name="T64" fmla="*/ 3620 w 4165"/>
                    <a:gd name="T65" fmla="*/ 1514 h 3447"/>
                    <a:gd name="T66" fmla="*/ 4165 w 4165"/>
                    <a:gd name="T67" fmla="*/ 1483 h 3447"/>
                    <a:gd name="T68" fmla="*/ 4165 w 4165"/>
                    <a:gd name="T69" fmla="*/ 1138 h 3447"/>
                    <a:gd name="T70" fmla="*/ 1027 w 4165"/>
                    <a:gd name="T71" fmla="*/ 798 h 3447"/>
                    <a:gd name="T72" fmla="*/ 1367 w 4165"/>
                    <a:gd name="T73" fmla="*/ 461 h 3447"/>
                    <a:gd name="T74" fmla="*/ 2821 w 4165"/>
                    <a:gd name="T75" fmla="*/ 461 h 3447"/>
                    <a:gd name="T76" fmla="*/ 3162 w 4165"/>
                    <a:gd name="T77" fmla="*/ 801 h 3447"/>
                    <a:gd name="T78" fmla="*/ 3309 w 4165"/>
                    <a:gd name="T79" fmla="*/ 1426 h 3447"/>
                    <a:gd name="T80" fmla="*/ 3271 w 4165"/>
                    <a:gd name="T81" fmla="*/ 1424 h 3447"/>
                    <a:gd name="T82" fmla="*/ 3253 w 4165"/>
                    <a:gd name="T83" fmla="*/ 1423 h 3447"/>
                    <a:gd name="T84" fmla="*/ 913 w 4165"/>
                    <a:gd name="T85" fmla="*/ 1423 h 3447"/>
                    <a:gd name="T86" fmla="*/ 894 w 4165"/>
                    <a:gd name="T87" fmla="*/ 1424 h 3447"/>
                    <a:gd name="T88" fmla="*/ 854 w 4165"/>
                    <a:gd name="T89" fmla="*/ 1426 h 3447"/>
                    <a:gd name="T90" fmla="*/ 1027 w 4165"/>
                    <a:gd name="T91" fmla="*/ 798 h 3447"/>
                    <a:gd name="T92" fmla="*/ 1441 w 4165"/>
                    <a:gd name="T93" fmla="*/ 2398 h 3447"/>
                    <a:gd name="T94" fmla="*/ 757 w 4165"/>
                    <a:gd name="T95" fmla="*/ 2398 h 3447"/>
                    <a:gd name="T96" fmla="*/ 757 w 4165"/>
                    <a:gd name="T97" fmla="*/ 1888 h 3447"/>
                    <a:gd name="T98" fmla="*/ 1441 w 4165"/>
                    <a:gd name="T99" fmla="*/ 1888 h 3447"/>
                    <a:gd name="T100" fmla="*/ 1441 w 4165"/>
                    <a:gd name="T101" fmla="*/ 2398 h 3447"/>
                    <a:gd name="T102" fmla="*/ 2675 w 4165"/>
                    <a:gd name="T103" fmla="*/ 2208 h 3447"/>
                    <a:gd name="T104" fmla="*/ 1584 w 4165"/>
                    <a:gd name="T105" fmla="*/ 2208 h 3447"/>
                    <a:gd name="T106" fmla="*/ 1584 w 4165"/>
                    <a:gd name="T107" fmla="*/ 2068 h 3447"/>
                    <a:gd name="T108" fmla="*/ 2675 w 4165"/>
                    <a:gd name="T109" fmla="*/ 2068 h 3447"/>
                    <a:gd name="T110" fmla="*/ 2675 w 4165"/>
                    <a:gd name="T111" fmla="*/ 2208 h 3447"/>
                    <a:gd name="T112" fmla="*/ 2675 w 4165"/>
                    <a:gd name="T113" fmla="*/ 2208 h 3447"/>
                    <a:gd name="T114" fmla="*/ 3497 w 4165"/>
                    <a:gd name="T115" fmla="*/ 2398 h 3447"/>
                    <a:gd name="T116" fmla="*/ 2812 w 4165"/>
                    <a:gd name="T117" fmla="*/ 2398 h 3447"/>
                    <a:gd name="T118" fmla="*/ 2812 w 4165"/>
                    <a:gd name="T119" fmla="*/ 1888 h 3447"/>
                    <a:gd name="T120" fmla="*/ 3497 w 4165"/>
                    <a:gd name="T121" fmla="*/ 1888 h 3447"/>
                    <a:gd name="T122" fmla="*/ 3497 w 4165"/>
                    <a:gd name="T123" fmla="*/ 2398 h 3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165" h="3447">
                      <a:moveTo>
                        <a:pt x="4165" y="1138"/>
                      </a:moveTo>
                      <a:lnTo>
                        <a:pt x="3540" y="1138"/>
                      </a:lnTo>
                      <a:lnTo>
                        <a:pt x="3509" y="1429"/>
                      </a:lnTo>
                      <a:lnTo>
                        <a:pt x="3373" y="801"/>
                      </a:lnTo>
                      <a:cubicBezTo>
                        <a:pt x="3373" y="497"/>
                        <a:pt x="3125" y="250"/>
                        <a:pt x="2821" y="250"/>
                      </a:cubicBezTo>
                      <a:lnTo>
                        <a:pt x="2587" y="250"/>
                      </a:lnTo>
                      <a:lnTo>
                        <a:pt x="2587" y="0"/>
                      </a:lnTo>
                      <a:lnTo>
                        <a:pt x="1561" y="0"/>
                      </a:lnTo>
                      <a:lnTo>
                        <a:pt x="1561" y="250"/>
                      </a:lnTo>
                      <a:lnTo>
                        <a:pt x="1368" y="250"/>
                      </a:lnTo>
                      <a:cubicBezTo>
                        <a:pt x="1063" y="250"/>
                        <a:pt x="816" y="497"/>
                        <a:pt x="817" y="795"/>
                      </a:cubicBezTo>
                      <a:lnTo>
                        <a:pt x="656" y="1431"/>
                      </a:lnTo>
                      <a:lnTo>
                        <a:pt x="625" y="1138"/>
                      </a:lnTo>
                      <a:lnTo>
                        <a:pt x="0" y="1138"/>
                      </a:lnTo>
                      <a:lnTo>
                        <a:pt x="0" y="1483"/>
                      </a:lnTo>
                      <a:lnTo>
                        <a:pt x="545" y="1514"/>
                      </a:lnTo>
                      <a:cubicBezTo>
                        <a:pt x="455" y="1597"/>
                        <a:pt x="405" y="1706"/>
                        <a:pt x="405" y="1822"/>
                      </a:cubicBezTo>
                      <a:lnTo>
                        <a:pt x="405" y="2420"/>
                      </a:lnTo>
                      <a:cubicBezTo>
                        <a:pt x="405" y="2568"/>
                        <a:pt x="488" y="2705"/>
                        <a:pt x="627" y="2788"/>
                      </a:cubicBezTo>
                      <a:lnTo>
                        <a:pt x="627" y="3177"/>
                      </a:lnTo>
                      <a:cubicBezTo>
                        <a:pt x="627" y="3307"/>
                        <a:pt x="707" y="3447"/>
                        <a:pt x="933" y="3447"/>
                      </a:cubicBezTo>
                      <a:cubicBezTo>
                        <a:pt x="1127" y="3447"/>
                        <a:pt x="1262" y="3336"/>
                        <a:pt x="1262" y="3177"/>
                      </a:cubicBezTo>
                      <a:lnTo>
                        <a:pt x="1262" y="2869"/>
                      </a:lnTo>
                      <a:lnTo>
                        <a:pt x="2843" y="2869"/>
                      </a:lnTo>
                      <a:lnTo>
                        <a:pt x="2843" y="3177"/>
                      </a:lnTo>
                      <a:cubicBezTo>
                        <a:pt x="2843" y="3336"/>
                        <a:pt x="2978" y="3447"/>
                        <a:pt x="3172" y="3447"/>
                      </a:cubicBezTo>
                      <a:cubicBezTo>
                        <a:pt x="3398" y="3447"/>
                        <a:pt x="3478" y="3307"/>
                        <a:pt x="3478" y="3177"/>
                      </a:cubicBezTo>
                      <a:lnTo>
                        <a:pt x="3478" y="2869"/>
                      </a:lnTo>
                      <a:lnTo>
                        <a:pt x="3478" y="2822"/>
                      </a:lnTo>
                      <a:lnTo>
                        <a:pt x="3478" y="2819"/>
                      </a:lnTo>
                      <a:cubicBezTo>
                        <a:pt x="3650" y="2745"/>
                        <a:pt x="3761" y="2589"/>
                        <a:pt x="3761" y="2420"/>
                      </a:cubicBezTo>
                      <a:lnTo>
                        <a:pt x="3761" y="1822"/>
                      </a:lnTo>
                      <a:cubicBezTo>
                        <a:pt x="3761" y="1706"/>
                        <a:pt x="3710" y="1597"/>
                        <a:pt x="3620" y="1514"/>
                      </a:cubicBezTo>
                      <a:lnTo>
                        <a:pt x="4165" y="1483"/>
                      </a:lnTo>
                      <a:lnTo>
                        <a:pt x="4165" y="1138"/>
                      </a:lnTo>
                      <a:close/>
                      <a:moveTo>
                        <a:pt x="1027" y="798"/>
                      </a:moveTo>
                      <a:cubicBezTo>
                        <a:pt x="1029" y="612"/>
                        <a:pt x="1181" y="461"/>
                        <a:pt x="1367" y="461"/>
                      </a:cubicBezTo>
                      <a:lnTo>
                        <a:pt x="2821" y="461"/>
                      </a:lnTo>
                      <a:cubicBezTo>
                        <a:pt x="3009" y="461"/>
                        <a:pt x="3162" y="614"/>
                        <a:pt x="3162" y="801"/>
                      </a:cubicBezTo>
                      <a:lnTo>
                        <a:pt x="3309" y="1426"/>
                      </a:lnTo>
                      <a:lnTo>
                        <a:pt x="3271" y="1424"/>
                      </a:lnTo>
                      <a:cubicBezTo>
                        <a:pt x="3265" y="1424"/>
                        <a:pt x="3259" y="1423"/>
                        <a:pt x="3253" y="1423"/>
                      </a:cubicBezTo>
                      <a:lnTo>
                        <a:pt x="913" y="1423"/>
                      </a:lnTo>
                      <a:cubicBezTo>
                        <a:pt x="906" y="1423"/>
                        <a:pt x="900" y="1424"/>
                        <a:pt x="894" y="1424"/>
                      </a:cubicBezTo>
                      <a:lnTo>
                        <a:pt x="854" y="1426"/>
                      </a:lnTo>
                      <a:lnTo>
                        <a:pt x="1027" y="798"/>
                      </a:lnTo>
                      <a:close/>
                      <a:moveTo>
                        <a:pt x="1441" y="2398"/>
                      </a:moveTo>
                      <a:lnTo>
                        <a:pt x="757" y="2398"/>
                      </a:lnTo>
                      <a:lnTo>
                        <a:pt x="757" y="1888"/>
                      </a:lnTo>
                      <a:lnTo>
                        <a:pt x="1441" y="1888"/>
                      </a:lnTo>
                      <a:lnTo>
                        <a:pt x="1441" y="2398"/>
                      </a:lnTo>
                      <a:close/>
                      <a:moveTo>
                        <a:pt x="2675" y="2208"/>
                      </a:moveTo>
                      <a:lnTo>
                        <a:pt x="1584" y="2208"/>
                      </a:lnTo>
                      <a:lnTo>
                        <a:pt x="1584" y="2068"/>
                      </a:lnTo>
                      <a:lnTo>
                        <a:pt x="2675" y="2068"/>
                      </a:lnTo>
                      <a:lnTo>
                        <a:pt x="2675" y="2208"/>
                      </a:lnTo>
                      <a:lnTo>
                        <a:pt x="2675" y="2208"/>
                      </a:lnTo>
                      <a:close/>
                      <a:moveTo>
                        <a:pt x="3497" y="2398"/>
                      </a:moveTo>
                      <a:lnTo>
                        <a:pt x="2812" y="2398"/>
                      </a:lnTo>
                      <a:lnTo>
                        <a:pt x="2812" y="1888"/>
                      </a:lnTo>
                      <a:lnTo>
                        <a:pt x="3497" y="1888"/>
                      </a:lnTo>
                      <a:lnTo>
                        <a:pt x="3497" y="2398"/>
                      </a:lnTo>
                      <a:close/>
                    </a:path>
                  </a:pathLst>
                </a:custGeom>
                <a:solidFill>
                  <a:schemeClr val="bg1"/>
                </a:solidFill>
                <a:ln>
                  <a:noFill/>
                </a:ln>
                <a:effectLst/>
              </p:spPr>
              <p:txBody>
                <a:bodyPr wrap="square" lIns="91440" tIns="45720" rIns="91440" bIns="45720" anchor="ctr">
                  <a:normAutofit fontScale="92500" lnSpcReduction="1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a:cs typeface="+mn-ea"/>
                    <a:sym typeface="+mn-lt"/>
                  </a:endParaRPr>
                </a:p>
              </p:txBody>
            </p:sp>
          </p:grpSp>
          <p:grpSp>
            <p:nvGrpSpPr>
              <p:cNvPr id="31" name="组合 30"/>
              <p:cNvGrpSpPr/>
              <p:nvPr/>
            </p:nvGrpSpPr>
            <p:grpSpPr>
              <a:xfrm>
                <a:off x="7142156" y="2488029"/>
                <a:ext cx="4378331" cy="906236"/>
                <a:chOff x="1316991" y="1986688"/>
                <a:chExt cx="3507423" cy="906236"/>
              </a:xfrm>
            </p:grpSpPr>
            <p:sp>
              <p:nvSpPr>
                <p:cNvPr id="32" name="文本框 31"/>
                <p:cNvSpPr txBox="1"/>
                <p:nvPr/>
              </p:nvSpPr>
              <p:spPr bwMode="auto">
                <a:xfrm>
                  <a:off x="1316991" y="1986688"/>
                  <a:ext cx="3507423" cy="427605"/>
                </a:xfrm>
                <a:prstGeom prst="rect">
                  <a:avLst/>
                </a:prstGeom>
                <a:noFill/>
              </p:spPr>
              <p:txBody>
                <a:bodyPr wrap="square" lIns="91440" tIns="45720" rIns="91440" bIns="45720" anchor="b" anchorCtr="0">
                  <a:normAutofit/>
                </a:bodyPr>
                <a:lstStyle/>
                <a:p>
                  <a:pPr>
                    <a:spcBef>
                      <a:spcPct val="0"/>
                    </a:spcBef>
                  </a:pPr>
                  <a:r>
                    <a:rPr lang="zh-CN" altLang="en-US" b="1" dirty="0">
                      <a:cs typeface="+mn-ea"/>
                      <a:sym typeface="+mn-lt"/>
                    </a:rPr>
                    <a:t>主键外键规范、索引规范</a:t>
                  </a:r>
                  <a:r>
                    <a:rPr lang="en-US" altLang="zh-CN" b="1" dirty="0">
                      <a:cs typeface="+mn-ea"/>
                      <a:sym typeface="+mn-lt"/>
                    </a:rPr>
                    <a:t>……</a:t>
                  </a:r>
                </a:p>
              </p:txBody>
            </p:sp>
            <p:sp>
              <p:nvSpPr>
                <p:cNvPr id="33" name="文本框 32"/>
                <p:cNvSpPr txBox="1"/>
                <p:nvPr/>
              </p:nvSpPr>
              <p:spPr bwMode="auto">
                <a:xfrm>
                  <a:off x="1316991" y="2414294"/>
                  <a:ext cx="3507423" cy="478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p>
                  <a:pPr>
                    <a:lnSpc>
                      <a:spcPct val="120000"/>
                    </a:lnSpc>
                  </a:pPr>
                  <a:r>
                    <a:rPr lang="zh-CN" altLang="en-US" sz="1200" dirty="0">
                      <a:cs typeface="+mn-ea"/>
                      <a:sym typeface="+mn-lt"/>
                    </a:rPr>
                    <a:t>提高数据库质量和性能，便与理解和维护数据库</a:t>
                  </a:r>
                  <a:endParaRPr lang="en-US" altLang="zh-CN" sz="1200" dirty="0">
                    <a:cs typeface="+mn-ea"/>
                    <a:sym typeface="+mn-lt"/>
                  </a:endParaRPr>
                </a:p>
              </p:txBody>
            </p:sp>
          </p:grpSp>
        </p:grpSp>
      </p:gr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buSzPct val="25000"/>
            </a:pPr>
            <a:r>
              <a:rPr lang="zh-CN" altLang="en-US" sz="2800" b="1" dirty="0">
                <a:latin typeface="Arial" panose="020B0604020202020204" pitchFamily="34" charset="0"/>
                <a:ea typeface="微软雅黑" panose="020B0503020204020204" pitchFamily="34" charset="-122"/>
              </a:rPr>
              <a:t>数据库设计</a:t>
            </a:r>
            <a:endParaRPr lang="en-US" altLang="zh-CN" sz="2800" b="1" dirty="0">
              <a:latin typeface="Arial" panose="020B0604020202020204" pitchFamily="34" charset="0"/>
              <a:ea typeface="微软雅黑" panose="020B0503020204020204" pitchFamily="34" charset="-122"/>
            </a:endParaRPr>
          </a:p>
        </p:txBody>
      </p:sp>
      <p:sp>
        <p:nvSpPr>
          <p:cNvPr id="3" name="页脚占位符 2"/>
          <p:cNvSpPr>
            <a:spLocks noGrp="1"/>
          </p:cNvSpPr>
          <p:nvPr>
            <p:ph type="ftr" sz="quarter" idx="11"/>
          </p:nvPr>
        </p:nvSpPr>
        <p:spPr/>
        <p:txBody>
          <a:bodyPr/>
          <a:lstStyle/>
          <a:p>
            <a:r>
              <a:rPr lang="zh-CN" altLang="en-US" dirty="0">
                <a:cs typeface="+mn-ea"/>
                <a:sym typeface="+mn-lt"/>
              </a:rPr>
              <a:t>课程管理系统</a:t>
            </a:r>
          </a:p>
        </p:txBody>
      </p:sp>
      <p:sp>
        <p:nvSpPr>
          <p:cNvPr id="4" name="灯片编号占位符 3"/>
          <p:cNvSpPr>
            <a:spLocks noGrp="1"/>
          </p:cNvSpPr>
          <p:nvPr>
            <p:ph type="sldNum" sz="quarter" idx="12"/>
          </p:nvPr>
        </p:nvSpPr>
        <p:spPr/>
        <p:txBody>
          <a:bodyPr/>
          <a:lstStyle/>
          <a:p>
            <a:fld id="{5DD3DB80-B894-403A-B48E-6FDC1A72010E}" type="slidenum">
              <a:rPr lang="zh-CN" altLang="en-US" b="1" smtClean="0">
                <a:solidFill>
                  <a:schemeClr val="tx1"/>
                </a:solidFill>
                <a:cs typeface="+mn-ea"/>
                <a:sym typeface="+mn-lt"/>
              </a:rPr>
              <a:t>92</a:t>
            </a:fld>
            <a:endParaRPr lang="zh-CN" altLang="en-US" b="1" dirty="0">
              <a:solidFill>
                <a:schemeClr val="tx1"/>
              </a:solidFill>
              <a:cs typeface="+mn-ea"/>
              <a:sym typeface="+mn-lt"/>
            </a:endParaRPr>
          </a:p>
        </p:txBody>
      </p:sp>
      <p:pic>
        <p:nvPicPr>
          <p:cNvPr id="6" name="图片 5">
            <a:extLst>
              <a:ext uri="{FF2B5EF4-FFF2-40B4-BE49-F238E27FC236}">
                <a16:creationId xmlns:a16="http://schemas.microsoft.com/office/drawing/2014/main" id="{6A5BAC29-DDA3-7B59-EEE3-8C562865C5D1}"/>
              </a:ext>
            </a:extLst>
          </p:cNvPr>
          <p:cNvPicPr>
            <a:picLocks noChangeAspect="1"/>
          </p:cNvPicPr>
          <p:nvPr/>
        </p:nvPicPr>
        <p:blipFill>
          <a:blip r:embed="rId3"/>
          <a:stretch>
            <a:fillRect/>
          </a:stretch>
        </p:blipFill>
        <p:spPr>
          <a:xfrm>
            <a:off x="1795145" y="2373356"/>
            <a:ext cx="992243" cy="2522451"/>
          </a:xfrm>
          <a:prstGeom prst="rect">
            <a:avLst/>
          </a:prstGeom>
          <a:ln>
            <a:noFill/>
          </a:ln>
          <a:effectLst>
            <a:outerShdw blurRad="190500" algn="tl" rotWithShape="0">
              <a:srgbClr val="000000">
                <a:alpha val="70000"/>
              </a:srgbClr>
            </a:outerShdw>
          </a:effectLst>
        </p:spPr>
      </p:pic>
      <p:pic>
        <p:nvPicPr>
          <p:cNvPr id="8" name="图片 7">
            <a:extLst>
              <a:ext uri="{FF2B5EF4-FFF2-40B4-BE49-F238E27FC236}">
                <a16:creationId xmlns:a16="http://schemas.microsoft.com/office/drawing/2014/main" id="{9814BFB6-465A-7E3E-C7FD-FA587DF0A098}"/>
              </a:ext>
            </a:extLst>
          </p:cNvPr>
          <p:cNvPicPr>
            <a:picLocks noChangeAspect="1"/>
          </p:cNvPicPr>
          <p:nvPr/>
        </p:nvPicPr>
        <p:blipFill>
          <a:blip r:embed="rId4"/>
          <a:stretch>
            <a:fillRect/>
          </a:stretch>
        </p:blipFill>
        <p:spPr>
          <a:xfrm>
            <a:off x="4035648" y="1198689"/>
            <a:ext cx="7110888" cy="4874399"/>
          </a:xfrm>
          <a:prstGeom prst="rect">
            <a:avLst/>
          </a:prstGeom>
          <a:ln>
            <a:noFill/>
          </a:ln>
          <a:effectLst>
            <a:outerShdw blurRad="190500" algn="tl" rotWithShape="0">
              <a:srgbClr val="000000">
                <a:alpha val="70000"/>
              </a:srgbClr>
            </a:outerShdw>
          </a:effectLst>
        </p:spPr>
      </p:pic>
      <p:cxnSp>
        <p:nvCxnSpPr>
          <p:cNvPr id="10" name="直接连接符 9">
            <a:extLst>
              <a:ext uri="{FF2B5EF4-FFF2-40B4-BE49-F238E27FC236}">
                <a16:creationId xmlns:a16="http://schemas.microsoft.com/office/drawing/2014/main" id="{012AE205-9715-0648-9B9B-B6CB40120715}"/>
              </a:ext>
            </a:extLst>
          </p:cNvPr>
          <p:cNvCxnSpPr>
            <a:cxnSpLocks/>
            <a:stCxn id="6" idx="3"/>
            <a:endCxn id="8" idx="1"/>
          </p:cNvCxnSpPr>
          <p:nvPr/>
        </p:nvCxnSpPr>
        <p:spPr>
          <a:xfrm>
            <a:off x="2787388" y="3634582"/>
            <a:ext cx="1248260" cy="1307"/>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03226307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11E613-86D4-16A7-1019-FB2EA68B328A}"/>
              </a:ext>
            </a:extLst>
          </p:cNvPr>
          <p:cNvSpPr>
            <a:spLocks noGrp="1"/>
          </p:cNvSpPr>
          <p:nvPr>
            <p:ph type="title"/>
          </p:nvPr>
        </p:nvSpPr>
        <p:spPr/>
        <p:txBody>
          <a:bodyPr/>
          <a:lstStyle/>
          <a:p>
            <a:r>
              <a:rPr lang="zh-CN" altLang="en-US" dirty="0"/>
              <a:t>后端</a:t>
            </a:r>
            <a:r>
              <a:rPr lang="en-US" altLang="zh-CN" dirty="0"/>
              <a:t>——</a:t>
            </a:r>
            <a:r>
              <a:rPr lang="zh-CN" altLang="en-US" dirty="0"/>
              <a:t>学生端开发</a:t>
            </a:r>
          </a:p>
        </p:txBody>
      </p:sp>
      <p:sp>
        <p:nvSpPr>
          <p:cNvPr id="3" name="页脚占位符 2">
            <a:extLst>
              <a:ext uri="{FF2B5EF4-FFF2-40B4-BE49-F238E27FC236}">
                <a16:creationId xmlns:a16="http://schemas.microsoft.com/office/drawing/2014/main" id="{27DDB119-36AB-51CB-84DB-D632FC91405B}"/>
              </a:ext>
            </a:extLst>
          </p:cNvPr>
          <p:cNvSpPr>
            <a:spLocks noGrp="1"/>
          </p:cNvSpPr>
          <p:nvPr>
            <p:ph type="ftr" sz="quarter" idx="11"/>
          </p:nvPr>
        </p:nvSpPr>
        <p:spPr/>
        <p:txBody>
          <a:bodyPr/>
          <a:lstStyle/>
          <a:p>
            <a:r>
              <a:rPr lang="zh-CN" altLang="en-US" dirty="0"/>
              <a:t>课程管理系统</a:t>
            </a:r>
          </a:p>
        </p:txBody>
      </p:sp>
      <p:sp>
        <p:nvSpPr>
          <p:cNvPr id="4" name="灯片编号占位符 3">
            <a:extLst>
              <a:ext uri="{FF2B5EF4-FFF2-40B4-BE49-F238E27FC236}">
                <a16:creationId xmlns:a16="http://schemas.microsoft.com/office/drawing/2014/main" id="{AF0742D1-5013-B848-E0DD-E1E52BFD2847}"/>
              </a:ext>
            </a:extLst>
          </p:cNvPr>
          <p:cNvSpPr>
            <a:spLocks noGrp="1"/>
          </p:cNvSpPr>
          <p:nvPr>
            <p:ph type="sldNum" sz="quarter" idx="12"/>
          </p:nvPr>
        </p:nvSpPr>
        <p:spPr/>
        <p:txBody>
          <a:bodyPr/>
          <a:lstStyle/>
          <a:p>
            <a:fld id="{5DD3DB80-B894-403A-B48E-6FDC1A72010E}" type="slidenum">
              <a:rPr lang="zh-CN" altLang="en-US" b="1" smtClean="0">
                <a:solidFill>
                  <a:schemeClr val="tx1"/>
                </a:solidFill>
              </a:rPr>
              <a:t>93</a:t>
            </a:fld>
            <a:endParaRPr lang="zh-CN" altLang="en-US" b="1" dirty="0">
              <a:solidFill>
                <a:schemeClr val="tx1"/>
              </a:solidFill>
            </a:endParaRPr>
          </a:p>
        </p:txBody>
      </p:sp>
      <p:pic>
        <p:nvPicPr>
          <p:cNvPr id="6" name="图片 5">
            <a:extLst>
              <a:ext uri="{FF2B5EF4-FFF2-40B4-BE49-F238E27FC236}">
                <a16:creationId xmlns:a16="http://schemas.microsoft.com/office/drawing/2014/main" id="{3CBB7A8B-9A66-5EEE-1A78-4F18549EC287}"/>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2015487" y="1172883"/>
            <a:ext cx="5187636" cy="5067580"/>
          </a:xfrm>
          <a:prstGeom prst="rect">
            <a:avLst/>
          </a:prstGeom>
          <a:ln>
            <a:noFill/>
          </a:ln>
          <a:effectLst>
            <a:outerShdw blurRad="190500" algn="tl" rotWithShape="0">
              <a:srgbClr val="000000">
                <a:alpha val="70000"/>
              </a:srgbClr>
            </a:outerShdw>
          </a:effectLst>
        </p:spPr>
      </p:pic>
      <p:sp>
        <p:nvSpPr>
          <p:cNvPr id="9" name="文本框 8">
            <a:extLst>
              <a:ext uri="{FF2B5EF4-FFF2-40B4-BE49-F238E27FC236}">
                <a16:creationId xmlns:a16="http://schemas.microsoft.com/office/drawing/2014/main" id="{6459E8E9-40F8-A962-3666-B3BEF4A2DBD4}"/>
              </a:ext>
            </a:extLst>
          </p:cNvPr>
          <p:cNvSpPr txBox="1"/>
          <p:nvPr/>
        </p:nvSpPr>
        <p:spPr>
          <a:xfrm>
            <a:off x="8610599" y="1577041"/>
            <a:ext cx="2031325" cy="4259263"/>
          </a:xfrm>
          <a:prstGeom prst="rect">
            <a:avLst/>
          </a:prstGeom>
          <a:noFill/>
        </p:spPr>
        <p:txBody>
          <a:bodyPr vert="eaVert" wrap="square" rtlCol="0">
            <a:spAutoFit/>
          </a:bodyPr>
          <a:lstStyle/>
          <a:p>
            <a:pPr algn="ctr">
              <a:lnSpc>
                <a:spcPct val="150000"/>
              </a:lnSpc>
            </a:pPr>
            <a:r>
              <a:rPr lang="zh-CN" altLang="en-US" sz="44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与前端功能一致</a:t>
            </a:r>
            <a:endParaRPr lang="en-US" altLang="zh-CN" sz="44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a:p>
            <a:pPr algn="ctr">
              <a:lnSpc>
                <a:spcPct val="150000"/>
              </a:lnSpc>
            </a:pPr>
            <a:r>
              <a:rPr lang="zh-CN" altLang="en-US" sz="36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实现了增删查改内容</a:t>
            </a:r>
          </a:p>
        </p:txBody>
      </p:sp>
    </p:spTree>
    <p:extLst>
      <p:ext uri="{BB962C8B-B14F-4D97-AF65-F5344CB8AC3E}">
        <p14:creationId xmlns:p14="http://schemas.microsoft.com/office/powerpoint/2010/main" val="400900395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a:extLst>
              <a:ext uri="{FF2B5EF4-FFF2-40B4-BE49-F238E27FC236}">
                <a16:creationId xmlns:a16="http://schemas.microsoft.com/office/drawing/2014/main" id="{6C2532AA-A647-48FF-8A25-36777AF5B18D}"/>
              </a:ext>
            </a:extLst>
          </p:cNvPr>
          <p:cNvSpPr>
            <a:spLocks noGrp="1"/>
          </p:cNvSpPr>
          <p:nvPr>
            <p:ph type="ctrTitle"/>
          </p:nvPr>
        </p:nvSpPr>
        <p:spPr/>
        <p:txBody>
          <a:bodyPr>
            <a:normAutofit fontScale="90000"/>
          </a:bodyPr>
          <a:lstStyle/>
          <a:p>
            <a:r>
              <a:rPr lang="zh-CN" altLang="en-US" dirty="0">
                <a:latin typeface="Arial" panose="020B0604020202020204" pitchFamily="34" charset="0"/>
                <a:ea typeface="微软雅黑" panose="020B0503020204020204" pitchFamily="34" charset="-122"/>
              </a:rPr>
              <a:t>提问</a:t>
            </a:r>
            <a:r>
              <a:rPr lang="en-GB" altLang="zh-CN" dirty="0">
                <a:latin typeface="Arial" panose="020B0604020202020204" pitchFamily="34" charset="0"/>
                <a:ea typeface="微软雅黑" panose="020B0503020204020204" pitchFamily="34" charset="-122"/>
              </a:rPr>
              <a:t> </a:t>
            </a:r>
            <a:r>
              <a:rPr lang="zh-CN" altLang="en-US" sz="7300" dirty="0">
                <a:solidFill>
                  <a:srgbClr val="0062A4"/>
                </a:solidFill>
                <a:latin typeface="Arial" panose="020B0604020202020204" pitchFamily="34" charset="0"/>
                <a:ea typeface="微软雅黑" panose="020B0503020204020204" pitchFamily="34" charset="-122"/>
              </a:rPr>
              <a:t>环节</a:t>
            </a:r>
            <a:br>
              <a:rPr lang="en-US" altLang="zh-CN" sz="7300" dirty="0">
                <a:solidFill>
                  <a:srgbClr val="0062A4"/>
                </a:solidFill>
                <a:latin typeface="Arial" panose="020B0604020202020204" pitchFamily="34" charset="0"/>
                <a:ea typeface="微软雅黑" panose="020B0503020204020204" pitchFamily="34" charset="-122"/>
              </a:rPr>
            </a:br>
            <a:r>
              <a:rPr lang="en-US" altLang="zh-CN" sz="3600" dirty="0">
                <a:latin typeface="Arial" panose="020B0604020202020204" pitchFamily="34" charset="0"/>
                <a:ea typeface="微软雅黑" panose="020B0503020204020204" pitchFamily="34" charset="-122"/>
              </a:rPr>
              <a:t>Q &amp; </a:t>
            </a:r>
            <a:r>
              <a:rPr lang="en-US" altLang="zh-CN" sz="3600" dirty="0">
                <a:solidFill>
                  <a:srgbClr val="0062A4"/>
                </a:solidFill>
                <a:latin typeface="Arial" panose="020B0604020202020204" pitchFamily="34" charset="0"/>
                <a:ea typeface="微软雅黑" panose="020B0503020204020204" pitchFamily="34" charset="-122"/>
              </a:rPr>
              <a:t>A</a:t>
            </a:r>
            <a:endParaRPr lang="zh-CN" altLang="en-US" sz="3600" dirty="0">
              <a:solidFill>
                <a:srgbClr val="0062A4"/>
              </a:solidFill>
              <a:latin typeface="Arial" panose="020B0604020202020204" pitchFamily="34" charset="0"/>
              <a:ea typeface="微软雅黑" panose="020B0503020204020204" pitchFamily="34" charset="-122"/>
            </a:endParaRPr>
          </a:p>
        </p:txBody>
      </p:sp>
      <p:sp>
        <p:nvSpPr>
          <p:cNvPr id="10" name="副标题 9">
            <a:extLst>
              <a:ext uri="{FF2B5EF4-FFF2-40B4-BE49-F238E27FC236}">
                <a16:creationId xmlns:a16="http://schemas.microsoft.com/office/drawing/2014/main" id="{0102F8CF-8DD3-43E5-B521-501A3CF124F9}"/>
              </a:ext>
            </a:extLst>
          </p:cNvPr>
          <p:cNvSpPr>
            <a:spLocks noGrp="1"/>
          </p:cNvSpPr>
          <p:nvPr>
            <p:ph type="subTitle" idx="1"/>
          </p:nvPr>
        </p:nvSpPr>
        <p:spPr/>
        <p:txBody>
          <a:bodyPr/>
          <a:lstStyle/>
          <a:p>
            <a:r>
              <a:rPr lang="zh-CN" altLang="en-US" dirty="0">
                <a:latin typeface="Arial" panose="020B0604020202020204" pitchFamily="34" charset="0"/>
                <a:ea typeface="微软雅黑" panose="020B0503020204020204" pitchFamily="34" charset="-122"/>
              </a:rPr>
              <a:t>个人陈述</a:t>
            </a:r>
            <a:endParaRPr lang="en-GB" altLang="zh-CN" dirty="0">
              <a:latin typeface="Arial" panose="020B0604020202020204" pitchFamily="34" charset="0"/>
              <a:ea typeface="微软雅黑" panose="020B0503020204020204" pitchFamily="34" charset="-122"/>
            </a:endParaRPr>
          </a:p>
        </p:txBody>
      </p:sp>
      <p:sp>
        <p:nvSpPr>
          <p:cNvPr id="11" name="文本占位符 10">
            <a:extLst>
              <a:ext uri="{FF2B5EF4-FFF2-40B4-BE49-F238E27FC236}">
                <a16:creationId xmlns:a16="http://schemas.microsoft.com/office/drawing/2014/main" id="{7E21516B-4ABB-4E09-987D-1ABA411225D2}"/>
              </a:ext>
            </a:extLst>
          </p:cNvPr>
          <p:cNvSpPr>
            <a:spLocks noGrp="1"/>
          </p:cNvSpPr>
          <p:nvPr>
            <p:ph type="body" sz="quarter" idx="13"/>
          </p:nvPr>
        </p:nvSpPr>
        <p:spPr/>
        <p:txBody>
          <a:bodyPr>
            <a:normAutofit fontScale="92500" lnSpcReduction="10000"/>
          </a:bodyPr>
          <a:lstStyle/>
          <a:p>
            <a:r>
              <a:rPr lang="zh-CN" altLang="en-US" sz="1600" b="1" dirty="0">
                <a:latin typeface="Arial" panose="020B0604020202020204" pitchFamily="34" charset="0"/>
                <a:ea typeface="微软雅黑" panose="020B0503020204020204" pitchFamily="34" charset="-122"/>
              </a:rPr>
              <a:t>刘江涛</a:t>
            </a:r>
            <a:endParaRPr lang="en-GB" altLang="zh-CN" sz="1600" b="1" dirty="0">
              <a:latin typeface="Arial" panose="020B0604020202020204" pitchFamily="34" charset="0"/>
              <a:ea typeface="微软雅黑" panose="020B0503020204020204" pitchFamily="34" charset="-122"/>
            </a:endParaRPr>
          </a:p>
        </p:txBody>
      </p:sp>
      <p:sp>
        <p:nvSpPr>
          <p:cNvPr id="12" name="文本占位符 11">
            <a:extLst>
              <a:ext uri="{FF2B5EF4-FFF2-40B4-BE49-F238E27FC236}">
                <a16:creationId xmlns:a16="http://schemas.microsoft.com/office/drawing/2014/main" id="{BFF7D8B0-524B-4065-95EB-00BAEDA26918}"/>
              </a:ext>
            </a:extLst>
          </p:cNvPr>
          <p:cNvSpPr>
            <a:spLocks noGrp="1"/>
          </p:cNvSpPr>
          <p:nvPr>
            <p:ph type="body" sz="quarter" idx="14"/>
          </p:nvPr>
        </p:nvSpPr>
        <p:spPr/>
        <p:txBody>
          <a:bodyPr/>
          <a:lstStyle/>
          <a:p>
            <a:r>
              <a:rPr lang="zh-CN" altLang="en-US" dirty="0">
                <a:latin typeface="Arial" panose="020B0604020202020204" pitchFamily="34" charset="0"/>
                <a:ea typeface="微软雅黑" panose="020B0503020204020204" pitchFamily="34" charset="-122"/>
              </a:rPr>
              <a:t>课程管理系统</a:t>
            </a:r>
            <a:endParaRPr lang="en-GB" altLang="zh-CN" dirty="0">
              <a:latin typeface="Arial" panose="020B0604020202020204" pitchFamily="34" charset="0"/>
              <a:ea typeface="微软雅黑" panose="020B0503020204020204" pitchFamily="34" charset="-122"/>
            </a:endParaRPr>
          </a:p>
        </p:txBody>
      </p:sp>
      <p:sp>
        <p:nvSpPr>
          <p:cNvPr id="13" name="文本占位符 12">
            <a:extLst>
              <a:ext uri="{FF2B5EF4-FFF2-40B4-BE49-F238E27FC236}">
                <a16:creationId xmlns:a16="http://schemas.microsoft.com/office/drawing/2014/main" id="{F03171C0-8F5E-452D-80D2-8537CBEA6B12}"/>
              </a:ext>
            </a:extLst>
          </p:cNvPr>
          <p:cNvSpPr>
            <a:spLocks noGrp="1"/>
          </p:cNvSpPr>
          <p:nvPr>
            <p:ph type="body" sz="quarter" idx="15"/>
          </p:nvPr>
        </p:nvSpPr>
        <p:spPr/>
        <p:txBody>
          <a:bodyPr/>
          <a:lstStyle/>
          <a:p>
            <a:r>
              <a:rPr lang="en-GB" altLang="zh-CN" dirty="0">
                <a:latin typeface="Arial" panose="020B0604020202020204" pitchFamily="34" charset="0"/>
                <a:ea typeface="微软雅黑" panose="020B0503020204020204" pitchFamily="34" charset="-122"/>
              </a:rPr>
              <a:t>LOGO HERE</a:t>
            </a:r>
          </a:p>
        </p:txBody>
      </p:sp>
    </p:spTree>
    <p:extLst>
      <p:ext uri="{BB962C8B-B14F-4D97-AF65-F5344CB8AC3E}">
        <p14:creationId xmlns:p14="http://schemas.microsoft.com/office/powerpoint/2010/main" val="340407866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SHOWCASE" val="cd87275b-ff40-44a3-86f4-e3e353a8767a"/>
  <p:tag name="KSO_WPP_MARK_KEY" val="21d708a7-8535-43bb-b6ba-00ebedaf94af"/>
  <p:tag name="COMMONDATA" val="eyJoZGlkIjoiMDc0MGM2ODk0OWY3YzkwNDk1YTkwOTAwZDAxZGMxYzIifQ=="/>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9.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5.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6.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7.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主题5">
  <a:themeElements>
    <a:clrScheme name="房利美">
      <a:dk1>
        <a:srgbClr val="000000"/>
      </a:dk1>
      <a:lt1>
        <a:srgbClr val="FFFFFF"/>
      </a:lt1>
      <a:dk2>
        <a:srgbClr val="768394"/>
      </a:dk2>
      <a:lt2>
        <a:srgbClr val="F0F0F0"/>
      </a:lt2>
      <a:accent1>
        <a:srgbClr val="009DC4"/>
      </a:accent1>
      <a:accent2>
        <a:srgbClr val="FCC837"/>
      </a:accent2>
      <a:accent3>
        <a:srgbClr val="5388AB"/>
      </a:accent3>
      <a:accent4>
        <a:srgbClr val="00234D"/>
      </a:accent4>
      <a:accent5>
        <a:srgbClr val="CCD8ED"/>
      </a:accent5>
      <a:accent6>
        <a:srgbClr val="31669B"/>
      </a:accent6>
      <a:hlink>
        <a:srgbClr val="4276AA"/>
      </a:hlink>
      <a:folHlink>
        <a:srgbClr val="BFBFBF"/>
      </a:folHlink>
    </a:clrScheme>
    <a:fontScheme name="font">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房利美">
    <a:dk1>
      <a:srgbClr val="000000"/>
    </a:dk1>
    <a:lt1>
      <a:srgbClr val="FFFFFF"/>
    </a:lt1>
    <a:dk2>
      <a:srgbClr val="768394"/>
    </a:dk2>
    <a:lt2>
      <a:srgbClr val="F0F0F0"/>
    </a:lt2>
    <a:accent1>
      <a:srgbClr val="009DC4"/>
    </a:accent1>
    <a:accent2>
      <a:srgbClr val="FCC837"/>
    </a:accent2>
    <a:accent3>
      <a:srgbClr val="5388AB"/>
    </a:accent3>
    <a:accent4>
      <a:srgbClr val="00234D"/>
    </a:accent4>
    <a:accent5>
      <a:srgbClr val="CCD8ED"/>
    </a:accent5>
    <a:accent6>
      <a:srgbClr val="31669B"/>
    </a:accent6>
    <a:hlink>
      <a:srgbClr val="4276AA"/>
    </a:hlink>
    <a:folHlink>
      <a:srgbClr val="BFBFBF"/>
    </a:folHlink>
  </a:clrScheme>
</a:themeOverride>
</file>

<file path=ppt/theme/themeOverride2.xml><?xml version="1.0" encoding="utf-8"?>
<a:themeOverride xmlns:a="http://schemas.openxmlformats.org/drawingml/2006/main">
  <a:clrScheme name="房利美">
    <a:dk1>
      <a:srgbClr val="000000"/>
    </a:dk1>
    <a:lt1>
      <a:srgbClr val="FFFFFF"/>
    </a:lt1>
    <a:dk2>
      <a:srgbClr val="768394"/>
    </a:dk2>
    <a:lt2>
      <a:srgbClr val="F0F0F0"/>
    </a:lt2>
    <a:accent1>
      <a:srgbClr val="009DC4"/>
    </a:accent1>
    <a:accent2>
      <a:srgbClr val="FCC837"/>
    </a:accent2>
    <a:accent3>
      <a:srgbClr val="5388AB"/>
    </a:accent3>
    <a:accent4>
      <a:srgbClr val="00234D"/>
    </a:accent4>
    <a:accent5>
      <a:srgbClr val="CCD8ED"/>
    </a:accent5>
    <a:accent6>
      <a:srgbClr val="31669B"/>
    </a:accent6>
    <a:hlink>
      <a:srgbClr val="4276AA"/>
    </a:hlink>
    <a:folHlink>
      <a:srgbClr val="BFBFBF"/>
    </a:folHlink>
  </a:clrScheme>
</a:themeOverride>
</file>

<file path=ppt/theme/themeOverride3.xml><?xml version="1.0" encoding="utf-8"?>
<a:themeOverride xmlns:a="http://schemas.openxmlformats.org/drawingml/2006/main">
  <a:clrScheme name="房利美">
    <a:dk1>
      <a:srgbClr val="000000"/>
    </a:dk1>
    <a:lt1>
      <a:srgbClr val="FFFFFF"/>
    </a:lt1>
    <a:dk2>
      <a:srgbClr val="768394"/>
    </a:dk2>
    <a:lt2>
      <a:srgbClr val="F0F0F0"/>
    </a:lt2>
    <a:accent1>
      <a:srgbClr val="009DC4"/>
    </a:accent1>
    <a:accent2>
      <a:srgbClr val="FCC837"/>
    </a:accent2>
    <a:accent3>
      <a:srgbClr val="5388AB"/>
    </a:accent3>
    <a:accent4>
      <a:srgbClr val="00234D"/>
    </a:accent4>
    <a:accent5>
      <a:srgbClr val="CCD8ED"/>
    </a:accent5>
    <a:accent6>
      <a:srgbClr val="31669B"/>
    </a:accent6>
    <a:hlink>
      <a:srgbClr val="4276AA"/>
    </a:hlink>
    <a:folHlink>
      <a:srgbClr val="BFBFBF"/>
    </a:folHlink>
  </a:clrScheme>
</a:themeOverride>
</file>

<file path=ppt/theme/themeOverride4.xml><?xml version="1.0" encoding="utf-8"?>
<a:themeOverride xmlns:a="http://schemas.openxmlformats.org/drawingml/2006/main">
  <a:clrScheme name="房利美">
    <a:dk1>
      <a:srgbClr val="000000"/>
    </a:dk1>
    <a:lt1>
      <a:srgbClr val="FFFFFF"/>
    </a:lt1>
    <a:dk2>
      <a:srgbClr val="768394"/>
    </a:dk2>
    <a:lt2>
      <a:srgbClr val="F0F0F0"/>
    </a:lt2>
    <a:accent1>
      <a:srgbClr val="009DC4"/>
    </a:accent1>
    <a:accent2>
      <a:srgbClr val="FCC837"/>
    </a:accent2>
    <a:accent3>
      <a:srgbClr val="5388AB"/>
    </a:accent3>
    <a:accent4>
      <a:srgbClr val="00234D"/>
    </a:accent4>
    <a:accent5>
      <a:srgbClr val="CCD8ED"/>
    </a:accent5>
    <a:accent6>
      <a:srgbClr val="31669B"/>
    </a:accent6>
    <a:hlink>
      <a:srgbClr val="4276AA"/>
    </a:hlink>
    <a:folHlink>
      <a:srgbClr val="BFBFBF"/>
    </a:folHlink>
  </a:clrScheme>
</a:themeOverride>
</file>

<file path=ppt/theme/themeOverride5.xml><?xml version="1.0" encoding="utf-8"?>
<a:themeOverride xmlns:a="http://schemas.openxmlformats.org/drawingml/2006/main">
  <a:clrScheme name="房利美">
    <a:dk1>
      <a:srgbClr val="000000"/>
    </a:dk1>
    <a:lt1>
      <a:srgbClr val="FFFFFF"/>
    </a:lt1>
    <a:dk2>
      <a:srgbClr val="768394"/>
    </a:dk2>
    <a:lt2>
      <a:srgbClr val="F0F0F0"/>
    </a:lt2>
    <a:accent1>
      <a:srgbClr val="009DC4"/>
    </a:accent1>
    <a:accent2>
      <a:srgbClr val="FCC837"/>
    </a:accent2>
    <a:accent3>
      <a:srgbClr val="5388AB"/>
    </a:accent3>
    <a:accent4>
      <a:srgbClr val="00234D"/>
    </a:accent4>
    <a:accent5>
      <a:srgbClr val="CCD8ED"/>
    </a:accent5>
    <a:accent6>
      <a:srgbClr val="31669B"/>
    </a:accent6>
    <a:hlink>
      <a:srgbClr val="4276AA"/>
    </a:hlink>
    <a:folHlink>
      <a:srgbClr val="BFBFBF"/>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1443A8EF62DE444B1FF07917E22EF72" ma:contentTypeVersion="17" ma:contentTypeDescription="Create a new document." ma:contentTypeScope="" ma:versionID="ae809626c8abf568b6a415226af21ced">
  <xsd:schema xmlns:xsd="http://www.w3.org/2001/XMLSchema" xmlns:xs="http://www.w3.org/2001/XMLSchema" xmlns:p="http://schemas.microsoft.com/office/2006/metadata/properties" xmlns:ns1="http://schemas.microsoft.com/sharepoint/v3" xmlns:ns2="0a5c0dea-e5d7-4228-9256-3793bb42faa5" xmlns:ns3="97934b4b-eba6-486d-bfc1-4b8e3fe39092" targetNamespace="http://schemas.microsoft.com/office/2006/metadata/properties" ma:root="true" ma:fieldsID="1ffe3db4c8c97a24da98b2b5f963ec28" ns1:_="" ns2:_="" ns3:_="">
    <xsd:import namespace="http://schemas.microsoft.com/sharepoint/v3"/>
    <xsd:import namespace="0a5c0dea-e5d7-4228-9256-3793bb42faa5"/>
    <xsd:import namespace="97934b4b-eba6-486d-bfc1-4b8e3fe39092"/>
    <xsd:element name="properties">
      <xsd:complexType>
        <xsd:sequence>
          <xsd:element name="documentManagement">
            <xsd:complexType>
              <xsd:all>
                <xsd:element ref="ns2:OneNoteFluid_FileOrder" minOccurs="0"/>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MediaServiceAutoKeyPoints" minOccurs="0"/>
                <xsd:element ref="ns2:MediaServiceKeyPoint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3" nillable="true" ma:displayName="Unified Compliance Policy Properties" ma:hidden="true" ma:internalName="_ip_UnifiedCompliancePolicyProperties">
      <xsd:simpleType>
        <xsd:restriction base="dms:Note"/>
      </xsd:simpleType>
    </xsd:element>
    <xsd:element name="_ip_UnifiedCompliancePolicyUIAction" ma:index="24"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a5c0dea-e5d7-4228-9256-3793bb42faa5" elementFormDefault="qualified">
    <xsd:import namespace="http://schemas.microsoft.com/office/2006/documentManagement/types"/>
    <xsd:import namespace="http://schemas.microsoft.com/office/infopath/2007/PartnerControls"/>
    <xsd:element name="OneNoteFluid_FileOrder" ma:index="8" nillable="true" ma:displayName="OneNoteFluid_FileOrder" ma:internalName="OneNoteFluid_FileOrder">
      <xsd:simpleType>
        <xsd:restriction base="dms:Text">
          <xsd:maxLength value="255"/>
        </xsd:restriction>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DateTaken" ma:index="11" nillable="true" ma:displayName="MediaServiceDateTaken" ma:hidden="true" ma:internalName="MediaServiceDateTaken"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7934b4b-eba6-486d-bfc1-4b8e3fe39092"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19" nillable="true" ma:displayName="Taxonomy Catch All Column" ma:hidden="true" ma:list="{a885aa0b-334b-483f-9125-6409c6335a4b}" ma:internalName="TaxCatchAll" ma:showField="CatchAllData" ma:web="97934b4b-eba6-486d-bfc1-4b8e3fe3909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97934b4b-eba6-486d-bfc1-4b8e3fe39092" xsi:nil="true"/>
    <lcf76f155ced4ddcb4097134ff3c332f xmlns="0a5c0dea-e5d7-4228-9256-3793bb42faa5">
      <Terms xmlns="http://schemas.microsoft.com/office/infopath/2007/PartnerControls"/>
    </lcf76f155ced4ddcb4097134ff3c332f>
    <OneNoteFluid_FileOrder xmlns="0a5c0dea-e5d7-4228-9256-3793bb42faa5" xsi:nil="true"/>
    <_ip_UnifiedCompliancePolicyUIAction xmlns="http://schemas.microsoft.com/sharepoint/v3" xsi:nil="true"/>
    <_ip_UnifiedCompliancePolicyProperties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CEC870E-BFF0-47CB-9F57-09A7933C23A1}">
  <ds:schemaRefs/>
</ds:datastoreItem>
</file>

<file path=customXml/itemProps2.xml><?xml version="1.0" encoding="utf-8"?>
<ds:datastoreItem xmlns:ds="http://schemas.openxmlformats.org/officeDocument/2006/customXml" ds:itemID="{92D6BE40-D0E4-4D1A-8774-880EC9DD0FEB}">
  <ds:schemaRefs/>
</ds:datastoreItem>
</file>

<file path=customXml/itemProps3.xml><?xml version="1.0" encoding="utf-8"?>
<ds:datastoreItem xmlns:ds="http://schemas.openxmlformats.org/officeDocument/2006/customXml" ds:itemID="{DA6E5523-1377-4DDB-B611-25DC633CFCC2}">
  <ds:schemaRefs/>
</ds:datastoreItem>
</file>

<file path=docProps/app.xml><?xml version="1.0" encoding="utf-8"?>
<Properties xmlns="http://schemas.openxmlformats.org/officeDocument/2006/extended-properties" xmlns:vt="http://schemas.openxmlformats.org/officeDocument/2006/docPropsVTypes">
  <Template/>
  <TotalTime>1293</TotalTime>
  <Words>4965</Words>
  <Application>Microsoft Office PowerPoint</Application>
  <PresentationFormat>宽屏</PresentationFormat>
  <Paragraphs>662</Paragraphs>
  <Slides>94</Slides>
  <Notes>36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94</vt:i4>
      </vt:variant>
    </vt:vector>
  </HeadingPairs>
  <TitlesOfParts>
    <vt:vector size="99" baseType="lpstr">
      <vt:lpstr>宋体</vt:lpstr>
      <vt:lpstr>Arial</vt:lpstr>
      <vt:lpstr>Calibri</vt:lpstr>
      <vt:lpstr>Times New Roman</vt:lpstr>
      <vt:lpstr>主题5</vt:lpstr>
      <vt:lpstr>基于Spring Boot 与 Vue 的 课程管理系统 重构与实现</vt:lpstr>
      <vt:lpstr>PowerPoint 演示文稿</vt:lpstr>
      <vt:lpstr>项目概述</vt:lpstr>
      <vt:lpstr>PowerPoint 演示文稿</vt:lpstr>
      <vt:lpstr>项目背景</vt:lpstr>
      <vt:lpstr>需求分析</vt:lpstr>
      <vt:lpstr>用户需求</vt:lpstr>
      <vt:lpstr>功能需求</vt:lpstr>
      <vt:lpstr>用户界面需求</vt:lpstr>
      <vt:lpstr>页面原型</vt:lpstr>
      <vt:lpstr>性能和数据需求</vt:lpstr>
      <vt:lpstr>编码规范</vt:lpstr>
      <vt:lpstr>项目进度监督</vt:lpstr>
      <vt:lpstr>文档跟踪</vt:lpstr>
      <vt:lpstr>工作日报</vt:lpstr>
      <vt:lpstr>成果汇总</vt:lpstr>
      <vt:lpstr>成果汇总</vt:lpstr>
      <vt:lpstr>团队合作</vt:lpstr>
      <vt:lpstr>个人分工</vt:lpstr>
      <vt:lpstr>功能演示</vt:lpstr>
      <vt:lpstr>PowerPoint 演示文稿</vt:lpstr>
      <vt:lpstr>项目总结</vt:lpstr>
      <vt:lpstr>项目创新点</vt:lpstr>
      <vt:lpstr>项目遗憾</vt:lpstr>
      <vt:lpstr>总体改进方向</vt:lpstr>
      <vt:lpstr>个人收获与总结（前端）</vt:lpstr>
      <vt:lpstr>个人收获与总结（后端）</vt:lpstr>
      <vt:lpstr>非常感谢 老师的无私奉献与组员的工作配合</vt:lpstr>
      <vt:lpstr>个人陈述</vt:lpstr>
      <vt:lpstr>负责内容</vt:lpstr>
      <vt:lpstr>前端陈述</vt:lpstr>
      <vt:lpstr>前端设计</vt:lpstr>
      <vt:lpstr>注册页面</vt:lpstr>
      <vt:lpstr>注册页面</vt:lpstr>
      <vt:lpstr>教务教师信息管理页面</vt:lpstr>
      <vt:lpstr>教务教师信息管理页面</vt:lpstr>
      <vt:lpstr>教务教师信息管理页面</vt:lpstr>
      <vt:lpstr>教务教师信息管理页面</vt:lpstr>
      <vt:lpstr>教务老师信息管理页面</vt:lpstr>
      <vt:lpstr>教务学生信息管理页面</vt:lpstr>
      <vt:lpstr>教务学生信息管理页面</vt:lpstr>
      <vt:lpstr>学生已选课程页面</vt:lpstr>
      <vt:lpstr>提问 环节 Q &amp; A</vt:lpstr>
      <vt:lpstr>学生端成绩查询页面</vt:lpstr>
      <vt:lpstr>教师端成绩查询页面</vt:lpstr>
      <vt:lpstr>教务端成绩查询页面</vt:lpstr>
      <vt:lpstr>提问 环节 Q &amp; A</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提问 环节 Q &amp; A</vt:lpstr>
      <vt:lpstr>登录界面：三种用户类型+三个功能按钮</vt:lpstr>
      <vt:lpstr>四种登录情况：成功、无该用户、用户类型错误、密码错误</vt:lpstr>
      <vt:lpstr>个人信息：学生&amp;教师</vt:lpstr>
      <vt:lpstr>（1）编辑个人信息：学生&amp;教师</vt:lpstr>
      <vt:lpstr>（2）修改密码：学生&amp;教师</vt:lpstr>
      <vt:lpstr>（3）更改头像：学生&amp;教师</vt:lpstr>
      <vt:lpstr>选课初始界面：展示当前学期课程和已有课表（蓝灰色）</vt:lpstr>
      <vt:lpstr>（1）查看具体信息&amp;查看冲突情况：无冲突+选课预览（绿色）</vt:lpstr>
      <vt:lpstr>（1）查看具体信息&amp;查看冲突情况：有冲突+选课预览（红+绿色）</vt:lpstr>
      <vt:lpstr>（2）已选人数达到容量：“选课”按钮禁用</vt:lpstr>
      <vt:lpstr>（3）选课：选课成功 / 选课失败（课程冲突）</vt:lpstr>
      <vt:lpstr>提问 环节 Q &amp; A</vt:lpstr>
      <vt:lpstr>后端陈述</vt:lpstr>
      <vt:lpstr>后端设计</vt:lpstr>
      <vt:lpstr>特色端口简介</vt:lpstr>
      <vt:lpstr>前端设计</vt:lpstr>
      <vt:lpstr>课程管理界面</vt:lpstr>
      <vt:lpstr>课程管理界面</vt:lpstr>
      <vt:lpstr>课程管理界面</vt:lpstr>
      <vt:lpstr>课程管理界面</vt:lpstr>
      <vt:lpstr>教学班管理界面</vt:lpstr>
      <vt:lpstr>教学班管理界面</vt:lpstr>
      <vt:lpstr>教学班管理界面</vt:lpstr>
      <vt:lpstr>教学班管理界面</vt:lpstr>
      <vt:lpstr>学生成绩管理界面</vt:lpstr>
      <vt:lpstr>学生成绩管理界面</vt:lpstr>
      <vt:lpstr>学生成绩管理界面</vt:lpstr>
      <vt:lpstr>提问 环节 Q &amp; A</vt:lpstr>
      <vt:lpstr>               线框图                                          高保真原型图</vt:lpstr>
      <vt:lpstr>PowerPoint 演示文稿</vt:lpstr>
      <vt:lpstr>提问 环节 Q &amp; A</vt:lpstr>
      <vt:lpstr>负责内容</vt:lpstr>
      <vt:lpstr>数据库设计</vt:lpstr>
      <vt:lpstr>数据库设计原则</vt:lpstr>
      <vt:lpstr>数据库设计</vt:lpstr>
      <vt:lpstr>后端——学生端开发</vt:lpstr>
      <vt:lpstr>提问 环节 Q &amp; A</vt:lpstr>
    </vt:vector>
  </TitlesOfParts>
  <Manager>iSlide</Manager>
  <Company>iSlide</Company>
  <LinksUpToDate>false</LinksUpToDate>
  <SharedDoc>false</SharedDoc>
  <HyperlinkBase>https://www.islide.cc</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iSlide</dc:creator>
  <cp:lastModifiedBy>刘 江涛</cp:lastModifiedBy>
  <cp:revision>79</cp:revision>
  <cp:lastPrinted>2019-08-29T16:00:00Z</cp:lastPrinted>
  <dcterms:created xsi:type="dcterms:W3CDTF">2019-08-29T16:00:00Z</dcterms:created>
  <dcterms:modified xsi:type="dcterms:W3CDTF">2023-07-10T07:58:52Z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y fmtid="{D5CDD505-2E9C-101B-9397-08002B2CF9AE}" pid="3" name="ContentTypeId">
    <vt:lpwstr>0x010100D1443A8EF62DE444B1FF07917E22EF72</vt:lpwstr>
  </property>
  <property fmtid="{D5CDD505-2E9C-101B-9397-08002B2CF9AE}" pid="4" name="ICV">
    <vt:lpwstr>A65465EED0D8488CB0E9939280A3D713_12</vt:lpwstr>
  </property>
  <property fmtid="{D5CDD505-2E9C-101B-9397-08002B2CF9AE}" pid="5" name="KSOProductBuildVer">
    <vt:lpwstr>2052-11.1.0.14309</vt:lpwstr>
  </property>
</Properties>
</file>